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fb89f041594dc9" /><Relationship Type="http://schemas.openxmlformats.org/officeDocument/2006/relationships/extended-properties" Target="/docProps/app.xml" Id="R25d382d773384d40" /><Relationship Type="http://schemas.openxmlformats.org/officeDocument/2006/relationships/officeDocument" Target="/ppt/presentation.xml" Id="Ra429101a2a3249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7d9d1143e4695"/>
  </p:sldMasterIdLst>
  <p:notesMasterIdLst>
    <p:notesMasterId xmlns:r="http://schemas.openxmlformats.org/officeDocument/2006/relationships" r:id="R9b02af56bdf24a25"/>
  </p:notesMasterIdLst>
  <p:sldIdLst>
    <p:sldId xmlns:r="http://schemas.openxmlformats.org/officeDocument/2006/relationships" id="256" r:id="Rbeb130468f3f4239"/>
  </p:sldIdLst>
  <p:sldSz cx="14430375" cy="74009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510af50fd643b9" /><Relationship Type="http://schemas.openxmlformats.org/officeDocument/2006/relationships/slideMaster" Target="/ppt/slideMasters/slideMaster1.xml" Id="Ra407d9d1143e4695" /><Relationship Type="http://schemas.openxmlformats.org/officeDocument/2006/relationships/notesMaster" Target="/ppt/notesMasters/notesMaster1.xml" Id="R9b02af56bdf24a25" /><Relationship Type="http://schemas.openxmlformats.org/officeDocument/2006/relationships/presProps" Target="/ppt/presProps.xml" Id="R1398d9ae5fa64bb1" /><Relationship Type="http://schemas.openxmlformats.org/officeDocument/2006/relationships/tableStyles" Target="/ppt/tableStyles.xml" Id="Ref3ccadbd4fc4ae3" /><Relationship Type="http://schemas.openxmlformats.org/officeDocument/2006/relationships/slide" Target="/ppt/slides/slide1.xml" Id="Rbeb130468f3f42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6e3403cf9f46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a20331ccaf466a" /><Relationship Type="http://schemas.openxmlformats.org/officeDocument/2006/relationships/notesMaster" Target="/ppt/notesMasters/notesMaster1.xml" Id="Rb65ce789b53b43b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素材ID：SEC-050</ns1:t>
            </ns1:r>
          </ns1:p>
          <ns1:p>
            <ns1:r>
              <ns1:t>论文：DivTrackee versus DynTracker: Promoting Diversity in Anti-Facial Recognition against Dynamic FR Strategy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2，PDF第5页</ns1:t>
            </ns1:r>
          </ns1:p>
          <ns1:p>
            <ns1:r>
              <ns1:t>类型：方法细节</ns1:t>
            </ns1:r>
          </ns1:p>
          <ns1:p>
            <ns1:r>
              <ns1:t>借鉴点：保持图库、已知样本、匹配器、特征提取器和查询样本五列对齐，三轮可视化增量知识如何改变判定，适合在线学习、检索和交互式攻击研究。</ns1:t>
            </ns1:r>
          </ns1:p>
          <ns1:p>
            <ns1:r>
              <ns1:t>论文URL：https://arxiv.org/pdf/2501.06533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838c98ec240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cec96bd8e44f7f" /><Relationship Type="http://schemas.openxmlformats.org/officeDocument/2006/relationships/slideLayout" Target="/ppt/slideLayouts/slideLayout1.xml" Id="R025cd655bf3749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5cd655bf3749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91159e58c4c5f" /><Relationship Type="http://schemas.openxmlformats.org/officeDocument/2006/relationships/image" Target="/ppt/media/image.png" Id="R09e79fe2a8824fe9" /><Relationship Type="http://schemas.openxmlformats.org/officeDocument/2006/relationships/image" Target="/ppt/media/image2.png" Id="R3280ce0dcf124923" /><Relationship Type="http://schemas.openxmlformats.org/officeDocument/2006/relationships/image" Target="/ppt/media/image3.png" Id="Rfcd0acae50ed4c83" /><Relationship Type="http://schemas.openxmlformats.org/officeDocument/2006/relationships/image" Target="/ppt/media/image4.png" Id="R4bad320b0e604136" /><Relationship Type="http://schemas.openxmlformats.org/officeDocument/2006/relationships/image" Target="/ppt/media/image5.png" Id="R472c89c616ef437e" /><Relationship Type="http://schemas.openxmlformats.org/officeDocument/2006/relationships/image" Target="/ppt/media/image6.png" Id="R281c19fb2523481c" /><Relationship Type="http://schemas.openxmlformats.org/officeDocument/2006/relationships/image" Target="/ppt/media/image7.png" Id="R7edef1f0db454c99" /><Relationship Type="http://schemas.openxmlformats.org/officeDocument/2006/relationships/image" Target="/ppt/media/image8.png" Id="R3461c0d1cc8d4b0b" /><Relationship Type="http://schemas.openxmlformats.org/officeDocument/2006/relationships/image" Target="/ppt/media/image9.png" Id="Ra5ab84e0f961434a" /><Relationship Type="http://schemas.openxmlformats.org/officeDocument/2006/relationships/image" Target="/ppt/media/image10.png" Id="R2e93292fc2ab4551" /><Relationship Type="http://schemas.openxmlformats.org/officeDocument/2006/relationships/image" Target="/ppt/media/image11.png" Id="R43b8e65b8f4244cf" /><Relationship Type="http://schemas.openxmlformats.org/officeDocument/2006/relationships/image" Target="/ppt/media/image12.png" Id="R8ed323ce64da4de0" /><Relationship Type="http://schemas.openxmlformats.org/officeDocument/2006/relationships/image" Target="/ppt/media/image13.png" Id="Rfa6259c9bd1a4e21" /><Relationship Type="http://schemas.openxmlformats.org/officeDocument/2006/relationships/image" Target="/ppt/media/image14.png" Id="R71e2e863c01c419f" /><Relationship Type="http://schemas.openxmlformats.org/officeDocument/2006/relationships/image" Target="/ppt/media/image15.png" Id="Rf7a30cbfca034574" /><Relationship Type="http://schemas.openxmlformats.org/officeDocument/2006/relationships/image" Target="/ppt/media/image16.png" Id="R6659f621db7947c3" /><Relationship Type="http://schemas.openxmlformats.org/officeDocument/2006/relationships/image" Target="/ppt/media/image17.png" Id="R349cfacca8be49e5" /><Relationship Type="http://schemas.openxmlformats.org/officeDocument/2006/relationships/image" Target="/ppt/media/image18.png" Id="Rbc1c834d091c42f1" /><Relationship Type="http://schemas.openxmlformats.org/officeDocument/2006/relationships/image" Target="/ppt/media/image19.png" Id="Rf3024706c66f4616" /><Relationship Type="http://schemas.openxmlformats.org/officeDocument/2006/relationships/image" Target="/ppt/media/image20.png" Id="R943ae48070494d75" /><Relationship Type="http://schemas.openxmlformats.org/officeDocument/2006/relationships/image" Target="/ppt/media/image21.png" Id="R66f1af1dacda4adc" /><Relationship Type="http://schemas.openxmlformats.org/officeDocument/2006/relationships/image" Target="/ppt/media/image22.png" Id="R2a2472cecdef4bdf" /><Relationship Type="http://schemas.openxmlformats.org/officeDocument/2006/relationships/image" Target="/ppt/media/image23.png" Id="Reb2bcf4d93484391" /><Relationship Type="http://schemas.openxmlformats.org/officeDocument/2006/relationships/image" Target="/ppt/media/image24.png" Id="Rcc71cc6461fd48e9" /><Relationship Type="http://schemas.openxmlformats.org/officeDocument/2006/relationships/image" Target="/ppt/media/image25.png" Id="Reccce69ba03c44ed" /><Relationship Type="http://schemas.openxmlformats.org/officeDocument/2006/relationships/image" Target="/ppt/media/image26.png" Id="Rcf9dff9497444928" /><Relationship Type="http://schemas.openxmlformats.org/officeDocument/2006/relationships/image" Target="/ppt/media/image27.png" Id="R8d506c5a1c914b56" /><Relationship Type="http://schemas.openxmlformats.org/officeDocument/2006/relationships/image" Target="/ppt/media/image28.png" Id="R3466eff7522a4a97" /><Relationship Type="http://schemas.openxmlformats.org/officeDocument/2006/relationships/image" Target="/ppt/media/image29.png" Id="R10b929e6eb0d41ce" /><Relationship Type="http://schemas.openxmlformats.org/officeDocument/2006/relationships/image" Target="/ppt/media/image30.png" Id="R84fe7cb6772a4f0b" /><Relationship Type="http://schemas.openxmlformats.org/officeDocument/2006/relationships/image" Target="/ppt/media/image31.png" Id="R63a3a9262c144ab5" /><Relationship Type="http://schemas.openxmlformats.org/officeDocument/2006/relationships/image" Target="/ppt/media/image32.png" Id="R85e823bdc7a845e3" /><Relationship Type="http://schemas.openxmlformats.org/officeDocument/2006/relationships/image" Target="/ppt/media/image33.png" Id="R2be0a7b0fd964b44" /><Relationship Type="http://schemas.openxmlformats.org/officeDocument/2006/relationships/image" Target="/ppt/media/image34.png" Id="R6f607e36a2324547" /><Relationship Type="http://schemas.openxmlformats.org/officeDocument/2006/relationships/image" Target="/ppt/media/image35.png" Id="Rc897f5157dd448f8" /><Relationship Type="http://schemas.openxmlformats.org/officeDocument/2006/relationships/image" Target="/ppt/media/image36.png" Id="R621e75913d844f56" /><Relationship Type="http://schemas.openxmlformats.org/officeDocument/2006/relationships/image" Target="/ppt/media/image37.png" Id="R9a3f2eac41644f4f" /><Relationship Type="http://schemas.openxmlformats.org/officeDocument/2006/relationships/image" Target="/ppt/media/image38.png" Id="R6c0e52709c574ea3" /><Relationship Type="http://schemas.openxmlformats.org/officeDocument/2006/relationships/image" Target="/ppt/media/image39.png" Id="Redf4bf8259fb4304" /><Relationship Type="http://schemas.openxmlformats.org/officeDocument/2006/relationships/image" Target="/ppt/media/image40.png" Id="R36a19ac591144d00" /><Relationship Type="http://schemas.openxmlformats.org/officeDocument/2006/relationships/image" Target="/ppt/media/image41.png" Id="Rb69fd8a3ff25462b" /><Relationship Type="http://schemas.openxmlformats.org/officeDocument/2006/relationships/image" Target="/ppt/media/image42.png" Id="R0719dbfe61554228" /><Relationship Type="http://schemas.openxmlformats.org/officeDocument/2006/relationships/image" Target="/ppt/media/image43.png" Id="R2ac0c89450e2428a" /><Relationship Type="http://schemas.openxmlformats.org/officeDocument/2006/relationships/image" Target="/ppt/media/image44.png" Id="Rf0c94b3ea9cf4a02" /><Relationship Type="http://schemas.openxmlformats.org/officeDocument/2006/relationships/notesSlide" Target="/ppt/notesSlides/notesSlide1.xml" Id="R7e58a17bd0004f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79fe2a8824fe9"/>
          <a:stretch xmlns:a="http://schemas.openxmlformats.org/drawingml/2006/main"/>
        </p:blipFill>
        <p:spPr>
          <a:xfrm xmlns:a="http://schemas.openxmlformats.org/drawingml/2006/main">
            <a:off x="13223124" y="704411"/>
            <a:ext cx="685941" cy="665617"/>
          </a:xfrm>
          <a:prstGeom xmlns:a="http://schemas.openxmlformats.org/drawingml/2006/main" prst="rect">
            <a:avLst/>
          </a:prstGeom>
        </p:spPr>
      </p:pic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0ce0dcf124923"/>
          <a:stretch xmlns:a="http://schemas.openxmlformats.org/drawingml/2006/main"/>
        </p:blipFill>
        <p:spPr>
          <a:xfrm xmlns:a="http://schemas.openxmlformats.org/drawingml/2006/main">
            <a:off x="13233270" y="3704713"/>
            <a:ext cx="685923" cy="670566"/>
          </a:xfrm>
          <a:prstGeom xmlns:a="http://schemas.openxmlformats.org/drawingml/2006/main" prst="rect">
            <a:avLst/>
          </a:prstGeom>
        </p:spPr>
      </p:pic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0acae50ed4c83"/>
          <a:stretch xmlns:a="http://schemas.openxmlformats.org/drawingml/2006/main"/>
        </p:blipFill>
        <p:spPr>
          <a:xfrm xmlns:a="http://schemas.openxmlformats.org/drawingml/2006/main">
            <a:off x="13231395" y="5962185"/>
            <a:ext cx="685923" cy="670566"/>
          </a:xfrm>
          <a:prstGeom xmlns:a="http://schemas.openxmlformats.org/drawingml/2006/main" prst="rect">
            <a:avLst/>
          </a:prstGeom>
        </p:spPr>
      </p:pic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d320b0e604136"/>
          <a:stretch xmlns:a="http://schemas.openxmlformats.org/drawingml/2006/main"/>
        </p:blipFill>
        <p:spPr>
          <a:xfrm xmlns:a="http://schemas.openxmlformats.org/drawingml/2006/main">
            <a:off x="13223895" y="1468807"/>
            <a:ext cx="685914" cy="670557"/>
          </a:xfrm>
          <a:prstGeom xmlns:a="http://schemas.openxmlformats.org/drawingml/2006/main" prst="rect">
            <a:avLst/>
          </a:prstGeom>
        </p:spPr>
      </p:pic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c89c616ef437e"/>
          <a:stretch xmlns:a="http://schemas.openxmlformats.org/drawingml/2006/main"/>
        </p:blipFill>
        <p:spPr>
          <a:xfrm xmlns:a="http://schemas.openxmlformats.org/drawingml/2006/main">
            <a:off x="12085784" y="5947994"/>
            <a:ext cx="688117" cy="662631"/>
          </a:xfrm>
          <a:prstGeom xmlns:a="http://schemas.openxmlformats.org/drawingml/2006/main" prst="rect">
            <a:avLst/>
          </a:prstGeom>
        </p:spPr>
      </p:pic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c19fb2523481c"/>
          <a:stretch xmlns:a="http://schemas.openxmlformats.org/drawingml/2006/main"/>
        </p:blipFill>
        <p:spPr>
          <a:xfrm xmlns:a="http://schemas.openxmlformats.org/drawingml/2006/main">
            <a:off x="12067036" y="3692392"/>
            <a:ext cx="688115" cy="662629"/>
          </a:xfrm>
          <a:prstGeom xmlns:a="http://schemas.openxmlformats.org/drawingml/2006/main" prst="rect">
            <a:avLst/>
          </a:prstGeom>
        </p:spPr>
      </p:pic>
      <p:pic>
        <p:nvPicPr>
          <p:cNvPr id="2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ef1f0db454c99"/>
          <a:stretch xmlns:a="http://schemas.openxmlformats.org/drawingml/2006/main"/>
        </p:blipFill>
        <p:spPr>
          <a:xfrm xmlns:a="http://schemas.openxmlformats.org/drawingml/2006/main">
            <a:off x="12074535" y="1470549"/>
            <a:ext cx="688116" cy="662630"/>
          </a:xfrm>
          <a:prstGeom xmlns:a="http://schemas.openxmlformats.org/drawingml/2006/main" prst="rect">
            <a:avLst/>
          </a:prstGeom>
        </p:spPr>
      </p:pic>
      <p:pic>
        <p:nvPicPr>
          <p:cNvPr id="2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1c0d1cc8d4b0b"/>
          <a:stretch xmlns:a="http://schemas.openxmlformats.org/drawingml/2006/main"/>
        </p:blipFill>
        <p:spPr>
          <a:xfrm xmlns:a="http://schemas.openxmlformats.org/drawingml/2006/main">
            <a:off x="3399015" y="5923620"/>
            <a:ext cx="688116" cy="662630"/>
          </a:xfrm>
          <a:prstGeom xmlns:a="http://schemas.openxmlformats.org/drawingml/2006/main" prst="rect">
            <a:avLst/>
          </a:prstGeom>
        </p:spPr>
      </p:pic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b84e0f961434a"/>
          <a:stretch xmlns:a="http://schemas.openxmlformats.org/drawingml/2006/main"/>
        </p:blipFill>
        <p:spPr>
          <a:xfrm xmlns:a="http://schemas.openxmlformats.org/drawingml/2006/main">
            <a:off x="12079336" y="5157482"/>
            <a:ext cx="696479" cy="676144"/>
          </a:xfrm>
          <a:prstGeom xmlns:a="http://schemas.openxmlformats.org/drawingml/2006/main" prst="rect">
            <a:avLst/>
          </a:prstGeom>
        </p:spPr>
      </p:pic>
      <p:pic>
        <p:nvPicPr>
          <p:cNvPr id="2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3292fc2ab4551"/>
          <a:stretch xmlns:a="http://schemas.openxmlformats.org/drawingml/2006/main"/>
        </p:blipFill>
        <p:spPr>
          <a:xfrm xmlns:a="http://schemas.openxmlformats.org/drawingml/2006/main">
            <a:off x="12079336" y="2915009"/>
            <a:ext cx="696479" cy="676144"/>
          </a:xfrm>
          <a:prstGeom xmlns:a="http://schemas.openxmlformats.org/drawingml/2006/main" prst="rect">
            <a:avLst/>
          </a:prstGeom>
        </p:spPr>
      </p:pic>
      <p:pic>
        <p:nvPicPr>
          <p:cNvPr id="2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8e65b8f4244cf"/>
          <a:stretch xmlns:a="http://schemas.openxmlformats.org/drawingml/2006/main"/>
        </p:blipFill>
        <p:spPr>
          <a:xfrm xmlns:a="http://schemas.openxmlformats.org/drawingml/2006/main">
            <a:off x="12071836" y="700661"/>
            <a:ext cx="696479" cy="676144"/>
          </a:xfrm>
          <a:prstGeom xmlns:a="http://schemas.openxmlformats.org/drawingml/2006/main" prst="rect">
            <a:avLst/>
          </a:prstGeom>
        </p:spPr>
      </p:pic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323ce64da4de0"/>
          <a:stretch xmlns:a="http://schemas.openxmlformats.org/drawingml/2006/main"/>
        </p:blipFill>
        <p:spPr>
          <a:xfrm xmlns:a="http://schemas.openxmlformats.org/drawingml/2006/main">
            <a:off x="2562775" y="3617090"/>
            <a:ext cx="696695" cy="676353"/>
          </a:xfrm>
          <a:prstGeom xmlns:a="http://schemas.openxmlformats.org/drawingml/2006/main" prst="rect">
            <a:avLst/>
          </a:prstGeom>
        </p:spPr>
      </p:pic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259c9bd1a4e21"/>
          <a:stretch xmlns:a="http://schemas.openxmlformats.org/drawingml/2006/main"/>
        </p:blipFill>
        <p:spPr>
          <a:xfrm xmlns:a="http://schemas.openxmlformats.org/drawingml/2006/main">
            <a:off x="2562882" y="5922473"/>
            <a:ext cx="696479" cy="676144"/>
          </a:xfrm>
          <a:prstGeom xmlns:a="http://schemas.openxmlformats.org/drawingml/2006/main" prst="rect">
            <a:avLst/>
          </a:prstGeom>
        </p:spPr>
      </p:pic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2e863c01c419f"/>
          <a:stretch xmlns:a="http://schemas.openxmlformats.org/drawingml/2006/main"/>
        </p:blipFill>
        <p:spPr>
          <a:xfrm xmlns:a="http://schemas.openxmlformats.org/drawingml/2006/main">
            <a:off x="4226598" y="5157482"/>
            <a:ext cx="682929" cy="682929"/>
          </a:xfrm>
          <a:prstGeom xmlns:a="http://schemas.openxmlformats.org/drawingml/2006/main" prst="rect">
            <a:avLst/>
          </a:prstGeom>
        </p:spPr>
      </p:pic>
      <p:pic>
        <p:nvPicPr>
          <p:cNvPr id="2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30cbfca034574"/>
          <a:stretch xmlns:a="http://schemas.openxmlformats.org/drawingml/2006/main"/>
        </p:blipFill>
        <p:spPr>
          <a:xfrm xmlns:a="http://schemas.openxmlformats.org/drawingml/2006/main">
            <a:off x="4220970" y="2950634"/>
            <a:ext cx="682936" cy="682936"/>
          </a:xfrm>
          <a:prstGeom xmlns:a="http://schemas.openxmlformats.org/drawingml/2006/main" prst="rect">
            <a:avLst/>
          </a:prstGeom>
        </p:spPr>
      </p:pic>
      <p:pic>
        <p:nvPicPr>
          <p:cNvPr id="2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9f621db7947c3"/>
          <a:stretch xmlns:a="http://schemas.openxmlformats.org/drawingml/2006/main"/>
        </p:blipFill>
        <p:spPr>
          <a:xfrm xmlns:a="http://schemas.openxmlformats.org/drawingml/2006/main">
            <a:off x="10910173" y="5957385"/>
            <a:ext cx="682492" cy="682492"/>
          </a:xfrm>
          <a:prstGeom xmlns:a="http://schemas.openxmlformats.org/drawingml/2006/main" prst="rect">
            <a:avLst/>
          </a:prstGeom>
        </p:spPr>
      </p:pic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cfacca8be49e5"/>
          <a:stretch xmlns:a="http://schemas.openxmlformats.org/drawingml/2006/main"/>
        </p:blipFill>
        <p:spPr>
          <a:xfrm xmlns:a="http://schemas.openxmlformats.org/drawingml/2006/main">
            <a:off x="10915799" y="3695219"/>
            <a:ext cx="682491" cy="682491"/>
          </a:xfrm>
          <a:prstGeom xmlns:a="http://schemas.openxmlformats.org/drawingml/2006/main" prst="rect">
            <a:avLst/>
          </a:prstGeom>
        </p:spPr>
      </p:pic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c834d091c42f1"/>
          <a:stretch xmlns:a="http://schemas.openxmlformats.org/drawingml/2006/main"/>
        </p:blipFill>
        <p:spPr>
          <a:xfrm xmlns:a="http://schemas.openxmlformats.org/drawingml/2006/main">
            <a:off x="10915799" y="1469621"/>
            <a:ext cx="682491" cy="682491"/>
          </a:xfrm>
          <a:prstGeom xmlns:a="http://schemas.openxmlformats.org/drawingml/2006/main" prst="rect">
            <a:avLst/>
          </a:prstGeom>
        </p:spPr>
      </p:pic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24706c66f4616"/>
          <a:stretch xmlns:a="http://schemas.openxmlformats.org/drawingml/2006/main"/>
        </p:blipFill>
        <p:spPr>
          <a:xfrm xmlns:a="http://schemas.openxmlformats.org/drawingml/2006/main">
            <a:off x="3393390" y="5159991"/>
            <a:ext cx="697492" cy="671848"/>
          </a:xfrm>
          <a:prstGeom xmlns:a="http://schemas.openxmlformats.org/drawingml/2006/main" prst="rect">
            <a:avLst/>
          </a:prstGeom>
        </p:spPr>
      </p:pic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ae48070494d75"/>
          <a:stretch xmlns:a="http://schemas.openxmlformats.org/drawingml/2006/main"/>
        </p:blipFill>
        <p:spPr>
          <a:xfrm xmlns:a="http://schemas.openxmlformats.org/drawingml/2006/main">
            <a:off x="3386205" y="2952509"/>
            <a:ext cx="696861" cy="671241"/>
          </a:xfrm>
          <a:prstGeom xmlns:a="http://schemas.openxmlformats.org/drawingml/2006/main" prst="rect">
            <a:avLst/>
          </a:prstGeom>
        </p:spPr>
      </p:pic>
      <p:pic>
        <p:nvPicPr>
          <p:cNvPr id="2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1af1dacda4adc"/>
          <a:stretch xmlns:a="http://schemas.openxmlformats.org/drawingml/2006/main"/>
        </p:blipFill>
        <p:spPr>
          <a:xfrm xmlns:a="http://schemas.openxmlformats.org/drawingml/2006/main">
            <a:off x="10902674" y="5158082"/>
            <a:ext cx="695616" cy="670041"/>
          </a:xfrm>
          <a:prstGeom xmlns:a="http://schemas.openxmlformats.org/drawingml/2006/main" prst="rect">
            <a:avLst/>
          </a:prstGeom>
        </p:spPr>
      </p:pic>
      <p:pic>
        <p:nvPicPr>
          <p:cNvPr id="2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472cecdef4bdf"/>
          <a:stretch xmlns:a="http://schemas.openxmlformats.org/drawingml/2006/main"/>
        </p:blipFill>
        <p:spPr>
          <a:xfrm xmlns:a="http://schemas.openxmlformats.org/drawingml/2006/main">
            <a:off x="10915799" y="2923109"/>
            <a:ext cx="695617" cy="670042"/>
          </a:xfrm>
          <a:prstGeom xmlns:a="http://schemas.openxmlformats.org/drawingml/2006/main" prst="rect">
            <a:avLst/>
          </a:prstGeom>
        </p:spPr>
      </p:pic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bcf4d93484391"/>
          <a:stretch xmlns:a="http://schemas.openxmlformats.org/drawingml/2006/main"/>
        </p:blipFill>
        <p:spPr>
          <a:xfrm xmlns:a="http://schemas.openxmlformats.org/drawingml/2006/main">
            <a:off x="2583399" y="5259856"/>
            <a:ext cx="667492" cy="647110"/>
          </a:xfrm>
          <a:prstGeom xmlns:a="http://schemas.openxmlformats.org/drawingml/2006/main" prst="rect">
            <a:avLst/>
          </a:prstGeom>
        </p:spPr>
      </p:pic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1cc6461fd48e9"/>
          <a:stretch xmlns:a="http://schemas.openxmlformats.org/drawingml/2006/main"/>
        </p:blipFill>
        <p:spPr>
          <a:xfrm xmlns:a="http://schemas.openxmlformats.org/drawingml/2006/main">
            <a:off x="2581525" y="2959259"/>
            <a:ext cx="667492" cy="647110"/>
          </a:xfrm>
          <a:prstGeom xmlns:a="http://schemas.openxmlformats.org/drawingml/2006/main" prst="rect">
            <a:avLst/>
          </a:prstGeom>
        </p:spPr>
      </p:pic>
      <p:pic>
        <p:nvPicPr>
          <p:cNvPr id="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ce69ba03c44ed"/>
          <a:stretch xmlns:a="http://schemas.openxmlformats.org/drawingml/2006/main"/>
        </p:blipFill>
        <p:spPr>
          <a:xfrm xmlns:a="http://schemas.openxmlformats.org/drawingml/2006/main">
            <a:off x="2575900" y="746786"/>
            <a:ext cx="667492" cy="647110"/>
          </a:xfrm>
          <a:prstGeom xmlns:a="http://schemas.openxmlformats.org/drawingml/2006/main" prst="rect">
            <a:avLst/>
          </a:prstGeom>
        </p:spPr>
      </p:pic>
      <p:pic>
        <p:nvPicPr>
          <p:cNvPr id="3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dff9497444928"/>
          <a:stretch xmlns:a="http://schemas.openxmlformats.org/drawingml/2006/main"/>
        </p:blipFill>
        <p:spPr>
          <a:xfrm xmlns:a="http://schemas.openxmlformats.org/drawingml/2006/main">
            <a:off x="10915799" y="695636"/>
            <a:ext cx="695617" cy="670042"/>
          </a:xfrm>
          <a:prstGeom xmlns:a="http://schemas.openxmlformats.org/drawingml/2006/main" prst="rect">
            <a:avLst/>
          </a:prstGeom>
        </p:spPr>
      </p:pic>
      <p:sp>
        <p:nvSpPr>
          <p:cNvPr id="27" name="Text GalleryDatabase">
            <a:extLst xmlns:a="http://schemas.openxmlformats.org/drawingml/2006/main">
              <a:ext uri="{FF2B5EF4-FFF2-40B4-BE49-F238E27FC236}">
                <a16:creationId xmlns:a16="http://schemas.microsoft.com/office/drawing/2014/main" id="{802BA066-3AAD-44A9-B6BB-0B996006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51" y="233474"/>
            <a:ext cx="1842356" cy="222584"/>
          </a:xfrm>
          <a:custGeom xmlns:a="http://schemas.openxmlformats.org/drawingml/2006/main">
            <a:pathLst>
              <a:path w="1842356" h="222584">
                <a:moveTo>
                  <a:pt x="161946" y="0"/>
                </a:moveTo>
                <a:lnTo>
                  <a:pt x="161946" y="58203"/>
                </a:lnTo>
                <a:lnTo>
                  <a:pt x="157440" y="58203"/>
                </a:lnTo>
                <a:cubicBezTo>
                  <a:pt x="152002" y="42371"/>
                  <a:pt x="143843" y="30337"/>
                  <a:pt x="132966" y="22100"/>
                </a:cubicBezTo>
                <a:cubicBezTo>
                  <a:pt x="122088" y="13861"/>
                  <a:pt x="110196" y="9741"/>
                  <a:pt x="97289" y="9741"/>
                </a:cubicBezTo>
                <a:cubicBezTo>
                  <a:pt x="84950" y="9741"/>
                  <a:pt x="74682" y="13197"/>
                  <a:pt x="66483" y="20110"/>
                </a:cubicBezTo>
                <a:cubicBezTo>
                  <a:pt x="58284" y="27023"/>
                  <a:pt x="52480" y="36665"/>
                  <a:pt x="49071" y="49037"/>
                </a:cubicBezTo>
                <a:cubicBezTo>
                  <a:pt x="45661" y="61408"/>
                  <a:pt x="43957" y="74102"/>
                  <a:pt x="43957" y="87118"/>
                </a:cubicBezTo>
                <a:cubicBezTo>
                  <a:pt x="43957" y="102886"/>
                  <a:pt x="45824" y="116713"/>
                  <a:pt x="49558" y="128598"/>
                </a:cubicBezTo>
                <a:cubicBezTo>
                  <a:pt x="53292" y="140482"/>
                  <a:pt x="59319" y="149215"/>
                  <a:pt x="67640" y="154796"/>
                </a:cubicBezTo>
                <a:cubicBezTo>
                  <a:pt x="75960" y="160374"/>
                  <a:pt x="85843" y="163163"/>
                  <a:pt x="97289" y="163163"/>
                </a:cubicBezTo>
                <a:cubicBezTo>
                  <a:pt x="101267" y="163163"/>
                  <a:pt x="105346" y="162738"/>
                  <a:pt x="109526" y="161889"/>
                </a:cubicBezTo>
                <a:cubicBezTo>
                  <a:pt x="113707" y="161036"/>
                  <a:pt x="117989" y="159800"/>
                  <a:pt x="122372" y="158179"/>
                </a:cubicBezTo>
                <a:lnTo>
                  <a:pt x="122372" y="123955"/>
                </a:lnTo>
                <a:cubicBezTo>
                  <a:pt x="122372" y="117421"/>
                  <a:pt x="121926" y="113195"/>
                  <a:pt x="121033" y="111277"/>
                </a:cubicBezTo>
                <a:cubicBezTo>
                  <a:pt x="120140" y="109356"/>
                  <a:pt x="118293" y="107621"/>
                  <a:pt x="115493" y="106071"/>
                </a:cubicBezTo>
                <a:cubicBezTo>
                  <a:pt x="112692" y="104519"/>
                  <a:pt x="109303" y="103743"/>
                  <a:pt x="105326" y="103743"/>
                </a:cubicBezTo>
                <a:lnTo>
                  <a:pt x="101064" y="103743"/>
                </a:lnTo>
                <a:lnTo>
                  <a:pt x="101064" y="99359"/>
                </a:lnTo>
                <a:lnTo>
                  <a:pt x="181306" y="99359"/>
                </a:lnTo>
                <a:lnTo>
                  <a:pt x="181306" y="103743"/>
                </a:lnTo>
                <a:cubicBezTo>
                  <a:pt x="175218" y="104151"/>
                  <a:pt x="170976" y="104988"/>
                  <a:pt x="168582" y="106254"/>
                </a:cubicBezTo>
                <a:cubicBezTo>
                  <a:pt x="166187" y="107520"/>
                  <a:pt x="164340" y="109623"/>
                  <a:pt x="163042" y="112563"/>
                </a:cubicBezTo>
                <a:cubicBezTo>
                  <a:pt x="162311" y="114115"/>
                  <a:pt x="161946" y="117913"/>
                  <a:pt x="161946" y="123955"/>
                </a:cubicBezTo>
                <a:lnTo>
                  <a:pt x="161946" y="158179"/>
                </a:lnTo>
                <a:cubicBezTo>
                  <a:pt x="151393" y="162884"/>
                  <a:pt x="140414" y="166433"/>
                  <a:pt x="129009" y="168825"/>
                </a:cubicBezTo>
                <a:cubicBezTo>
                  <a:pt x="117603" y="171220"/>
                  <a:pt x="105772" y="172417"/>
                  <a:pt x="93514" y="172417"/>
                </a:cubicBezTo>
                <a:cubicBezTo>
                  <a:pt x="77848" y="172417"/>
                  <a:pt x="64839" y="170293"/>
                  <a:pt x="54489" y="166044"/>
                </a:cubicBezTo>
                <a:cubicBezTo>
                  <a:pt x="44139" y="161792"/>
                  <a:pt x="35007" y="156206"/>
                  <a:pt x="27092" y="149286"/>
                </a:cubicBezTo>
                <a:cubicBezTo>
                  <a:pt x="19178" y="142366"/>
                  <a:pt x="12988" y="134575"/>
                  <a:pt x="8523" y="125915"/>
                </a:cubicBezTo>
                <a:cubicBezTo>
                  <a:pt x="2841" y="114743"/>
                  <a:pt x="0" y="102236"/>
                  <a:pt x="0" y="88393"/>
                </a:cubicBezTo>
                <a:cubicBezTo>
                  <a:pt x="0" y="63624"/>
                  <a:pt x="8726" y="42700"/>
                  <a:pt x="26179" y="25620"/>
                </a:cubicBezTo>
                <a:cubicBezTo>
                  <a:pt x="43632" y="8540"/>
                  <a:pt x="65590" y="0"/>
                  <a:pt x="92053" y="0"/>
                </a:cubicBezTo>
                <a:cubicBezTo>
                  <a:pt x="100252" y="0"/>
                  <a:pt x="107639" y="656"/>
                  <a:pt x="114214" y="1967"/>
                </a:cubicBezTo>
                <a:cubicBezTo>
                  <a:pt x="117786" y="2624"/>
                  <a:pt x="123570" y="4490"/>
                  <a:pt x="131566" y="7565"/>
                </a:cubicBezTo>
                <a:cubicBezTo>
                  <a:pt x="139561" y="10639"/>
                  <a:pt x="144290" y="12176"/>
                  <a:pt x="145751" y="12176"/>
                </a:cubicBezTo>
                <a:cubicBezTo>
                  <a:pt x="148024" y="12176"/>
                  <a:pt x="150135" y="11328"/>
                  <a:pt x="152083" y="9631"/>
                </a:cubicBezTo>
                <a:cubicBezTo>
                  <a:pt x="154031" y="7931"/>
                  <a:pt x="155817" y="4721"/>
                  <a:pt x="157440" y="0"/>
                </a:cubicBezTo>
                <a:lnTo>
                  <a:pt x="161946" y="0"/>
                </a:lnTo>
                <a:close/>
                <a:moveTo>
                  <a:pt x="254239" y="151961"/>
                </a:moveTo>
                <a:cubicBezTo>
                  <a:pt x="240358" y="164300"/>
                  <a:pt x="227897" y="170469"/>
                  <a:pt x="216858" y="170469"/>
                </a:cubicBezTo>
                <a:cubicBezTo>
                  <a:pt x="210364" y="170469"/>
                  <a:pt x="204965" y="168332"/>
                  <a:pt x="200663" y="164058"/>
                </a:cubicBezTo>
                <a:cubicBezTo>
                  <a:pt x="196361" y="159781"/>
                  <a:pt x="194210" y="154426"/>
                  <a:pt x="194210" y="147992"/>
                </a:cubicBezTo>
                <a:cubicBezTo>
                  <a:pt x="194210" y="139276"/>
                  <a:pt x="197944" y="131436"/>
                  <a:pt x="205412" y="124473"/>
                </a:cubicBezTo>
                <a:cubicBezTo>
                  <a:pt x="212880" y="117510"/>
                  <a:pt x="229156" y="108245"/>
                  <a:pt x="254239" y="96680"/>
                </a:cubicBezTo>
                <a:lnTo>
                  <a:pt x="254239" y="85235"/>
                </a:lnTo>
                <a:cubicBezTo>
                  <a:pt x="254239" y="76630"/>
                  <a:pt x="253772" y="71211"/>
                  <a:pt x="252839" y="68979"/>
                </a:cubicBezTo>
                <a:cubicBezTo>
                  <a:pt x="251905" y="66747"/>
                  <a:pt x="250140" y="64799"/>
                  <a:pt x="247542" y="63134"/>
                </a:cubicBezTo>
                <a:cubicBezTo>
                  <a:pt x="244944" y="61470"/>
                  <a:pt x="242022" y="60638"/>
                  <a:pt x="238775" y="60638"/>
                </a:cubicBezTo>
                <a:cubicBezTo>
                  <a:pt x="233499" y="60638"/>
                  <a:pt x="229156" y="61815"/>
                  <a:pt x="225746" y="64169"/>
                </a:cubicBezTo>
                <a:cubicBezTo>
                  <a:pt x="223636" y="65631"/>
                  <a:pt x="222580" y="67335"/>
                  <a:pt x="222580" y="69284"/>
                </a:cubicBezTo>
                <a:cubicBezTo>
                  <a:pt x="222580" y="70988"/>
                  <a:pt x="223717" y="73099"/>
                  <a:pt x="225990" y="75615"/>
                </a:cubicBezTo>
                <a:cubicBezTo>
                  <a:pt x="229075" y="79106"/>
                  <a:pt x="230617" y="82475"/>
                  <a:pt x="230617" y="85722"/>
                </a:cubicBezTo>
                <a:cubicBezTo>
                  <a:pt x="230617" y="89699"/>
                  <a:pt x="229135" y="93088"/>
                  <a:pt x="226172" y="95889"/>
                </a:cubicBezTo>
                <a:cubicBezTo>
                  <a:pt x="223210" y="98689"/>
                  <a:pt x="219333" y="100090"/>
                  <a:pt x="214544" y="100090"/>
                </a:cubicBezTo>
                <a:cubicBezTo>
                  <a:pt x="209430" y="100090"/>
                  <a:pt x="205148" y="98547"/>
                  <a:pt x="201698" y="95463"/>
                </a:cubicBezTo>
                <a:cubicBezTo>
                  <a:pt x="198248" y="92378"/>
                  <a:pt x="196523" y="88766"/>
                  <a:pt x="196523" y="84626"/>
                </a:cubicBezTo>
                <a:cubicBezTo>
                  <a:pt x="196523" y="78781"/>
                  <a:pt x="198837" y="73200"/>
                  <a:pt x="203464" y="67883"/>
                </a:cubicBezTo>
                <a:cubicBezTo>
                  <a:pt x="208091" y="62566"/>
                  <a:pt x="214544" y="58487"/>
                  <a:pt x="222824" y="55646"/>
                </a:cubicBezTo>
                <a:cubicBezTo>
                  <a:pt x="231104" y="52805"/>
                  <a:pt x="239709" y="51384"/>
                  <a:pt x="248638" y="51384"/>
                </a:cubicBezTo>
                <a:cubicBezTo>
                  <a:pt x="259434" y="51384"/>
                  <a:pt x="267978" y="53684"/>
                  <a:pt x="274269" y="58283"/>
                </a:cubicBezTo>
                <a:cubicBezTo>
                  <a:pt x="280560" y="62880"/>
                  <a:pt x="284639" y="67863"/>
                  <a:pt x="286506" y="73233"/>
                </a:cubicBezTo>
                <a:cubicBezTo>
                  <a:pt x="287643" y="76650"/>
                  <a:pt x="288211" y="84501"/>
                  <a:pt x="288211" y="96787"/>
                </a:cubicBezTo>
                <a:lnTo>
                  <a:pt x="288211" y="141090"/>
                </a:lnTo>
                <a:cubicBezTo>
                  <a:pt x="288211" y="146298"/>
                  <a:pt x="288414" y="149574"/>
                  <a:pt x="288820" y="150918"/>
                </a:cubicBezTo>
                <a:cubicBezTo>
                  <a:pt x="289226" y="152260"/>
                  <a:pt x="289835" y="153257"/>
                  <a:pt x="290646" y="153909"/>
                </a:cubicBezTo>
                <a:cubicBezTo>
                  <a:pt x="291458" y="154559"/>
                  <a:pt x="292392" y="154883"/>
                  <a:pt x="293447" y="154883"/>
                </a:cubicBezTo>
                <a:cubicBezTo>
                  <a:pt x="295557" y="154883"/>
                  <a:pt x="297709" y="153382"/>
                  <a:pt x="299900" y="150378"/>
                </a:cubicBezTo>
                <a:lnTo>
                  <a:pt x="303553" y="153300"/>
                </a:lnTo>
                <a:cubicBezTo>
                  <a:pt x="299495" y="159307"/>
                  <a:pt x="295294" y="163671"/>
                  <a:pt x="290951" y="166390"/>
                </a:cubicBezTo>
                <a:cubicBezTo>
                  <a:pt x="286608" y="169109"/>
                  <a:pt x="281676" y="170469"/>
                  <a:pt x="276156" y="170469"/>
                </a:cubicBezTo>
                <a:cubicBezTo>
                  <a:pt x="269662" y="170469"/>
                  <a:pt x="264589" y="168937"/>
                  <a:pt x="260936" y="165873"/>
                </a:cubicBezTo>
                <a:cubicBezTo>
                  <a:pt x="257283" y="162808"/>
                  <a:pt x="255051" y="158171"/>
                  <a:pt x="254239" y="151961"/>
                </a:cubicBezTo>
                <a:moveTo>
                  <a:pt x="254239" y="142951"/>
                </a:moveTo>
                <a:lnTo>
                  <a:pt x="254239" y="104861"/>
                </a:lnTo>
                <a:cubicBezTo>
                  <a:pt x="244417" y="110653"/>
                  <a:pt x="237111" y="116853"/>
                  <a:pt x="232322" y="123461"/>
                </a:cubicBezTo>
                <a:cubicBezTo>
                  <a:pt x="229156" y="127865"/>
                  <a:pt x="227573" y="132310"/>
                  <a:pt x="227573" y="136798"/>
                </a:cubicBezTo>
                <a:cubicBezTo>
                  <a:pt x="227573" y="140550"/>
                  <a:pt x="228912" y="143854"/>
                  <a:pt x="231591" y="146710"/>
                </a:cubicBezTo>
                <a:cubicBezTo>
                  <a:pt x="233620" y="148912"/>
                  <a:pt x="236462" y="150013"/>
                  <a:pt x="240114" y="150013"/>
                </a:cubicBezTo>
                <a:cubicBezTo>
                  <a:pt x="244173" y="150013"/>
                  <a:pt x="248881" y="147659"/>
                  <a:pt x="254239" y="142951"/>
                </a:cubicBezTo>
                <a:close/>
                <a:moveTo>
                  <a:pt x="361608" y="3653"/>
                </a:moveTo>
                <a:lnTo>
                  <a:pt x="361608" y="145142"/>
                </a:lnTo>
                <a:cubicBezTo>
                  <a:pt x="361608" y="153179"/>
                  <a:pt x="362542" y="158313"/>
                  <a:pt x="364409" y="160545"/>
                </a:cubicBezTo>
                <a:cubicBezTo>
                  <a:pt x="366276" y="162778"/>
                  <a:pt x="369929" y="164056"/>
                  <a:pt x="375367" y="164381"/>
                </a:cubicBezTo>
                <a:lnTo>
                  <a:pt x="375367" y="168764"/>
                </a:lnTo>
                <a:lnTo>
                  <a:pt x="313877" y="168764"/>
                </a:lnTo>
                <a:lnTo>
                  <a:pt x="313877" y="164381"/>
                </a:lnTo>
                <a:cubicBezTo>
                  <a:pt x="318910" y="164219"/>
                  <a:pt x="322644" y="162757"/>
                  <a:pt x="325079" y="159997"/>
                </a:cubicBezTo>
                <a:cubicBezTo>
                  <a:pt x="326702" y="158130"/>
                  <a:pt x="327514" y="153179"/>
                  <a:pt x="327514" y="145142"/>
                </a:cubicBezTo>
                <a:lnTo>
                  <a:pt x="327514" y="27275"/>
                </a:lnTo>
                <a:cubicBezTo>
                  <a:pt x="327514" y="19269"/>
                  <a:pt x="326581" y="14144"/>
                  <a:pt x="324714" y="11899"/>
                </a:cubicBezTo>
                <a:cubicBezTo>
                  <a:pt x="322847" y="9651"/>
                  <a:pt x="319234" y="8364"/>
                  <a:pt x="313877" y="8036"/>
                </a:cubicBezTo>
                <a:lnTo>
                  <a:pt x="313877" y="3653"/>
                </a:lnTo>
                <a:lnTo>
                  <a:pt x="361608" y="3653"/>
                </a:lnTo>
                <a:close/>
                <a:moveTo>
                  <a:pt x="430933" y="3653"/>
                </a:moveTo>
                <a:lnTo>
                  <a:pt x="430933" y="145142"/>
                </a:lnTo>
                <a:cubicBezTo>
                  <a:pt x="430933" y="153179"/>
                  <a:pt x="431867" y="158313"/>
                  <a:pt x="433734" y="160545"/>
                </a:cubicBezTo>
                <a:cubicBezTo>
                  <a:pt x="435601" y="162778"/>
                  <a:pt x="439254" y="164056"/>
                  <a:pt x="444693" y="164381"/>
                </a:cubicBezTo>
                <a:lnTo>
                  <a:pt x="444693" y="168764"/>
                </a:lnTo>
                <a:lnTo>
                  <a:pt x="383202" y="168764"/>
                </a:lnTo>
                <a:lnTo>
                  <a:pt x="383202" y="164381"/>
                </a:lnTo>
                <a:cubicBezTo>
                  <a:pt x="388235" y="164219"/>
                  <a:pt x="391969" y="162757"/>
                  <a:pt x="394404" y="159997"/>
                </a:cubicBezTo>
                <a:cubicBezTo>
                  <a:pt x="396028" y="158130"/>
                  <a:pt x="396840" y="153179"/>
                  <a:pt x="396840" y="145142"/>
                </a:cubicBezTo>
                <a:lnTo>
                  <a:pt x="396840" y="27275"/>
                </a:lnTo>
                <a:cubicBezTo>
                  <a:pt x="396840" y="19269"/>
                  <a:pt x="395906" y="14144"/>
                  <a:pt x="394039" y="11899"/>
                </a:cubicBezTo>
                <a:cubicBezTo>
                  <a:pt x="392172" y="9651"/>
                  <a:pt x="388560" y="8364"/>
                  <a:pt x="383202" y="8036"/>
                </a:cubicBezTo>
                <a:lnTo>
                  <a:pt x="383202" y="3653"/>
                </a:lnTo>
                <a:lnTo>
                  <a:pt x="430933" y="3653"/>
                </a:lnTo>
                <a:close/>
                <a:moveTo>
                  <a:pt x="552130" y="107639"/>
                </a:moveTo>
                <a:lnTo>
                  <a:pt x="489665" y="107639"/>
                </a:lnTo>
                <a:cubicBezTo>
                  <a:pt x="490396" y="122778"/>
                  <a:pt x="494414" y="134743"/>
                  <a:pt x="501720" y="143533"/>
                </a:cubicBezTo>
                <a:cubicBezTo>
                  <a:pt x="507321" y="150288"/>
                  <a:pt x="514059" y="153666"/>
                  <a:pt x="521933" y="153666"/>
                </a:cubicBezTo>
                <a:cubicBezTo>
                  <a:pt x="526803" y="153666"/>
                  <a:pt x="531227" y="152306"/>
                  <a:pt x="535205" y="149587"/>
                </a:cubicBezTo>
                <a:cubicBezTo>
                  <a:pt x="539183" y="146867"/>
                  <a:pt x="543444" y="141976"/>
                  <a:pt x="547990" y="134914"/>
                </a:cubicBezTo>
                <a:lnTo>
                  <a:pt x="552130" y="137593"/>
                </a:lnTo>
                <a:cubicBezTo>
                  <a:pt x="545961" y="150175"/>
                  <a:pt x="539142" y="159084"/>
                  <a:pt x="531674" y="164320"/>
                </a:cubicBezTo>
                <a:cubicBezTo>
                  <a:pt x="524206" y="169556"/>
                  <a:pt x="515561" y="172174"/>
                  <a:pt x="505738" y="172174"/>
                </a:cubicBezTo>
                <a:cubicBezTo>
                  <a:pt x="488854" y="172174"/>
                  <a:pt x="476068" y="165673"/>
                  <a:pt x="467383" y="152673"/>
                </a:cubicBezTo>
                <a:cubicBezTo>
                  <a:pt x="460402" y="142191"/>
                  <a:pt x="456911" y="129190"/>
                  <a:pt x="456911" y="113670"/>
                </a:cubicBezTo>
                <a:cubicBezTo>
                  <a:pt x="456911" y="94655"/>
                  <a:pt x="462045" y="79521"/>
                  <a:pt x="472314" y="68268"/>
                </a:cubicBezTo>
                <a:cubicBezTo>
                  <a:pt x="482583" y="57012"/>
                  <a:pt x="494617" y="51384"/>
                  <a:pt x="508417" y="51384"/>
                </a:cubicBezTo>
                <a:cubicBezTo>
                  <a:pt x="519944" y="51384"/>
                  <a:pt x="529949" y="56113"/>
                  <a:pt x="538432" y="65570"/>
                </a:cubicBezTo>
                <a:cubicBezTo>
                  <a:pt x="546915" y="75027"/>
                  <a:pt x="551481" y="89050"/>
                  <a:pt x="552130" y="107639"/>
                </a:cubicBezTo>
                <a:moveTo>
                  <a:pt x="522176" y="99603"/>
                </a:moveTo>
                <a:cubicBezTo>
                  <a:pt x="522176" y="86533"/>
                  <a:pt x="521466" y="77563"/>
                  <a:pt x="520045" y="72693"/>
                </a:cubicBezTo>
                <a:cubicBezTo>
                  <a:pt x="518625" y="67822"/>
                  <a:pt x="516413" y="64129"/>
                  <a:pt x="513409" y="61612"/>
                </a:cubicBezTo>
                <a:cubicBezTo>
                  <a:pt x="511705" y="60151"/>
                  <a:pt x="509432" y="59421"/>
                  <a:pt x="506591" y="59421"/>
                </a:cubicBezTo>
                <a:cubicBezTo>
                  <a:pt x="502369" y="59421"/>
                  <a:pt x="498919" y="61491"/>
                  <a:pt x="496241" y="65631"/>
                </a:cubicBezTo>
                <a:cubicBezTo>
                  <a:pt x="491451" y="72855"/>
                  <a:pt x="489057" y="82759"/>
                  <a:pt x="489057" y="95341"/>
                </a:cubicBezTo>
                <a:lnTo>
                  <a:pt x="489057" y="99603"/>
                </a:lnTo>
                <a:lnTo>
                  <a:pt x="522176" y="99603"/>
                </a:lnTo>
                <a:close/>
                <a:moveTo>
                  <a:pt x="613659" y="54794"/>
                </a:moveTo>
                <a:lnTo>
                  <a:pt x="613659" y="80608"/>
                </a:lnTo>
                <a:cubicBezTo>
                  <a:pt x="621208" y="68837"/>
                  <a:pt x="627824" y="61024"/>
                  <a:pt x="633506" y="57168"/>
                </a:cubicBezTo>
                <a:cubicBezTo>
                  <a:pt x="639189" y="53312"/>
                  <a:pt x="644668" y="51384"/>
                  <a:pt x="649944" y="51384"/>
                </a:cubicBezTo>
                <a:cubicBezTo>
                  <a:pt x="654490" y="51384"/>
                  <a:pt x="658123" y="52790"/>
                  <a:pt x="660842" y="55600"/>
                </a:cubicBezTo>
                <a:cubicBezTo>
                  <a:pt x="663562" y="58411"/>
                  <a:pt x="664921" y="62382"/>
                  <a:pt x="664921" y="67514"/>
                </a:cubicBezTo>
                <a:cubicBezTo>
                  <a:pt x="664921" y="72973"/>
                  <a:pt x="663602" y="77211"/>
                  <a:pt x="660964" y="80227"/>
                </a:cubicBezTo>
                <a:cubicBezTo>
                  <a:pt x="658326" y="83241"/>
                  <a:pt x="655140" y="84748"/>
                  <a:pt x="651406" y="84748"/>
                </a:cubicBezTo>
                <a:cubicBezTo>
                  <a:pt x="647103" y="84748"/>
                  <a:pt x="643369" y="83368"/>
                  <a:pt x="640203" y="80608"/>
                </a:cubicBezTo>
                <a:cubicBezTo>
                  <a:pt x="637037" y="77848"/>
                  <a:pt x="635170" y="76305"/>
                  <a:pt x="634602" y="75981"/>
                </a:cubicBezTo>
                <a:cubicBezTo>
                  <a:pt x="633790" y="75493"/>
                  <a:pt x="632857" y="75250"/>
                  <a:pt x="631802" y="75250"/>
                </a:cubicBezTo>
                <a:cubicBezTo>
                  <a:pt x="629448" y="75250"/>
                  <a:pt x="627215" y="76143"/>
                  <a:pt x="625105" y="77929"/>
                </a:cubicBezTo>
                <a:cubicBezTo>
                  <a:pt x="621776" y="80689"/>
                  <a:pt x="619260" y="84626"/>
                  <a:pt x="617555" y="89740"/>
                </a:cubicBezTo>
                <a:cubicBezTo>
                  <a:pt x="614958" y="97614"/>
                  <a:pt x="613659" y="106300"/>
                  <a:pt x="613659" y="115797"/>
                </a:cubicBezTo>
                <a:lnTo>
                  <a:pt x="613659" y="141976"/>
                </a:lnTo>
                <a:lnTo>
                  <a:pt x="613781" y="148795"/>
                </a:lnTo>
                <a:cubicBezTo>
                  <a:pt x="613781" y="153422"/>
                  <a:pt x="614065" y="156385"/>
                  <a:pt x="614633" y="157684"/>
                </a:cubicBezTo>
                <a:cubicBezTo>
                  <a:pt x="615607" y="159876"/>
                  <a:pt x="617048" y="161479"/>
                  <a:pt x="618956" y="162494"/>
                </a:cubicBezTo>
                <a:cubicBezTo>
                  <a:pt x="620863" y="163508"/>
                  <a:pt x="624090" y="164137"/>
                  <a:pt x="628636" y="164381"/>
                </a:cubicBezTo>
                <a:lnTo>
                  <a:pt x="628636" y="168764"/>
                </a:lnTo>
                <a:lnTo>
                  <a:pt x="567145" y="168764"/>
                </a:lnTo>
                <a:lnTo>
                  <a:pt x="567145" y="164381"/>
                </a:lnTo>
                <a:cubicBezTo>
                  <a:pt x="572097" y="163975"/>
                  <a:pt x="575445" y="162615"/>
                  <a:pt x="577191" y="160302"/>
                </a:cubicBezTo>
                <a:cubicBezTo>
                  <a:pt x="578936" y="157988"/>
                  <a:pt x="579809" y="151880"/>
                  <a:pt x="579809" y="141976"/>
                </a:cubicBezTo>
                <a:lnTo>
                  <a:pt x="579809" y="78903"/>
                </a:lnTo>
                <a:cubicBezTo>
                  <a:pt x="579809" y="72368"/>
                  <a:pt x="579484" y="68203"/>
                  <a:pt x="578834" y="66407"/>
                </a:cubicBezTo>
                <a:cubicBezTo>
                  <a:pt x="578023" y="64119"/>
                  <a:pt x="576846" y="62444"/>
                  <a:pt x="575303" y="61384"/>
                </a:cubicBezTo>
                <a:cubicBezTo>
                  <a:pt x="573761" y="60321"/>
                  <a:pt x="571042" y="59586"/>
                  <a:pt x="567145" y="59177"/>
                </a:cubicBezTo>
                <a:lnTo>
                  <a:pt x="567145" y="54794"/>
                </a:lnTo>
                <a:lnTo>
                  <a:pt x="613659" y="54794"/>
                </a:lnTo>
                <a:close/>
                <a:moveTo>
                  <a:pt x="729372" y="173502"/>
                </a:moveTo>
                <a:lnTo>
                  <a:pt x="692600" y="88922"/>
                </a:lnTo>
                <a:cubicBezTo>
                  <a:pt x="687080" y="76111"/>
                  <a:pt x="683001" y="68237"/>
                  <a:pt x="680363" y="65300"/>
                </a:cubicBezTo>
                <a:cubicBezTo>
                  <a:pt x="677724" y="62359"/>
                  <a:pt x="674538" y="60319"/>
                  <a:pt x="670804" y="59177"/>
                </a:cubicBezTo>
                <a:lnTo>
                  <a:pt x="670804" y="54794"/>
                </a:lnTo>
                <a:lnTo>
                  <a:pt x="731321" y="54794"/>
                </a:lnTo>
                <a:lnTo>
                  <a:pt x="731321" y="59177"/>
                </a:lnTo>
                <a:cubicBezTo>
                  <a:pt x="727343" y="59339"/>
                  <a:pt x="724542" y="60114"/>
                  <a:pt x="722919" y="61502"/>
                </a:cubicBezTo>
                <a:cubicBezTo>
                  <a:pt x="721295" y="62887"/>
                  <a:pt x="720484" y="64559"/>
                  <a:pt x="720484" y="66517"/>
                </a:cubicBezTo>
                <a:cubicBezTo>
                  <a:pt x="720484" y="69615"/>
                  <a:pt x="722513" y="75731"/>
                  <a:pt x="726572" y="84865"/>
                </a:cubicBezTo>
                <a:lnTo>
                  <a:pt x="746054" y="129640"/>
                </a:lnTo>
                <a:lnTo>
                  <a:pt x="759326" y="95040"/>
                </a:lnTo>
                <a:cubicBezTo>
                  <a:pt x="764116" y="82719"/>
                  <a:pt x="766510" y="74152"/>
                  <a:pt x="766510" y="69337"/>
                </a:cubicBezTo>
                <a:cubicBezTo>
                  <a:pt x="766510" y="66318"/>
                  <a:pt x="765516" y="63911"/>
                  <a:pt x="763527" y="62115"/>
                </a:cubicBezTo>
                <a:cubicBezTo>
                  <a:pt x="761538" y="60319"/>
                  <a:pt x="758027" y="59339"/>
                  <a:pt x="752995" y="59177"/>
                </a:cubicBezTo>
                <a:lnTo>
                  <a:pt x="752995" y="54794"/>
                </a:lnTo>
                <a:lnTo>
                  <a:pt x="791107" y="54794"/>
                </a:lnTo>
                <a:lnTo>
                  <a:pt x="791107" y="59177"/>
                </a:lnTo>
                <a:cubicBezTo>
                  <a:pt x="787373" y="59586"/>
                  <a:pt x="784328" y="61034"/>
                  <a:pt x="781974" y="63523"/>
                </a:cubicBezTo>
                <a:cubicBezTo>
                  <a:pt x="779620" y="66011"/>
                  <a:pt x="775683" y="74478"/>
                  <a:pt x="770163" y="88922"/>
                </a:cubicBezTo>
                <a:lnTo>
                  <a:pt x="737652" y="173391"/>
                </a:lnTo>
                <a:cubicBezTo>
                  <a:pt x="729454" y="194497"/>
                  <a:pt x="723365" y="207485"/>
                  <a:pt x="719388" y="212356"/>
                </a:cubicBezTo>
                <a:cubicBezTo>
                  <a:pt x="713787" y="219175"/>
                  <a:pt x="706765" y="222584"/>
                  <a:pt x="698323" y="222584"/>
                </a:cubicBezTo>
                <a:cubicBezTo>
                  <a:pt x="691585" y="222584"/>
                  <a:pt x="686126" y="220656"/>
                  <a:pt x="681946" y="216800"/>
                </a:cubicBezTo>
                <a:cubicBezTo>
                  <a:pt x="677765" y="212944"/>
                  <a:pt x="675675" y="208297"/>
                  <a:pt x="675675" y="202858"/>
                </a:cubicBezTo>
                <a:cubicBezTo>
                  <a:pt x="675675" y="198150"/>
                  <a:pt x="677116" y="194254"/>
                  <a:pt x="679997" y="191169"/>
                </a:cubicBezTo>
                <a:cubicBezTo>
                  <a:pt x="682879" y="188084"/>
                  <a:pt x="686430" y="186542"/>
                  <a:pt x="690652" y="186542"/>
                </a:cubicBezTo>
                <a:cubicBezTo>
                  <a:pt x="694710" y="186542"/>
                  <a:pt x="697978" y="187833"/>
                  <a:pt x="700454" y="190416"/>
                </a:cubicBezTo>
                <a:cubicBezTo>
                  <a:pt x="702929" y="193000"/>
                  <a:pt x="704208" y="196998"/>
                  <a:pt x="704289" y="202409"/>
                </a:cubicBezTo>
                <a:cubicBezTo>
                  <a:pt x="704370" y="205479"/>
                  <a:pt x="704736" y="207457"/>
                  <a:pt x="705385" y="208345"/>
                </a:cubicBezTo>
                <a:cubicBezTo>
                  <a:pt x="706034" y="209233"/>
                  <a:pt x="706968" y="209677"/>
                  <a:pt x="708186" y="209677"/>
                </a:cubicBezTo>
                <a:cubicBezTo>
                  <a:pt x="710134" y="209677"/>
                  <a:pt x="712204" y="208505"/>
                  <a:pt x="714396" y="206161"/>
                </a:cubicBezTo>
                <a:cubicBezTo>
                  <a:pt x="717643" y="202767"/>
                  <a:pt x="721458" y="195010"/>
                  <a:pt x="725841" y="182889"/>
                </a:cubicBezTo>
                <a:lnTo>
                  <a:pt x="729372" y="173502"/>
                </a:lnTo>
                <a:close/>
                <a:moveTo>
                  <a:pt x="865235" y="168764"/>
                </a:moveTo>
                <a:lnTo>
                  <a:pt x="865235" y="164381"/>
                </a:lnTo>
                <a:lnTo>
                  <a:pt x="870715" y="164381"/>
                </a:lnTo>
                <a:cubicBezTo>
                  <a:pt x="875504" y="164381"/>
                  <a:pt x="879177" y="163626"/>
                  <a:pt x="881734" y="162117"/>
                </a:cubicBezTo>
                <a:cubicBezTo>
                  <a:pt x="884291" y="160608"/>
                  <a:pt x="886179" y="158548"/>
                  <a:pt x="887396" y="155937"/>
                </a:cubicBezTo>
                <a:cubicBezTo>
                  <a:pt x="888127" y="154223"/>
                  <a:pt x="888492" y="149082"/>
                  <a:pt x="888492" y="140515"/>
                </a:cubicBezTo>
                <a:lnTo>
                  <a:pt x="888492" y="31902"/>
                </a:lnTo>
                <a:cubicBezTo>
                  <a:pt x="888492" y="23417"/>
                  <a:pt x="888046" y="18114"/>
                  <a:pt x="887153" y="15993"/>
                </a:cubicBezTo>
                <a:cubicBezTo>
                  <a:pt x="886260" y="13870"/>
                  <a:pt x="884454" y="12013"/>
                  <a:pt x="881734" y="10422"/>
                </a:cubicBezTo>
                <a:cubicBezTo>
                  <a:pt x="879015" y="8832"/>
                  <a:pt x="875342" y="8036"/>
                  <a:pt x="870715" y="8036"/>
                </a:cubicBezTo>
                <a:lnTo>
                  <a:pt x="865235" y="8036"/>
                </a:lnTo>
                <a:lnTo>
                  <a:pt x="865235" y="3653"/>
                </a:lnTo>
                <a:lnTo>
                  <a:pt x="939146" y="3653"/>
                </a:lnTo>
                <a:cubicBezTo>
                  <a:pt x="958872" y="3653"/>
                  <a:pt x="974741" y="6332"/>
                  <a:pt x="986755" y="11689"/>
                </a:cubicBezTo>
                <a:cubicBezTo>
                  <a:pt x="1001448" y="18265"/>
                  <a:pt x="1012590" y="28209"/>
                  <a:pt x="1020180" y="41521"/>
                </a:cubicBezTo>
                <a:cubicBezTo>
                  <a:pt x="1027770" y="54834"/>
                  <a:pt x="1031565" y="69892"/>
                  <a:pt x="1031565" y="86696"/>
                </a:cubicBezTo>
                <a:cubicBezTo>
                  <a:pt x="1031565" y="98304"/>
                  <a:pt x="1029697" y="108999"/>
                  <a:pt x="1025963" y="118780"/>
                </a:cubicBezTo>
                <a:cubicBezTo>
                  <a:pt x="1022229" y="128562"/>
                  <a:pt x="1017399" y="136639"/>
                  <a:pt x="1011474" y="143011"/>
                </a:cubicBezTo>
                <a:cubicBezTo>
                  <a:pt x="1005548" y="149384"/>
                  <a:pt x="998709" y="154498"/>
                  <a:pt x="990956" y="158354"/>
                </a:cubicBezTo>
                <a:cubicBezTo>
                  <a:pt x="983204" y="162209"/>
                  <a:pt x="973727" y="165193"/>
                  <a:pt x="962525" y="167303"/>
                </a:cubicBezTo>
                <a:cubicBezTo>
                  <a:pt x="957573" y="168277"/>
                  <a:pt x="949780" y="168764"/>
                  <a:pt x="939146" y="168764"/>
                </a:cubicBezTo>
                <a:lnTo>
                  <a:pt x="865235" y="168764"/>
                </a:lnTo>
                <a:moveTo>
                  <a:pt x="928187" y="12907"/>
                </a:moveTo>
                <a:lnTo>
                  <a:pt x="928187" y="141626"/>
                </a:lnTo>
                <a:cubicBezTo>
                  <a:pt x="928187" y="148440"/>
                  <a:pt x="928512" y="152618"/>
                  <a:pt x="929161" y="154160"/>
                </a:cubicBezTo>
                <a:cubicBezTo>
                  <a:pt x="929811" y="155700"/>
                  <a:pt x="930907" y="156875"/>
                  <a:pt x="932449" y="157684"/>
                </a:cubicBezTo>
                <a:cubicBezTo>
                  <a:pt x="934641" y="158902"/>
                  <a:pt x="937806" y="159510"/>
                  <a:pt x="941946" y="159510"/>
                </a:cubicBezTo>
                <a:cubicBezTo>
                  <a:pt x="955503" y="159510"/>
                  <a:pt x="965853" y="154887"/>
                  <a:pt x="972996" y="145641"/>
                </a:cubicBezTo>
                <a:cubicBezTo>
                  <a:pt x="982737" y="133150"/>
                  <a:pt x="987608" y="113765"/>
                  <a:pt x="987608" y="87487"/>
                </a:cubicBezTo>
                <a:cubicBezTo>
                  <a:pt x="987608" y="66318"/>
                  <a:pt x="984280" y="49407"/>
                  <a:pt x="977623" y="36754"/>
                </a:cubicBezTo>
                <a:cubicBezTo>
                  <a:pt x="972347" y="26858"/>
                  <a:pt x="965569" y="20125"/>
                  <a:pt x="957289" y="16556"/>
                </a:cubicBezTo>
                <a:cubicBezTo>
                  <a:pt x="951444" y="14042"/>
                  <a:pt x="941744" y="12826"/>
                  <a:pt x="928187" y="12907"/>
                </a:cubicBezTo>
                <a:close/>
                <a:moveTo>
                  <a:pt x="1113226" y="151961"/>
                </a:moveTo>
                <a:cubicBezTo>
                  <a:pt x="1099345" y="164300"/>
                  <a:pt x="1086884" y="170469"/>
                  <a:pt x="1075845" y="170469"/>
                </a:cubicBezTo>
                <a:cubicBezTo>
                  <a:pt x="1069350" y="170469"/>
                  <a:pt x="1063952" y="168332"/>
                  <a:pt x="1059650" y="164058"/>
                </a:cubicBezTo>
                <a:cubicBezTo>
                  <a:pt x="1055348" y="159781"/>
                  <a:pt x="1053196" y="154426"/>
                  <a:pt x="1053196" y="147992"/>
                </a:cubicBezTo>
                <a:cubicBezTo>
                  <a:pt x="1053196" y="139276"/>
                  <a:pt x="1056931" y="131436"/>
                  <a:pt x="1064399" y="124473"/>
                </a:cubicBezTo>
                <a:cubicBezTo>
                  <a:pt x="1071867" y="117510"/>
                  <a:pt x="1088143" y="108245"/>
                  <a:pt x="1113226" y="96680"/>
                </a:cubicBezTo>
                <a:lnTo>
                  <a:pt x="1113226" y="85235"/>
                </a:lnTo>
                <a:cubicBezTo>
                  <a:pt x="1113226" y="76630"/>
                  <a:pt x="1112759" y="71211"/>
                  <a:pt x="1111826" y="68979"/>
                </a:cubicBezTo>
                <a:cubicBezTo>
                  <a:pt x="1110892" y="66747"/>
                  <a:pt x="1109127" y="64799"/>
                  <a:pt x="1106529" y="63134"/>
                </a:cubicBezTo>
                <a:cubicBezTo>
                  <a:pt x="1103931" y="61470"/>
                  <a:pt x="1101009" y="60638"/>
                  <a:pt x="1097762" y="60638"/>
                </a:cubicBezTo>
                <a:cubicBezTo>
                  <a:pt x="1092486" y="60638"/>
                  <a:pt x="1088143" y="61815"/>
                  <a:pt x="1084733" y="64169"/>
                </a:cubicBezTo>
                <a:cubicBezTo>
                  <a:pt x="1082623" y="65631"/>
                  <a:pt x="1081567" y="67335"/>
                  <a:pt x="1081567" y="69284"/>
                </a:cubicBezTo>
                <a:cubicBezTo>
                  <a:pt x="1081567" y="70988"/>
                  <a:pt x="1082704" y="73099"/>
                  <a:pt x="1084977" y="75615"/>
                </a:cubicBezTo>
                <a:cubicBezTo>
                  <a:pt x="1088061" y="79106"/>
                  <a:pt x="1089604" y="82475"/>
                  <a:pt x="1089604" y="85722"/>
                </a:cubicBezTo>
                <a:cubicBezTo>
                  <a:pt x="1089604" y="89699"/>
                  <a:pt x="1088122" y="93088"/>
                  <a:pt x="1085159" y="95889"/>
                </a:cubicBezTo>
                <a:cubicBezTo>
                  <a:pt x="1082197" y="98689"/>
                  <a:pt x="1078320" y="100090"/>
                  <a:pt x="1073531" y="100090"/>
                </a:cubicBezTo>
                <a:cubicBezTo>
                  <a:pt x="1068417" y="100090"/>
                  <a:pt x="1064135" y="98547"/>
                  <a:pt x="1060685" y="95463"/>
                </a:cubicBezTo>
                <a:cubicBezTo>
                  <a:pt x="1057235" y="92378"/>
                  <a:pt x="1055510" y="88766"/>
                  <a:pt x="1055510" y="84626"/>
                </a:cubicBezTo>
                <a:cubicBezTo>
                  <a:pt x="1055510" y="78781"/>
                  <a:pt x="1057824" y="73200"/>
                  <a:pt x="1062451" y="67883"/>
                </a:cubicBezTo>
                <a:cubicBezTo>
                  <a:pt x="1067078" y="62566"/>
                  <a:pt x="1073531" y="58487"/>
                  <a:pt x="1081811" y="55646"/>
                </a:cubicBezTo>
                <a:cubicBezTo>
                  <a:pt x="1090091" y="52805"/>
                  <a:pt x="1098696" y="51384"/>
                  <a:pt x="1107625" y="51384"/>
                </a:cubicBezTo>
                <a:cubicBezTo>
                  <a:pt x="1118421" y="51384"/>
                  <a:pt x="1126965" y="53684"/>
                  <a:pt x="1133256" y="58283"/>
                </a:cubicBezTo>
                <a:cubicBezTo>
                  <a:pt x="1139547" y="62880"/>
                  <a:pt x="1143626" y="67863"/>
                  <a:pt x="1145493" y="73233"/>
                </a:cubicBezTo>
                <a:cubicBezTo>
                  <a:pt x="1146630" y="76650"/>
                  <a:pt x="1147198" y="84501"/>
                  <a:pt x="1147198" y="96787"/>
                </a:cubicBezTo>
                <a:lnTo>
                  <a:pt x="1147198" y="141090"/>
                </a:lnTo>
                <a:cubicBezTo>
                  <a:pt x="1147198" y="146298"/>
                  <a:pt x="1147401" y="149574"/>
                  <a:pt x="1147807" y="150918"/>
                </a:cubicBezTo>
                <a:cubicBezTo>
                  <a:pt x="1148213" y="152260"/>
                  <a:pt x="1148822" y="153257"/>
                  <a:pt x="1149633" y="153909"/>
                </a:cubicBezTo>
                <a:cubicBezTo>
                  <a:pt x="1150445" y="154559"/>
                  <a:pt x="1151379" y="154883"/>
                  <a:pt x="1152434" y="154883"/>
                </a:cubicBezTo>
                <a:cubicBezTo>
                  <a:pt x="1154544" y="154883"/>
                  <a:pt x="1156696" y="153382"/>
                  <a:pt x="1158887" y="150378"/>
                </a:cubicBezTo>
                <a:lnTo>
                  <a:pt x="1162540" y="153300"/>
                </a:lnTo>
                <a:cubicBezTo>
                  <a:pt x="1158481" y="159307"/>
                  <a:pt x="1154281" y="163671"/>
                  <a:pt x="1149938" y="166390"/>
                </a:cubicBezTo>
                <a:cubicBezTo>
                  <a:pt x="1145595" y="169109"/>
                  <a:pt x="1140663" y="170469"/>
                  <a:pt x="1135143" y="170469"/>
                </a:cubicBezTo>
                <a:cubicBezTo>
                  <a:pt x="1128649" y="170469"/>
                  <a:pt x="1123576" y="168937"/>
                  <a:pt x="1119923" y="165873"/>
                </a:cubicBezTo>
                <a:cubicBezTo>
                  <a:pt x="1116270" y="162808"/>
                  <a:pt x="1114038" y="158171"/>
                  <a:pt x="1113226" y="151961"/>
                </a:cubicBezTo>
                <a:moveTo>
                  <a:pt x="1113226" y="142951"/>
                </a:moveTo>
                <a:lnTo>
                  <a:pt x="1113226" y="104861"/>
                </a:lnTo>
                <a:cubicBezTo>
                  <a:pt x="1103404" y="110653"/>
                  <a:pt x="1096098" y="116853"/>
                  <a:pt x="1091309" y="123461"/>
                </a:cubicBezTo>
                <a:cubicBezTo>
                  <a:pt x="1088143" y="127865"/>
                  <a:pt x="1086560" y="132310"/>
                  <a:pt x="1086560" y="136798"/>
                </a:cubicBezTo>
                <a:cubicBezTo>
                  <a:pt x="1086560" y="140550"/>
                  <a:pt x="1087899" y="143854"/>
                  <a:pt x="1090578" y="146710"/>
                </a:cubicBezTo>
                <a:cubicBezTo>
                  <a:pt x="1092607" y="148912"/>
                  <a:pt x="1095448" y="150013"/>
                  <a:pt x="1099101" y="150013"/>
                </a:cubicBezTo>
                <a:cubicBezTo>
                  <a:pt x="1103160" y="150013"/>
                  <a:pt x="1107868" y="147659"/>
                  <a:pt x="1113226" y="142951"/>
                </a:cubicBezTo>
                <a:close/>
                <a:moveTo>
                  <a:pt x="1221204" y="12907"/>
                </a:moveTo>
                <a:lnTo>
                  <a:pt x="1221204" y="54794"/>
                </a:lnTo>
                <a:lnTo>
                  <a:pt x="1248235" y="54794"/>
                </a:lnTo>
                <a:lnTo>
                  <a:pt x="1248235" y="66726"/>
                </a:lnTo>
                <a:lnTo>
                  <a:pt x="1221204" y="66726"/>
                </a:lnTo>
                <a:lnTo>
                  <a:pt x="1221204" y="137174"/>
                </a:lnTo>
                <a:cubicBezTo>
                  <a:pt x="1221204" y="143767"/>
                  <a:pt x="1221508" y="148020"/>
                  <a:pt x="1222117" y="149933"/>
                </a:cubicBezTo>
                <a:cubicBezTo>
                  <a:pt x="1222726" y="151846"/>
                  <a:pt x="1223801" y="153393"/>
                  <a:pt x="1225344" y="154575"/>
                </a:cubicBezTo>
                <a:cubicBezTo>
                  <a:pt x="1226886" y="155755"/>
                  <a:pt x="1228307" y="156345"/>
                  <a:pt x="1229605" y="156345"/>
                </a:cubicBezTo>
                <a:cubicBezTo>
                  <a:pt x="1234882" y="156345"/>
                  <a:pt x="1239874" y="152286"/>
                  <a:pt x="1244582" y="144168"/>
                </a:cubicBezTo>
                <a:lnTo>
                  <a:pt x="1248235" y="146874"/>
                </a:lnTo>
                <a:cubicBezTo>
                  <a:pt x="1241660" y="162604"/>
                  <a:pt x="1230985" y="170469"/>
                  <a:pt x="1216211" y="170469"/>
                </a:cubicBezTo>
                <a:cubicBezTo>
                  <a:pt x="1208987" y="170469"/>
                  <a:pt x="1202878" y="168454"/>
                  <a:pt x="1197886" y="164423"/>
                </a:cubicBezTo>
                <a:cubicBezTo>
                  <a:pt x="1192894" y="160389"/>
                  <a:pt x="1189708" y="155888"/>
                  <a:pt x="1188328" y="150918"/>
                </a:cubicBezTo>
                <a:cubicBezTo>
                  <a:pt x="1187516" y="148148"/>
                  <a:pt x="1187110" y="140654"/>
                  <a:pt x="1187110" y="128434"/>
                </a:cubicBezTo>
                <a:lnTo>
                  <a:pt x="1187110" y="66726"/>
                </a:lnTo>
                <a:lnTo>
                  <a:pt x="1172255" y="66726"/>
                </a:lnTo>
                <a:lnTo>
                  <a:pt x="1172255" y="62453"/>
                </a:lnTo>
                <a:cubicBezTo>
                  <a:pt x="1182483" y="55213"/>
                  <a:pt x="1191189" y="47607"/>
                  <a:pt x="1198373" y="39634"/>
                </a:cubicBezTo>
                <a:cubicBezTo>
                  <a:pt x="1205557" y="31661"/>
                  <a:pt x="1211828" y="22752"/>
                  <a:pt x="1217186" y="12907"/>
                </a:cubicBezTo>
                <a:lnTo>
                  <a:pt x="1221204" y="12907"/>
                </a:lnTo>
                <a:close/>
                <a:moveTo>
                  <a:pt x="1321352" y="151961"/>
                </a:moveTo>
                <a:cubicBezTo>
                  <a:pt x="1307471" y="164300"/>
                  <a:pt x="1295010" y="170469"/>
                  <a:pt x="1283970" y="170469"/>
                </a:cubicBezTo>
                <a:cubicBezTo>
                  <a:pt x="1277476" y="170469"/>
                  <a:pt x="1272078" y="168332"/>
                  <a:pt x="1267776" y="164058"/>
                </a:cubicBezTo>
                <a:cubicBezTo>
                  <a:pt x="1263474" y="159781"/>
                  <a:pt x="1261322" y="154426"/>
                  <a:pt x="1261322" y="147992"/>
                </a:cubicBezTo>
                <a:cubicBezTo>
                  <a:pt x="1261322" y="139276"/>
                  <a:pt x="1265056" y="131436"/>
                  <a:pt x="1272525" y="124473"/>
                </a:cubicBezTo>
                <a:cubicBezTo>
                  <a:pt x="1279993" y="117510"/>
                  <a:pt x="1296269" y="108245"/>
                  <a:pt x="1321352" y="96680"/>
                </a:cubicBezTo>
                <a:lnTo>
                  <a:pt x="1321352" y="85235"/>
                </a:lnTo>
                <a:cubicBezTo>
                  <a:pt x="1321352" y="76630"/>
                  <a:pt x="1320885" y="71211"/>
                  <a:pt x="1319952" y="68979"/>
                </a:cubicBezTo>
                <a:cubicBezTo>
                  <a:pt x="1319018" y="66747"/>
                  <a:pt x="1317252" y="64799"/>
                  <a:pt x="1314655" y="63134"/>
                </a:cubicBezTo>
                <a:cubicBezTo>
                  <a:pt x="1312057" y="61470"/>
                  <a:pt x="1309135" y="60638"/>
                  <a:pt x="1305888" y="60638"/>
                </a:cubicBezTo>
                <a:cubicBezTo>
                  <a:pt x="1300611" y="60638"/>
                  <a:pt x="1296269" y="61815"/>
                  <a:pt x="1292859" y="64169"/>
                </a:cubicBezTo>
                <a:cubicBezTo>
                  <a:pt x="1290749" y="65631"/>
                  <a:pt x="1289693" y="67335"/>
                  <a:pt x="1289693" y="69284"/>
                </a:cubicBezTo>
                <a:cubicBezTo>
                  <a:pt x="1289693" y="70988"/>
                  <a:pt x="1290830" y="73099"/>
                  <a:pt x="1293103" y="75615"/>
                </a:cubicBezTo>
                <a:cubicBezTo>
                  <a:pt x="1296187" y="79106"/>
                  <a:pt x="1297730" y="82475"/>
                  <a:pt x="1297730" y="85722"/>
                </a:cubicBezTo>
                <a:cubicBezTo>
                  <a:pt x="1297730" y="89699"/>
                  <a:pt x="1296248" y="93088"/>
                  <a:pt x="1293285" y="95889"/>
                </a:cubicBezTo>
                <a:cubicBezTo>
                  <a:pt x="1290322" y="98689"/>
                  <a:pt x="1286446" y="100090"/>
                  <a:pt x="1281657" y="100090"/>
                </a:cubicBezTo>
                <a:cubicBezTo>
                  <a:pt x="1276543" y="100090"/>
                  <a:pt x="1272261" y="98547"/>
                  <a:pt x="1268811" y="95463"/>
                </a:cubicBezTo>
                <a:cubicBezTo>
                  <a:pt x="1265361" y="92378"/>
                  <a:pt x="1263636" y="88766"/>
                  <a:pt x="1263636" y="84626"/>
                </a:cubicBezTo>
                <a:cubicBezTo>
                  <a:pt x="1263636" y="78781"/>
                  <a:pt x="1265949" y="73200"/>
                  <a:pt x="1270576" y="67883"/>
                </a:cubicBezTo>
                <a:cubicBezTo>
                  <a:pt x="1275203" y="62566"/>
                  <a:pt x="1281657" y="58487"/>
                  <a:pt x="1289937" y="55646"/>
                </a:cubicBezTo>
                <a:cubicBezTo>
                  <a:pt x="1298217" y="52805"/>
                  <a:pt x="1306821" y="51384"/>
                  <a:pt x="1315751" y="51384"/>
                </a:cubicBezTo>
                <a:cubicBezTo>
                  <a:pt x="1326547" y="51384"/>
                  <a:pt x="1335091" y="53684"/>
                  <a:pt x="1341382" y="58283"/>
                </a:cubicBezTo>
                <a:cubicBezTo>
                  <a:pt x="1347673" y="62880"/>
                  <a:pt x="1351752" y="67863"/>
                  <a:pt x="1353619" y="73233"/>
                </a:cubicBezTo>
                <a:cubicBezTo>
                  <a:pt x="1354756" y="76650"/>
                  <a:pt x="1355324" y="84501"/>
                  <a:pt x="1355324" y="96787"/>
                </a:cubicBezTo>
                <a:lnTo>
                  <a:pt x="1355324" y="141090"/>
                </a:lnTo>
                <a:cubicBezTo>
                  <a:pt x="1355324" y="146298"/>
                  <a:pt x="1355527" y="149574"/>
                  <a:pt x="1355933" y="150918"/>
                </a:cubicBezTo>
                <a:cubicBezTo>
                  <a:pt x="1356339" y="152260"/>
                  <a:pt x="1356947" y="153257"/>
                  <a:pt x="1357759" y="153909"/>
                </a:cubicBezTo>
                <a:cubicBezTo>
                  <a:pt x="1358571" y="154559"/>
                  <a:pt x="1359504" y="154883"/>
                  <a:pt x="1360560" y="154883"/>
                </a:cubicBezTo>
                <a:cubicBezTo>
                  <a:pt x="1362670" y="154883"/>
                  <a:pt x="1364821" y="153382"/>
                  <a:pt x="1367013" y="150378"/>
                </a:cubicBezTo>
                <a:lnTo>
                  <a:pt x="1370666" y="153300"/>
                </a:lnTo>
                <a:cubicBezTo>
                  <a:pt x="1366607" y="159307"/>
                  <a:pt x="1362406" y="163671"/>
                  <a:pt x="1358064" y="166390"/>
                </a:cubicBezTo>
                <a:cubicBezTo>
                  <a:pt x="1353721" y="169109"/>
                  <a:pt x="1348789" y="170469"/>
                  <a:pt x="1343269" y="170469"/>
                </a:cubicBezTo>
                <a:cubicBezTo>
                  <a:pt x="1336775" y="170469"/>
                  <a:pt x="1331702" y="168937"/>
                  <a:pt x="1328049" y="165873"/>
                </a:cubicBezTo>
                <a:cubicBezTo>
                  <a:pt x="1324396" y="162808"/>
                  <a:pt x="1322164" y="158171"/>
                  <a:pt x="1321352" y="151961"/>
                </a:cubicBezTo>
                <a:moveTo>
                  <a:pt x="1321352" y="142951"/>
                </a:moveTo>
                <a:lnTo>
                  <a:pt x="1321352" y="104861"/>
                </a:lnTo>
                <a:cubicBezTo>
                  <a:pt x="1311530" y="110653"/>
                  <a:pt x="1304224" y="116853"/>
                  <a:pt x="1299434" y="123461"/>
                </a:cubicBezTo>
                <a:cubicBezTo>
                  <a:pt x="1296269" y="127865"/>
                  <a:pt x="1294686" y="132310"/>
                  <a:pt x="1294686" y="136798"/>
                </a:cubicBezTo>
                <a:cubicBezTo>
                  <a:pt x="1294686" y="140550"/>
                  <a:pt x="1296025" y="143854"/>
                  <a:pt x="1298704" y="146710"/>
                </a:cubicBezTo>
                <a:cubicBezTo>
                  <a:pt x="1300733" y="148912"/>
                  <a:pt x="1303574" y="150013"/>
                  <a:pt x="1307227" y="150013"/>
                </a:cubicBezTo>
                <a:cubicBezTo>
                  <a:pt x="1311286" y="150013"/>
                  <a:pt x="1315994" y="147659"/>
                  <a:pt x="1321352" y="142951"/>
                </a:cubicBezTo>
                <a:close/>
                <a:moveTo>
                  <a:pt x="1428234" y="3653"/>
                </a:moveTo>
                <a:lnTo>
                  <a:pt x="1428234" y="66239"/>
                </a:lnTo>
                <a:cubicBezTo>
                  <a:pt x="1437813" y="56336"/>
                  <a:pt x="1448284" y="51384"/>
                  <a:pt x="1459649" y="51384"/>
                </a:cubicBezTo>
                <a:cubicBezTo>
                  <a:pt x="1467442" y="51384"/>
                  <a:pt x="1474788" y="53680"/>
                  <a:pt x="1481688" y="58272"/>
                </a:cubicBezTo>
                <a:cubicBezTo>
                  <a:pt x="1488588" y="62863"/>
                  <a:pt x="1493986" y="69384"/>
                  <a:pt x="1497883" y="77834"/>
                </a:cubicBezTo>
                <a:cubicBezTo>
                  <a:pt x="1501779" y="86284"/>
                  <a:pt x="1503727" y="96035"/>
                  <a:pt x="1503727" y="107087"/>
                </a:cubicBezTo>
                <a:cubicBezTo>
                  <a:pt x="1503727" y="119520"/>
                  <a:pt x="1501252" y="130815"/>
                  <a:pt x="1496300" y="140972"/>
                </a:cubicBezTo>
                <a:cubicBezTo>
                  <a:pt x="1491348" y="151129"/>
                  <a:pt x="1484732" y="158869"/>
                  <a:pt x="1476452" y="164191"/>
                </a:cubicBezTo>
                <a:cubicBezTo>
                  <a:pt x="1468172" y="169513"/>
                  <a:pt x="1458715" y="172174"/>
                  <a:pt x="1448081" y="172174"/>
                </a:cubicBezTo>
                <a:cubicBezTo>
                  <a:pt x="1441912" y="172174"/>
                  <a:pt x="1436433" y="171200"/>
                  <a:pt x="1431643" y="169251"/>
                </a:cubicBezTo>
                <a:cubicBezTo>
                  <a:pt x="1426854" y="167303"/>
                  <a:pt x="1422146" y="164137"/>
                  <a:pt x="1417519" y="159754"/>
                </a:cubicBezTo>
                <a:lnTo>
                  <a:pt x="1398645" y="172174"/>
                </a:lnTo>
                <a:lnTo>
                  <a:pt x="1394505" y="172174"/>
                </a:lnTo>
                <a:lnTo>
                  <a:pt x="1394505" y="27275"/>
                </a:lnTo>
                <a:cubicBezTo>
                  <a:pt x="1394505" y="20657"/>
                  <a:pt x="1394221" y="16573"/>
                  <a:pt x="1393653" y="15023"/>
                </a:cubicBezTo>
                <a:cubicBezTo>
                  <a:pt x="1392841" y="12734"/>
                  <a:pt x="1391563" y="11039"/>
                  <a:pt x="1389818" y="9935"/>
                </a:cubicBezTo>
                <a:cubicBezTo>
                  <a:pt x="1388072" y="8832"/>
                  <a:pt x="1385130" y="8199"/>
                  <a:pt x="1380990" y="8036"/>
                </a:cubicBezTo>
                <a:lnTo>
                  <a:pt x="1380990" y="3653"/>
                </a:lnTo>
                <a:lnTo>
                  <a:pt x="1428234" y="3653"/>
                </a:lnTo>
                <a:moveTo>
                  <a:pt x="1428234" y="77092"/>
                </a:moveTo>
                <a:lnTo>
                  <a:pt x="1428234" y="127806"/>
                </a:lnTo>
                <a:cubicBezTo>
                  <a:pt x="1428234" y="138128"/>
                  <a:pt x="1428477" y="144712"/>
                  <a:pt x="1428965" y="147559"/>
                </a:cubicBezTo>
                <a:cubicBezTo>
                  <a:pt x="1429776" y="152353"/>
                  <a:pt x="1431724" y="156234"/>
                  <a:pt x="1434809" y="159202"/>
                </a:cubicBezTo>
                <a:cubicBezTo>
                  <a:pt x="1437894" y="162168"/>
                  <a:pt x="1441831" y="163650"/>
                  <a:pt x="1446620" y="163650"/>
                </a:cubicBezTo>
                <a:cubicBezTo>
                  <a:pt x="1450760" y="163650"/>
                  <a:pt x="1454312" y="162472"/>
                  <a:pt x="1457275" y="160115"/>
                </a:cubicBezTo>
                <a:cubicBezTo>
                  <a:pt x="1460237" y="157759"/>
                  <a:pt x="1462713" y="153086"/>
                  <a:pt x="1464702" y="146097"/>
                </a:cubicBezTo>
                <a:cubicBezTo>
                  <a:pt x="1466691" y="139106"/>
                  <a:pt x="1467685" y="126507"/>
                  <a:pt x="1467685" y="108301"/>
                </a:cubicBezTo>
                <a:cubicBezTo>
                  <a:pt x="1467685" y="90826"/>
                  <a:pt x="1465494" y="78837"/>
                  <a:pt x="1461110" y="72335"/>
                </a:cubicBezTo>
                <a:cubicBezTo>
                  <a:pt x="1457944" y="67622"/>
                  <a:pt x="1453683" y="65265"/>
                  <a:pt x="1448325" y="65265"/>
                </a:cubicBezTo>
                <a:cubicBezTo>
                  <a:pt x="1441344" y="65265"/>
                  <a:pt x="1434647" y="69207"/>
                  <a:pt x="1428234" y="77092"/>
                </a:cubicBezTo>
                <a:close/>
                <a:moveTo>
                  <a:pt x="1585636" y="151961"/>
                </a:moveTo>
                <a:cubicBezTo>
                  <a:pt x="1571755" y="164300"/>
                  <a:pt x="1559295" y="170469"/>
                  <a:pt x="1548255" y="170469"/>
                </a:cubicBezTo>
                <a:cubicBezTo>
                  <a:pt x="1541761" y="170469"/>
                  <a:pt x="1536363" y="168332"/>
                  <a:pt x="1532060" y="164058"/>
                </a:cubicBezTo>
                <a:cubicBezTo>
                  <a:pt x="1527758" y="159781"/>
                  <a:pt x="1525607" y="154426"/>
                  <a:pt x="1525607" y="147992"/>
                </a:cubicBezTo>
                <a:cubicBezTo>
                  <a:pt x="1525607" y="139276"/>
                  <a:pt x="1529341" y="131436"/>
                  <a:pt x="1536809" y="124473"/>
                </a:cubicBezTo>
                <a:cubicBezTo>
                  <a:pt x="1544277" y="117510"/>
                  <a:pt x="1560553" y="108245"/>
                  <a:pt x="1585636" y="96680"/>
                </a:cubicBezTo>
                <a:lnTo>
                  <a:pt x="1585636" y="85235"/>
                </a:lnTo>
                <a:cubicBezTo>
                  <a:pt x="1585636" y="76630"/>
                  <a:pt x="1585170" y="71211"/>
                  <a:pt x="1584236" y="68979"/>
                </a:cubicBezTo>
                <a:cubicBezTo>
                  <a:pt x="1583303" y="66747"/>
                  <a:pt x="1581537" y="64799"/>
                  <a:pt x="1578939" y="63134"/>
                </a:cubicBezTo>
                <a:cubicBezTo>
                  <a:pt x="1576342" y="61470"/>
                  <a:pt x="1573419" y="60638"/>
                  <a:pt x="1570172" y="60638"/>
                </a:cubicBezTo>
                <a:cubicBezTo>
                  <a:pt x="1564896" y="60638"/>
                  <a:pt x="1560553" y="61815"/>
                  <a:pt x="1557144" y="64169"/>
                </a:cubicBezTo>
                <a:cubicBezTo>
                  <a:pt x="1555033" y="65631"/>
                  <a:pt x="1553978" y="67335"/>
                  <a:pt x="1553978" y="69284"/>
                </a:cubicBezTo>
                <a:cubicBezTo>
                  <a:pt x="1553978" y="70988"/>
                  <a:pt x="1555114" y="73099"/>
                  <a:pt x="1557387" y="75615"/>
                </a:cubicBezTo>
                <a:cubicBezTo>
                  <a:pt x="1560472" y="79106"/>
                  <a:pt x="1562014" y="82475"/>
                  <a:pt x="1562014" y="85722"/>
                </a:cubicBezTo>
                <a:cubicBezTo>
                  <a:pt x="1562014" y="89699"/>
                  <a:pt x="1560533" y="93088"/>
                  <a:pt x="1557570" y="95889"/>
                </a:cubicBezTo>
                <a:cubicBezTo>
                  <a:pt x="1554607" y="98689"/>
                  <a:pt x="1550731" y="100090"/>
                  <a:pt x="1545941" y="100090"/>
                </a:cubicBezTo>
                <a:cubicBezTo>
                  <a:pt x="1540827" y="100090"/>
                  <a:pt x="1536545" y="98547"/>
                  <a:pt x="1533095" y="95463"/>
                </a:cubicBezTo>
                <a:cubicBezTo>
                  <a:pt x="1529645" y="92378"/>
                  <a:pt x="1527920" y="88766"/>
                  <a:pt x="1527920" y="84626"/>
                </a:cubicBezTo>
                <a:cubicBezTo>
                  <a:pt x="1527920" y="78781"/>
                  <a:pt x="1530234" y="73200"/>
                  <a:pt x="1534861" y="67883"/>
                </a:cubicBezTo>
                <a:cubicBezTo>
                  <a:pt x="1539488" y="62566"/>
                  <a:pt x="1545941" y="58487"/>
                  <a:pt x="1554221" y="55646"/>
                </a:cubicBezTo>
                <a:cubicBezTo>
                  <a:pt x="1562501" y="52805"/>
                  <a:pt x="1571106" y="51384"/>
                  <a:pt x="1580035" y="51384"/>
                </a:cubicBezTo>
                <a:cubicBezTo>
                  <a:pt x="1590832" y="51384"/>
                  <a:pt x="1599375" y="53684"/>
                  <a:pt x="1605666" y="58283"/>
                </a:cubicBezTo>
                <a:cubicBezTo>
                  <a:pt x="1611958" y="62880"/>
                  <a:pt x="1616037" y="67863"/>
                  <a:pt x="1617904" y="73233"/>
                </a:cubicBezTo>
                <a:cubicBezTo>
                  <a:pt x="1619040" y="76650"/>
                  <a:pt x="1619608" y="84501"/>
                  <a:pt x="1619608" y="96787"/>
                </a:cubicBezTo>
                <a:lnTo>
                  <a:pt x="1619608" y="141090"/>
                </a:lnTo>
                <a:cubicBezTo>
                  <a:pt x="1619608" y="146298"/>
                  <a:pt x="1619811" y="149574"/>
                  <a:pt x="1620217" y="150918"/>
                </a:cubicBezTo>
                <a:cubicBezTo>
                  <a:pt x="1620623" y="152260"/>
                  <a:pt x="1621232" y="153257"/>
                  <a:pt x="1622044" y="153909"/>
                </a:cubicBezTo>
                <a:cubicBezTo>
                  <a:pt x="1622855" y="154559"/>
                  <a:pt x="1623789" y="154883"/>
                  <a:pt x="1624844" y="154883"/>
                </a:cubicBezTo>
                <a:cubicBezTo>
                  <a:pt x="1626955" y="154883"/>
                  <a:pt x="1629106" y="153382"/>
                  <a:pt x="1631298" y="150378"/>
                </a:cubicBezTo>
                <a:lnTo>
                  <a:pt x="1634951" y="153300"/>
                </a:lnTo>
                <a:cubicBezTo>
                  <a:pt x="1630892" y="159307"/>
                  <a:pt x="1626691" y="163671"/>
                  <a:pt x="1622348" y="166390"/>
                </a:cubicBezTo>
                <a:cubicBezTo>
                  <a:pt x="1618005" y="169109"/>
                  <a:pt x="1613074" y="170469"/>
                  <a:pt x="1607554" y="170469"/>
                </a:cubicBezTo>
                <a:cubicBezTo>
                  <a:pt x="1601060" y="170469"/>
                  <a:pt x="1595986" y="168937"/>
                  <a:pt x="1592333" y="165873"/>
                </a:cubicBezTo>
                <a:cubicBezTo>
                  <a:pt x="1588680" y="162808"/>
                  <a:pt x="1586448" y="158171"/>
                  <a:pt x="1585636" y="151961"/>
                </a:cubicBezTo>
                <a:moveTo>
                  <a:pt x="1585636" y="142951"/>
                </a:moveTo>
                <a:lnTo>
                  <a:pt x="1585636" y="104861"/>
                </a:lnTo>
                <a:cubicBezTo>
                  <a:pt x="1575814" y="110653"/>
                  <a:pt x="1568508" y="116853"/>
                  <a:pt x="1563719" y="123461"/>
                </a:cubicBezTo>
                <a:cubicBezTo>
                  <a:pt x="1560553" y="127865"/>
                  <a:pt x="1558970" y="132310"/>
                  <a:pt x="1558970" y="136798"/>
                </a:cubicBezTo>
                <a:cubicBezTo>
                  <a:pt x="1558970" y="140550"/>
                  <a:pt x="1560310" y="143854"/>
                  <a:pt x="1562988" y="146710"/>
                </a:cubicBezTo>
                <a:cubicBezTo>
                  <a:pt x="1565018" y="148912"/>
                  <a:pt x="1567859" y="150013"/>
                  <a:pt x="1571512" y="150013"/>
                </a:cubicBezTo>
                <a:cubicBezTo>
                  <a:pt x="1575571" y="150013"/>
                  <a:pt x="1580279" y="147659"/>
                  <a:pt x="1585636" y="142951"/>
                </a:cubicBezTo>
                <a:close/>
                <a:moveTo>
                  <a:pt x="1720377" y="51871"/>
                </a:moveTo>
                <a:lnTo>
                  <a:pt x="1722204" y="90836"/>
                </a:lnTo>
                <a:lnTo>
                  <a:pt x="1718064" y="90836"/>
                </a:lnTo>
                <a:cubicBezTo>
                  <a:pt x="1713112" y="79215"/>
                  <a:pt x="1707978" y="71277"/>
                  <a:pt x="1702661" y="67023"/>
                </a:cubicBezTo>
                <a:cubicBezTo>
                  <a:pt x="1697344" y="62767"/>
                  <a:pt x="1692047" y="60638"/>
                  <a:pt x="1686771" y="60638"/>
                </a:cubicBezTo>
                <a:cubicBezTo>
                  <a:pt x="1683442" y="60638"/>
                  <a:pt x="1680601" y="61754"/>
                  <a:pt x="1678247" y="63987"/>
                </a:cubicBezTo>
                <a:cubicBezTo>
                  <a:pt x="1675893" y="66219"/>
                  <a:pt x="1674716" y="68796"/>
                  <a:pt x="1674716" y="71719"/>
                </a:cubicBezTo>
                <a:cubicBezTo>
                  <a:pt x="1674716" y="73911"/>
                  <a:pt x="1675528" y="76021"/>
                  <a:pt x="1677151" y="78051"/>
                </a:cubicBezTo>
                <a:cubicBezTo>
                  <a:pt x="1679749" y="81379"/>
                  <a:pt x="1687014" y="87081"/>
                  <a:pt x="1698947" y="95158"/>
                </a:cubicBezTo>
                <a:cubicBezTo>
                  <a:pt x="1710880" y="103235"/>
                  <a:pt x="1718733" y="110095"/>
                  <a:pt x="1722508" y="115736"/>
                </a:cubicBezTo>
                <a:cubicBezTo>
                  <a:pt x="1726283" y="121378"/>
                  <a:pt x="1728170" y="127689"/>
                  <a:pt x="1728170" y="134671"/>
                </a:cubicBezTo>
                <a:cubicBezTo>
                  <a:pt x="1728170" y="141002"/>
                  <a:pt x="1726587" y="147212"/>
                  <a:pt x="1723421" y="153300"/>
                </a:cubicBezTo>
                <a:cubicBezTo>
                  <a:pt x="1720256" y="159389"/>
                  <a:pt x="1715791" y="164056"/>
                  <a:pt x="1710027" y="167303"/>
                </a:cubicBezTo>
                <a:cubicBezTo>
                  <a:pt x="1704264" y="170550"/>
                  <a:pt x="1697892" y="172174"/>
                  <a:pt x="1690910" y="172174"/>
                </a:cubicBezTo>
                <a:cubicBezTo>
                  <a:pt x="1685472" y="172174"/>
                  <a:pt x="1678206" y="170437"/>
                  <a:pt x="1669115" y="166965"/>
                </a:cubicBezTo>
                <a:cubicBezTo>
                  <a:pt x="1666679" y="166054"/>
                  <a:pt x="1665015" y="165599"/>
                  <a:pt x="1664122" y="165599"/>
                </a:cubicBezTo>
                <a:cubicBezTo>
                  <a:pt x="1661444" y="165599"/>
                  <a:pt x="1659211" y="167628"/>
                  <a:pt x="1657425" y="171687"/>
                </a:cubicBezTo>
                <a:lnTo>
                  <a:pt x="1653407" y="171687"/>
                </a:lnTo>
                <a:lnTo>
                  <a:pt x="1651459" y="130774"/>
                </a:lnTo>
                <a:lnTo>
                  <a:pt x="1655599" y="130774"/>
                </a:lnTo>
                <a:cubicBezTo>
                  <a:pt x="1659252" y="141489"/>
                  <a:pt x="1664265" y="149526"/>
                  <a:pt x="1670637" y="154883"/>
                </a:cubicBezTo>
                <a:cubicBezTo>
                  <a:pt x="1677009" y="160241"/>
                  <a:pt x="1683036" y="162920"/>
                  <a:pt x="1688719" y="162920"/>
                </a:cubicBezTo>
                <a:cubicBezTo>
                  <a:pt x="1692615" y="162920"/>
                  <a:pt x="1695801" y="161722"/>
                  <a:pt x="1698277" y="159328"/>
                </a:cubicBezTo>
                <a:cubicBezTo>
                  <a:pt x="1700753" y="156933"/>
                  <a:pt x="1701991" y="154031"/>
                  <a:pt x="1701991" y="150622"/>
                </a:cubicBezTo>
                <a:cubicBezTo>
                  <a:pt x="1701991" y="146725"/>
                  <a:pt x="1700773" y="143356"/>
                  <a:pt x="1698338" y="140515"/>
                </a:cubicBezTo>
                <a:cubicBezTo>
                  <a:pt x="1695903" y="137674"/>
                  <a:pt x="1690464" y="133372"/>
                  <a:pt x="1682022" y="127608"/>
                </a:cubicBezTo>
                <a:cubicBezTo>
                  <a:pt x="1669602" y="119004"/>
                  <a:pt x="1661565" y="112428"/>
                  <a:pt x="1657913" y="107883"/>
                </a:cubicBezTo>
                <a:cubicBezTo>
                  <a:pt x="1652555" y="101226"/>
                  <a:pt x="1649876" y="93880"/>
                  <a:pt x="1649876" y="85843"/>
                </a:cubicBezTo>
                <a:cubicBezTo>
                  <a:pt x="1649876" y="77076"/>
                  <a:pt x="1652900" y="69141"/>
                  <a:pt x="1658948" y="62039"/>
                </a:cubicBezTo>
                <a:cubicBezTo>
                  <a:pt x="1664995" y="54936"/>
                  <a:pt x="1673742" y="51384"/>
                  <a:pt x="1685188" y="51384"/>
                </a:cubicBezTo>
                <a:cubicBezTo>
                  <a:pt x="1691357" y="51384"/>
                  <a:pt x="1697323" y="52944"/>
                  <a:pt x="1703087" y="56065"/>
                </a:cubicBezTo>
                <a:cubicBezTo>
                  <a:pt x="1705279" y="57328"/>
                  <a:pt x="1707064" y="57960"/>
                  <a:pt x="1708444" y="57960"/>
                </a:cubicBezTo>
                <a:cubicBezTo>
                  <a:pt x="1709906" y="57960"/>
                  <a:pt x="1711083" y="57655"/>
                  <a:pt x="1711976" y="57046"/>
                </a:cubicBezTo>
                <a:cubicBezTo>
                  <a:pt x="1712869" y="56437"/>
                  <a:pt x="1714289" y="54712"/>
                  <a:pt x="1716237" y="51871"/>
                </a:cubicBezTo>
                <a:lnTo>
                  <a:pt x="1720377" y="51871"/>
                </a:lnTo>
                <a:close/>
                <a:moveTo>
                  <a:pt x="1842356" y="107639"/>
                </a:moveTo>
                <a:lnTo>
                  <a:pt x="1779891" y="107639"/>
                </a:lnTo>
                <a:cubicBezTo>
                  <a:pt x="1780622" y="122778"/>
                  <a:pt x="1784640" y="134743"/>
                  <a:pt x="1791946" y="143533"/>
                </a:cubicBezTo>
                <a:cubicBezTo>
                  <a:pt x="1797547" y="150288"/>
                  <a:pt x="1804285" y="153666"/>
                  <a:pt x="1812159" y="153666"/>
                </a:cubicBezTo>
                <a:cubicBezTo>
                  <a:pt x="1817029" y="153666"/>
                  <a:pt x="1821453" y="152306"/>
                  <a:pt x="1825431" y="149587"/>
                </a:cubicBezTo>
                <a:cubicBezTo>
                  <a:pt x="1829408" y="146867"/>
                  <a:pt x="1833670" y="141976"/>
                  <a:pt x="1838216" y="134914"/>
                </a:cubicBezTo>
                <a:lnTo>
                  <a:pt x="1842356" y="137593"/>
                </a:lnTo>
                <a:cubicBezTo>
                  <a:pt x="1836187" y="150175"/>
                  <a:pt x="1829368" y="159084"/>
                  <a:pt x="1821900" y="164320"/>
                </a:cubicBezTo>
                <a:cubicBezTo>
                  <a:pt x="1814431" y="169556"/>
                  <a:pt x="1805786" y="172174"/>
                  <a:pt x="1795964" y="172174"/>
                </a:cubicBezTo>
                <a:cubicBezTo>
                  <a:pt x="1779079" y="172174"/>
                  <a:pt x="1766294" y="165673"/>
                  <a:pt x="1757608" y="152673"/>
                </a:cubicBezTo>
                <a:cubicBezTo>
                  <a:pt x="1750627" y="142191"/>
                  <a:pt x="1747137" y="129190"/>
                  <a:pt x="1747137" y="113670"/>
                </a:cubicBezTo>
                <a:cubicBezTo>
                  <a:pt x="1747137" y="94655"/>
                  <a:pt x="1752271" y="79521"/>
                  <a:pt x="1762540" y="68268"/>
                </a:cubicBezTo>
                <a:cubicBezTo>
                  <a:pt x="1772809" y="57012"/>
                  <a:pt x="1784843" y="51384"/>
                  <a:pt x="1798643" y="51384"/>
                </a:cubicBezTo>
                <a:cubicBezTo>
                  <a:pt x="1810170" y="51384"/>
                  <a:pt x="1820175" y="56113"/>
                  <a:pt x="1828658" y="65570"/>
                </a:cubicBezTo>
                <a:cubicBezTo>
                  <a:pt x="1837140" y="75027"/>
                  <a:pt x="1841707" y="89050"/>
                  <a:pt x="1842356" y="107639"/>
                </a:cubicBezTo>
                <a:moveTo>
                  <a:pt x="1812402" y="99603"/>
                </a:moveTo>
                <a:cubicBezTo>
                  <a:pt x="1812402" y="86533"/>
                  <a:pt x="1811692" y="77563"/>
                  <a:pt x="1810271" y="72693"/>
                </a:cubicBezTo>
                <a:cubicBezTo>
                  <a:pt x="1808851" y="67822"/>
                  <a:pt x="1806639" y="64129"/>
                  <a:pt x="1803635" y="61612"/>
                </a:cubicBezTo>
                <a:cubicBezTo>
                  <a:pt x="1801930" y="60151"/>
                  <a:pt x="1799658" y="59421"/>
                  <a:pt x="1796816" y="59421"/>
                </a:cubicBezTo>
                <a:cubicBezTo>
                  <a:pt x="1792595" y="59421"/>
                  <a:pt x="1789145" y="61491"/>
                  <a:pt x="1786466" y="65631"/>
                </a:cubicBezTo>
                <a:cubicBezTo>
                  <a:pt x="1781677" y="72855"/>
                  <a:pt x="1779282" y="82759"/>
                  <a:pt x="1779282" y="95341"/>
                </a:cubicBezTo>
                <a:lnTo>
                  <a:pt x="1779282" y="99603"/>
                </a:lnTo>
                <a:lnTo>
                  <a:pt x="1812402" y="996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QueryTrackeeImages">
            <a:extLst xmlns:a="http://schemas.openxmlformats.org/drawingml/2006/main">
              <a:ext uri="{FF2B5EF4-FFF2-40B4-BE49-F238E27FC236}">
                <a16:creationId xmlns:a16="http://schemas.microsoft.com/office/drawing/2014/main" id="{59B26294-D27A-43A2-A589-07DFBCB5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306" y="237464"/>
            <a:ext cx="2401588" cy="222584"/>
          </a:xfrm>
          <a:custGeom xmlns:a="http://schemas.openxmlformats.org/drawingml/2006/main">
            <a:pathLst>
              <a:path w="2401588" h="222584">
                <a:moveTo>
                  <a:pt x="109466" y="170226"/>
                </a:moveTo>
                <a:cubicBezTo>
                  <a:pt x="113200" y="181063"/>
                  <a:pt x="119004" y="189211"/>
                  <a:pt x="126878" y="194670"/>
                </a:cubicBezTo>
                <a:cubicBezTo>
                  <a:pt x="134752" y="200129"/>
                  <a:pt x="144615" y="202858"/>
                  <a:pt x="156466" y="202858"/>
                </a:cubicBezTo>
                <a:cubicBezTo>
                  <a:pt x="159713" y="202858"/>
                  <a:pt x="163163" y="202534"/>
                  <a:pt x="166816" y="201884"/>
                </a:cubicBezTo>
                <a:lnTo>
                  <a:pt x="166816" y="209434"/>
                </a:lnTo>
                <a:cubicBezTo>
                  <a:pt x="154559" y="212681"/>
                  <a:pt x="143600" y="214304"/>
                  <a:pt x="133940" y="214304"/>
                </a:cubicBezTo>
                <a:cubicBezTo>
                  <a:pt x="118841" y="214304"/>
                  <a:pt x="105346" y="210569"/>
                  <a:pt x="93454" y="203098"/>
                </a:cubicBezTo>
                <a:cubicBezTo>
                  <a:pt x="81561" y="195630"/>
                  <a:pt x="72612" y="184672"/>
                  <a:pt x="66605" y="170226"/>
                </a:cubicBezTo>
                <a:cubicBezTo>
                  <a:pt x="46635" y="166007"/>
                  <a:pt x="30542" y="156233"/>
                  <a:pt x="18325" y="140903"/>
                </a:cubicBezTo>
                <a:cubicBezTo>
                  <a:pt x="6108" y="125571"/>
                  <a:pt x="0" y="107279"/>
                  <a:pt x="0" y="86026"/>
                </a:cubicBezTo>
                <a:cubicBezTo>
                  <a:pt x="0" y="61366"/>
                  <a:pt x="8280" y="40864"/>
                  <a:pt x="24840" y="24520"/>
                </a:cubicBezTo>
                <a:cubicBezTo>
                  <a:pt x="41400" y="8173"/>
                  <a:pt x="62424" y="0"/>
                  <a:pt x="87913" y="0"/>
                </a:cubicBezTo>
                <a:cubicBezTo>
                  <a:pt x="113321" y="0"/>
                  <a:pt x="134265" y="8194"/>
                  <a:pt x="150743" y="24581"/>
                </a:cubicBezTo>
                <a:cubicBezTo>
                  <a:pt x="167222" y="40966"/>
                  <a:pt x="175461" y="61448"/>
                  <a:pt x="175461" y="86026"/>
                </a:cubicBezTo>
                <a:cubicBezTo>
                  <a:pt x="175461" y="107441"/>
                  <a:pt x="169008" y="126058"/>
                  <a:pt x="156101" y="141878"/>
                </a:cubicBezTo>
                <a:cubicBezTo>
                  <a:pt x="143194" y="157694"/>
                  <a:pt x="127649" y="167143"/>
                  <a:pt x="109466" y="170226"/>
                </a:cubicBezTo>
                <a:moveTo>
                  <a:pt x="87792" y="9254"/>
                </a:moveTo>
                <a:cubicBezTo>
                  <a:pt x="73180" y="9254"/>
                  <a:pt x="61897" y="16838"/>
                  <a:pt x="53941" y="32005"/>
                </a:cubicBezTo>
                <a:cubicBezTo>
                  <a:pt x="47285" y="44739"/>
                  <a:pt x="43957" y="62868"/>
                  <a:pt x="43957" y="86391"/>
                </a:cubicBezTo>
                <a:cubicBezTo>
                  <a:pt x="43957" y="114618"/>
                  <a:pt x="48949" y="135545"/>
                  <a:pt x="58934" y="149172"/>
                </a:cubicBezTo>
                <a:cubicBezTo>
                  <a:pt x="65915" y="158662"/>
                  <a:pt x="75534" y="163407"/>
                  <a:pt x="87792" y="163407"/>
                </a:cubicBezTo>
                <a:cubicBezTo>
                  <a:pt x="100130" y="163407"/>
                  <a:pt x="109750" y="158743"/>
                  <a:pt x="116650" y="149415"/>
                </a:cubicBezTo>
                <a:cubicBezTo>
                  <a:pt x="126634" y="136032"/>
                  <a:pt x="131627" y="115915"/>
                  <a:pt x="131627" y="89066"/>
                </a:cubicBezTo>
                <a:cubicBezTo>
                  <a:pt x="131627" y="62626"/>
                  <a:pt x="128501" y="43484"/>
                  <a:pt x="122251" y="31640"/>
                </a:cubicBezTo>
                <a:cubicBezTo>
                  <a:pt x="114458" y="16716"/>
                  <a:pt x="102971" y="9254"/>
                  <a:pt x="87792" y="9254"/>
                </a:cubicBezTo>
                <a:close/>
                <a:moveTo>
                  <a:pt x="301726" y="54794"/>
                </a:moveTo>
                <a:lnTo>
                  <a:pt x="301726" y="143925"/>
                </a:lnTo>
                <a:cubicBezTo>
                  <a:pt x="301726" y="152664"/>
                  <a:pt x="302538" y="158115"/>
                  <a:pt x="304162" y="160279"/>
                </a:cubicBezTo>
                <a:cubicBezTo>
                  <a:pt x="305785" y="162443"/>
                  <a:pt x="309073" y="163810"/>
                  <a:pt x="314025" y="164381"/>
                </a:cubicBezTo>
                <a:lnTo>
                  <a:pt x="314025" y="168764"/>
                </a:lnTo>
                <a:lnTo>
                  <a:pt x="267633" y="168764"/>
                </a:lnTo>
                <a:lnTo>
                  <a:pt x="267633" y="153544"/>
                </a:lnTo>
                <a:cubicBezTo>
                  <a:pt x="262194" y="160038"/>
                  <a:pt x="256755" y="164767"/>
                  <a:pt x="251316" y="167729"/>
                </a:cubicBezTo>
                <a:cubicBezTo>
                  <a:pt x="245878" y="170692"/>
                  <a:pt x="239789" y="172174"/>
                  <a:pt x="233052" y="172174"/>
                </a:cubicBezTo>
                <a:cubicBezTo>
                  <a:pt x="226639" y="172174"/>
                  <a:pt x="220936" y="170205"/>
                  <a:pt x="215944" y="166268"/>
                </a:cubicBezTo>
                <a:cubicBezTo>
                  <a:pt x="210952" y="162331"/>
                  <a:pt x="207603" y="157725"/>
                  <a:pt x="205898" y="152448"/>
                </a:cubicBezTo>
                <a:cubicBezTo>
                  <a:pt x="204194" y="147172"/>
                  <a:pt x="203341" y="137958"/>
                  <a:pt x="203341" y="124808"/>
                </a:cubicBezTo>
                <a:lnTo>
                  <a:pt x="203341" y="79633"/>
                </a:lnTo>
                <a:cubicBezTo>
                  <a:pt x="203341" y="70925"/>
                  <a:pt x="202550" y="65503"/>
                  <a:pt x="200967" y="63367"/>
                </a:cubicBezTo>
                <a:cubicBezTo>
                  <a:pt x="199384" y="61231"/>
                  <a:pt x="196076" y="59834"/>
                  <a:pt x="191043" y="59177"/>
                </a:cubicBezTo>
                <a:lnTo>
                  <a:pt x="191043" y="54794"/>
                </a:lnTo>
                <a:lnTo>
                  <a:pt x="237435" y="54794"/>
                </a:lnTo>
                <a:lnTo>
                  <a:pt x="237435" y="132696"/>
                </a:lnTo>
                <a:cubicBezTo>
                  <a:pt x="237435" y="140823"/>
                  <a:pt x="237821" y="146066"/>
                  <a:pt x="238592" y="148422"/>
                </a:cubicBezTo>
                <a:cubicBezTo>
                  <a:pt x="239363" y="150779"/>
                  <a:pt x="240581" y="152567"/>
                  <a:pt x="242245" y="153788"/>
                </a:cubicBezTo>
                <a:cubicBezTo>
                  <a:pt x="243909" y="155005"/>
                  <a:pt x="245837" y="155614"/>
                  <a:pt x="248029" y="155614"/>
                </a:cubicBezTo>
                <a:cubicBezTo>
                  <a:pt x="250951" y="155614"/>
                  <a:pt x="253589" y="154843"/>
                  <a:pt x="255943" y="153300"/>
                </a:cubicBezTo>
                <a:cubicBezTo>
                  <a:pt x="259190" y="151190"/>
                  <a:pt x="263087" y="146928"/>
                  <a:pt x="267633" y="140515"/>
                </a:cubicBezTo>
                <a:lnTo>
                  <a:pt x="267633" y="79633"/>
                </a:lnTo>
                <a:cubicBezTo>
                  <a:pt x="267633" y="70925"/>
                  <a:pt x="266841" y="65503"/>
                  <a:pt x="265258" y="63367"/>
                </a:cubicBezTo>
                <a:cubicBezTo>
                  <a:pt x="263675" y="61231"/>
                  <a:pt x="260367" y="59834"/>
                  <a:pt x="255335" y="59177"/>
                </a:cubicBezTo>
                <a:lnTo>
                  <a:pt x="255335" y="54794"/>
                </a:lnTo>
                <a:lnTo>
                  <a:pt x="301726" y="54794"/>
                </a:lnTo>
                <a:close/>
                <a:moveTo>
                  <a:pt x="426862" y="107639"/>
                </a:moveTo>
                <a:lnTo>
                  <a:pt x="364398" y="107639"/>
                </a:lnTo>
                <a:cubicBezTo>
                  <a:pt x="365128" y="122778"/>
                  <a:pt x="369146" y="134743"/>
                  <a:pt x="376452" y="143533"/>
                </a:cubicBezTo>
                <a:cubicBezTo>
                  <a:pt x="382053" y="150288"/>
                  <a:pt x="388791" y="153666"/>
                  <a:pt x="396665" y="153666"/>
                </a:cubicBezTo>
                <a:cubicBezTo>
                  <a:pt x="401535" y="153666"/>
                  <a:pt x="405960" y="152306"/>
                  <a:pt x="409937" y="149587"/>
                </a:cubicBezTo>
                <a:cubicBezTo>
                  <a:pt x="413915" y="146867"/>
                  <a:pt x="418177" y="141976"/>
                  <a:pt x="422722" y="134914"/>
                </a:cubicBezTo>
                <a:lnTo>
                  <a:pt x="426862" y="137593"/>
                </a:lnTo>
                <a:cubicBezTo>
                  <a:pt x="420693" y="150175"/>
                  <a:pt x="413874" y="159084"/>
                  <a:pt x="406406" y="164320"/>
                </a:cubicBezTo>
                <a:cubicBezTo>
                  <a:pt x="398938" y="169556"/>
                  <a:pt x="390293" y="172174"/>
                  <a:pt x="380470" y="172174"/>
                </a:cubicBezTo>
                <a:cubicBezTo>
                  <a:pt x="363586" y="172174"/>
                  <a:pt x="350801" y="165673"/>
                  <a:pt x="342115" y="152673"/>
                </a:cubicBezTo>
                <a:cubicBezTo>
                  <a:pt x="335134" y="142191"/>
                  <a:pt x="331643" y="129190"/>
                  <a:pt x="331643" y="113670"/>
                </a:cubicBezTo>
                <a:cubicBezTo>
                  <a:pt x="331643" y="94655"/>
                  <a:pt x="336777" y="79521"/>
                  <a:pt x="347046" y="68268"/>
                </a:cubicBezTo>
                <a:cubicBezTo>
                  <a:pt x="357315" y="57012"/>
                  <a:pt x="369349" y="51384"/>
                  <a:pt x="383149" y="51384"/>
                </a:cubicBezTo>
                <a:cubicBezTo>
                  <a:pt x="394676" y="51384"/>
                  <a:pt x="404681" y="56113"/>
                  <a:pt x="413164" y="65570"/>
                </a:cubicBezTo>
                <a:cubicBezTo>
                  <a:pt x="421647" y="75027"/>
                  <a:pt x="426213" y="89050"/>
                  <a:pt x="426862" y="107639"/>
                </a:cubicBezTo>
                <a:moveTo>
                  <a:pt x="396908" y="99603"/>
                </a:moveTo>
                <a:cubicBezTo>
                  <a:pt x="396908" y="86533"/>
                  <a:pt x="396198" y="77563"/>
                  <a:pt x="394778" y="72693"/>
                </a:cubicBezTo>
                <a:cubicBezTo>
                  <a:pt x="393357" y="67822"/>
                  <a:pt x="391145" y="64129"/>
                  <a:pt x="388141" y="61612"/>
                </a:cubicBezTo>
                <a:cubicBezTo>
                  <a:pt x="386437" y="60151"/>
                  <a:pt x="384164" y="59421"/>
                  <a:pt x="381323" y="59421"/>
                </a:cubicBezTo>
                <a:cubicBezTo>
                  <a:pt x="377102" y="59421"/>
                  <a:pt x="373652" y="61491"/>
                  <a:pt x="370973" y="65631"/>
                </a:cubicBezTo>
                <a:cubicBezTo>
                  <a:pt x="366183" y="72855"/>
                  <a:pt x="363789" y="82759"/>
                  <a:pt x="363789" y="95341"/>
                </a:cubicBezTo>
                <a:lnTo>
                  <a:pt x="363789" y="99603"/>
                </a:lnTo>
                <a:lnTo>
                  <a:pt x="396908" y="99603"/>
                </a:lnTo>
                <a:close/>
                <a:moveTo>
                  <a:pt x="488390" y="54794"/>
                </a:moveTo>
                <a:lnTo>
                  <a:pt x="488390" y="80608"/>
                </a:lnTo>
                <a:cubicBezTo>
                  <a:pt x="495940" y="68837"/>
                  <a:pt x="502555" y="61024"/>
                  <a:pt x="508238" y="57168"/>
                </a:cubicBezTo>
                <a:cubicBezTo>
                  <a:pt x="513920" y="53312"/>
                  <a:pt x="519399" y="51384"/>
                  <a:pt x="524676" y="51384"/>
                </a:cubicBezTo>
                <a:cubicBezTo>
                  <a:pt x="529222" y="51384"/>
                  <a:pt x="532854" y="52790"/>
                  <a:pt x="535574" y="55600"/>
                </a:cubicBezTo>
                <a:cubicBezTo>
                  <a:pt x="538293" y="58411"/>
                  <a:pt x="539653" y="62382"/>
                  <a:pt x="539653" y="67514"/>
                </a:cubicBezTo>
                <a:cubicBezTo>
                  <a:pt x="539653" y="72973"/>
                  <a:pt x="538334" y="77211"/>
                  <a:pt x="535695" y="80227"/>
                </a:cubicBezTo>
                <a:cubicBezTo>
                  <a:pt x="533057" y="83241"/>
                  <a:pt x="529871" y="84748"/>
                  <a:pt x="526137" y="84748"/>
                </a:cubicBezTo>
                <a:cubicBezTo>
                  <a:pt x="521835" y="84748"/>
                  <a:pt x="518101" y="83368"/>
                  <a:pt x="514935" y="80608"/>
                </a:cubicBezTo>
                <a:cubicBezTo>
                  <a:pt x="511769" y="77848"/>
                  <a:pt x="509902" y="76305"/>
                  <a:pt x="509334" y="75981"/>
                </a:cubicBezTo>
                <a:cubicBezTo>
                  <a:pt x="508522" y="75493"/>
                  <a:pt x="507588" y="75250"/>
                  <a:pt x="506533" y="75250"/>
                </a:cubicBezTo>
                <a:cubicBezTo>
                  <a:pt x="504179" y="75250"/>
                  <a:pt x="501947" y="76143"/>
                  <a:pt x="499836" y="77929"/>
                </a:cubicBezTo>
                <a:cubicBezTo>
                  <a:pt x="496508" y="80689"/>
                  <a:pt x="493991" y="84626"/>
                  <a:pt x="492287" y="89740"/>
                </a:cubicBezTo>
                <a:cubicBezTo>
                  <a:pt x="489689" y="97614"/>
                  <a:pt x="488390" y="106300"/>
                  <a:pt x="488390" y="115797"/>
                </a:cubicBezTo>
                <a:lnTo>
                  <a:pt x="488390" y="141976"/>
                </a:lnTo>
                <a:lnTo>
                  <a:pt x="488512" y="148795"/>
                </a:lnTo>
                <a:cubicBezTo>
                  <a:pt x="488512" y="153422"/>
                  <a:pt x="488796" y="156385"/>
                  <a:pt x="489364" y="157684"/>
                </a:cubicBezTo>
                <a:cubicBezTo>
                  <a:pt x="490338" y="159876"/>
                  <a:pt x="491779" y="161479"/>
                  <a:pt x="493687" y="162494"/>
                </a:cubicBezTo>
                <a:cubicBezTo>
                  <a:pt x="495595" y="163508"/>
                  <a:pt x="498821" y="164137"/>
                  <a:pt x="503367" y="164381"/>
                </a:cubicBezTo>
                <a:lnTo>
                  <a:pt x="503367" y="168764"/>
                </a:lnTo>
                <a:lnTo>
                  <a:pt x="441876" y="168764"/>
                </a:lnTo>
                <a:lnTo>
                  <a:pt x="441876" y="164381"/>
                </a:lnTo>
                <a:cubicBezTo>
                  <a:pt x="446828" y="163975"/>
                  <a:pt x="450177" y="162615"/>
                  <a:pt x="451922" y="160302"/>
                </a:cubicBezTo>
                <a:cubicBezTo>
                  <a:pt x="453667" y="157988"/>
                  <a:pt x="454540" y="151880"/>
                  <a:pt x="454540" y="141976"/>
                </a:cubicBezTo>
                <a:lnTo>
                  <a:pt x="454540" y="78903"/>
                </a:lnTo>
                <a:cubicBezTo>
                  <a:pt x="454540" y="72368"/>
                  <a:pt x="454215" y="68203"/>
                  <a:pt x="453566" y="66407"/>
                </a:cubicBezTo>
                <a:cubicBezTo>
                  <a:pt x="452754" y="64119"/>
                  <a:pt x="451577" y="62444"/>
                  <a:pt x="450035" y="61384"/>
                </a:cubicBezTo>
                <a:cubicBezTo>
                  <a:pt x="448492" y="60321"/>
                  <a:pt x="445773" y="59586"/>
                  <a:pt x="441876" y="59177"/>
                </a:cubicBezTo>
                <a:lnTo>
                  <a:pt x="441876" y="54794"/>
                </a:lnTo>
                <a:lnTo>
                  <a:pt x="488390" y="54794"/>
                </a:lnTo>
                <a:close/>
                <a:moveTo>
                  <a:pt x="604104" y="173502"/>
                </a:moveTo>
                <a:lnTo>
                  <a:pt x="567332" y="88922"/>
                </a:lnTo>
                <a:cubicBezTo>
                  <a:pt x="561812" y="76111"/>
                  <a:pt x="557733" y="68237"/>
                  <a:pt x="555094" y="65300"/>
                </a:cubicBezTo>
                <a:cubicBezTo>
                  <a:pt x="552456" y="62359"/>
                  <a:pt x="549270" y="60319"/>
                  <a:pt x="545536" y="59177"/>
                </a:cubicBezTo>
                <a:lnTo>
                  <a:pt x="545536" y="54794"/>
                </a:lnTo>
                <a:lnTo>
                  <a:pt x="606053" y="54794"/>
                </a:lnTo>
                <a:lnTo>
                  <a:pt x="606053" y="59177"/>
                </a:lnTo>
                <a:cubicBezTo>
                  <a:pt x="602075" y="59339"/>
                  <a:pt x="599274" y="60114"/>
                  <a:pt x="597651" y="61502"/>
                </a:cubicBezTo>
                <a:cubicBezTo>
                  <a:pt x="596027" y="62887"/>
                  <a:pt x="595216" y="64559"/>
                  <a:pt x="595216" y="66517"/>
                </a:cubicBezTo>
                <a:cubicBezTo>
                  <a:pt x="595216" y="69615"/>
                  <a:pt x="597245" y="75731"/>
                  <a:pt x="601304" y="84865"/>
                </a:cubicBezTo>
                <a:lnTo>
                  <a:pt x="620786" y="129640"/>
                </a:lnTo>
                <a:lnTo>
                  <a:pt x="634058" y="95040"/>
                </a:lnTo>
                <a:cubicBezTo>
                  <a:pt x="638848" y="82719"/>
                  <a:pt x="641242" y="74152"/>
                  <a:pt x="641242" y="69337"/>
                </a:cubicBezTo>
                <a:cubicBezTo>
                  <a:pt x="641242" y="66318"/>
                  <a:pt x="640248" y="63911"/>
                  <a:pt x="638259" y="62115"/>
                </a:cubicBezTo>
                <a:cubicBezTo>
                  <a:pt x="636270" y="60319"/>
                  <a:pt x="632759" y="59339"/>
                  <a:pt x="627727" y="59177"/>
                </a:cubicBezTo>
                <a:lnTo>
                  <a:pt x="627727" y="54794"/>
                </a:lnTo>
                <a:lnTo>
                  <a:pt x="665839" y="54794"/>
                </a:lnTo>
                <a:lnTo>
                  <a:pt x="665839" y="59177"/>
                </a:lnTo>
                <a:cubicBezTo>
                  <a:pt x="662104" y="59586"/>
                  <a:pt x="659060" y="61034"/>
                  <a:pt x="656706" y="63523"/>
                </a:cubicBezTo>
                <a:cubicBezTo>
                  <a:pt x="654352" y="66011"/>
                  <a:pt x="650415" y="74478"/>
                  <a:pt x="644895" y="88922"/>
                </a:cubicBezTo>
                <a:lnTo>
                  <a:pt x="612384" y="173391"/>
                </a:lnTo>
                <a:cubicBezTo>
                  <a:pt x="604186" y="194497"/>
                  <a:pt x="598097" y="207485"/>
                  <a:pt x="594120" y="212356"/>
                </a:cubicBezTo>
                <a:cubicBezTo>
                  <a:pt x="588519" y="219175"/>
                  <a:pt x="581497" y="222584"/>
                  <a:pt x="573055" y="222584"/>
                </a:cubicBezTo>
                <a:cubicBezTo>
                  <a:pt x="566317" y="222584"/>
                  <a:pt x="560858" y="220656"/>
                  <a:pt x="556677" y="216800"/>
                </a:cubicBezTo>
                <a:cubicBezTo>
                  <a:pt x="552497" y="212944"/>
                  <a:pt x="550407" y="208297"/>
                  <a:pt x="550407" y="202858"/>
                </a:cubicBezTo>
                <a:cubicBezTo>
                  <a:pt x="550407" y="198150"/>
                  <a:pt x="551847" y="194254"/>
                  <a:pt x="554729" y="191169"/>
                </a:cubicBezTo>
                <a:cubicBezTo>
                  <a:pt x="557611" y="188084"/>
                  <a:pt x="561162" y="186542"/>
                  <a:pt x="565384" y="186542"/>
                </a:cubicBezTo>
                <a:cubicBezTo>
                  <a:pt x="569442" y="186542"/>
                  <a:pt x="572710" y="187833"/>
                  <a:pt x="575185" y="190416"/>
                </a:cubicBezTo>
                <a:cubicBezTo>
                  <a:pt x="577661" y="193000"/>
                  <a:pt x="578940" y="196998"/>
                  <a:pt x="579021" y="202409"/>
                </a:cubicBezTo>
                <a:cubicBezTo>
                  <a:pt x="579102" y="205479"/>
                  <a:pt x="579468" y="207457"/>
                  <a:pt x="580117" y="208345"/>
                </a:cubicBezTo>
                <a:cubicBezTo>
                  <a:pt x="580766" y="209233"/>
                  <a:pt x="581700" y="209677"/>
                  <a:pt x="582917" y="209677"/>
                </a:cubicBezTo>
                <a:cubicBezTo>
                  <a:pt x="584866" y="209677"/>
                  <a:pt x="586936" y="208505"/>
                  <a:pt x="589127" y="206161"/>
                </a:cubicBezTo>
                <a:cubicBezTo>
                  <a:pt x="592374" y="202767"/>
                  <a:pt x="596190" y="195010"/>
                  <a:pt x="600573" y="182889"/>
                </a:cubicBezTo>
                <a:lnTo>
                  <a:pt x="604104" y="173502"/>
                </a:lnTo>
                <a:close/>
                <a:moveTo>
                  <a:pt x="886217" y="3653"/>
                </a:moveTo>
                <a:lnTo>
                  <a:pt x="886217" y="48462"/>
                </a:lnTo>
                <a:lnTo>
                  <a:pt x="881834" y="48462"/>
                </a:lnTo>
                <a:cubicBezTo>
                  <a:pt x="879236" y="38117"/>
                  <a:pt x="876354" y="30684"/>
                  <a:pt x="873188" y="26164"/>
                </a:cubicBezTo>
                <a:cubicBezTo>
                  <a:pt x="870022" y="21643"/>
                  <a:pt x="865680" y="18039"/>
                  <a:pt x="860160" y="15350"/>
                </a:cubicBezTo>
                <a:cubicBezTo>
                  <a:pt x="857075" y="13884"/>
                  <a:pt x="851677" y="13150"/>
                  <a:pt x="843965" y="13150"/>
                </a:cubicBezTo>
                <a:lnTo>
                  <a:pt x="831667" y="13150"/>
                </a:lnTo>
                <a:lnTo>
                  <a:pt x="831667" y="140515"/>
                </a:lnTo>
                <a:cubicBezTo>
                  <a:pt x="831667" y="149001"/>
                  <a:pt x="832134" y="154305"/>
                  <a:pt x="833067" y="156428"/>
                </a:cubicBezTo>
                <a:cubicBezTo>
                  <a:pt x="834001" y="158549"/>
                  <a:pt x="835827" y="160405"/>
                  <a:pt x="838547" y="161995"/>
                </a:cubicBezTo>
                <a:cubicBezTo>
                  <a:pt x="841266" y="163586"/>
                  <a:pt x="844980" y="164381"/>
                  <a:pt x="849688" y="164381"/>
                </a:cubicBezTo>
                <a:lnTo>
                  <a:pt x="855167" y="164381"/>
                </a:lnTo>
                <a:lnTo>
                  <a:pt x="855167" y="168764"/>
                </a:lnTo>
                <a:lnTo>
                  <a:pt x="768715" y="168764"/>
                </a:lnTo>
                <a:lnTo>
                  <a:pt x="768715" y="164381"/>
                </a:lnTo>
                <a:lnTo>
                  <a:pt x="774194" y="164381"/>
                </a:lnTo>
                <a:cubicBezTo>
                  <a:pt x="778984" y="164381"/>
                  <a:pt x="782840" y="163525"/>
                  <a:pt x="785762" y="161812"/>
                </a:cubicBezTo>
                <a:cubicBezTo>
                  <a:pt x="787873" y="160668"/>
                  <a:pt x="789537" y="158710"/>
                  <a:pt x="790754" y="155937"/>
                </a:cubicBezTo>
                <a:cubicBezTo>
                  <a:pt x="791647" y="153979"/>
                  <a:pt x="792094" y="148838"/>
                  <a:pt x="792094" y="140515"/>
                </a:cubicBezTo>
                <a:lnTo>
                  <a:pt x="792094" y="13150"/>
                </a:lnTo>
                <a:lnTo>
                  <a:pt x="780161" y="13150"/>
                </a:lnTo>
                <a:cubicBezTo>
                  <a:pt x="769040" y="13150"/>
                  <a:pt x="760963" y="15512"/>
                  <a:pt x="755930" y="20236"/>
                </a:cubicBezTo>
                <a:cubicBezTo>
                  <a:pt x="748868" y="26834"/>
                  <a:pt x="744403" y="36242"/>
                  <a:pt x="742536" y="48462"/>
                </a:cubicBezTo>
                <a:lnTo>
                  <a:pt x="737909" y="48462"/>
                </a:lnTo>
                <a:lnTo>
                  <a:pt x="737909" y="3653"/>
                </a:lnTo>
                <a:lnTo>
                  <a:pt x="886217" y="3653"/>
                </a:lnTo>
                <a:close/>
                <a:moveTo>
                  <a:pt x="932671" y="54794"/>
                </a:moveTo>
                <a:lnTo>
                  <a:pt x="932671" y="80608"/>
                </a:lnTo>
                <a:cubicBezTo>
                  <a:pt x="940220" y="68837"/>
                  <a:pt x="946836" y="61024"/>
                  <a:pt x="952518" y="57168"/>
                </a:cubicBezTo>
                <a:cubicBezTo>
                  <a:pt x="958201" y="53312"/>
                  <a:pt x="963680" y="51384"/>
                  <a:pt x="968956" y="51384"/>
                </a:cubicBezTo>
                <a:cubicBezTo>
                  <a:pt x="973502" y="51384"/>
                  <a:pt x="977135" y="52790"/>
                  <a:pt x="979854" y="55600"/>
                </a:cubicBezTo>
                <a:cubicBezTo>
                  <a:pt x="982574" y="58411"/>
                  <a:pt x="983933" y="62382"/>
                  <a:pt x="983933" y="67514"/>
                </a:cubicBezTo>
                <a:cubicBezTo>
                  <a:pt x="983933" y="72973"/>
                  <a:pt x="982614" y="77211"/>
                  <a:pt x="979976" y="80227"/>
                </a:cubicBezTo>
                <a:cubicBezTo>
                  <a:pt x="977338" y="83241"/>
                  <a:pt x="974152" y="84748"/>
                  <a:pt x="970418" y="84748"/>
                </a:cubicBezTo>
                <a:cubicBezTo>
                  <a:pt x="966115" y="84748"/>
                  <a:pt x="962381" y="83368"/>
                  <a:pt x="959215" y="80608"/>
                </a:cubicBezTo>
                <a:cubicBezTo>
                  <a:pt x="956050" y="77848"/>
                  <a:pt x="954182" y="76305"/>
                  <a:pt x="953614" y="75981"/>
                </a:cubicBezTo>
                <a:cubicBezTo>
                  <a:pt x="952802" y="75493"/>
                  <a:pt x="951869" y="75250"/>
                  <a:pt x="950814" y="75250"/>
                </a:cubicBezTo>
                <a:cubicBezTo>
                  <a:pt x="948460" y="75250"/>
                  <a:pt x="946227" y="76143"/>
                  <a:pt x="944117" y="77929"/>
                </a:cubicBezTo>
                <a:cubicBezTo>
                  <a:pt x="940788" y="80689"/>
                  <a:pt x="938272" y="84626"/>
                  <a:pt x="936567" y="89740"/>
                </a:cubicBezTo>
                <a:cubicBezTo>
                  <a:pt x="933970" y="97614"/>
                  <a:pt x="932671" y="106300"/>
                  <a:pt x="932671" y="115797"/>
                </a:cubicBezTo>
                <a:lnTo>
                  <a:pt x="932671" y="141976"/>
                </a:lnTo>
                <a:lnTo>
                  <a:pt x="932793" y="148795"/>
                </a:lnTo>
                <a:cubicBezTo>
                  <a:pt x="932793" y="153422"/>
                  <a:pt x="933077" y="156385"/>
                  <a:pt x="933645" y="157684"/>
                </a:cubicBezTo>
                <a:cubicBezTo>
                  <a:pt x="934619" y="159876"/>
                  <a:pt x="936060" y="161479"/>
                  <a:pt x="937968" y="162494"/>
                </a:cubicBezTo>
                <a:cubicBezTo>
                  <a:pt x="939875" y="163508"/>
                  <a:pt x="943102" y="164137"/>
                  <a:pt x="947648" y="164381"/>
                </a:cubicBezTo>
                <a:lnTo>
                  <a:pt x="947648" y="168764"/>
                </a:lnTo>
                <a:lnTo>
                  <a:pt x="886157" y="168764"/>
                </a:lnTo>
                <a:lnTo>
                  <a:pt x="886157" y="164381"/>
                </a:lnTo>
                <a:cubicBezTo>
                  <a:pt x="891109" y="163975"/>
                  <a:pt x="894457" y="162615"/>
                  <a:pt x="896203" y="160302"/>
                </a:cubicBezTo>
                <a:cubicBezTo>
                  <a:pt x="897948" y="157988"/>
                  <a:pt x="898821" y="151880"/>
                  <a:pt x="898821" y="141976"/>
                </a:cubicBezTo>
                <a:lnTo>
                  <a:pt x="898821" y="78903"/>
                </a:lnTo>
                <a:cubicBezTo>
                  <a:pt x="898821" y="72368"/>
                  <a:pt x="898496" y="68203"/>
                  <a:pt x="897846" y="66407"/>
                </a:cubicBezTo>
                <a:cubicBezTo>
                  <a:pt x="897035" y="64119"/>
                  <a:pt x="895858" y="62444"/>
                  <a:pt x="894315" y="61384"/>
                </a:cubicBezTo>
                <a:cubicBezTo>
                  <a:pt x="892773" y="60321"/>
                  <a:pt x="890054" y="59586"/>
                  <a:pt x="886157" y="59177"/>
                </a:cubicBezTo>
                <a:lnTo>
                  <a:pt x="886157" y="54794"/>
                </a:lnTo>
                <a:lnTo>
                  <a:pt x="932671" y="54794"/>
                </a:lnTo>
                <a:close/>
                <a:moveTo>
                  <a:pt x="1058978" y="151961"/>
                </a:moveTo>
                <a:cubicBezTo>
                  <a:pt x="1045097" y="164300"/>
                  <a:pt x="1032636" y="170469"/>
                  <a:pt x="1021596" y="170469"/>
                </a:cubicBezTo>
                <a:cubicBezTo>
                  <a:pt x="1015102" y="170469"/>
                  <a:pt x="1009704" y="168332"/>
                  <a:pt x="1005402" y="164058"/>
                </a:cubicBezTo>
                <a:cubicBezTo>
                  <a:pt x="1001099" y="159781"/>
                  <a:pt x="998948" y="154426"/>
                  <a:pt x="998948" y="147992"/>
                </a:cubicBezTo>
                <a:cubicBezTo>
                  <a:pt x="998948" y="139276"/>
                  <a:pt x="1002682" y="131436"/>
                  <a:pt x="1010150" y="124473"/>
                </a:cubicBezTo>
                <a:cubicBezTo>
                  <a:pt x="1017619" y="117510"/>
                  <a:pt x="1033894" y="108245"/>
                  <a:pt x="1058978" y="96680"/>
                </a:cubicBezTo>
                <a:lnTo>
                  <a:pt x="1058978" y="85235"/>
                </a:lnTo>
                <a:cubicBezTo>
                  <a:pt x="1058978" y="76630"/>
                  <a:pt x="1058511" y="71211"/>
                  <a:pt x="1057577" y="68979"/>
                </a:cubicBezTo>
                <a:cubicBezTo>
                  <a:pt x="1056644" y="66747"/>
                  <a:pt x="1054878" y="64799"/>
                  <a:pt x="1052281" y="63134"/>
                </a:cubicBezTo>
                <a:cubicBezTo>
                  <a:pt x="1049683" y="61470"/>
                  <a:pt x="1046761" y="60638"/>
                  <a:pt x="1043514" y="60638"/>
                </a:cubicBezTo>
                <a:cubicBezTo>
                  <a:pt x="1038237" y="60638"/>
                  <a:pt x="1033894" y="61815"/>
                  <a:pt x="1030485" y="64169"/>
                </a:cubicBezTo>
                <a:cubicBezTo>
                  <a:pt x="1028374" y="65631"/>
                  <a:pt x="1027319" y="67335"/>
                  <a:pt x="1027319" y="69284"/>
                </a:cubicBezTo>
                <a:cubicBezTo>
                  <a:pt x="1027319" y="70988"/>
                  <a:pt x="1028456" y="73099"/>
                  <a:pt x="1030728" y="75615"/>
                </a:cubicBezTo>
                <a:cubicBezTo>
                  <a:pt x="1033813" y="79106"/>
                  <a:pt x="1035355" y="82475"/>
                  <a:pt x="1035355" y="85722"/>
                </a:cubicBezTo>
                <a:cubicBezTo>
                  <a:pt x="1035355" y="89699"/>
                  <a:pt x="1033874" y="93088"/>
                  <a:pt x="1030911" y="95889"/>
                </a:cubicBezTo>
                <a:cubicBezTo>
                  <a:pt x="1027948" y="98689"/>
                  <a:pt x="1024072" y="100090"/>
                  <a:pt x="1019283" y="100090"/>
                </a:cubicBezTo>
                <a:cubicBezTo>
                  <a:pt x="1014169" y="100090"/>
                  <a:pt x="1009887" y="98547"/>
                  <a:pt x="1006437" y="95463"/>
                </a:cubicBezTo>
                <a:cubicBezTo>
                  <a:pt x="1002987" y="92378"/>
                  <a:pt x="1001262" y="88766"/>
                  <a:pt x="1001262" y="84626"/>
                </a:cubicBezTo>
                <a:cubicBezTo>
                  <a:pt x="1001262" y="78781"/>
                  <a:pt x="1003575" y="73200"/>
                  <a:pt x="1008202" y="67883"/>
                </a:cubicBezTo>
                <a:cubicBezTo>
                  <a:pt x="1012829" y="62566"/>
                  <a:pt x="1019283" y="58487"/>
                  <a:pt x="1027563" y="55646"/>
                </a:cubicBezTo>
                <a:cubicBezTo>
                  <a:pt x="1035843" y="52805"/>
                  <a:pt x="1044447" y="51384"/>
                  <a:pt x="1053376" y="51384"/>
                </a:cubicBezTo>
                <a:cubicBezTo>
                  <a:pt x="1064173" y="51384"/>
                  <a:pt x="1072717" y="53684"/>
                  <a:pt x="1079008" y="58283"/>
                </a:cubicBezTo>
                <a:cubicBezTo>
                  <a:pt x="1085299" y="62880"/>
                  <a:pt x="1089378" y="67863"/>
                  <a:pt x="1091245" y="73233"/>
                </a:cubicBezTo>
                <a:cubicBezTo>
                  <a:pt x="1092381" y="76650"/>
                  <a:pt x="1092950" y="84501"/>
                  <a:pt x="1092950" y="96787"/>
                </a:cubicBezTo>
                <a:lnTo>
                  <a:pt x="1092950" y="141090"/>
                </a:lnTo>
                <a:cubicBezTo>
                  <a:pt x="1092950" y="146298"/>
                  <a:pt x="1093153" y="149574"/>
                  <a:pt x="1093558" y="150918"/>
                </a:cubicBezTo>
                <a:cubicBezTo>
                  <a:pt x="1093964" y="152260"/>
                  <a:pt x="1094573" y="153257"/>
                  <a:pt x="1095385" y="153909"/>
                </a:cubicBezTo>
                <a:cubicBezTo>
                  <a:pt x="1096197" y="154559"/>
                  <a:pt x="1097130" y="154883"/>
                  <a:pt x="1098186" y="154883"/>
                </a:cubicBezTo>
                <a:cubicBezTo>
                  <a:pt x="1100296" y="154883"/>
                  <a:pt x="1102447" y="153382"/>
                  <a:pt x="1104639" y="150378"/>
                </a:cubicBezTo>
                <a:lnTo>
                  <a:pt x="1108292" y="153300"/>
                </a:lnTo>
                <a:cubicBezTo>
                  <a:pt x="1104233" y="159307"/>
                  <a:pt x="1100032" y="163671"/>
                  <a:pt x="1095689" y="166390"/>
                </a:cubicBezTo>
                <a:cubicBezTo>
                  <a:pt x="1091346" y="169109"/>
                  <a:pt x="1086415" y="170469"/>
                  <a:pt x="1080895" y="170469"/>
                </a:cubicBezTo>
                <a:cubicBezTo>
                  <a:pt x="1074401" y="170469"/>
                  <a:pt x="1069328" y="168937"/>
                  <a:pt x="1065675" y="165873"/>
                </a:cubicBezTo>
                <a:cubicBezTo>
                  <a:pt x="1062022" y="162808"/>
                  <a:pt x="1059789" y="158171"/>
                  <a:pt x="1058978" y="151961"/>
                </a:cubicBezTo>
                <a:moveTo>
                  <a:pt x="1058978" y="142951"/>
                </a:moveTo>
                <a:lnTo>
                  <a:pt x="1058978" y="104861"/>
                </a:lnTo>
                <a:cubicBezTo>
                  <a:pt x="1049155" y="110653"/>
                  <a:pt x="1041850" y="116853"/>
                  <a:pt x="1037060" y="123461"/>
                </a:cubicBezTo>
                <a:cubicBezTo>
                  <a:pt x="1033894" y="127865"/>
                  <a:pt x="1032311" y="132310"/>
                  <a:pt x="1032311" y="136798"/>
                </a:cubicBezTo>
                <a:cubicBezTo>
                  <a:pt x="1032311" y="140550"/>
                  <a:pt x="1033651" y="143854"/>
                  <a:pt x="1036330" y="146710"/>
                </a:cubicBezTo>
                <a:cubicBezTo>
                  <a:pt x="1038359" y="148912"/>
                  <a:pt x="1041200" y="150013"/>
                  <a:pt x="1044853" y="150013"/>
                </a:cubicBezTo>
                <a:cubicBezTo>
                  <a:pt x="1048912" y="150013"/>
                  <a:pt x="1053620" y="147659"/>
                  <a:pt x="1058978" y="142951"/>
                </a:cubicBezTo>
                <a:close/>
                <a:moveTo>
                  <a:pt x="1214662" y="139324"/>
                </a:moveTo>
                <a:lnTo>
                  <a:pt x="1218436" y="142243"/>
                </a:lnTo>
                <a:cubicBezTo>
                  <a:pt x="1213079" y="152342"/>
                  <a:pt x="1206402" y="159855"/>
                  <a:pt x="1198406" y="164784"/>
                </a:cubicBezTo>
                <a:cubicBezTo>
                  <a:pt x="1190411" y="169711"/>
                  <a:pt x="1181907" y="172174"/>
                  <a:pt x="1172897" y="172174"/>
                </a:cubicBezTo>
                <a:cubicBezTo>
                  <a:pt x="1157717" y="172174"/>
                  <a:pt x="1145581" y="166446"/>
                  <a:pt x="1136490" y="154990"/>
                </a:cubicBezTo>
                <a:cubicBezTo>
                  <a:pt x="1127398" y="143531"/>
                  <a:pt x="1122852" y="129758"/>
                  <a:pt x="1122852" y="113670"/>
                </a:cubicBezTo>
                <a:cubicBezTo>
                  <a:pt x="1122852" y="98148"/>
                  <a:pt x="1126992" y="84496"/>
                  <a:pt x="1135272" y="72716"/>
                </a:cubicBezTo>
                <a:cubicBezTo>
                  <a:pt x="1145257" y="58495"/>
                  <a:pt x="1159016" y="51384"/>
                  <a:pt x="1176550" y="51384"/>
                </a:cubicBezTo>
                <a:cubicBezTo>
                  <a:pt x="1188320" y="51384"/>
                  <a:pt x="1197676" y="54356"/>
                  <a:pt x="1204616" y="60300"/>
                </a:cubicBezTo>
                <a:cubicBezTo>
                  <a:pt x="1211557" y="66241"/>
                  <a:pt x="1215027" y="72874"/>
                  <a:pt x="1215027" y="80200"/>
                </a:cubicBezTo>
                <a:cubicBezTo>
                  <a:pt x="1215027" y="84840"/>
                  <a:pt x="1213627" y="88544"/>
                  <a:pt x="1210826" y="91311"/>
                </a:cubicBezTo>
                <a:cubicBezTo>
                  <a:pt x="1208026" y="94079"/>
                  <a:pt x="1204352" y="95463"/>
                  <a:pt x="1199807" y="95463"/>
                </a:cubicBezTo>
                <a:cubicBezTo>
                  <a:pt x="1195017" y="95463"/>
                  <a:pt x="1191060" y="93875"/>
                  <a:pt x="1187935" y="90699"/>
                </a:cubicBezTo>
                <a:cubicBezTo>
                  <a:pt x="1184809" y="87520"/>
                  <a:pt x="1182881" y="81858"/>
                  <a:pt x="1182151" y="73713"/>
                </a:cubicBezTo>
                <a:cubicBezTo>
                  <a:pt x="1181664" y="68581"/>
                  <a:pt x="1180487" y="64996"/>
                  <a:pt x="1178620" y="62959"/>
                </a:cubicBezTo>
                <a:cubicBezTo>
                  <a:pt x="1176753" y="60925"/>
                  <a:pt x="1174561" y="59908"/>
                  <a:pt x="1172045" y="59908"/>
                </a:cubicBezTo>
                <a:cubicBezTo>
                  <a:pt x="1168148" y="59908"/>
                  <a:pt x="1164820" y="61978"/>
                  <a:pt x="1162060" y="66118"/>
                </a:cubicBezTo>
                <a:cubicBezTo>
                  <a:pt x="1157839" y="72368"/>
                  <a:pt x="1155728" y="81947"/>
                  <a:pt x="1155728" y="94854"/>
                </a:cubicBezTo>
                <a:cubicBezTo>
                  <a:pt x="1155728" y="105569"/>
                  <a:pt x="1157433" y="115818"/>
                  <a:pt x="1160842" y="125599"/>
                </a:cubicBezTo>
                <a:cubicBezTo>
                  <a:pt x="1164252" y="135381"/>
                  <a:pt x="1168919" y="142666"/>
                  <a:pt x="1174845" y="147456"/>
                </a:cubicBezTo>
                <a:cubicBezTo>
                  <a:pt x="1179310" y="150946"/>
                  <a:pt x="1184586" y="152692"/>
                  <a:pt x="1190674" y="152692"/>
                </a:cubicBezTo>
                <a:cubicBezTo>
                  <a:pt x="1194652" y="152692"/>
                  <a:pt x="1198427" y="151761"/>
                  <a:pt x="1201998" y="149899"/>
                </a:cubicBezTo>
                <a:cubicBezTo>
                  <a:pt x="1205570" y="148034"/>
                  <a:pt x="1209791" y="144509"/>
                  <a:pt x="1214662" y="139324"/>
                </a:cubicBezTo>
                <a:close/>
                <a:moveTo>
                  <a:pt x="1278748" y="3653"/>
                </a:moveTo>
                <a:lnTo>
                  <a:pt x="1278748" y="112357"/>
                </a:lnTo>
                <a:lnTo>
                  <a:pt x="1305170" y="86380"/>
                </a:lnTo>
                <a:cubicBezTo>
                  <a:pt x="1310609" y="81088"/>
                  <a:pt x="1313998" y="77249"/>
                  <a:pt x="1315338" y="74862"/>
                </a:cubicBezTo>
                <a:cubicBezTo>
                  <a:pt x="1316677" y="72475"/>
                  <a:pt x="1317347" y="70169"/>
                  <a:pt x="1317347" y="67944"/>
                </a:cubicBezTo>
                <a:cubicBezTo>
                  <a:pt x="1317347" y="65722"/>
                  <a:pt x="1316454" y="63870"/>
                  <a:pt x="1314668" y="62389"/>
                </a:cubicBezTo>
                <a:cubicBezTo>
                  <a:pt x="1312882" y="60907"/>
                  <a:pt x="1309391" y="59837"/>
                  <a:pt x="1304196" y="59177"/>
                </a:cubicBezTo>
                <a:lnTo>
                  <a:pt x="1304196" y="54794"/>
                </a:lnTo>
                <a:lnTo>
                  <a:pt x="1355215" y="54794"/>
                </a:lnTo>
                <a:lnTo>
                  <a:pt x="1355215" y="59177"/>
                </a:lnTo>
                <a:cubicBezTo>
                  <a:pt x="1350345" y="59423"/>
                  <a:pt x="1346083" y="60593"/>
                  <a:pt x="1342430" y="62685"/>
                </a:cubicBezTo>
                <a:cubicBezTo>
                  <a:pt x="1338777" y="64778"/>
                  <a:pt x="1331634" y="71077"/>
                  <a:pt x="1321000" y="81582"/>
                </a:cubicBezTo>
                <a:lnTo>
                  <a:pt x="1308580" y="93861"/>
                </a:lnTo>
                <a:lnTo>
                  <a:pt x="1335368" y="132977"/>
                </a:lnTo>
                <a:cubicBezTo>
                  <a:pt x="1346164" y="148883"/>
                  <a:pt x="1352577" y="157808"/>
                  <a:pt x="1354606" y="159754"/>
                </a:cubicBezTo>
                <a:cubicBezTo>
                  <a:pt x="1357366" y="162514"/>
                  <a:pt x="1360857" y="164056"/>
                  <a:pt x="1365078" y="164381"/>
                </a:cubicBezTo>
                <a:lnTo>
                  <a:pt x="1365078" y="168764"/>
                </a:lnTo>
                <a:lnTo>
                  <a:pt x="1306266" y="168764"/>
                </a:lnTo>
                <a:lnTo>
                  <a:pt x="1306266" y="164381"/>
                </a:lnTo>
                <a:cubicBezTo>
                  <a:pt x="1308864" y="164381"/>
                  <a:pt x="1310751" y="163894"/>
                  <a:pt x="1311928" y="162920"/>
                </a:cubicBezTo>
                <a:cubicBezTo>
                  <a:pt x="1313105" y="161943"/>
                  <a:pt x="1313694" y="160887"/>
                  <a:pt x="1313694" y="159750"/>
                </a:cubicBezTo>
                <a:cubicBezTo>
                  <a:pt x="1313694" y="157881"/>
                  <a:pt x="1311989" y="154427"/>
                  <a:pt x="1308580" y="149389"/>
                </a:cubicBezTo>
                <a:lnTo>
                  <a:pt x="1286053" y="116357"/>
                </a:lnTo>
                <a:lnTo>
                  <a:pt x="1278748" y="123590"/>
                </a:lnTo>
                <a:lnTo>
                  <a:pt x="1278748" y="143925"/>
                </a:lnTo>
                <a:cubicBezTo>
                  <a:pt x="1278748" y="152664"/>
                  <a:pt x="1279559" y="158115"/>
                  <a:pt x="1281183" y="160279"/>
                </a:cubicBezTo>
                <a:cubicBezTo>
                  <a:pt x="1282806" y="162443"/>
                  <a:pt x="1286135" y="163810"/>
                  <a:pt x="1291167" y="164381"/>
                </a:cubicBezTo>
                <a:lnTo>
                  <a:pt x="1291167" y="168764"/>
                </a:lnTo>
                <a:lnTo>
                  <a:pt x="1232356" y="168764"/>
                </a:lnTo>
                <a:lnTo>
                  <a:pt x="1232356" y="164381"/>
                </a:lnTo>
                <a:cubicBezTo>
                  <a:pt x="1237145" y="163891"/>
                  <a:pt x="1240554" y="162340"/>
                  <a:pt x="1242584" y="159727"/>
                </a:cubicBezTo>
                <a:cubicBezTo>
                  <a:pt x="1243964" y="157931"/>
                  <a:pt x="1244654" y="152664"/>
                  <a:pt x="1244654" y="143925"/>
                </a:cubicBezTo>
                <a:lnTo>
                  <a:pt x="1244654" y="28493"/>
                </a:lnTo>
                <a:cubicBezTo>
                  <a:pt x="1244654" y="19784"/>
                  <a:pt x="1243862" y="14362"/>
                  <a:pt x="1242279" y="12226"/>
                </a:cubicBezTo>
                <a:cubicBezTo>
                  <a:pt x="1240696" y="10090"/>
                  <a:pt x="1237389" y="8693"/>
                  <a:pt x="1232356" y="8036"/>
                </a:cubicBezTo>
                <a:lnTo>
                  <a:pt x="1232356" y="3653"/>
                </a:lnTo>
                <a:lnTo>
                  <a:pt x="1278748" y="3653"/>
                </a:lnTo>
                <a:close/>
                <a:moveTo>
                  <a:pt x="1465770" y="107639"/>
                </a:moveTo>
                <a:lnTo>
                  <a:pt x="1403305" y="107639"/>
                </a:lnTo>
                <a:cubicBezTo>
                  <a:pt x="1404035" y="122778"/>
                  <a:pt x="1408054" y="134743"/>
                  <a:pt x="1415359" y="143533"/>
                </a:cubicBezTo>
                <a:cubicBezTo>
                  <a:pt x="1420961" y="150288"/>
                  <a:pt x="1427698" y="153666"/>
                  <a:pt x="1435572" y="153666"/>
                </a:cubicBezTo>
                <a:cubicBezTo>
                  <a:pt x="1440443" y="153666"/>
                  <a:pt x="1444867" y="152306"/>
                  <a:pt x="1448844" y="149587"/>
                </a:cubicBezTo>
                <a:cubicBezTo>
                  <a:pt x="1452822" y="146867"/>
                  <a:pt x="1457084" y="141976"/>
                  <a:pt x="1461630" y="134914"/>
                </a:cubicBezTo>
                <a:lnTo>
                  <a:pt x="1465770" y="137593"/>
                </a:lnTo>
                <a:cubicBezTo>
                  <a:pt x="1459600" y="150175"/>
                  <a:pt x="1452781" y="159084"/>
                  <a:pt x="1445313" y="164320"/>
                </a:cubicBezTo>
                <a:cubicBezTo>
                  <a:pt x="1437845" y="169556"/>
                  <a:pt x="1429200" y="172174"/>
                  <a:pt x="1419378" y="172174"/>
                </a:cubicBezTo>
                <a:cubicBezTo>
                  <a:pt x="1402493" y="172174"/>
                  <a:pt x="1389708" y="165673"/>
                  <a:pt x="1381022" y="152673"/>
                </a:cubicBezTo>
                <a:cubicBezTo>
                  <a:pt x="1374041" y="142191"/>
                  <a:pt x="1370550" y="129190"/>
                  <a:pt x="1370550" y="113670"/>
                </a:cubicBezTo>
                <a:cubicBezTo>
                  <a:pt x="1370550" y="94655"/>
                  <a:pt x="1375685" y="79521"/>
                  <a:pt x="1385954" y="68268"/>
                </a:cubicBezTo>
                <a:cubicBezTo>
                  <a:pt x="1396222" y="57012"/>
                  <a:pt x="1408257" y="51384"/>
                  <a:pt x="1422056" y="51384"/>
                </a:cubicBezTo>
                <a:cubicBezTo>
                  <a:pt x="1433583" y="51384"/>
                  <a:pt x="1443588" y="56113"/>
                  <a:pt x="1452071" y="65570"/>
                </a:cubicBezTo>
                <a:cubicBezTo>
                  <a:pt x="1460554" y="75027"/>
                  <a:pt x="1465120" y="89050"/>
                  <a:pt x="1465770" y="107639"/>
                </a:cubicBezTo>
                <a:moveTo>
                  <a:pt x="1435816" y="99603"/>
                </a:moveTo>
                <a:cubicBezTo>
                  <a:pt x="1435816" y="86533"/>
                  <a:pt x="1435105" y="77563"/>
                  <a:pt x="1433685" y="72693"/>
                </a:cubicBezTo>
                <a:cubicBezTo>
                  <a:pt x="1432264" y="67822"/>
                  <a:pt x="1430052" y="64129"/>
                  <a:pt x="1427049" y="61612"/>
                </a:cubicBezTo>
                <a:cubicBezTo>
                  <a:pt x="1425344" y="60151"/>
                  <a:pt x="1423071" y="59421"/>
                  <a:pt x="1420230" y="59421"/>
                </a:cubicBezTo>
                <a:cubicBezTo>
                  <a:pt x="1416009" y="59421"/>
                  <a:pt x="1412559" y="61491"/>
                  <a:pt x="1409880" y="65631"/>
                </a:cubicBezTo>
                <a:cubicBezTo>
                  <a:pt x="1405091" y="72855"/>
                  <a:pt x="1402696" y="82759"/>
                  <a:pt x="1402696" y="95341"/>
                </a:cubicBezTo>
                <a:lnTo>
                  <a:pt x="1402696" y="99603"/>
                </a:lnTo>
                <a:lnTo>
                  <a:pt x="1435816" y="99603"/>
                </a:lnTo>
                <a:close/>
                <a:moveTo>
                  <a:pt x="1576491" y="107639"/>
                </a:moveTo>
                <a:lnTo>
                  <a:pt x="1514026" y="107639"/>
                </a:lnTo>
                <a:cubicBezTo>
                  <a:pt x="1514756" y="122778"/>
                  <a:pt x="1518775" y="134743"/>
                  <a:pt x="1526080" y="143533"/>
                </a:cubicBezTo>
                <a:cubicBezTo>
                  <a:pt x="1531682" y="150288"/>
                  <a:pt x="1538419" y="153666"/>
                  <a:pt x="1546293" y="153666"/>
                </a:cubicBezTo>
                <a:cubicBezTo>
                  <a:pt x="1551164" y="153666"/>
                  <a:pt x="1555588" y="152306"/>
                  <a:pt x="1559565" y="149587"/>
                </a:cubicBezTo>
                <a:cubicBezTo>
                  <a:pt x="1563543" y="146867"/>
                  <a:pt x="1567805" y="141976"/>
                  <a:pt x="1572351" y="134914"/>
                </a:cubicBezTo>
                <a:lnTo>
                  <a:pt x="1576491" y="137593"/>
                </a:lnTo>
                <a:cubicBezTo>
                  <a:pt x="1570321" y="150175"/>
                  <a:pt x="1563502" y="159084"/>
                  <a:pt x="1556034" y="164320"/>
                </a:cubicBezTo>
                <a:cubicBezTo>
                  <a:pt x="1548566" y="169556"/>
                  <a:pt x="1539921" y="172174"/>
                  <a:pt x="1530099" y="172174"/>
                </a:cubicBezTo>
                <a:cubicBezTo>
                  <a:pt x="1513214" y="172174"/>
                  <a:pt x="1500429" y="165673"/>
                  <a:pt x="1491743" y="152673"/>
                </a:cubicBezTo>
                <a:cubicBezTo>
                  <a:pt x="1484762" y="142191"/>
                  <a:pt x="1481271" y="129190"/>
                  <a:pt x="1481271" y="113670"/>
                </a:cubicBezTo>
                <a:cubicBezTo>
                  <a:pt x="1481271" y="94655"/>
                  <a:pt x="1486406" y="79521"/>
                  <a:pt x="1496674" y="68268"/>
                </a:cubicBezTo>
                <a:cubicBezTo>
                  <a:pt x="1506943" y="57012"/>
                  <a:pt x="1518978" y="51384"/>
                  <a:pt x="1532777" y="51384"/>
                </a:cubicBezTo>
                <a:cubicBezTo>
                  <a:pt x="1544304" y="51384"/>
                  <a:pt x="1554309" y="56113"/>
                  <a:pt x="1562792" y="65570"/>
                </a:cubicBezTo>
                <a:cubicBezTo>
                  <a:pt x="1571275" y="75027"/>
                  <a:pt x="1575841" y="89050"/>
                  <a:pt x="1576491" y="107639"/>
                </a:cubicBezTo>
                <a:moveTo>
                  <a:pt x="1546537" y="99603"/>
                </a:moveTo>
                <a:cubicBezTo>
                  <a:pt x="1546537" y="86533"/>
                  <a:pt x="1545826" y="77563"/>
                  <a:pt x="1544406" y="72693"/>
                </a:cubicBezTo>
                <a:cubicBezTo>
                  <a:pt x="1542985" y="67822"/>
                  <a:pt x="1540773" y="64129"/>
                  <a:pt x="1537770" y="61612"/>
                </a:cubicBezTo>
                <a:cubicBezTo>
                  <a:pt x="1536065" y="60151"/>
                  <a:pt x="1533792" y="59421"/>
                  <a:pt x="1530951" y="59421"/>
                </a:cubicBezTo>
                <a:cubicBezTo>
                  <a:pt x="1526730" y="59421"/>
                  <a:pt x="1523280" y="61491"/>
                  <a:pt x="1520601" y="65631"/>
                </a:cubicBezTo>
                <a:cubicBezTo>
                  <a:pt x="1515812" y="72855"/>
                  <a:pt x="1513417" y="82759"/>
                  <a:pt x="1513417" y="95341"/>
                </a:cubicBezTo>
                <a:lnTo>
                  <a:pt x="1513417" y="99603"/>
                </a:lnTo>
                <a:lnTo>
                  <a:pt x="1546537" y="99603"/>
                </a:lnTo>
                <a:close/>
                <a:moveTo>
                  <a:pt x="1740902" y="164381"/>
                </a:moveTo>
                <a:lnTo>
                  <a:pt x="1740902" y="168764"/>
                </a:lnTo>
                <a:lnTo>
                  <a:pt x="1654571" y="168764"/>
                </a:lnTo>
                <a:lnTo>
                  <a:pt x="1654571" y="164381"/>
                </a:lnTo>
                <a:lnTo>
                  <a:pt x="1660051" y="164381"/>
                </a:lnTo>
                <a:cubicBezTo>
                  <a:pt x="1664840" y="164381"/>
                  <a:pt x="1668696" y="163525"/>
                  <a:pt x="1671618" y="161812"/>
                </a:cubicBezTo>
                <a:cubicBezTo>
                  <a:pt x="1673729" y="160668"/>
                  <a:pt x="1675352" y="158710"/>
                  <a:pt x="1676489" y="155937"/>
                </a:cubicBezTo>
                <a:cubicBezTo>
                  <a:pt x="1677382" y="153979"/>
                  <a:pt x="1677828" y="148838"/>
                  <a:pt x="1677828" y="140515"/>
                </a:cubicBezTo>
                <a:lnTo>
                  <a:pt x="1677828" y="31902"/>
                </a:lnTo>
                <a:cubicBezTo>
                  <a:pt x="1677828" y="23417"/>
                  <a:pt x="1677382" y="18114"/>
                  <a:pt x="1676489" y="15993"/>
                </a:cubicBezTo>
                <a:cubicBezTo>
                  <a:pt x="1675596" y="13870"/>
                  <a:pt x="1673790" y="12013"/>
                  <a:pt x="1671070" y="10422"/>
                </a:cubicBezTo>
                <a:cubicBezTo>
                  <a:pt x="1668351" y="8832"/>
                  <a:pt x="1664678" y="8036"/>
                  <a:pt x="1660051" y="8036"/>
                </a:cubicBezTo>
                <a:lnTo>
                  <a:pt x="1654571" y="8036"/>
                </a:lnTo>
                <a:lnTo>
                  <a:pt x="1654571" y="3653"/>
                </a:lnTo>
                <a:lnTo>
                  <a:pt x="1740902" y="3653"/>
                </a:lnTo>
                <a:lnTo>
                  <a:pt x="1740902" y="8036"/>
                </a:lnTo>
                <a:lnTo>
                  <a:pt x="1735423" y="8036"/>
                </a:lnTo>
                <a:cubicBezTo>
                  <a:pt x="1730633" y="8036"/>
                  <a:pt x="1726777" y="8893"/>
                  <a:pt x="1723855" y="10605"/>
                </a:cubicBezTo>
                <a:cubicBezTo>
                  <a:pt x="1721744" y="11749"/>
                  <a:pt x="1720080" y="13707"/>
                  <a:pt x="1718863" y="16480"/>
                </a:cubicBezTo>
                <a:cubicBezTo>
                  <a:pt x="1717970" y="18438"/>
                  <a:pt x="1717523" y="23579"/>
                  <a:pt x="1717523" y="31902"/>
                </a:cubicBezTo>
                <a:lnTo>
                  <a:pt x="1717523" y="140515"/>
                </a:lnTo>
                <a:cubicBezTo>
                  <a:pt x="1717523" y="149001"/>
                  <a:pt x="1717990" y="154305"/>
                  <a:pt x="1718924" y="156428"/>
                </a:cubicBezTo>
                <a:cubicBezTo>
                  <a:pt x="1719857" y="158549"/>
                  <a:pt x="1721684" y="160405"/>
                  <a:pt x="1724403" y="161995"/>
                </a:cubicBezTo>
                <a:cubicBezTo>
                  <a:pt x="1727122" y="163586"/>
                  <a:pt x="1730796" y="164381"/>
                  <a:pt x="1735423" y="164381"/>
                </a:cubicBezTo>
                <a:lnTo>
                  <a:pt x="1740902" y="164381"/>
                </a:lnTo>
                <a:close/>
                <a:moveTo>
                  <a:pt x="1802729" y="54794"/>
                </a:moveTo>
                <a:lnTo>
                  <a:pt x="1802729" y="69892"/>
                </a:lnTo>
                <a:cubicBezTo>
                  <a:pt x="1808979" y="63028"/>
                  <a:pt x="1814763" y="58227"/>
                  <a:pt x="1820080" y="55490"/>
                </a:cubicBezTo>
                <a:cubicBezTo>
                  <a:pt x="1825397" y="52753"/>
                  <a:pt x="1831221" y="51384"/>
                  <a:pt x="1837553" y="51384"/>
                </a:cubicBezTo>
                <a:cubicBezTo>
                  <a:pt x="1844859" y="51384"/>
                  <a:pt x="1850988" y="53099"/>
                  <a:pt x="1855939" y="56529"/>
                </a:cubicBezTo>
                <a:cubicBezTo>
                  <a:pt x="1860891" y="59958"/>
                  <a:pt x="1864706" y="65184"/>
                  <a:pt x="1867385" y="72206"/>
                </a:cubicBezTo>
                <a:cubicBezTo>
                  <a:pt x="1873879" y="64857"/>
                  <a:pt x="1880110" y="59550"/>
                  <a:pt x="1886076" y="56285"/>
                </a:cubicBezTo>
                <a:cubicBezTo>
                  <a:pt x="1892042" y="53018"/>
                  <a:pt x="1898273" y="51384"/>
                  <a:pt x="1904767" y="51384"/>
                </a:cubicBezTo>
                <a:cubicBezTo>
                  <a:pt x="1912641" y="51384"/>
                  <a:pt x="1918912" y="53193"/>
                  <a:pt x="1923579" y="56810"/>
                </a:cubicBezTo>
                <a:cubicBezTo>
                  <a:pt x="1928247" y="60428"/>
                  <a:pt x="1931494" y="65021"/>
                  <a:pt x="1933320" y="70589"/>
                </a:cubicBezTo>
                <a:cubicBezTo>
                  <a:pt x="1935147" y="76157"/>
                  <a:pt x="1936060" y="85037"/>
                  <a:pt x="1936060" y="97228"/>
                </a:cubicBezTo>
                <a:lnTo>
                  <a:pt x="1936060" y="143925"/>
                </a:lnTo>
                <a:cubicBezTo>
                  <a:pt x="1936060" y="152692"/>
                  <a:pt x="1936851" y="158130"/>
                  <a:pt x="1938434" y="160241"/>
                </a:cubicBezTo>
                <a:cubicBezTo>
                  <a:pt x="1940017" y="162352"/>
                  <a:pt x="1943325" y="163732"/>
                  <a:pt x="1948358" y="164381"/>
                </a:cubicBezTo>
                <a:lnTo>
                  <a:pt x="1948358" y="168764"/>
                </a:lnTo>
                <a:lnTo>
                  <a:pt x="1889546" y="168764"/>
                </a:lnTo>
                <a:lnTo>
                  <a:pt x="1889546" y="164381"/>
                </a:lnTo>
                <a:cubicBezTo>
                  <a:pt x="1894173" y="163975"/>
                  <a:pt x="1897583" y="162189"/>
                  <a:pt x="1899774" y="159023"/>
                </a:cubicBezTo>
                <a:cubicBezTo>
                  <a:pt x="1901236" y="156832"/>
                  <a:pt x="1901966" y="151799"/>
                  <a:pt x="1901966" y="143925"/>
                </a:cubicBezTo>
                <a:lnTo>
                  <a:pt x="1901966" y="94976"/>
                </a:lnTo>
                <a:cubicBezTo>
                  <a:pt x="1901966" y="84829"/>
                  <a:pt x="1901560" y="78375"/>
                  <a:pt x="1900749" y="75615"/>
                </a:cubicBezTo>
                <a:cubicBezTo>
                  <a:pt x="1899937" y="72855"/>
                  <a:pt x="1898658" y="70806"/>
                  <a:pt x="1896913" y="69466"/>
                </a:cubicBezTo>
                <a:cubicBezTo>
                  <a:pt x="1895168" y="68127"/>
                  <a:pt x="1893118" y="67457"/>
                  <a:pt x="1890764" y="67457"/>
                </a:cubicBezTo>
                <a:cubicBezTo>
                  <a:pt x="1887273" y="67457"/>
                  <a:pt x="1883742" y="68736"/>
                  <a:pt x="1880170" y="71293"/>
                </a:cubicBezTo>
                <a:cubicBezTo>
                  <a:pt x="1876599" y="73850"/>
                  <a:pt x="1872986" y="77685"/>
                  <a:pt x="1869333" y="82799"/>
                </a:cubicBezTo>
                <a:lnTo>
                  <a:pt x="1869333" y="143925"/>
                </a:lnTo>
                <a:cubicBezTo>
                  <a:pt x="1869333" y="152123"/>
                  <a:pt x="1870023" y="157278"/>
                  <a:pt x="1871403" y="159389"/>
                </a:cubicBezTo>
                <a:cubicBezTo>
                  <a:pt x="1873271" y="162392"/>
                  <a:pt x="1876842" y="164056"/>
                  <a:pt x="1882119" y="164381"/>
                </a:cubicBezTo>
                <a:lnTo>
                  <a:pt x="1882119" y="168764"/>
                </a:lnTo>
                <a:lnTo>
                  <a:pt x="1823185" y="168764"/>
                </a:lnTo>
                <a:lnTo>
                  <a:pt x="1823185" y="164381"/>
                </a:lnTo>
                <a:cubicBezTo>
                  <a:pt x="1826351" y="164219"/>
                  <a:pt x="1828847" y="163427"/>
                  <a:pt x="1830674" y="162007"/>
                </a:cubicBezTo>
                <a:cubicBezTo>
                  <a:pt x="1832500" y="160586"/>
                  <a:pt x="1833718" y="158881"/>
                  <a:pt x="1834326" y="156892"/>
                </a:cubicBezTo>
                <a:cubicBezTo>
                  <a:pt x="1834935" y="154904"/>
                  <a:pt x="1835240" y="150581"/>
                  <a:pt x="1835240" y="143925"/>
                </a:cubicBezTo>
                <a:lnTo>
                  <a:pt x="1835240" y="94900"/>
                </a:lnTo>
                <a:cubicBezTo>
                  <a:pt x="1835240" y="84572"/>
                  <a:pt x="1834834" y="78109"/>
                  <a:pt x="1834022" y="75509"/>
                </a:cubicBezTo>
                <a:cubicBezTo>
                  <a:pt x="1833210" y="72906"/>
                  <a:pt x="1831851" y="70873"/>
                  <a:pt x="1829943" y="69409"/>
                </a:cubicBezTo>
                <a:cubicBezTo>
                  <a:pt x="1828035" y="67945"/>
                  <a:pt x="1825986" y="67214"/>
                  <a:pt x="1823794" y="67214"/>
                </a:cubicBezTo>
                <a:cubicBezTo>
                  <a:pt x="1820547" y="67214"/>
                  <a:pt x="1817584" y="68072"/>
                  <a:pt x="1814905" y="69790"/>
                </a:cubicBezTo>
                <a:cubicBezTo>
                  <a:pt x="1811090" y="72326"/>
                  <a:pt x="1807031" y="76663"/>
                  <a:pt x="1802729" y="82799"/>
                </a:cubicBezTo>
                <a:lnTo>
                  <a:pt x="1802729" y="143925"/>
                </a:lnTo>
                <a:cubicBezTo>
                  <a:pt x="1802729" y="151961"/>
                  <a:pt x="1803520" y="157258"/>
                  <a:pt x="1805103" y="159815"/>
                </a:cubicBezTo>
                <a:cubicBezTo>
                  <a:pt x="1806686" y="162372"/>
                  <a:pt x="1809994" y="163894"/>
                  <a:pt x="1815027" y="164381"/>
                </a:cubicBezTo>
                <a:lnTo>
                  <a:pt x="1815027" y="168764"/>
                </a:lnTo>
                <a:lnTo>
                  <a:pt x="1756337" y="168764"/>
                </a:lnTo>
                <a:lnTo>
                  <a:pt x="1756337" y="164381"/>
                </a:lnTo>
                <a:cubicBezTo>
                  <a:pt x="1761126" y="163894"/>
                  <a:pt x="1764536" y="162352"/>
                  <a:pt x="1766565" y="159754"/>
                </a:cubicBezTo>
                <a:cubicBezTo>
                  <a:pt x="1767945" y="157968"/>
                  <a:pt x="1768635" y="152692"/>
                  <a:pt x="1768635" y="143925"/>
                </a:cubicBezTo>
                <a:lnTo>
                  <a:pt x="1768635" y="79633"/>
                </a:lnTo>
                <a:cubicBezTo>
                  <a:pt x="1768635" y="70925"/>
                  <a:pt x="1767843" y="65503"/>
                  <a:pt x="1766261" y="63367"/>
                </a:cubicBezTo>
                <a:cubicBezTo>
                  <a:pt x="1764678" y="61231"/>
                  <a:pt x="1761370" y="59834"/>
                  <a:pt x="1756337" y="59177"/>
                </a:cubicBezTo>
                <a:lnTo>
                  <a:pt x="1756337" y="54794"/>
                </a:lnTo>
                <a:lnTo>
                  <a:pt x="1802729" y="54794"/>
                </a:lnTo>
                <a:close/>
                <a:moveTo>
                  <a:pt x="2022676" y="151961"/>
                </a:moveTo>
                <a:cubicBezTo>
                  <a:pt x="2008795" y="164300"/>
                  <a:pt x="1996334" y="170469"/>
                  <a:pt x="1985294" y="170469"/>
                </a:cubicBezTo>
                <a:cubicBezTo>
                  <a:pt x="1978800" y="170469"/>
                  <a:pt x="1973402" y="168332"/>
                  <a:pt x="1969100" y="164058"/>
                </a:cubicBezTo>
                <a:cubicBezTo>
                  <a:pt x="1964797" y="159781"/>
                  <a:pt x="1962646" y="154426"/>
                  <a:pt x="1962646" y="147992"/>
                </a:cubicBezTo>
                <a:cubicBezTo>
                  <a:pt x="1962646" y="139276"/>
                  <a:pt x="1966380" y="131436"/>
                  <a:pt x="1973849" y="124473"/>
                </a:cubicBezTo>
                <a:cubicBezTo>
                  <a:pt x="1981317" y="117510"/>
                  <a:pt x="1997592" y="108245"/>
                  <a:pt x="2022676" y="96680"/>
                </a:cubicBezTo>
                <a:lnTo>
                  <a:pt x="2022676" y="85235"/>
                </a:lnTo>
                <a:cubicBezTo>
                  <a:pt x="2022676" y="76630"/>
                  <a:pt x="2022209" y="71211"/>
                  <a:pt x="2021275" y="68979"/>
                </a:cubicBezTo>
                <a:cubicBezTo>
                  <a:pt x="2020342" y="66747"/>
                  <a:pt x="2018576" y="64799"/>
                  <a:pt x="2015979" y="63134"/>
                </a:cubicBezTo>
                <a:cubicBezTo>
                  <a:pt x="2013381" y="61470"/>
                  <a:pt x="2010459" y="60638"/>
                  <a:pt x="2007212" y="60638"/>
                </a:cubicBezTo>
                <a:cubicBezTo>
                  <a:pt x="2001935" y="60638"/>
                  <a:pt x="1997592" y="61815"/>
                  <a:pt x="1994183" y="64169"/>
                </a:cubicBezTo>
                <a:cubicBezTo>
                  <a:pt x="1992073" y="65631"/>
                  <a:pt x="1991017" y="67335"/>
                  <a:pt x="1991017" y="69284"/>
                </a:cubicBezTo>
                <a:cubicBezTo>
                  <a:pt x="1991017" y="70988"/>
                  <a:pt x="1992154" y="73099"/>
                  <a:pt x="1994427" y="75615"/>
                </a:cubicBezTo>
                <a:cubicBezTo>
                  <a:pt x="1997511" y="79106"/>
                  <a:pt x="1999054" y="82475"/>
                  <a:pt x="1999054" y="85722"/>
                </a:cubicBezTo>
                <a:cubicBezTo>
                  <a:pt x="1999054" y="89699"/>
                  <a:pt x="1997572" y="93088"/>
                  <a:pt x="1994609" y="95889"/>
                </a:cubicBezTo>
                <a:cubicBezTo>
                  <a:pt x="1991646" y="98689"/>
                  <a:pt x="1987770" y="100090"/>
                  <a:pt x="1982981" y="100090"/>
                </a:cubicBezTo>
                <a:cubicBezTo>
                  <a:pt x="1977867" y="100090"/>
                  <a:pt x="1973585" y="98547"/>
                  <a:pt x="1970135" y="95463"/>
                </a:cubicBezTo>
                <a:cubicBezTo>
                  <a:pt x="1966685" y="92378"/>
                  <a:pt x="1964960" y="88766"/>
                  <a:pt x="1964960" y="84626"/>
                </a:cubicBezTo>
                <a:cubicBezTo>
                  <a:pt x="1964960" y="78781"/>
                  <a:pt x="1967273" y="73200"/>
                  <a:pt x="1971900" y="67883"/>
                </a:cubicBezTo>
                <a:cubicBezTo>
                  <a:pt x="1976527" y="62566"/>
                  <a:pt x="1982981" y="58487"/>
                  <a:pt x="1991261" y="55646"/>
                </a:cubicBezTo>
                <a:cubicBezTo>
                  <a:pt x="1999541" y="52805"/>
                  <a:pt x="2008145" y="51384"/>
                  <a:pt x="2017075" y="51384"/>
                </a:cubicBezTo>
                <a:cubicBezTo>
                  <a:pt x="2027871" y="51384"/>
                  <a:pt x="2036415" y="53684"/>
                  <a:pt x="2042706" y="58283"/>
                </a:cubicBezTo>
                <a:cubicBezTo>
                  <a:pt x="2048997" y="62880"/>
                  <a:pt x="2053076" y="67863"/>
                  <a:pt x="2054943" y="73233"/>
                </a:cubicBezTo>
                <a:cubicBezTo>
                  <a:pt x="2056080" y="76650"/>
                  <a:pt x="2056648" y="84501"/>
                  <a:pt x="2056648" y="96787"/>
                </a:cubicBezTo>
                <a:lnTo>
                  <a:pt x="2056648" y="141090"/>
                </a:lnTo>
                <a:cubicBezTo>
                  <a:pt x="2056648" y="146298"/>
                  <a:pt x="2056851" y="149574"/>
                  <a:pt x="2057257" y="150918"/>
                </a:cubicBezTo>
                <a:cubicBezTo>
                  <a:pt x="2057663" y="152260"/>
                  <a:pt x="2058271" y="153257"/>
                  <a:pt x="2059083" y="153909"/>
                </a:cubicBezTo>
                <a:cubicBezTo>
                  <a:pt x="2059895" y="154559"/>
                  <a:pt x="2060828" y="154883"/>
                  <a:pt x="2061884" y="154883"/>
                </a:cubicBezTo>
                <a:cubicBezTo>
                  <a:pt x="2063994" y="154883"/>
                  <a:pt x="2066145" y="153382"/>
                  <a:pt x="2068337" y="150378"/>
                </a:cubicBezTo>
                <a:lnTo>
                  <a:pt x="2071990" y="153300"/>
                </a:lnTo>
                <a:cubicBezTo>
                  <a:pt x="2067931" y="159307"/>
                  <a:pt x="2063730" y="163671"/>
                  <a:pt x="2059388" y="166390"/>
                </a:cubicBezTo>
                <a:cubicBezTo>
                  <a:pt x="2055045" y="169109"/>
                  <a:pt x="2050113" y="170469"/>
                  <a:pt x="2044593" y="170469"/>
                </a:cubicBezTo>
                <a:cubicBezTo>
                  <a:pt x="2038099" y="170469"/>
                  <a:pt x="2033026" y="168937"/>
                  <a:pt x="2029373" y="165873"/>
                </a:cubicBezTo>
                <a:cubicBezTo>
                  <a:pt x="2025720" y="162808"/>
                  <a:pt x="2023488" y="158171"/>
                  <a:pt x="2022676" y="151961"/>
                </a:cubicBezTo>
                <a:moveTo>
                  <a:pt x="2022676" y="142951"/>
                </a:moveTo>
                <a:lnTo>
                  <a:pt x="2022676" y="104861"/>
                </a:lnTo>
                <a:cubicBezTo>
                  <a:pt x="2012854" y="110653"/>
                  <a:pt x="2005548" y="116853"/>
                  <a:pt x="2000758" y="123461"/>
                </a:cubicBezTo>
                <a:cubicBezTo>
                  <a:pt x="1997592" y="127865"/>
                  <a:pt x="1996010" y="132310"/>
                  <a:pt x="1996010" y="136798"/>
                </a:cubicBezTo>
                <a:cubicBezTo>
                  <a:pt x="1996010" y="140550"/>
                  <a:pt x="1997349" y="143854"/>
                  <a:pt x="2000028" y="146710"/>
                </a:cubicBezTo>
                <a:cubicBezTo>
                  <a:pt x="2002057" y="148912"/>
                  <a:pt x="2004898" y="150013"/>
                  <a:pt x="2008551" y="150013"/>
                </a:cubicBezTo>
                <a:cubicBezTo>
                  <a:pt x="2012610" y="150013"/>
                  <a:pt x="2017318" y="147659"/>
                  <a:pt x="2022676" y="142951"/>
                </a:cubicBezTo>
                <a:close/>
                <a:moveTo>
                  <a:pt x="2158588" y="56255"/>
                </a:moveTo>
                <a:lnTo>
                  <a:pt x="2196943" y="56255"/>
                </a:lnTo>
                <a:lnTo>
                  <a:pt x="2196943" y="69649"/>
                </a:lnTo>
                <a:lnTo>
                  <a:pt x="2175147" y="69649"/>
                </a:lnTo>
                <a:cubicBezTo>
                  <a:pt x="2179125" y="73626"/>
                  <a:pt x="2181885" y="77239"/>
                  <a:pt x="2183427" y="80486"/>
                </a:cubicBezTo>
                <a:cubicBezTo>
                  <a:pt x="2185376" y="84869"/>
                  <a:pt x="2186350" y="89456"/>
                  <a:pt x="2186350" y="94245"/>
                </a:cubicBezTo>
                <a:cubicBezTo>
                  <a:pt x="2186350" y="102363"/>
                  <a:pt x="2184097" y="109405"/>
                  <a:pt x="2179592" y="115371"/>
                </a:cubicBezTo>
                <a:cubicBezTo>
                  <a:pt x="2175087" y="121337"/>
                  <a:pt x="2168958" y="126005"/>
                  <a:pt x="2161206" y="129374"/>
                </a:cubicBezTo>
                <a:cubicBezTo>
                  <a:pt x="2153453" y="132743"/>
                  <a:pt x="2146574" y="134427"/>
                  <a:pt x="2140567" y="134427"/>
                </a:cubicBezTo>
                <a:cubicBezTo>
                  <a:pt x="2140080" y="134427"/>
                  <a:pt x="2135209" y="134224"/>
                  <a:pt x="2125955" y="133818"/>
                </a:cubicBezTo>
                <a:cubicBezTo>
                  <a:pt x="2122302" y="133818"/>
                  <a:pt x="2119238" y="135009"/>
                  <a:pt x="2116762" y="137391"/>
                </a:cubicBezTo>
                <a:cubicBezTo>
                  <a:pt x="2114286" y="139773"/>
                  <a:pt x="2113048" y="142618"/>
                  <a:pt x="2113048" y="145926"/>
                </a:cubicBezTo>
                <a:cubicBezTo>
                  <a:pt x="2113048" y="148833"/>
                  <a:pt x="2114164" y="151215"/>
                  <a:pt x="2116397" y="153072"/>
                </a:cubicBezTo>
                <a:cubicBezTo>
                  <a:pt x="2118629" y="154929"/>
                  <a:pt x="2122261" y="155857"/>
                  <a:pt x="2127294" y="155857"/>
                </a:cubicBezTo>
                <a:lnTo>
                  <a:pt x="2148359" y="155614"/>
                </a:lnTo>
                <a:cubicBezTo>
                  <a:pt x="2165406" y="155614"/>
                  <a:pt x="2177136" y="157485"/>
                  <a:pt x="2183549" y="161227"/>
                </a:cubicBezTo>
                <a:cubicBezTo>
                  <a:pt x="2192722" y="166429"/>
                  <a:pt x="2197308" y="174439"/>
                  <a:pt x="2197308" y="185256"/>
                </a:cubicBezTo>
                <a:cubicBezTo>
                  <a:pt x="2197308" y="192168"/>
                  <a:pt x="2195198" y="198451"/>
                  <a:pt x="2190977" y="204103"/>
                </a:cubicBezTo>
                <a:cubicBezTo>
                  <a:pt x="2186756" y="209754"/>
                  <a:pt x="2181195" y="213922"/>
                  <a:pt x="2174295" y="216606"/>
                </a:cubicBezTo>
                <a:cubicBezTo>
                  <a:pt x="2163823" y="220591"/>
                  <a:pt x="2151769" y="222584"/>
                  <a:pt x="2138131" y="222584"/>
                </a:cubicBezTo>
                <a:cubicBezTo>
                  <a:pt x="2127903" y="222584"/>
                  <a:pt x="2118568" y="221590"/>
                  <a:pt x="2110126" y="219601"/>
                </a:cubicBezTo>
                <a:cubicBezTo>
                  <a:pt x="2101683" y="217612"/>
                  <a:pt x="2095636" y="214851"/>
                  <a:pt x="2091983" y="211317"/>
                </a:cubicBezTo>
                <a:cubicBezTo>
                  <a:pt x="2088330" y="207786"/>
                  <a:pt x="2086504" y="204071"/>
                  <a:pt x="2086504" y="200172"/>
                </a:cubicBezTo>
                <a:cubicBezTo>
                  <a:pt x="2086504" y="196438"/>
                  <a:pt x="2087904" y="193088"/>
                  <a:pt x="2090704" y="190123"/>
                </a:cubicBezTo>
                <a:cubicBezTo>
                  <a:pt x="2093505" y="187160"/>
                  <a:pt x="2098720" y="184663"/>
                  <a:pt x="2106351" y="182634"/>
                </a:cubicBezTo>
                <a:cubicBezTo>
                  <a:pt x="2095798" y="177439"/>
                  <a:pt x="2090522" y="170215"/>
                  <a:pt x="2090522" y="160964"/>
                </a:cubicBezTo>
                <a:cubicBezTo>
                  <a:pt x="2090522" y="155363"/>
                  <a:pt x="2092673" y="149925"/>
                  <a:pt x="2096975" y="144651"/>
                </a:cubicBezTo>
                <a:cubicBezTo>
                  <a:pt x="2101278" y="139375"/>
                  <a:pt x="2108096" y="134789"/>
                  <a:pt x="2117432" y="130892"/>
                </a:cubicBezTo>
                <a:cubicBezTo>
                  <a:pt x="2106554" y="126909"/>
                  <a:pt x="2098680" y="121666"/>
                  <a:pt x="2093809" y="115162"/>
                </a:cubicBezTo>
                <a:cubicBezTo>
                  <a:pt x="2088939" y="108658"/>
                  <a:pt x="2086504" y="101137"/>
                  <a:pt x="2086504" y="92601"/>
                </a:cubicBezTo>
                <a:cubicBezTo>
                  <a:pt x="2086504" y="81465"/>
                  <a:pt x="2091049" y="71811"/>
                  <a:pt x="2100141" y="63641"/>
                </a:cubicBezTo>
                <a:cubicBezTo>
                  <a:pt x="2109233" y="55470"/>
                  <a:pt x="2120922" y="51384"/>
                  <a:pt x="2135209" y="51384"/>
                </a:cubicBezTo>
                <a:cubicBezTo>
                  <a:pt x="2142758" y="51384"/>
                  <a:pt x="2150551" y="53008"/>
                  <a:pt x="2158588" y="56255"/>
                </a:cubicBezTo>
                <a:moveTo>
                  <a:pt x="2137523" y="59177"/>
                </a:moveTo>
                <a:cubicBezTo>
                  <a:pt x="2132814" y="59177"/>
                  <a:pt x="2128837" y="61548"/>
                  <a:pt x="2125590" y="66289"/>
                </a:cubicBezTo>
                <a:cubicBezTo>
                  <a:pt x="2122343" y="71028"/>
                  <a:pt x="2120719" y="80852"/>
                  <a:pt x="2120719" y="95763"/>
                </a:cubicBezTo>
                <a:cubicBezTo>
                  <a:pt x="2120719" y="107836"/>
                  <a:pt x="2122322" y="116121"/>
                  <a:pt x="2125529" y="120618"/>
                </a:cubicBezTo>
                <a:cubicBezTo>
                  <a:pt x="2128735" y="125116"/>
                  <a:pt x="2132530" y="127365"/>
                  <a:pt x="2136914" y="127365"/>
                </a:cubicBezTo>
                <a:cubicBezTo>
                  <a:pt x="2141784" y="127365"/>
                  <a:pt x="2145843" y="125136"/>
                  <a:pt x="2149090" y="120679"/>
                </a:cubicBezTo>
                <a:cubicBezTo>
                  <a:pt x="2152337" y="116222"/>
                  <a:pt x="2153961" y="107552"/>
                  <a:pt x="2153961" y="94667"/>
                </a:cubicBezTo>
                <a:cubicBezTo>
                  <a:pt x="2153961" y="80165"/>
                  <a:pt x="2152134" y="70279"/>
                  <a:pt x="2148481" y="65010"/>
                </a:cubicBezTo>
                <a:cubicBezTo>
                  <a:pt x="2145884" y="61122"/>
                  <a:pt x="2142231" y="59177"/>
                  <a:pt x="2137523" y="59177"/>
                </a:cubicBezTo>
                <a:moveTo>
                  <a:pt x="2130338" y="185568"/>
                </a:moveTo>
                <a:cubicBezTo>
                  <a:pt x="2122059" y="185568"/>
                  <a:pt x="2116579" y="186255"/>
                  <a:pt x="2113900" y="187630"/>
                </a:cubicBezTo>
                <a:cubicBezTo>
                  <a:pt x="2109273" y="190134"/>
                  <a:pt x="2106960" y="193528"/>
                  <a:pt x="2106960" y="197813"/>
                </a:cubicBezTo>
                <a:cubicBezTo>
                  <a:pt x="2106960" y="201935"/>
                  <a:pt x="2109355" y="205673"/>
                  <a:pt x="2114144" y="209026"/>
                </a:cubicBezTo>
                <a:cubicBezTo>
                  <a:pt x="2118933" y="212382"/>
                  <a:pt x="2127944" y="214061"/>
                  <a:pt x="2141175" y="214061"/>
                </a:cubicBezTo>
                <a:cubicBezTo>
                  <a:pt x="2152459" y="214061"/>
                  <a:pt x="2161327" y="212565"/>
                  <a:pt x="2167781" y="209574"/>
                </a:cubicBezTo>
                <a:cubicBezTo>
                  <a:pt x="2174234" y="206583"/>
                  <a:pt x="2177461" y="202380"/>
                  <a:pt x="2177461" y="196964"/>
                </a:cubicBezTo>
                <a:cubicBezTo>
                  <a:pt x="2177461" y="194945"/>
                  <a:pt x="2176852" y="193248"/>
                  <a:pt x="2175635" y="191873"/>
                </a:cubicBezTo>
                <a:cubicBezTo>
                  <a:pt x="2173443" y="189448"/>
                  <a:pt x="2170135" y="187790"/>
                  <a:pt x="2165711" y="186900"/>
                </a:cubicBezTo>
                <a:cubicBezTo>
                  <a:pt x="2161287" y="186012"/>
                  <a:pt x="2149496" y="185568"/>
                  <a:pt x="2130338" y="185568"/>
                </a:cubicBezTo>
                <a:close/>
                <a:moveTo>
                  <a:pt x="2307650" y="107639"/>
                </a:moveTo>
                <a:lnTo>
                  <a:pt x="2245185" y="107639"/>
                </a:lnTo>
                <a:cubicBezTo>
                  <a:pt x="2245915" y="122778"/>
                  <a:pt x="2249934" y="134743"/>
                  <a:pt x="2257240" y="143533"/>
                </a:cubicBezTo>
                <a:cubicBezTo>
                  <a:pt x="2262841" y="150288"/>
                  <a:pt x="2269578" y="153666"/>
                  <a:pt x="2277452" y="153666"/>
                </a:cubicBezTo>
                <a:cubicBezTo>
                  <a:pt x="2282323" y="153666"/>
                  <a:pt x="2286747" y="152306"/>
                  <a:pt x="2290725" y="149587"/>
                </a:cubicBezTo>
                <a:cubicBezTo>
                  <a:pt x="2294702" y="146867"/>
                  <a:pt x="2298964" y="141976"/>
                  <a:pt x="2303510" y="134914"/>
                </a:cubicBezTo>
                <a:lnTo>
                  <a:pt x="2307650" y="137593"/>
                </a:lnTo>
                <a:cubicBezTo>
                  <a:pt x="2301480" y="150175"/>
                  <a:pt x="2294662" y="159084"/>
                  <a:pt x="2287193" y="164320"/>
                </a:cubicBezTo>
                <a:cubicBezTo>
                  <a:pt x="2279725" y="169556"/>
                  <a:pt x="2271080" y="172174"/>
                  <a:pt x="2261258" y="172174"/>
                </a:cubicBezTo>
                <a:cubicBezTo>
                  <a:pt x="2244373" y="172174"/>
                  <a:pt x="2231588" y="165673"/>
                  <a:pt x="2222902" y="152673"/>
                </a:cubicBezTo>
                <a:cubicBezTo>
                  <a:pt x="2215921" y="142191"/>
                  <a:pt x="2212430" y="129190"/>
                  <a:pt x="2212430" y="113670"/>
                </a:cubicBezTo>
                <a:cubicBezTo>
                  <a:pt x="2212430" y="94655"/>
                  <a:pt x="2217565" y="79521"/>
                  <a:pt x="2227834" y="68268"/>
                </a:cubicBezTo>
                <a:cubicBezTo>
                  <a:pt x="2238102" y="57012"/>
                  <a:pt x="2250137" y="51384"/>
                  <a:pt x="2263937" y="51384"/>
                </a:cubicBezTo>
                <a:cubicBezTo>
                  <a:pt x="2275463" y="51384"/>
                  <a:pt x="2285468" y="56113"/>
                  <a:pt x="2293951" y="65570"/>
                </a:cubicBezTo>
                <a:cubicBezTo>
                  <a:pt x="2302434" y="75027"/>
                  <a:pt x="2307000" y="89050"/>
                  <a:pt x="2307650" y="107639"/>
                </a:cubicBezTo>
                <a:moveTo>
                  <a:pt x="2277696" y="99603"/>
                </a:moveTo>
                <a:cubicBezTo>
                  <a:pt x="2277696" y="86533"/>
                  <a:pt x="2276986" y="77563"/>
                  <a:pt x="2275565" y="72693"/>
                </a:cubicBezTo>
                <a:cubicBezTo>
                  <a:pt x="2274144" y="67822"/>
                  <a:pt x="2271932" y="64129"/>
                  <a:pt x="2268929" y="61612"/>
                </a:cubicBezTo>
                <a:cubicBezTo>
                  <a:pt x="2267224" y="60151"/>
                  <a:pt x="2264951" y="59421"/>
                  <a:pt x="2262110" y="59421"/>
                </a:cubicBezTo>
                <a:cubicBezTo>
                  <a:pt x="2257889" y="59421"/>
                  <a:pt x="2254439" y="61491"/>
                  <a:pt x="2251760" y="65631"/>
                </a:cubicBezTo>
                <a:cubicBezTo>
                  <a:pt x="2246971" y="72855"/>
                  <a:pt x="2244576" y="82759"/>
                  <a:pt x="2244576" y="95341"/>
                </a:cubicBezTo>
                <a:lnTo>
                  <a:pt x="2244576" y="99603"/>
                </a:lnTo>
                <a:lnTo>
                  <a:pt x="2277696" y="99603"/>
                </a:lnTo>
                <a:close/>
                <a:moveTo>
                  <a:pt x="2393795" y="51871"/>
                </a:moveTo>
                <a:lnTo>
                  <a:pt x="2395621" y="90836"/>
                </a:lnTo>
                <a:lnTo>
                  <a:pt x="2391481" y="90836"/>
                </a:lnTo>
                <a:cubicBezTo>
                  <a:pt x="2386529" y="79215"/>
                  <a:pt x="2381395" y="71277"/>
                  <a:pt x="2376078" y="67023"/>
                </a:cubicBezTo>
                <a:cubicBezTo>
                  <a:pt x="2370761" y="62767"/>
                  <a:pt x="2365464" y="60638"/>
                  <a:pt x="2360188" y="60638"/>
                </a:cubicBezTo>
                <a:cubicBezTo>
                  <a:pt x="2356860" y="60638"/>
                  <a:pt x="2354019" y="61754"/>
                  <a:pt x="2351664" y="63987"/>
                </a:cubicBezTo>
                <a:cubicBezTo>
                  <a:pt x="2349310" y="66219"/>
                  <a:pt x="2348133" y="68796"/>
                  <a:pt x="2348133" y="71719"/>
                </a:cubicBezTo>
                <a:cubicBezTo>
                  <a:pt x="2348133" y="73911"/>
                  <a:pt x="2348945" y="76021"/>
                  <a:pt x="2350569" y="78051"/>
                </a:cubicBezTo>
                <a:cubicBezTo>
                  <a:pt x="2353166" y="81379"/>
                  <a:pt x="2360431" y="87081"/>
                  <a:pt x="2372364" y="95158"/>
                </a:cubicBezTo>
                <a:cubicBezTo>
                  <a:pt x="2384297" y="103235"/>
                  <a:pt x="2392151" y="110095"/>
                  <a:pt x="2395926" y="115736"/>
                </a:cubicBezTo>
                <a:cubicBezTo>
                  <a:pt x="2399700" y="121378"/>
                  <a:pt x="2401588" y="127689"/>
                  <a:pt x="2401588" y="134671"/>
                </a:cubicBezTo>
                <a:cubicBezTo>
                  <a:pt x="2401588" y="141002"/>
                  <a:pt x="2400005" y="147212"/>
                  <a:pt x="2396839" y="153300"/>
                </a:cubicBezTo>
                <a:cubicBezTo>
                  <a:pt x="2393673" y="159389"/>
                  <a:pt x="2389208" y="164056"/>
                  <a:pt x="2383445" y="167303"/>
                </a:cubicBezTo>
                <a:cubicBezTo>
                  <a:pt x="2377681" y="170550"/>
                  <a:pt x="2371309" y="172174"/>
                  <a:pt x="2364328" y="172174"/>
                </a:cubicBezTo>
                <a:cubicBezTo>
                  <a:pt x="2358889" y="172174"/>
                  <a:pt x="2351624" y="170437"/>
                  <a:pt x="2342532" y="166965"/>
                </a:cubicBezTo>
                <a:cubicBezTo>
                  <a:pt x="2340097" y="166054"/>
                  <a:pt x="2338433" y="165599"/>
                  <a:pt x="2337540" y="165599"/>
                </a:cubicBezTo>
                <a:cubicBezTo>
                  <a:pt x="2334861" y="165599"/>
                  <a:pt x="2332629" y="167628"/>
                  <a:pt x="2330843" y="171687"/>
                </a:cubicBezTo>
                <a:lnTo>
                  <a:pt x="2326825" y="171687"/>
                </a:lnTo>
                <a:lnTo>
                  <a:pt x="2324876" y="130774"/>
                </a:lnTo>
                <a:lnTo>
                  <a:pt x="2329016" y="130774"/>
                </a:lnTo>
                <a:cubicBezTo>
                  <a:pt x="2332669" y="141489"/>
                  <a:pt x="2337682" y="149526"/>
                  <a:pt x="2344054" y="154883"/>
                </a:cubicBezTo>
                <a:cubicBezTo>
                  <a:pt x="2350427" y="160241"/>
                  <a:pt x="2356454" y="162920"/>
                  <a:pt x="2362136" y="162920"/>
                </a:cubicBezTo>
                <a:cubicBezTo>
                  <a:pt x="2366033" y="162920"/>
                  <a:pt x="2369219" y="161722"/>
                  <a:pt x="2371695" y="159328"/>
                </a:cubicBezTo>
                <a:cubicBezTo>
                  <a:pt x="2374170" y="156933"/>
                  <a:pt x="2375408" y="154031"/>
                  <a:pt x="2375408" y="150622"/>
                </a:cubicBezTo>
                <a:cubicBezTo>
                  <a:pt x="2375408" y="146725"/>
                  <a:pt x="2374191" y="143356"/>
                  <a:pt x="2371755" y="140515"/>
                </a:cubicBezTo>
                <a:cubicBezTo>
                  <a:pt x="2369320" y="137674"/>
                  <a:pt x="2363881" y="133372"/>
                  <a:pt x="2355439" y="127608"/>
                </a:cubicBezTo>
                <a:cubicBezTo>
                  <a:pt x="2343019" y="119004"/>
                  <a:pt x="2334983" y="112428"/>
                  <a:pt x="2331330" y="107883"/>
                </a:cubicBezTo>
                <a:cubicBezTo>
                  <a:pt x="2325972" y="101226"/>
                  <a:pt x="2323294" y="93880"/>
                  <a:pt x="2323294" y="85843"/>
                </a:cubicBezTo>
                <a:cubicBezTo>
                  <a:pt x="2323294" y="77076"/>
                  <a:pt x="2326317" y="69141"/>
                  <a:pt x="2332365" y="62039"/>
                </a:cubicBezTo>
                <a:cubicBezTo>
                  <a:pt x="2338413" y="54936"/>
                  <a:pt x="2347159" y="51384"/>
                  <a:pt x="2358605" y="51384"/>
                </a:cubicBezTo>
                <a:cubicBezTo>
                  <a:pt x="2364774" y="51384"/>
                  <a:pt x="2370741" y="52944"/>
                  <a:pt x="2376504" y="56065"/>
                </a:cubicBezTo>
                <a:cubicBezTo>
                  <a:pt x="2378696" y="57328"/>
                  <a:pt x="2380482" y="57960"/>
                  <a:pt x="2381862" y="57960"/>
                </a:cubicBezTo>
                <a:cubicBezTo>
                  <a:pt x="2383323" y="57960"/>
                  <a:pt x="2384500" y="57655"/>
                  <a:pt x="2385393" y="57046"/>
                </a:cubicBezTo>
                <a:cubicBezTo>
                  <a:pt x="2386286" y="56437"/>
                  <a:pt x="2387707" y="54712"/>
                  <a:pt x="2389655" y="51871"/>
                </a:cubicBezTo>
                <a:lnTo>
                  <a:pt x="2393795" y="518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GalleryTrackeeImages">
            <a:extLst xmlns:a="http://schemas.openxmlformats.org/drawingml/2006/main">
              <a:ext uri="{FF2B5EF4-FFF2-40B4-BE49-F238E27FC236}">
                <a16:creationId xmlns:a16="http://schemas.microsoft.com/office/drawing/2014/main" id="{1427E062-E698-4718-AF6B-76E4CFEF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061" y="230482"/>
            <a:ext cx="2526909" cy="222584"/>
          </a:xfrm>
          <a:custGeom xmlns:a="http://schemas.openxmlformats.org/drawingml/2006/main">
            <a:pathLst>
              <a:path w="2526909" h="222584">
                <a:moveTo>
                  <a:pt x="161946" y="0"/>
                </a:moveTo>
                <a:lnTo>
                  <a:pt x="161946" y="58203"/>
                </a:lnTo>
                <a:lnTo>
                  <a:pt x="157440" y="58203"/>
                </a:lnTo>
                <a:cubicBezTo>
                  <a:pt x="152002" y="42371"/>
                  <a:pt x="143843" y="30337"/>
                  <a:pt x="132966" y="22100"/>
                </a:cubicBezTo>
                <a:cubicBezTo>
                  <a:pt x="122088" y="13861"/>
                  <a:pt x="110196" y="9741"/>
                  <a:pt x="97289" y="9741"/>
                </a:cubicBezTo>
                <a:cubicBezTo>
                  <a:pt x="84950" y="9741"/>
                  <a:pt x="74682" y="13197"/>
                  <a:pt x="66483" y="20110"/>
                </a:cubicBezTo>
                <a:cubicBezTo>
                  <a:pt x="58284" y="27023"/>
                  <a:pt x="52480" y="36665"/>
                  <a:pt x="49071" y="49037"/>
                </a:cubicBezTo>
                <a:cubicBezTo>
                  <a:pt x="45661" y="61408"/>
                  <a:pt x="43957" y="74102"/>
                  <a:pt x="43957" y="87118"/>
                </a:cubicBezTo>
                <a:cubicBezTo>
                  <a:pt x="43957" y="102886"/>
                  <a:pt x="45824" y="116713"/>
                  <a:pt x="49558" y="128598"/>
                </a:cubicBezTo>
                <a:cubicBezTo>
                  <a:pt x="53292" y="140482"/>
                  <a:pt x="59319" y="149215"/>
                  <a:pt x="67640" y="154796"/>
                </a:cubicBezTo>
                <a:cubicBezTo>
                  <a:pt x="75960" y="160374"/>
                  <a:pt x="85843" y="163163"/>
                  <a:pt x="97289" y="163163"/>
                </a:cubicBezTo>
                <a:cubicBezTo>
                  <a:pt x="101267" y="163163"/>
                  <a:pt x="105346" y="162738"/>
                  <a:pt x="109526" y="161889"/>
                </a:cubicBezTo>
                <a:cubicBezTo>
                  <a:pt x="113707" y="161036"/>
                  <a:pt x="117989" y="159800"/>
                  <a:pt x="122372" y="158179"/>
                </a:cubicBezTo>
                <a:lnTo>
                  <a:pt x="122372" y="123955"/>
                </a:lnTo>
                <a:cubicBezTo>
                  <a:pt x="122372" y="117421"/>
                  <a:pt x="121926" y="113195"/>
                  <a:pt x="121033" y="111277"/>
                </a:cubicBezTo>
                <a:cubicBezTo>
                  <a:pt x="120140" y="109356"/>
                  <a:pt x="118293" y="107621"/>
                  <a:pt x="115493" y="106071"/>
                </a:cubicBezTo>
                <a:cubicBezTo>
                  <a:pt x="112692" y="104519"/>
                  <a:pt x="109303" y="103743"/>
                  <a:pt x="105326" y="103743"/>
                </a:cubicBezTo>
                <a:lnTo>
                  <a:pt x="101064" y="103743"/>
                </a:lnTo>
                <a:lnTo>
                  <a:pt x="101064" y="99359"/>
                </a:lnTo>
                <a:lnTo>
                  <a:pt x="181306" y="99359"/>
                </a:lnTo>
                <a:lnTo>
                  <a:pt x="181306" y="103743"/>
                </a:lnTo>
                <a:cubicBezTo>
                  <a:pt x="175218" y="104151"/>
                  <a:pt x="170976" y="104988"/>
                  <a:pt x="168582" y="106254"/>
                </a:cubicBezTo>
                <a:cubicBezTo>
                  <a:pt x="166187" y="107520"/>
                  <a:pt x="164340" y="109623"/>
                  <a:pt x="163042" y="112563"/>
                </a:cubicBezTo>
                <a:cubicBezTo>
                  <a:pt x="162311" y="114115"/>
                  <a:pt x="161946" y="117913"/>
                  <a:pt x="161946" y="123955"/>
                </a:cubicBezTo>
                <a:lnTo>
                  <a:pt x="161946" y="158179"/>
                </a:lnTo>
                <a:cubicBezTo>
                  <a:pt x="151393" y="162884"/>
                  <a:pt x="140414" y="166433"/>
                  <a:pt x="129009" y="168825"/>
                </a:cubicBezTo>
                <a:cubicBezTo>
                  <a:pt x="117603" y="171220"/>
                  <a:pt x="105772" y="172417"/>
                  <a:pt x="93514" y="172417"/>
                </a:cubicBezTo>
                <a:cubicBezTo>
                  <a:pt x="77848" y="172417"/>
                  <a:pt x="64839" y="170293"/>
                  <a:pt x="54489" y="166044"/>
                </a:cubicBezTo>
                <a:cubicBezTo>
                  <a:pt x="44139" y="161792"/>
                  <a:pt x="35007" y="156206"/>
                  <a:pt x="27092" y="149286"/>
                </a:cubicBezTo>
                <a:cubicBezTo>
                  <a:pt x="19178" y="142366"/>
                  <a:pt x="12988" y="134575"/>
                  <a:pt x="8523" y="125915"/>
                </a:cubicBezTo>
                <a:cubicBezTo>
                  <a:pt x="2841" y="114743"/>
                  <a:pt x="0" y="102236"/>
                  <a:pt x="0" y="88393"/>
                </a:cubicBezTo>
                <a:cubicBezTo>
                  <a:pt x="0" y="63624"/>
                  <a:pt x="8726" y="42700"/>
                  <a:pt x="26179" y="25620"/>
                </a:cubicBezTo>
                <a:cubicBezTo>
                  <a:pt x="43632" y="8540"/>
                  <a:pt x="65590" y="0"/>
                  <a:pt x="92053" y="0"/>
                </a:cubicBezTo>
                <a:cubicBezTo>
                  <a:pt x="100252" y="0"/>
                  <a:pt x="107639" y="656"/>
                  <a:pt x="114214" y="1967"/>
                </a:cubicBezTo>
                <a:cubicBezTo>
                  <a:pt x="117786" y="2624"/>
                  <a:pt x="123570" y="4490"/>
                  <a:pt x="131566" y="7565"/>
                </a:cubicBezTo>
                <a:cubicBezTo>
                  <a:pt x="139561" y="10639"/>
                  <a:pt x="144290" y="12176"/>
                  <a:pt x="145751" y="12176"/>
                </a:cubicBezTo>
                <a:cubicBezTo>
                  <a:pt x="148024" y="12176"/>
                  <a:pt x="150135" y="11328"/>
                  <a:pt x="152083" y="9631"/>
                </a:cubicBezTo>
                <a:cubicBezTo>
                  <a:pt x="154031" y="7931"/>
                  <a:pt x="155817" y="4721"/>
                  <a:pt x="157440" y="0"/>
                </a:cubicBezTo>
                <a:lnTo>
                  <a:pt x="161946" y="0"/>
                </a:lnTo>
                <a:close/>
                <a:moveTo>
                  <a:pt x="254239" y="151961"/>
                </a:moveTo>
                <a:cubicBezTo>
                  <a:pt x="240358" y="164300"/>
                  <a:pt x="227897" y="170469"/>
                  <a:pt x="216857" y="170469"/>
                </a:cubicBezTo>
                <a:cubicBezTo>
                  <a:pt x="210363" y="170469"/>
                  <a:pt x="204965" y="168332"/>
                  <a:pt x="200663" y="164058"/>
                </a:cubicBezTo>
                <a:cubicBezTo>
                  <a:pt x="196361" y="159781"/>
                  <a:pt x="194209" y="154426"/>
                  <a:pt x="194209" y="147992"/>
                </a:cubicBezTo>
                <a:cubicBezTo>
                  <a:pt x="194209" y="139276"/>
                  <a:pt x="197944" y="131436"/>
                  <a:pt x="205412" y="124473"/>
                </a:cubicBezTo>
                <a:cubicBezTo>
                  <a:pt x="212880" y="117510"/>
                  <a:pt x="229156" y="108245"/>
                  <a:pt x="254239" y="96680"/>
                </a:cubicBezTo>
                <a:lnTo>
                  <a:pt x="254239" y="85235"/>
                </a:lnTo>
                <a:cubicBezTo>
                  <a:pt x="254239" y="76630"/>
                  <a:pt x="253772" y="71211"/>
                  <a:pt x="252839" y="68979"/>
                </a:cubicBezTo>
                <a:cubicBezTo>
                  <a:pt x="251905" y="66747"/>
                  <a:pt x="250140" y="64799"/>
                  <a:pt x="247542" y="63134"/>
                </a:cubicBezTo>
                <a:cubicBezTo>
                  <a:pt x="244944" y="61470"/>
                  <a:pt x="242022" y="60638"/>
                  <a:pt x="238775" y="60638"/>
                </a:cubicBezTo>
                <a:cubicBezTo>
                  <a:pt x="233499" y="60638"/>
                  <a:pt x="229156" y="61815"/>
                  <a:pt x="225746" y="64169"/>
                </a:cubicBezTo>
                <a:cubicBezTo>
                  <a:pt x="223636" y="65631"/>
                  <a:pt x="222580" y="67335"/>
                  <a:pt x="222580" y="69284"/>
                </a:cubicBezTo>
                <a:cubicBezTo>
                  <a:pt x="222580" y="70988"/>
                  <a:pt x="223717" y="73099"/>
                  <a:pt x="225990" y="75615"/>
                </a:cubicBezTo>
                <a:cubicBezTo>
                  <a:pt x="229074" y="79106"/>
                  <a:pt x="230617" y="82475"/>
                  <a:pt x="230617" y="85722"/>
                </a:cubicBezTo>
                <a:cubicBezTo>
                  <a:pt x="230617" y="89699"/>
                  <a:pt x="229135" y="93088"/>
                  <a:pt x="226172" y="95889"/>
                </a:cubicBezTo>
                <a:cubicBezTo>
                  <a:pt x="223209" y="98689"/>
                  <a:pt x="219333" y="100090"/>
                  <a:pt x="214544" y="100090"/>
                </a:cubicBezTo>
                <a:cubicBezTo>
                  <a:pt x="209430" y="100090"/>
                  <a:pt x="205148" y="98547"/>
                  <a:pt x="201698" y="95463"/>
                </a:cubicBezTo>
                <a:cubicBezTo>
                  <a:pt x="198248" y="92378"/>
                  <a:pt x="196523" y="88766"/>
                  <a:pt x="196523" y="84626"/>
                </a:cubicBezTo>
                <a:cubicBezTo>
                  <a:pt x="196523" y="78781"/>
                  <a:pt x="198836" y="73200"/>
                  <a:pt x="203463" y="67883"/>
                </a:cubicBezTo>
                <a:cubicBezTo>
                  <a:pt x="208090" y="62566"/>
                  <a:pt x="214544" y="58487"/>
                  <a:pt x="222824" y="55646"/>
                </a:cubicBezTo>
                <a:cubicBezTo>
                  <a:pt x="231104" y="52805"/>
                  <a:pt x="239708" y="51384"/>
                  <a:pt x="248638" y="51384"/>
                </a:cubicBezTo>
                <a:cubicBezTo>
                  <a:pt x="259434" y="51384"/>
                  <a:pt x="267978" y="53684"/>
                  <a:pt x="274269" y="58283"/>
                </a:cubicBezTo>
                <a:cubicBezTo>
                  <a:pt x="280560" y="62880"/>
                  <a:pt x="284639" y="67863"/>
                  <a:pt x="286506" y="73233"/>
                </a:cubicBezTo>
                <a:cubicBezTo>
                  <a:pt x="287643" y="76650"/>
                  <a:pt x="288211" y="84501"/>
                  <a:pt x="288211" y="96787"/>
                </a:cubicBezTo>
                <a:lnTo>
                  <a:pt x="288211" y="141090"/>
                </a:lnTo>
                <a:cubicBezTo>
                  <a:pt x="288211" y="146298"/>
                  <a:pt x="288414" y="149574"/>
                  <a:pt x="288820" y="150918"/>
                </a:cubicBezTo>
                <a:cubicBezTo>
                  <a:pt x="289226" y="152260"/>
                  <a:pt x="289835" y="153257"/>
                  <a:pt x="290646" y="153909"/>
                </a:cubicBezTo>
                <a:cubicBezTo>
                  <a:pt x="291458" y="154559"/>
                  <a:pt x="292392" y="154883"/>
                  <a:pt x="293447" y="154883"/>
                </a:cubicBezTo>
                <a:cubicBezTo>
                  <a:pt x="295557" y="154883"/>
                  <a:pt x="297709" y="153382"/>
                  <a:pt x="299900" y="150378"/>
                </a:cubicBezTo>
                <a:lnTo>
                  <a:pt x="303553" y="153300"/>
                </a:lnTo>
                <a:cubicBezTo>
                  <a:pt x="299494" y="159307"/>
                  <a:pt x="295294" y="163671"/>
                  <a:pt x="290951" y="166390"/>
                </a:cubicBezTo>
                <a:cubicBezTo>
                  <a:pt x="286608" y="169109"/>
                  <a:pt x="281676" y="170469"/>
                  <a:pt x="276156" y="170469"/>
                </a:cubicBezTo>
                <a:cubicBezTo>
                  <a:pt x="269662" y="170469"/>
                  <a:pt x="264589" y="168937"/>
                  <a:pt x="260936" y="165873"/>
                </a:cubicBezTo>
                <a:cubicBezTo>
                  <a:pt x="257283" y="162808"/>
                  <a:pt x="255051" y="158171"/>
                  <a:pt x="254239" y="151961"/>
                </a:cubicBezTo>
                <a:moveTo>
                  <a:pt x="254239" y="142951"/>
                </a:moveTo>
                <a:lnTo>
                  <a:pt x="254239" y="104861"/>
                </a:lnTo>
                <a:cubicBezTo>
                  <a:pt x="244417" y="110653"/>
                  <a:pt x="237111" y="116853"/>
                  <a:pt x="232321" y="123461"/>
                </a:cubicBezTo>
                <a:cubicBezTo>
                  <a:pt x="229156" y="127865"/>
                  <a:pt x="227573" y="132310"/>
                  <a:pt x="227573" y="136798"/>
                </a:cubicBezTo>
                <a:cubicBezTo>
                  <a:pt x="227573" y="140550"/>
                  <a:pt x="228912" y="143854"/>
                  <a:pt x="231591" y="146710"/>
                </a:cubicBezTo>
                <a:cubicBezTo>
                  <a:pt x="233620" y="148912"/>
                  <a:pt x="236461" y="150013"/>
                  <a:pt x="240114" y="150013"/>
                </a:cubicBezTo>
                <a:cubicBezTo>
                  <a:pt x="244173" y="150013"/>
                  <a:pt x="248881" y="147659"/>
                  <a:pt x="254239" y="142951"/>
                </a:cubicBezTo>
                <a:close/>
                <a:moveTo>
                  <a:pt x="361608" y="3653"/>
                </a:moveTo>
                <a:lnTo>
                  <a:pt x="361608" y="145142"/>
                </a:lnTo>
                <a:cubicBezTo>
                  <a:pt x="361608" y="153179"/>
                  <a:pt x="362542" y="158313"/>
                  <a:pt x="364409" y="160545"/>
                </a:cubicBezTo>
                <a:cubicBezTo>
                  <a:pt x="366276" y="162778"/>
                  <a:pt x="369929" y="164056"/>
                  <a:pt x="375368" y="164381"/>
                </a:cubicBezTo>
                <a:lnTo>
                  <a:pt x="375368" y="168764"/>
                </a:lnTo>
                <a:lnTo>
                  <a:pt x="313877" y="168764"/>
                </a:lnTo>
                <a:lnTo>
                  <a:pt x="313877" y="164381"/>
                </a:lnTo>
                <a:cubicBezTo>
                  <a:pt x="318910" y="164219"/>
                  <a:pt x="322644" y="162757"/>
                  <a:pt x="325079" y="159997"/>
                </a:cubicBezTo>
                <a:cubicBezTo>
                  <a:pt x="326703" y="158130"/>
                  <a:pt x="327515" y="153179"/>
                  <a:pt x="327515" y="145142"/>
                </a:cubicBezTo>
                <a:lnTo>
                  <a:pt x="327515" y="27275"/>
                </a:lnTo>
                <a:cubicBezTo>
                  <a:pt x="327515" y="19269"/>
                  <a:pt x="326581" y="14144"/>
                  <a:pt x="324714" y="11899"/>
                </a:cubicBezTo>
                <a:cubicBezTo>
                  <a:pt x="322847" y="9651"/>
                  <a:pt x="319235" y="8364"/>
                  <a:pt x="313877" y="8036"/>
                </a:cubicBezTo>
                <a:lnTo>
                  <a:pt x="313877" y="3653"/>
                </a:lnTo>
                <a:lnTo>
                  <a:pt x="361608" y="3653"/>
                </a:lnTo>
                <a:close/>
                <a:moveTo>
                  <a:pt x="430934" y="3653"/>
                </a:moveTo>
                <a:lnTo>
                  <a:pt x="430934" y="145142"/>
                </a:lnTo>
                <a:cubicBezTo>
                  <a:pt x="430934" y="153179"/>
                  <a:pt x="431867" y="158313"/>
                  <a:pt x="433734" y="160545"/>
                </a:cubicBezTo>
                <a:cubicBezTo>
                  <a:pt x="435601" y="162778"/>
                  <a:pt x="439254" y="164056"/>
                  <a:pt x="444693" y="164381"/>
                </a:cubicBezTo>
                <a:lnTo>
                  <a:pt x="444693" y="168764"/>
                </a:lnTo>
                <a:lnTo>
                  <a:pt x="383202" y="168764"/>
                </a:lnTo>
                <a:lnTo>
                  <a:pt x="383202" y="164381"/>
                </a:lnTo>
                <a:cubicBezTo>
                  <a:pt x="388235" y="164219"/>
                  <a:pt x="391969" y="162757"/>
                  <a:pt x="394404" y="159997"/>
                </a:cubicBezTo>
                <a:cubicBezTo>
                  <a:pt x="396028" y="158130"/>
                  <a:pt x="396840" y="153179"/>
                  <a:pt x="396840" y="145142"/>
                </a:cubicBezTo>
                <a:lnTo>
                  <a:pt x="396840" y="27275"/>
                </a:lnTo>
                <a:cubicBezTo>
                  <a:pt x="396840" y="19269"/>
                  <a:pt x="395906" y="14144"/>
                  <a:pt x="394039" y="11899"/>
                </a:cubicBezTo>
                <a:cubicBezTo>
                  <a:pt x="392172" y="9651"/>
                  <a:pt x="388560" y="8364"/>
                  <a:pt x="383202" y="8036"/>
                </a:cubicBezTo>
                <a:lnTo>
                  <a:pt x="383202" y="3653"/>
                </a:lnTo>
                <a:lnTo>
                  <a:pt x="430934" y="3653"/>
                </a:lnTo>
                <a:close/>
                <a:moveTo>
                  <a:pt x="552130" y="107639"/>
                </a:moveTo>
                <a:lnTo>
                  <a:pt x="489666" y="107639"/>
                </a:lnTo>
                <a:cubicBezTo>
                  <a:pt x="490396" y="122778"/>
                  <a:pt x="494414" y="134743"/>
                  <a:pt x="501720" y="143533"/>
                </a:cubicBezTo>
                <a:cubicBezTo>
                  <a:pt x="507321" y="150288"/>
                  <a:pt x="514059" y="153666"/>
                  <a:pt x="521933" y="153666"/>
                </a:cubicBezTo>
                <a:cubicBezTo>
                  <a:pt x="526804" y="153666"/>
                  <a:pt x="531228" y="152306"/>
                  <a:pt x="535205" y="149587"/>
                </a:cubicBezTo>
                <a:cubicBezTo>
                  <a:pt x="539183" y="146867"/>
                  <a:pt x="543445" y="141976"/>
                  <a:pt x="547990" y="134914"/>
                </a:cubicBezTo>
                <a:lnTo>
                  <a:pt x="552130" y="137593"/>
                </a:lnTo>
                <a:cubicBezTo>
                  <a:pt x="545961" y="150175"/>
                  <a:pt x="539142" y="159084"/>
                  <a:pt x="531674" y="164320"/>
                </a:cubicBezTo>
                <a:cubicBezTo>
                  <a:pt x="524206" y="169556"/>
                  <a:pt x="515561" y="172174"/>
                  <a:pt x="505738" y="172174"/>
                </a:cubicBezTo>
                <a:cubicBezTo>
                  <a:pt x="488854" y="172174"/>
                  <a:pt x="476069" y="165673"/>
                  <a:pt x="467383" y="152673"/>
                </a:cubicBezTo>
                <a:cubicBezTo>
                  <a:pt x="460402" y="142191"/>
                  <a:pt x="456911" y="129190"/>
                  <a:pt x="456911" y="113670"/>
                </a:cubicBezTo>
                <a:cubicBezTo>
                  <a:pt x="456911" y="94655"/>
                  <a:pt x="462046" y="79521"/>
                  <a:pt x="472314" y="68268"/>
                </a:cubicBezTo>
                <a:cubicBezTo>
                  <a:pt x="482583" y="57012"/>
                  <a:pt x="494617" y="51384"/>
                  <a:pt x="508417" y="51384"/>
                </a:cubicBezTo>
                <a:cubicBezTo>
                  <a:pt x="519944" y="51384"/>
                  <a:pt x="529949" y="56113"/>
                  <a:pt x="538432" y="65570"/>
                </a:cubicBezTo>
                <a:cubicBezTo>
                  <a:pt x="546915" y="75027"/>
                  <a:pt x="551481" y="89050"/>
                  <a:pt x="552130" y="107639"/>
                </a:cubicBezTo>
                <a:moveTo>
                  <a:pt x="522177" y="99603"/>
                </a:moveTo>
                <a:cubicBezTo>
                  <a:pt x="522177" y="86533"/>
                  <a:pt x="521466" y="77563"/>
                  <a:pt x="520046" y="72693"/>
                </a:cubicBezTo>
                <a:cubicBezTo>
                  <a:pt x="518625" y="67822"/>
                  <a:pt x="516413" y="64129"/>
                  <a:pt x="513410" y="61612"/>
                </a:cubicBezTo>
                <a:cubicBezTo>
                  <a:pt x="511705" y="60151"/>
                  <a:pt x="509432" y="59421"/>
                  <a:pt x="506591" y="59421"/>
                </a:cubicBezTo>
                <a:cubicBezTo>
                  <a:pt x="502370" y="59421"/>
                  <a:pt x="498920" y="61491"/>
                  <a:pt x="496241" y="65631"/>
                </a:cubicBezTo>
                <a:cubicBezTo>
                  <a:pt x="491452" y="72855"/>
                  <a:pt x="489057" y="82759"/>
                  <a:pt x="489057" y="95341"/>
                </a:cubicBezTo>
                <a:lnTo>
                  <a:pt x="489057" y="99603"/>
                </a:lnTo>
                <a:lnTo>
                  <a:pt x="522177" y="99603"/>
                </a:lnTo>
                <a:close/>
                <a:moveTo>
                  <a:pt x="613659" y="54794"/>
                </a:moveTo>
                <a:lnTo>
                  <a:pt x="613659" y="80608"/>
                </a:lnTo>
                <a:cubicBezTo>
                  <a:pt x="621209" y="68837"/>
                  <a:pt x="627824" y="61024"/>
                  <a:pt x="633507" y="57168"/>
                </a:cubicBezTo>
                <a:cubicBezTo>
                  <a:pt x="639189" y="53312"/>
                  <a:pt x="644668" y="51384"/>
                  <a:pt x="649945" y="51384"/>
                </a:cubicBezTo>
                <a:cubicBezTo>
                  <a:pt x="654491" y="51384"/>
                  <a:pt x="658123" y="52790"/>
                  <a:pt x="660843" y="55600"/>
                </a:cubicBezTo>
                <a:cubicBezTo>
                  <a:pt x="663562" y="58411"/>
                  <a:pt x="664922" y="62382"/>
                  <a:pt x="664922" y="67514"/>
                </a:cubicBezTo>
                <a:cubicBezTo>
                  <a:pt x="664922" y="72973"/>
                  <a:pt x="663603" y="77211"/>
                  <a:pt x="660964" y="80227"/>
                </a:cubicBezTo>
                <a:cubicBezTo>
                  <a:pt x="658326" y="83241"/>
                  <a:pt x="655140" y="84748"/>
                  <a:pt x="651406" y="84748"/>
                </a:cubicBezTo>
                <a:cubicBezTo>
                  <a:pt x="647104" y="84748"/>
                  <a:pt x="643370" y="83368"/>
                  <a:pt x="640204" y="80608"/>
                </a:cubicBezTo>
                <a:cubicBezTo>
                  <a:pt x="637038" y="77848"/>
                  <a:pt x="635171" y="76305"/>
                  <a:pt x="634603" y="75981"/>
                </a:cubicBezTo>
                <a:cubicBezTo>
                  <a:pt x="633791" y="75493"/>
                  <a:pt x="632857" y="75250"/>
                  <a:pt x="631802" y="75250"/>
                </a:cubicBezTo>
                <a:cubicBezTo>
                  <a:pt x="629448" y="75250"/>
                  <a:pt x="627216" y="76143"/>
                  <a:pt x="625105" y="77929"/>
                </a:cubicBezTo>
                <a:cubicBezTo>
                  <a:pt x="621777" y="80689"/>
                  <a:pt x="619260" y="84626"/>
                  <a:pt x="617556" y="89740"/>
                </a:cubicBezTo>
                <a:cubicBezTo>
                  <a:pt x="614958" y="97614"/>
                  <a:pt x="613659" y="106300"/>
                  <a:pt x="613659" y="115797"/>
                </a:cubicBezTo>
                <a:lnTo>
                  <a:pt x="613659" y="141976"/>
                </a:lnTo>
                <a:lnTo>
                  <a:pt x="613781" y="148795"/>
                </a:lnTo>
                <a:cubicBezTo>
                  <a:pt x="613781" y="153422"/>
                  <a:pt x="614065" y="156385"/>
                  <a:pt x="614633" y="157684"/>
                </a:cubicBezTo>
                <a:cubicBezTo>
                  <a:pt x="615607" y="159876"/>
                  <a:pt x="617048" y="161479"/>
                  <a:pt x="618956" y="162494"/>
                </a:cubicBezTo>
                <a:cubicBezTo>
                  <a:pt x="620864" y="163508"/>
                  <a:pt x="624090" y="164137"/>
                  <a:pt x="628636" y="164381"/>
                </a:cubicBezTo>
                <a:lnTo>
                  <a:pt x="628636" y="168764"/>
                </a:lnTo>
                <a:lnTo>
                  <a:pt x="567145" y="168764"/>
                </a:lnTo>
                <a:lnTo>
                  <a:pt x="567145" y="164381"/>
                </a:lnTo>
                <a:cubicBezTo>
                  <a:pt x="572097" y="163975"/>
                  <a:pt x="575446" y="162615"/>
                  <a:pt x="577191" y="160302"/>
                </a:cubicBezTo>
                <a:cubicBezTo>
                  <a:pt x="578936" y="157988"/>
                  <a:pt x="579809" y="151880"/>
                  <a:pt x="579809" y="141976"/>
                </a:cubicBezTo>
                <a:lnTo>
                  <a:pt x="579809" y="78903"/>
                </a:lnTo>
                <a:cubicBezTo>
                  <a:pt x="579809" y="72368"/>
                  <a:pt x="579484" y="68203"/>
                  <a:pt x="578835" y="66407"/>
                </a:cubicBezTo>
                <a:cubicBezTo>
                  <a:pt x="578023" y="64119"/>
                  <a:pt x="576846" y="62444"/>
                  <a:pt x="575304" y="61384"/>
                </a:cubicBezTo>
                <a:cubicBezTo>
                  <a:pt x="573761" y="60321"/>
                  <a:pt x="571042" y="59586"/>
                  <a:pt x="567145" y="59177"/>
                </a:cubicBezTo>
                <a:lnTo>
                  <a:pt x="567145" y="54794"/>
                </a:lnTo>
                <a:lnTo>
                  <a:pt x="613659" y="54794"/>
                </a:lnTo>
                <a:close/>
                <a:moveTo>
                  <a:pt x="729373" y="173502"/>
                </a:moveTo>
                <a:lnTo>
                  <a:pt x="692600" y="88922"/>
                </a:lnTo>
                <a:cubicBezTo>
                  <a:pt x="687080" y="76111"/>
                  <a:pt x="683001" y="68237"/>
                  <a:pt x="680363" y="65300"/>
                </a:cubicBezTo>
                <a:cubicBezTo>
                  <a:pt x="677725" y="62359"/>
                  <a:pt x="674539" y="60319"/>
                  <a:pt x="670805" y="59177"/>
                </a:cubicBezTo>
                <a:lnTo>
                  <a:pt x="670805" y="54794"/>
                </a:lnTo>
                <a:lnTo>
                  <a:pt x="731321" y="54794"/>
                </a:lnTo>
                <a:lnTo>
                  <a:pt x="731321" y="59177"/>
                </a:lnTo>
                <a:cubicBezTo>
                  <a:pt x="727344" y="59339"/>
                  <a:pt x="724543" y="60114"/>
                  <a:pt x="722920" y="61502"/>
                </a:cubicBezTo>
                <a:cubicBezTo>
                  <a:pt x="721296" y="62887"/>
                  <a:pt x="720484" y="64559"/>
                  <a:pt x="720484" y="66517"/>
                </a:cubicBezTo>
                <a:cubicBezTo>
                  <a:pt x="720484" y="69615"/>
                  <a:pt x="722514" y="75731"/>
                  <a:pt x="726572" y="84865"/>
                </a:cubicBezTo>
                <a:lnTo>
                  <a:pt x="746055" y="129640"/>
                </a:lnTo>
                <a:lnTo>
                  <a:pt x="759327" y="95040"/>
                </a:lnTo>
                <a:cubicBezTo>
                  <a:pt x="764116" y="82719"/>
                  <a:pt x="766511" y="74152"/>
                  <a:pt x="766511" y="69337"/>
                </a:cubicBezTo>
                <a:cubicBezTo>
                  <a:pt x="766511" y="66318"/>
                  <a:pt x="765517" y="63911"/>
                  <a:pt x="763528" y="62115"/>
                </a:cubicBezTo>
                <a:cubicBezTo>
                  <a:pt x="761539" y="60319"/>
                  <a:pt x="758028" y="59339"/>
                  <a:pt x="752995" y="59177"/>
                </a:cubicBezTo>
                <a:lnTo>
                  <a:pt x="752995" y="54794"/>
                </a:lnTo>
                <a:lnTo>
                  <a:pt x="791107" y="54794"/>
                </a:lnTo>
                <a:lnTo>
                  <a:pt x="791107" y="59177"/>
                </a:lnTo>
                <a:cubicBezTo>
                  <a:pt x="787373" y="59586"/>
                  <a:pt x="784329" y="61034"/>
                  <a:pt x="781975" y="63523"/>
                </a:cubicBezTo>
                <a:cubicBezTo>
                  <a:pt x="779621" y="66011"/>
                  <a:pt x="775684" y="74478"/>
                  <a:pt x="770164" y="88922"/>
                </a:cubicBezTo>
                <a:lnTo>
                  <a:pt x="737653" y="173391"/>
                </a:lnTo>
                <a:cubicBezTo>
                  <a:pt x="729454" y="194497"/>
                  <a:pt x="723366" y="207485"/>
                  <a:pt x="719388" y="212356"/>
                </a:cubicBezTo>
                <a:cubicBezTo>
                  <a:pt x="713787" y="219175"/>
                  <a:pt x="706766" y="222584"/>
                  <a:pt x="698323" y="222584"/>
                </a:cubicBezTo>
                <a:cubicBezTo>
                  <a:pt x="691586" y="222584"/>
                  <a:pt x="686127" y="220656"/>
                  <a:pt x="681946" y="216800"/>
                </a:cubicBezTo>
                <a:cubicBezTo>
                  <a:pt x="677766" y="212944"/>
                  <a:pt x="675675" y="208297"/>
                  <a:pt x="675675" y="202858"/>
                </a:cubicBezTo>
                <a:cubicBezTo>
                  <a:pt x="675675" y="198150"/>
                  <a:pt x="677116" y="194254"/>
                  <a:pt x="679998" y="191169"/>
                </a:cubicBezTo>
                <a:cubicBezTo>
                  <a:pt x="682880" y="188084"/>
                  <a:pt x="686431" y="186542"/>
                  <a:pt x="690652" y="186542"/>
                </a:cubicBezTo>
                <a:cubicBezTo>
                  <a:pt x="694711" y="186542"/>
                  <a:pt x="697978" y="187833"/>
                  <a:pt x="700454" y="190416"/>
                </a:cubicBezTo>
                <a:cubicBezTo>
                  <a:pt x="702930" y="193000"/>
                  <a:pt x="704209" y="196998"/>
                  <a:pt x="704290" y="202409"/>
                </a:cubicBezTo>
                <a:cubicBezTo>
                  <a:pt x="704371" y="205479"/>
                  <a:pt x="704736" y="207457"/>
                  <a:pt x="705386" y="208345"/>
                </a:cubicBezTo>
                <a:cubicBezTo>
                  <a:pt x="706035" y="209233"/>
                  <a:pt x="706969" y="209677"/>
                  <a:pt x="708186" y="209677"/>
                </a:cubicBezTo>
                <a:cubicBezTo>
                  <a:pt x="710134" y="209677"/>
                  <a:pt x="712204" y="208505"/>
                  <a:pt x="714396" y="206161"/>
                </a:cubicBezTo>
                <a:cubicBezTo>
                  <a:pt x="717643" y="202767"/>
                  <a:pt x="721458" y="195010"/>
                  <a:pt x="725842" y="182889"/>
                </a:cubicBezTo>
                <a:lnTo>
                  <a:pt x="729373" y="173502"/>
                </a:lnTo>
                <a:close/>
                <a:moveTo>
                  <a:pt x="1013531" y="3653"/>
                </a:moveTo>
                <a:lnTo>
                  <a:pt x="1013531" y="48462"/>
                </a:lnTo>
                <a:lnTo>
                  <a:pt x="1009147" y="48462"/>
                </a:lnTo>
                <a:cubicBezTo>
                  <a:pt x="1006549" y="38117"/>
                  <a:pt x="1003668" y="30684"/>
                  <a:pt x="1000502" y="26164"/>
                </a:cubicBezTo>
                <a:cubicBezTo>
                  <a:pt x="997336" y="21643"/>
                  <a:pt x="992993" y="18039"/>
                  <a:pt x="987473" y="15350"/>
                </a:cubicBezTo>
                <a:cubicBezTo>
                  <a:pt x="984388" y="13884"/>
                  <a:pt x="978990" y="13150"/>
                  <a:pt x="971279" y="13150"/>
                </a:cubicBezTo>
                <a:lnTo>
                  <a:pt x="958980" y="13150"/>
                </a:lnTo>
                <a:lnTo>
                  <a:pt x="958980" y="140515"/>
                </a:lnTo>
                <a:cubicBezTo>
                  <a:pt x="958980" y="149001"/>
                  <a:pt x="959447" y="154305"/>
                  <a:pt x="960381" y="156428"/>
                </a:cubicBezTo>
                <a:cubicBezTo>
                  <a:pt x="961314" y="158549"/>
                  <a:pt x="963141" y="160405"/>
                  <a:pt x="965860" y="161995"/>
                </a:cubicBezTo>
                <a:cubicBezTo>
                  <a:pt x="968579" y="163586"/>
                  <a:pt x="972293" y="164381"/>
                  <a:pt x="977001" y="164381"/>
                </a:cubicBezTo>
                <a:lnTo>
                  <a:pt x="982481" y="164381"/>
                </a:lnTo>
                <a:lnTo>
                  <a:pt x="982481" y="168764"/>
                </a:lnTo>
                <a:lnTo>
                  <a:pt x="896029" y="168764"/>
                </a:lnTo>
                <a:lnTo>
                  <a:pt x="896029" y="164381"/>
                </a:lnTo>
                <a:lnTo>
                  <a:pt x="901508" y="164381"/>
                </a:lnTo>
                <a:cubicBezTo>
                  <a:pt x="906297" y="164381"/>
                  <a:pt x="910153" y="163525"/>
                  <a:pt x="913076" y="161812"/>
                </a:cubicBezTo>
                <a:cubicBezTo>
                  <a:pt x="915186" y="160668"/>
                  <a:pt x="916850" y="158710"/>
                  <a:pt x="918068" y="155937"/>
                </a:cubicBezTo>
                <a:cubicBezTo>
                  <a:pt x="918961" y="153979"/>
                  <a:pt x="919407" y="148838"/>
                  <a:pt x="919407" y="140515"/>
                </a:cubicBezTo>
                <a:lnTo>
                  <a:pt x="919407" y="13150"/>
                </a:lnTo>
                <a:lnTo>
                  <a:pt x="907474" y="13150"/>
                </a:lnTo>
                <a:cubicBezTo>
                  <a:pt x="896353" y="13150"/>
                  <a:pt x="888276" y="15512"/>
                  <a:pt x="883243" y="20236"/>
                </a:cubicBezTo>
                <a:cubicBezTo>
                  <a:pt x="876181" y="26834"/>
                  <a:pt x="871716" y="36242"/>
                  <a:pt x="869849" y="48462"/>
                </a:cubicBezTo>
                <a:lnTo>
                  <a:pt x="865222" y="48462"/>
                </a:lnTo>
                <a:lnTo>
                  <a:pt x="865222" y="3653"/>
                </a:lnTo>
                <a:lnTo>
                  <a:pt x="1013531" y="3653"/>
                </a:lnTo>
                <a:close/>
                <a:moveTo>
                  <a:pt x="1059985" y="54794"/>
                </a:moveTo>
                <a:lnTo>
                  <a:pt x="1059985" y="80608"/>
                </a:lnTo>
                <a:cubicBezTo>
                  <a:pt x="1067534" y="68837"/>
                  <a:pt x="1074150" y="61024"/>
                  <a:pt x="1079832" y="57168"/>
                </a:cubicBezTo>
                <a:cubicBezTo>
                  <a:pt x="1085514" y="53312"/>
                  <a:pt x="1090994" y="51384"/>
                  <a:pt x="1096270" y="51384"/>
                </a:cubicBezTo>
                <a:cubicBezTo>
                  <a:pt x="1100816" y="51384"/>
                  <a:pt x="1104449" y="52790"/>
                  <a:pt x="1107168" y="55600"/>
                </a:cubicBezTo>
                <a:cubicBezTo>
                  <a:pt x="1109887" y="58411"/>
                  <a:pt x="1111247" y="62382"/>
                  <a:pt x="1111247" y="67514"/>
                </a:cubicBezTo>
                <a:cubicBezTo>
                  <a:pt x="1111247" y="72973"/>
                  <a:pt x="1109928" y="77211"/>
                  <a:pt x="1107290" y="80227"/>
                </a:cubicBezTo>
                <a:cubicBezTo>
                  <a:pt x="1104652" y="83241"/>
                  <a:pt x="1101466" y="84748"/>
                  <a:pt x="1097731" y="84748"/>
                </a:cubicBezTo>
                <a:cubicBezTo>
                  <a:pt x="1093429" y="84748"/>
                  <a:pt x="1089695" y="83368"/>
                  <a:pt x="1086529" y="80608"/>
                </a:cubicBezTo>
                <a:cubicBezTo>
                  <a:pt x="1083363" y="77848"/>
                  <a:pt x="1081496" y="76305"/>
                  <a:pt x="1080928" y="75981"/>
                </a:cubicBezTo>
                <a:cubicBezTo>
                  <a:pt x="1080116" y="75493"/>
                  <a:pt x="1079183" y="75250"/>
                  <a:pt x="1078127" y="75250"/>
                </a:cubicBezTo>
                <a:cubicBezTo>
                  <a:pt x="1075773" y="75250"/>
                  <a:pt x="1073541" y="76143"/>
                  <a:pt x="1071430" y="77929"/>
                </a:cubicBezTo>
                <a:cubicBezTo>
                  <a:pt x="1068102" y="80689"/>
                  <a:pt x="1065586" y="84626"/>
                  <a:pt x="1063881" y="89740"/>
                </a:cubicBezTo>
                <a:cubicBezTo>
                  <a:pt x="1061283" y="97614"/>
                  <a:pt x="1059985" y="106300"/>
                  <a:pt x="1059985" y="115797"/>
                </a:cubicBezTo>
                <a:lnTo>
                  <a:pt x="1059985" y="141976"/>
                </a:lnTo>
                <a:lnTo>
                  <a:pt x="1060106" y="148795"/>
                </a:lnTo>
                <a:cubicBezTo>
                  <a:pt x="1060106" y="153422"/>
                  <a:pt x="1060391" y="156385"/>
                  <a:pt x="1060959" y="157684"/>
                </a:cubicBezTo>
                <a:cubicBezTo>
                  <a:pt x="1061933" y="159876"/>
                  <a:pt x="1063374" y="161479"/>
                  <a:pt x="1065281" y="162494"/>
                </a:cubicBezTo>
                <a:cubicBezTo>
                  <a:pt x="1067189" y="163508"/>
                  <a:pt x="1070416" y="164137"/>
                  <a:pt x="1074962" y="164381"/>
                </a:cubicBezTo>
                <a:lnTo>
                  <a:pt x="1074962" y="168764"/>
                </a:lnTo>
                <a:lnTo>
                  <a:pt x="1013471" y="168764"/>
                </a:lnTo>
                <a:lnTo>
                  <a:pt x="1013471" y="164381"/>
                </a:lnTo>
                <a:cubicBezTo>
                  <a:pt x="1018423" y="163975"/>
                  <a:pt x="1021771" y="162615"/>
                  <a:pt x="1023516" y="160302"/>
                </a:cubicBezTo>
                <a:cubicBezTo>
                  <a:pt x="1025262" y="157988"/>
                  <a:pt x="1026134" y="151880"/>
                  <a:pt x="1026134" y="141976"/>
                </a:cubicBezTo>
                <a:lnTo>
                  <a:pt x="1026134" y="78903"/>
                </a:lnTo>
                <a:cubicBezTo>
                  <a:pt x="1026134" y="72368"/>
                  <a:pt x="1025810" y="68203"/>
                  <a:pt x="1025160" y="66407"/>
                </a:cubicBezTo>
                <a:cubicBezTo>
                  <a:pt x="1024349" y="64119"/>
                  <a:pt x="1023171" y="62444"/>
                  <a:pt x="1021629" y="61384"/>
                </a:cubicBezTo>
                <a:cubicBezTo>
                  <a:pt x="1020087" y="60321"/>
                  <a:pt x="1017367" y="59586"/>
                  <a:pt x="1013471" y="59177"/>
                </a:cubicBezTo>
                <a:lnTo>
                  <a:pt x="1013471" y="54794"/>
                </a:lnTo>
                <a:lnTo>
                  <a:pt x="1059985" y="54794"/>
                </a:lnTo>
                <a:close/>
                <a:moveTo>
                  <a:pt x="1186292" y="151961"/>
                </a:moveTo>
                <a:cubicBezTo>
                  <a:pt x="1172411" y="164300"/>
                  <a:pt x="1159950" y="170469"/>
                  <a:pt x="1148910" y="170469"/>
                </a:cubicBezTo>
                <a:cubicBezTo>
                  <a:pt x="1142416" y="170469"/>
                  <a:pt x="1137018" y="168332"/>
                  <a:pt x="1132716" y="164058"/>
                </a:cubicBezTo>
                <a:cubicBezTo>
                  <a:pt x="1128413" y="159781"/>
                  <a:pt x="1126262" y="154426"/>
                  <a:pt x="1126262" y="147992"/>
                </a:cubicBezTo>
                <a:cubicBezTo>
                  <a:pt x="1126262" y="139276"/>
                  <a:pt x="1129996" y="131436"/>
                  <a:pt x="1137464" y="124473"/>
                </a:cubicBezTo>
                <a:cubicBezTo>
                  <a:pt x="1144933" y="117510"/>
                  <a:pt x="1161208" y="108245"/>
                  <a:pt x="1186292" y="96680"/>
                </a:cubicBezTo>
                <a:lnTo>
                  <a:pt x="1186292" y="85235"/>
                </a:lnTo>
                <a:cubicBezTo>
                  <a:pt x="1186292" y="76630"/>
                  <a:pt x="1185825" y="71211"/>
                  <a:pt x="1184891" y="68979"/>
                </a:cubicBezTo>
                <a:cubicBezTo>
                  <a:pt x="1183958" y="66747"/>
                  <a:pt x="1182192" y="64799"/>
                  <a:pt x="1179595" y="63134"/>
                </a:cubicBezTo>
                <a:cubicBezTo>
                  <a:pt x="1176997" y="61470"/>
                  <a:pt x="1174075" y="60638"/>
                  <a:pt x="1170828" y="60638"/>
                </a:cubicBezTo>
                <a:cubicBezTo>
                  <a:pt x="1165551" y="60638"/>
                  <a:pt x="1161208" y="61815"/>
                  <a:pt x="1157799" y="64169"/>
                </a:cubicBezTo>
                <a:cubicBezTo>
                  <a:pt x="1155688" y="65631"/>
                  <a:pt x="1154633" y="67335"/>
                  <a:pt x="1154633" y="69284"/>
                </a:cubicBezTo>
                <a:cubicBezTo>
                  <a:pt x="1154633" y="70988"/>
                  <a:pt x="1155770" y="73099"/>
                  <a:pt x="1158043" y="75615"/>
                </a:cubicBezTo>
                <a:cubicBezTo>
                  <a:pt x="1161127" y="79106"/>
                  <a:pt x="1162670" y="82475"/>
                  <a:pt x="1162670" y="85722"/>
                </a:cubicBezTo>
                <a:cubicBezTo>
                  <a:pt x="1162670" y="89699"/>
                  <a:pt x="1161188" y="93088"/>
                  <a:pt x="1158225" y="95889"/>
                </a:cubicBezTo>
                <a:cubicBezTo>
                  <a:pt x="1155262" y="98689"/>
                  <a:pt x="1151386" y="100090"/>
                  <a:pt x="1146597" y="100090"/>
                </a:cubicBezTo>
                <a:cubicBezTo>
                  <a:pt x="1141483" y="100090"/>
                  <a:pt x="1137201" y="98547"/>
                  <a:pt x="1133751" y="95463"/>
                </a:cubicBezTo>
                <a:cubicBezTo>
                  <a:pt x="1130301" y="92378"/>
                  <a:pt x="1128576" y="88766"/>
                  <a:pt x="1128576" y="84626"/>
                </a:cubicBezTo>
                <a:cubicBezTo>
                  <a:pt x="1128576" y="78781"/>
                  <a:pt x="1130889" y="73200"/>
                  <a:pt x="1135516" y="67883"/>
                </a:cubicBezTo>
                <a:cubicBezTo>
                  <a:pt x="1140143" y="62566"/>
                  <a:pt x="1146597" y="58487"/>
                  <a:pt x="1154877" y="55646"/>
                </a:cubicBezTo>
                <a:cubicBezTo>
                  <a:pt x="1163157" y="52805"/>
                  <a:pt x="1171761" y="51384"/>
                  <a:pt x="1180691" y="51384"/>
                </a:cubicBezTo>
                <a:cubicBezTo>
                  <a:pt x="1191487" y="51384"/>
                  <a:pt x="1200031" y="53684"/>
                  <a:pt x="1206322" y="58283"/>
                </a:cubicBezTo>
                <a:cubicBezTo>
                  <a:pt x="1212613" y="62880"/>
                  <a:pt x="1216692" y="67863"/>
                  <a:pt x="1218559" y="73233"/>
                </a:cubicBezTo>
                <a:cubicBezTo>
                  <a:pt x="1219696" y="76650"/>
                  <a:pt x="1220264" y="84501"/>
                  <a:pt x="1220264" y="96787"/>
                </a:cubicBezTo>
                <a:lnTo>
                  <a:pt x="1220264" y="141090"/>
                </a:lnTo>
                <a:cubicBezTo>
                  <a:pt x="1220264" y="146298"/>
                  <a:pt x="1220467" y="149574"/>
                  <a:pt x="1220873" y="150918"/>
                </a:cubicBezTo>
                <a:cubicBezTo>
                  <a:pt x="1221278" y="152260"/>
                  <a:pt x="1221887" y="153257"/>
                  <a:pt x="1222699" y="153909"/>
                </a:cubicBezTo>
                <a:cubicBezTo>
                  <a:pt x="1223511" y="154559"/>
                  <a:pt x="1224444" y="154883"/>
                  <a:pt x="1225500" y="154883"/>
                </a:cubicBezTo>
                <a:cubicBezTo>
                  <a:pt x="1227610" y="154883"/>
                  <a:pt x="1229761" y="153382"/>
                  <a:pt x="1231953" y="150378"/>
                </a:cubicBezTo>
                <a:lnTo>
                  <a:pt x="1235606" y="153300"/>
                </a:lnTo>
                <a:cubicBezTo>
                  <a:pt x="1231547" y="159307"/>
                  <a:pt x="1227346" y="163671"/>
                  <a:pt x="1223003" y="166390"/>
                </a:cubicBezTo>
                <a:cubicBezTo>
                  <a:pt x="1218661" y="169109"/>
                  <a:pt x="1213729" y="170469"/>
                  <a:pt x="1208209" y="170469"/>
                </a:cubicBezTo>
                <a:cubicBezTo>
                  <a:pt x="1201715" y="170469"/>
                  <a:pt x="1196642" y="168937"/>
                  <a:pt x="1192989" y="165873"/>
                </a:cubicBezTo>
                <a:cubicBezTo>
                  <a:pt x="1189336" y="162808"/>
                  <a:pt x="1187103" y="158171"/>
                  <a:pt x="1186292" y="151961"/>
                </a:cubicBezTo>
                <a:moveTo>
                  <a:pt x="1186292" y="142951"/>
                </a:moveTo>
                <a:lnTo>
                  <a:pt x="1186292" y="104861"/>
                </a:lnTo>
                <a:cubicBezTo>
                  <a:pt x="1176469" y="110653"/>
                  <a:pt x="1169164" y="116853"/>
                  <a:pt x="1164374" y="123461"/>
                </a:cubicBezTo>
                <a:cubicBezTo>
                  <a:pt x="1161208" y="127865"/>
                  <a:pt x="1159625" y="132310"/>
                  <a:pt x="1159625" y="136798"/>
                </a:cubicBezTo>
                <a:cubicBezTo>
                  <a:pt x="1159625" y="140550"/>
                  <a:pt x="1160965" y="143854"/>
                  <a:pt x="1163644" y="146710"/>
                </a:cubicBezTo>
                <a:cubicBezTo>
                  <a:pt x="1165673" y="148912"/>
                  <a:pt x="1168514" y="150013"/>
                  <a:pt x="1172167" y="150013"/>
                </a:cubicBezTo>
                <a:cubicBezTo>
                  <a:pt x="1176226" y="150013"/>
                  <a:pt x="1180934" y="147659"/>
                  <a:pt x="1186292" y="142951"/>
                </a:cubicBezTo>
                <a:close/>
                <a:moveTo>
                  <a:pt x="1341976" y="139324"/>
                </a:moveTo>
                <a:lnTo>
                  <a:pt x="1345751" y="142243"/>
                </a:lnTo>
                <a:cubicBezTo>
                  <a:pt x="1340394" y="152342"/>
                  <a:pt x="1333717" y="159855"/>
                  <a:pt x="1325721" y="164784"/>
                </a:cubicBezTo>
                <a:cubicBezTo>
                  <a:pt x="1317725" y="169711"/>
                  <a:pt x="1309222" y="172174"/>
                  <a:pt x="1300212" y="172174"/>
                </a:cubicBezTo>
                <a:cubicBezTo>
                  <a:pt x="1285032" y="172174"/>
                  <a:pt x="1272896" y="166446"/>
                  <a:pt x="1263804" y="154990"/>
                </a:cubicBezTo>
                <a:cubicBezTo>
                  <a:pt x="1254712" y="143531"/>
                  <a:pt x="1250167" y="129758"/>
                  <a:pt x="1250167" y="113670"/>
                </a:cubicBezTo>
                <a:cubicBezTo>
                  <a:pt x="1250167" y="98148"/>
                  <a:pt x="1254307" y="84496"/>
                  <a:pt x="1262587" y="72716"/>
                </a:cubicBezTo>
                <a:cubicBezTo>
                  <a:pt x="1272571" y="58495"/>
                  <a:pt x="1286330" y="51384"/>
                  <a:pt x="1303864" y="51384"/>
                </a:cubicBezTo>
                <a:cubicBezTo>
                  <a:pt x="1315635" y="51384"/>
                  <a:pt x="1324990" y="54356"/>
                  <a:pt x="1331931" y="60300"/>
                </a:cubicBezTo>
                <a:cubicBezTo>
                  <a:pt x="1338871" y="66241"/>
                  <a:pt x="1342342" y="72874"/>
                  <a:pt x="1342342" y="80200"/>
                </a:cubicBezTo>
                <a:cubicBezTo>
                  <a:pt x="1342342" y="84840"/>
                  <a:pt x="1340941" y="88544"/>
                  <a:pt x="1338141" y="91311"/>
                </a:cubicBezTo>
                <a:cubicBezTo>
                  <a:pt x="1335340" y="94079"/>
                  <a:pt x="1331667" y="95463"/>
                  <a:pt x="1327121" y="95463"/>
                </a:cubicBezTo>
                <a:cubicBezTo>
                  <a:pt x="1322332" y="95463"/>
                  <a:pt x="1318375" y="93875"/>
                  <a:pt x="1315249" y="90699"/>
                </a:cubicBezTo>
                <a:cubicBezTo>
                  <a:pt x="1312124" y="87520"/>
                  <a:pt x="1310196" y="81858"/>
                  <a:pt x="1309466" y="73713"/>
                </a:cubicBezTo>
                <a:cubicBezTo>
                  <a:pt x="1308979" y="68581"/>
                  <a:pt x="1307801" y="64996"/>
                  <a:pt x="1305934" y="62959"/>
                </a:cubicBezTo>
                <a:cubicBezTo>
                  <a:pt x="1304067" y="60925"/>
                  <a:pt x="1301876" y="59908"/>
                  <a:pt x="1299359" y="59908"/>
                </a:cubicBezTo>
                <a:cubicBezTo>
                  <a:pt x="1295463" y="59908"/>
                  <a:pt x="1292135" y="61978"/>
                  <a:pt x="1289375" y="66118"/>
                </a:cubicBezTo>
                <a:cubicBezTo>
                  <a:pt x="1285153" y="72368"/>
                  <a:pt x="1283043" y="81947"/>
                  <a:pt x="1283043" y="94854"/>
                </a:cubicBezTo>
                <a:cubicBezTo>
                  <a:pt x="1283043" y="105569"/>
                  <a:pt x="1284748" y="115818"/>
                  <a:pt x="1288157" y="125599"/>
                </a:cubicBezTo>
                <a:cubicBezTo>
                  <a:pt x="1291566" y="135381"/>
                  <a:pt x="1296234" y="142666"/>
                  <a:pt x="1302160" y="147456"/>
                </a:cubicBezTo>
                <a:cubicBezTo>
                  <a:pt x="1306624" y="150946"/>
                  <a:pt x="1311901" y="152692"/>
                  <a:pt x="1317989" y="152692"/>
                </a:cubicBezTo>
                <a:cubicBezTo>
                  <a:pt x="1321967" y="152692"/>
                  <a:pt x="1325741" y="151761"/>
                  <a:pt x="1329313" y="149899"/>
                </a:cubicBezTo>
                <a:cubicBezTo>
                  <a:pt x="1332885" y="148034"/>
                  <a:pt x="1337106" y="144509"/>
                  <a:pt x="1341976" y="139324"/>
                </a:cubicBezTo>
                <a:close/>
                <a:moveTo>
                  <a:pt x="1406062" y="3653"/>
                </a:moveTo>
                <a:lnTo>
                  <a:pt x="1406062" y="112357"/>
                </a:lnTo>
                <a:lnTo>
                  <a:pt x="1432485" y="86380"/>
                </a:lnTo>
                <a:cubicBezTo>
                  <a:pt x="1437923" y="81088"/>
                  <a:pt x="1441313" y="77249"/>
                  <a:pt x="1442652" y="74862"/>
                </a:cubicBezTo>
                <a:cubicBezTo>
                  <a:pt x="1443991" y="72475"/>
                  <a:pt x="1444661" y="70169"/>
                  <a:pt x="1444661" y="67944"/>
                </a:cubicBezTo>
                <a:cubicBezTo>
                  <a:pt x="1444661" y="65722"/>
                  <a:pt x="1443768" y="63870"/>
                  <a:pt x="1441982" y="62389"/>
                </a:cubicBezTo>
                <a:cubicBezTo>
                  <a:pt x="1440196" y="60907"/>
                  <a:pt x="1436706" y="59837"/>
                  <a:pt x="1431511" y="59177"/>
                </a:cubicBezTo>
                <a:lnTo>
                  <a:pt x="1431511" y="54794"/>
                </a:lnTo>
                <a:lnTo>
                  <a:pt x="1482530" y="54794"/>
                </a:lnTo>
                <a:lnTo>
                  <a:pt x="1482530" y="59177"/>
                </a:lnTo>
                <a:cubicBezTo>
                  <a:pt x="1477659" y="59423"/>
                  <a:pt x="1473397" y="60593"/>
                  <a:pt x="1469744" y="62685"/>
                </a:cubicBezTo>
                <a:cubicBezTo>
                  <a:pt x="1466091" y="64778"/>
                  <a:pt x="1458948" y="71077"/>
                  <a:pt x="1448314" y="81582"/>
                </a:cubicBezTo>
                <a:lnTo>
                  <a:pt x="1435894" y="93861"/>
                </a:lnTo>
                <a:lnTo>
                  <a:pt x="1462682" y="132977"/>
                </a:lnTo>
                <a:cubicBezTo>
                  <a:pt x="1473478" y="148883"/>
                  <a:pt x="1479891" y="157808"/>
                  <a:pt x="1481921" y="159754"/>
                </a:cubicBezTo>
                <a:cubicBezTo>
                  <a:pt x="1484681" y="162514"/>
                  <a:pt x="1488171" y="164056"/>
                  <a:pt x="1492392" y="164381"/>
                </a:cubicBezTo>
                <a:lnTo>
                  <a:pt x="1492392" y="168764"/>
                </a:lnTo>
                <a:lnTo>
                  <a:pt x="1433581" y="168764"/>
                </a:lnTo>
                <a:lnTo>
                  <a:pt x="1433581" y="164381"/>
                </a:lnTo>
                <a:cubicBezTo>
                  <a:pt x="1436178" y="164381"/>
                  <a:pt x="1438066" y="163894"/>
                  <a:pt x="1439243" y="162920"/>
                </a:cubicBezTo>
                <a:cubicBezTo>
                  <a:pt x="1440420" y="161943"/>
                  <a:pt x="1441008" y="160887"/>
                  <a:pt x="1441008" y="159750"/>
                </a:cubicBezTo>
                <a:cubicBezTo>
                  <a:pt x="1441008" y="157881"/>
                  <a:pt x="1439303" y="154427"/>
                  <a:pt x="1435894" y="149389"/>
                </a:cubicBezTo>
                <a:lnTo>
                  <a:pt x="1413368" y="116357"/>
                </a:lnTo>
                <a:lnTo>
                  <a:pt x="1406062" y="123590"/>
                </a:lnTo>
                <a:lnTo>
                  <a:pt x="1406062" y="143925"/>
                </a:lnTo>
                <a:cubicBezTo>
                  <a:pt x="1406062" y="152664"/>
                  <a:pt x="1406874" y="158115"/>
                  <a:pt x="1408497" y="160279"/>
                </a:cubicBezTo>
                <a:cubicBezTo>
                  <a:pt x="1410121" y="162443"/>
                  <a:pt x="1413449" y="163810"/>
                  <a:pt x="1418482" y="164381"/>
                </a:cubicBezTo>
                <a:lnTo>
                  <a:pt x="1418482" y="168764"/>
                </a:lnTo>
                <a:lnTo>
                  <a:pt x="1359670" y="168764"/>
                </a:lnTo>
                <a:lnTo>
                  <a:pt x="1359670" y="164381"/>
                </a:lnTo>
                <a:cubicBezTo>
                  <a:pt x="1364459" y="163891"/>
                  <a:pt x="1367869" y="162340"/>
                  <a:pt x="1369898" y="159727"/>
                </a:cubicBezTo>
                <a:cubicBezTo>
                  <a:pt x="1371278" y="157931"/>
                  <a:pt x="1371968" y="152664"/>
                  <a:pt x="1371968" y="143925"/>
                </a:cubicBezTo>
                <a:lnTo>
                  <a:pt x="1371968" y="28493"/>
                </a:lnTo>
                <a:cubicBezTo>
                  <a:pt x="1371968" y="19784"/>
                  <a:pt x="1371177" y="14362"/>
                  <a:pt x="1369594" y="12226"/>
                </a:cubicBezTo>
                <a:cubicBezTo>
                  <a:pt x="1368011" y="10090"/>
                  <a:pt x="1364703" y="8693"/>
                  <a:pt x="1359670" y="8036"/>
                </a:cubicBezTo>
                <a:lnTo>
                  <a:pt x="1359670" y="3653"/>
                </a:lnTo>
                <a:lnTo>
                  <a:pt x="1406062" y="3653"/>
                </a:lnTo>
                <a:close/>
                <a:moveTo>
                  <a:pt x="1593084" y="107639"/>
                </a:moveTo>
                <a:lnTo>
                  <a:pt x="1530619" y="107639"/>
                </a:lnTo>
                <a:cubicBezTo>
                  <a:pt x="1531350" y="122778"/>
                  <a:pt x="1535368" y="134743"/>
                  <a:pt x="1542674" y="143533"/>
                </a:cubicBezTo>
                <a:cubicBezTo>
                  <a:pt x="1548275" y="150288"/>
                  <a:pt x="1555013" y="153666"/>
                  <a:pt x="1562887" y="153666"/>
                </a:cubicBezTo>
                <a:cubicBezTo>
                  <a:pt x="1567757" y="153666"/>
                  <a:pt x="1572181" y="152306"/>
                  <a:pt x="1576159" y="149587"/>
                </a:cubicBezTo>
                <a:cubicBezTo>
                  <a:pt x="1580136" y="146867"/>
                  <a:pt x="1584398" y="141976"/>
                  <a:pt x="1588944" y="134914"/>
                </a:cubicBezTo>
                <a:lnTo>
                  <a:pt x="1593084" y="137593"/>
                </a:lnTo>
                <a:cubicBezTo>
                  <a:pt x="1586915" y="150175"/>
                  <a:pt x="1580096" y="159084"/>
                  <a:pt x="1572628" y="164320"/>
                </a:cubicBezTo>
                <a:cubicBezTo>
                  <a:pt x="1565160" y="169556"/>
                  <a:pt x="1556514" y="172174"/>
                  <a:pt x="1546692" y="172174"/>
                </a:cubicBezTo>
                <a:cubicBezTo>
                  <a:pt x="1529807" y="172174"/>
                  <a:pt x="1517022" y="165673"/>
                  <a:pt x="1508336" y="152673"/>
                </a:cubicBezTo>
                <a:cubicBezTo>
                  <a:pt x="1501355" y="142191"/>
                  <a:pt x="1497865" y="129190"/>
                  <a:pt x="1497865" y="113670"/>
                </a:cubicBezTo>
                <a:cubicBezTo>
                  <a:pt x="1497865" y="94655"/>
                  <a:pt x="1502999" y="79521"/>
                  <a:pt x="1513268" y="68268"/>
                </a:cubicBezTo>
                <a:cubicBezTo>
                  <a:pt x="1523537" y="57012"/>
                  <a:pt x="1535571" y="51384"/>
                  <a:pt x="1549371" y="51384"/>
                </a:cubicBezTo>
                <a:cubicBezTo>
                  <a:pt x="1560898" y="51384"/>
                  <a:pt x="1570903" y="56113"/>
                  <a:pt x="1579386" y="65570"/>
                </a:cubicBezTo>
                <a:cubicBezTo>
                  <a:pt x="1587868" y="75027"/>
                  <a:pt x="1592435" y="89050"/>
                  <a:pt x="1593084" y="107639"/>
                </a:cubicBezTo>
                <a:moveTo>
                  <a:pt x="1563130" y="99603"/>
                </a:moveTo>
                <a:cubicBezTo>
                  <a:pt x="1563130" y="86533"/>
                  <a:pt x="1562420" y="77563"/>
                  <a:pt x="1560999" y="72693"/>
                </a:cubicBezTo>
                <a:cubicBezTo>
                  <a:pt x="1559579" y="67822"/>
                  <a:pt x="1557367" y="64129"/>
                  <a:pt x="1554363" y="61612"/>
                </a:cubicBezTo>
                <a:cubicBezTo>
                  <a:pt x="1552658" y="60151"/>
                  <a:pt x="1550386" y="59421"/>
                  <a:pt x="1547544" y="59421"/>
                </a:cubicBezTo>
                <a:cubicBezTo>
                  <a:pt x="1543323" y="59421"/>
                  <a:pt x="1539873" y="61491"/>
                  <a:pt x="1537194" y="65631"/>
                </a:cubicBezTo>
                <a:cubicBezTo>
                  <a:pt x="1532405" y="72855"/>
                  <a:pt x="1530010" y="82759"/>
                  <a:pt x="1530010" y="95341"/>
                </a:cubicBezTo>
                <a:lnTo>
                  <a:pt x="1530010" y="99603"/>
                </a:lnTo>
                <a:lnTo>
                  <a:pt x="1563130" y="99603"/>
                </a:lnTo>
                <a:close/>
                <a:moveTo>
                  <a:pt x="1703805" y="107639"/>
                </a:moveTo>
                <a:lnTo>
                  <a:pt x="1641340" y="107639"/>
                </a:lnTo>
                <a:cubicBezTo>
                  <a:pt x="1642071" y="122778"/>
                  <a:pt x="1646089" y="134743"/>
                  <a:pt x="1653395" y="143533"/>
                </a:cubicBezTo>
                <a:cubicBezTo>
                  <a:pt x="1658996" y="150288"/>
                  <a:pt x="1665734" y="153666"/>
                  <a:pt x="1673608" y="153666"/>
                </a:cubicBezTo>
                <a:cubicBezTo>
                  <a:pt x="1678478" y="153666"/>
                  <a:pt x="1682902" y="152306"/>
                  <a:pt x="1686880" y="149587"/>
                </a:cubicBezTo>
                <a:cubicBezTo>
                  <a:pt x="1690858" y="146867"/>
                  <a:pt x="1695119" y="141976"/>
                  <a:pt x="1699665" y="134914"/>
                </a:cubicBezTo>
                <a:lnTo>
                  <a:pt x="1703805" y="137593"/>
                </a:lnTo>
                <a:cubicBezTo>
                  <a:pt x="1697636" y="150175"/>
                  <a:pt x="1690817" y="159084"/>
                  <a:pt x="1683349" y="164320"/>
                </a:cubicBezTo>
                <a:cubicBezTo>
                  <a:pt x="1675881" y="169556"/>
                  <a:pt x="1667236" y="172174"/>
                  <a:pt x="1657413" y="172174"/>
                </a:cubicBezTo>
                <a:cubicBezTo>
                  <a:pt x="1640529" y="172174"/>
                  <a:pt x="1627744" y="165673"/>
                  <a:pt x="1619058" y="152673"/>
                </a:cubicBezTo>
                <a:cubicBezTo>
                  <a:pt x="1612077" y="142191"/>
                  <a:pt x="1608586" y="129190"/>
                  <a:pt x="1608586" y="113670"/>
                </a:cubicBezTo>
                <a:cubicBezTo>
                  <a:pt x="1608586" y="94655"/>
                  <a:pt x="1613720" y="79521"/>
                  <a:pt x="1623989" y="68268"/>
                </a:cubicBezTo>
                <a:cubicBezTo>
                  <a:pt x="1634258" y="57012"/>
                  <a:pt x="1646292" y="51384"/>
                  <a:pt x="1660092" y="51384"/>
                </a:cubicBezTo>
                <a:cubicBezTo>
                  <a:pt x="1671619" y="51384"/>
                  <a:pt x="1681624" y="56113"/>
                  <a:pt x="1690107" y="65570"/>
                </a:cubicBezTo>
                <a:cubicBezTo>
                  <a:pt x="1698590" y="75027"/>
                  <a:pt x="1703156" y="89050"/>
                  <a:pt x="1703805" y="107639"/>
                </a:cubicBezTo>
                <a:moveTo>
                  <a:pt x="1673851" y="99603"/>
                </a:moveTo>
                <a:cubicBezTo>
                  <a:pt x="1673851" y="86533"/>
                  <a:pt x="1673141" y="77563"/>
                  <a:pt x="1671721" y="72693"/>
                </a:cubicBezTo>
                <a:cubicBezTo>
                  <a:pt x="1670300" y="67822"/>
                  <a:pt x="1668088" y="64129"/>
                  <a:pt x="1665084" y="61612"/>
                </a:cubicBezTo>
                <a:cubicBezTo>
                  <a:pt x="1663380" y="60151"/>
                  <a:pt x="1661107" y="59421"/>
                  <a:pt x="1658266" y="59421"/>
                </a:cubicBezTo>
                <a:cubicBezTo>
                  <a:pt x="1654044" y="59421"/>
                  <a:pt x="1650595" y="61491"/>
                  <a:pt x="1647916" y="65631"/>
                </a:cubicBezTo>
                <a:cubicBezTo>
                  <a:pt x="1643126" y="72855"/>
                  <a:pt x="1640732" y="82759"/>
                  <a:pt x="1640732" y="95341"/>
                </a:cubicBezTo>
                <a:lnTo>
                  <a:pt x="1640732" y="99603"/>
                </a:lnTo>
                <a:lnTo>
                  <a:pt x="1673851" y="99603"/>
                </a:lnTo>
                <a:close/>
                <a:moveTo>
                  <a:pt x="1866221" y="164381"/>
                </a:moveTo>
                <a:lnTo>
                  <a:pt x="1866221" y="168764"/>
                </a:lnTo>
                <a:lnTo>
                  <a:pt x="1779890" y="168764"/>
                </a:lnTo>
                <a:lnTo>
                  <a:pt x="1779890" y="164381"/>
                </a:lnTo>
                <a:lnTo>
                  <a:pt x="1785370" y="164381"/>
                </a:lnTo>
                <a:cubicBezTo>
                  <a:pt x="1790159" y="164381"/>
                  <a:pt x="1794015" y="163525"/>
                  <a:pt x="1796937" y="161812"/>
                </a:cubicBezTo>
                <a:cubicBezTo>
                  <a:pt x="1799048" y="160668"/>
                  <a:pt x="1800671" y="158710"/>
                  <a:pt x="1801808" y="155937"/>
                </a:cubicBezTo>
                <a:cubicBezTo>
                  <a:pt x="1802701" y="153979"/>
                  <a:pt x="1803147" y="148838"/>
                  <a:pt x="1803147" y="140515"/>
                </a:cubicBezTo>
                <a:lnTo>
                  <a:pt x="1803147" y="31902"/>
                </a:lnTo>
                <a:cubicBezTo>
                  <a:pt x="1803147" y="23417"/>
                  <a:pt x="1802701" y="18114"/>
                  <a:pt x="1801808" y="15993"/>
                </a:cubicBezTo>
                <a:cubicBezTo>
                  <a:pt x="1800915" y="13870"/>
                  <a:pt x="1799109" y="12013"/>
                  <a:pt x="1796389" y="10422"/>
                </a:cubicBezTo>
                <a:cubicBezTo>
                  <a:pt x="1793670" y="8832"/>
                  <a:pt x="1789997" y="8036"/>
                  <a:pt x="1785370" y="8036"/>
                </a:cubicBezTo>
                <a:lnTo>
                  <a:pt x="1779890" y="8036"/>
                </a:lnTo>
                <a:lnTo>
                  <a:pt x="1779890" y="3653"/>
                </a:lnTo>
                <a:lnTo>
                  <a:pt x="1866221" y="3653"/>
                </a:lnTo>
                <a:lnTo>
                  <a:pt x="1866221" y="8036"/>
                </a:lnTo>
                <a:lnTo>
                  <a:pt x="1860742" y="8036"/>
                </a:lnTo>
                <a:cubicBezTo>
                  <a:pt x="1855952" y="8036"/>
                  <a:pt x="1852096" y="8893"/>
                  <a:pt x="1849174" y="10605"/>
                </a:cubicBezTo>
                <a:cubicBezTo>
                  <a:pt x="1847063" y="11749"/>
                  <a:pt x="1845399" y="13707"/>
                  <a:pt x="1844182" y="16480"/>
                </a:cubicBezTo>
                <a:cubicBezTo>
                  <a:pt x="1843289" y="18438"/>
                  <a:pt x="1842842" y="23579"/>
                  <a:pt x="1842842" y="31902"/>
                </a:cubicBezTo>
                <a:lnTo>
                  <a:pt x="1842842" y="140515"/>
                </a:lnTo>
                <a:cubicBezTo>
                  <a:pt x="1842842" y="149001"/>
                  <a:pt x="1843309" y="154305"/>
                  <a:pt x="1844243" y="156428"/>
                </a:cubicBezTo>
                <a:cubicBezTo>
                  <a:pt x="1845176" y="158549"/>
                  <a:pt x="1847003" y="160405"/>
                  <a:pt x="1849722" y="161995"/>
                </a:cubicBezTo>
                <a:cubicBezTo>
                  <a:pt x="1852441" y="163586"/>
                  <a:pt x="1856115" y="164381"/>
                  <a:pt x="1860742" y="164381"/>
                </a:cubicBezTo>
                <a:lnTo>
                  <a:pt x="1866221" y="164381"/>
                </a:lnTo>
                <a:close/>
                <a:moveTo>
                  <a:pt x="1928049" y="54794"/>
                </a:moveTo>
                <a:lnTo>
                  <a:pt x="1928049" y="69892"/>
                </a:lnTo>
                <a:cubicBezTo>
                  <a:pt x="1934299" y="63028"/>
                  <a:pt x="1940083" y="58227"/>
                  <a:pt x="1945400" y="55490"/>
                </a:cubicBezTo>
                <a:cubicBezTo>
                  <a:pt x="1950717" y="52753"/>
                  <a:pt x="1956541" y="51384"/>
                  <a:pt x="1962873" y="51384"/>
                </a:cubicBezTo>
                <a:cubicBezTo>
                  <a:pt x="1970179" y="51384"/>
                  <a:pt x="1976308" y="53099"/>
                  <a:pt x="1981259" y="56529"/>
                </a:cubicBezTo>
                <a:cubicBezTo>
                  <a:pt x="1986211" y="59958"/>
                  <a:pt x="1990026" y="65184"/>
                  <a:pt x="1992705" y="72206"/>
                </a:cubicBezTo>
                <a:cubicBezTo>
                  <a:pt x="1999199" y="64857"/>
                  <a:pt x="2005429" y="59550"/>
                  <a:pt x="2011396" y="56285"/>
                </a:cubicBezTo>
                <a:cubicBezTo>
                  <a:pt x="2017362" y="53018"/>
                  <a:pt x="2023593" y="51384"/>
                  <a:pt x="2030087" y="51384"/>
                </a:cubicBezTo>
                <a:cubicBezTo>
                  <a:pt x="2037961" y="51384"/>
                  <a:pt x="2044231" y="53193"/>
                  <a:pt x="2048899" y="56810"/>
                </a:cubicBezTo>
                <a:cubicBezTo>
                  <a:pt x="2053567" y="60428"/>
                  <a:pt x="2056814" y="65021"/>
                  <a:pt x="2058640" y="70589"/>
                </a:cubicBezTo>
                <a:cubicBezTo>
                  <a:pt x="2060467" y="76157"/>
                  <a:pt x="2061380" y="85037"/>
                  <a:pt x="2061380" y="97228"/>
                </a:cubicBezTo>
                <a:lnTo>
                  <a:pt x="2061380" y="143925"/>
                </a:lnTo>
                <a:cubicBezTo>
                  <a:pt x="2061380" y="152692"/>
                  <a:pt x="2062171" y="158130"/>
                  <a:pt x="2063754" y="160241"/>
                </a:cubicBezTo>
                <a:cubicBezTo>
                  <a:pt x="2065337" y="162352"/>
                  <a:pt x="2068645" y="163732"/>
                  <a:pt x="2073678" y="164381"/>
                </a:cubicBezTo>
                <a:lnTo>
                  <a:pt x="2073678" y="168764"/>
                </a:lnTo>
                <a:lnTo>
                  <a:pt x="2014866" y="168764"/>
                </a:lnTo>
                <a:lnTo>
                  <a:pt x="2014866" y="164381"/>
                </a:lnTo>
                <a:cubicBezTo>
                  <a:pt x="2019493" y="163975"/>
                  <a:pt x="2022903" y="162189"/>
                  <a:pt x="2025094" y="159023"/>
                </a:cubicBezTo>
                <a:cubicBezTo>
                  <a:pt x="2026555" y="156832"/>
                  <a:pt x="2027286" y="151799"/>
                  <a:pt x="2027286" y="143925"/>
                </a:cubicBezTo>
                <a:lnTo>
                  <a:pt x="2027286" y="94976"/>
                </a:lnTo>
                <a:cubicBezTo>
                  <a:pt x="2027286" y="84829"/>
                  <a:pt x="2026880" y="78375"/>
                  <a:pt x="2026068" y="75615"/>
                </a:cubicBezTo>
                <a:cubicBezTo>
                  <a:pt x="2025257" y="72855"/>
                  <a:pt x="2023978" y="70806"/>
                  <a:pt x="2022233" y="69466"/>
                </a:cubicBezTo>
                <a:cubicBezTo>
                  <a:pt x="2020488" y="68127"/>
                  <a:pt x="2018438" y="67457"/>
                  <a:pt x="2016084" y="67457"/>
                </a:cubicBezTo>
                <a:cubicBezTo>
                  <a:pt x="2012593" y="67457"/>
                  <a:pt x="2009062" y="68736"/>
                  <a:pt x="2005490" y="71293"/>
                </a:cubicBezTo>
                <a:cubicBezTo>
                  <a:pt x="2001919" y="73850"/>
                  <a:pt x="1998306" y="77685"/>
                  <a:pt x="1994653" y="82799"/>
                </a:cubicBezTo>
                <a:lnTo>
                  <a:pt x="1994653" y="143925"/>
                </a:lnTo>
                <a:cubicBezTo>
                  <a:pt x="1994653" y="152123"/>
                  <a:pt x="1995343" y="157278"/>
                  <a:pt x="1996723" y="159389"/>
                </a:cubicBezTo>
                <a:cubicBezTo>
                  <a:pt x="1998590" y="162392"/>
                  <a:pt x="2002162" y="164056"/>
                  <a:pt x="2007439" y="164381"/>
                </a:cubicBezTo>
                <a:lnTo>
                  <a:pt x="2007439" y="168764"/>
                </a:lnTo>
                <a:lnTo>
                  <a:pt x="1948505" y="168764"/>
                </a:lnTo>
                <a:lnTo>
                  <a:pt x="1948505" y="164381"/>
                </a:lnTo>
                <a:cubicBezTo>
                  <a:pt x="1951671" y="164219"/>
                  <a:pt x="1954167" y="163427"/>
                  <a:pt x="1955993" y="162007"/>
                </a:cubicBezTo>
                <a:cubicBezTo>
                  <a:pt x="1957820" y="160586"/>
                  <a:pt x="1959037" y="158881"/>
                  <a:pt x="1959646" y="156892"/>
                </a:cubicBezTo>
                <a:cubicBezTo>
                  <a:pt x="1960255" y="154904"/>
                  <a:pt x="1960560" y="150581"/>
                  <a:pt x="1960560" y="143925"/>
                </a:cubicBezTo>
                <a:lnTo>
                  <a:pt x="1960560" y="94900"/>
                </a:lnTo>
                <a:cubicBezTo>
                  <a:pt x="1960560" y="84572"/>
                  <a:pt x="1960154" y="78109"/>
                  <a:pt x="1959342" y="75509"/>
                </a:cubicBezTo>
                <a:cubicBezTo>
                  <a:pt x="1958530" y="72906"/>
                  <a:pt x="1957170" y="70873"/>
                  <a:pt x="1955263" y="69409"/>
                </a:cubicBezTo>
                <a:cubicBezTo>
                  <a:pt x="1953355" y="67945"/>
                  <a:pt x="1951305" y="67214"/>
                  <a:pt x="1949114" y="67214"/>
                </a:cubicBezTo>
                <a:cubicBezTo>
                  <a:pt x="1945867" y="67214"/>
                  <a:pt x="1942904" y="68072"/>
                  <a:pt x="1940225" y="69790"/>
                </a:cubicBezTo>
                <a:cubicBezTo>
                  <a:pt x="1936410" y="72326"/>
                  <a:pt x="1932351" y="76663"/>
                  <a:pt x="1928049" y="82799"/>
                </a:cubicBezTo>
                <a:lnTo>
                  <a:pt x="1928049" y="143925"/>
                </a:lnTo>
                <a:cubicBezTo>
                  <a:pt x="1928049" y="151961"/>
                  <a:pt x="1928840" y="157258"/>
                  <a:pt x="1930423" y="159815"/>
                </a:cubicBezTo>
                <a:cubicBezTo>
                  <a:pt x="1932006" y="162372"/>
                  <a:pt x="1935314" y="163894"/>
                  <a:pt x="1940347" y="164381"/>
                </a:cubicBezTo>
                <a:lnTo>
                  <a:pt x="1940347" y="168764"/>
                </a:lnTo>
                <a:lnTo>
                  <a:pt x="1881657" y="168764"/>
                </a:lnTo>
                <a:lnTo>
                  <a:pt x="1881657" y="164381"/>
                </a:lnTo>
                <a:cubicBezTo>
                  <a:pt x="1886446" y="163894"/>
                  <a:pt x="1889855" y="162352"/>
                  <a:pt x="1891885" y="159754"/>
                </a:cubicBezTo>
                <a:cubicBezTo>
                  <a:pt x="1893265" y="157968"/>
                  <a:pt x="1893955" y="152692"/>
                  <a:pt x="1893955" y="143925"/>
                </a:cubicBezTo>
                <a:lnTo>
                  <a:pt x="1893955" y="79633"/>
                </a:lnTo>
                <a:cubicBezTo>
                  <a:pt x="1893955" y="70925"/>
                  <a:pt x="1893163" y="65503"/>
                  <a:pt x="1891580" y="63367"/>
                </a:cubicBezTo>
                <a:cubicBezTo>
                  <a:pt x="1889997" y="61231"/>
                  <a:pt x="1886690" y="59834"/>
                  <a:pt x="1881657" y="59177"/>
                </a:cubicBezTo>
                <a:lnTo>
                  <a:pt x="1881657" y="54794"/>
                </a:lnTo>
                <a:lnTo>
                  <a:pt x="1928049" y="54794"/>
                </a:lnTo>
                <a:close/>
                <a:moveTo>
                  <a:pt x="2147994" y="151961"/>
                </a:moveTo>
                <a:cubicBezTo>
                  <a:pt x="2134113" y="164300"/>
                  <a:pt x="2121653" y="170469"/>
                  <a:pt x="2110613" y="170469"/>
                </a:cubicBezTo>
                <a:cubicBezTo>
                  <a:pt x="2104119" y="170469"/>
                  <a:pt x="2098721" y="168332"/>
                  <a:pt x="2094418" y="164058"/>
                </a:cubicBezTo>
                <a:cubicBezTo>
                  <a:pt x="2090116" y="159781"/>
                  <a:pt x="2087965" y="154426"/>
                  <a:pt x="2087965" y="147992"/>
                </a:cubicBezTo>
                <a:cubicBezTo>
                  <a:pt x="2087965" y="139276"/>
                  <a:pt x="2091699" y="131436"/>
                  <a:pt x="2099167" y="124473"/>
                </a:cubicBezTo>
                <a:cubicBezTo>
                  <a:pt x="2106635" y="117510"/>
                  <a:pt x="2122911" y="108245"/>
                  <a:pt x="2147994" y="96680"/>
                </a:cubicBezTo>
                <a:lnTo>
                  <a:pt x="2147994" y="85235"/>
                </a:lnTo>
                <a:cubicBezTo>
                  <a:pt x="2147994" y="76630"/>
                  <a:pt x="2147528" y="71211"/>
                  <a:pt x="2146594" y="68979"/>
                </a:cubicBezTo>
                <a:cubicBezTo>
                  <a:pt x="2145661" y="66747"/>
                  <a:pt x="2143895" y="64799"/>
                  <a:pt x="2141297" y="63134"/>
                </a:cubicBezTo>
                <a:cubicBezTo>
                  <a:pt x="2138700" y="61470"/>
                  <a:pt x="2135778" y="60638"/>
                  <a:pt x="2132530" y="60638"/>
                </a:cubicBezTo>
                <a:cubicBezTo>
                  <a:pt x="2127254" y="60638"/>
                  <a:pt x="2122911" y="61815"/>
                  <a:pt x="2119502" y="64169"/>
                </a:cubicBezTo>
                <a:cubicBezTo>
                  <a:pt x="2117391" y="65631"/>
                  <a:pt x="2116336" y="67335"/>
                  <a:pt x="2116336" y="69284"/>
                </a:cubicBezTo>
                <a:cubicBezTo>
                  <a:pt x="2116336" y="70988"/>
                  <a:pt x="2117472" y="73099"/>
                  <a:pt x="2119745" y="75615"/>
                </a:cubicBezTo>
                <a:cubicBezTo>
                  <a:pt x="2122830" y="79106"/>
                  <a:pt x="2124372" y="82475"/>
                  <a:pt x="2124372" y="85722"/>
                </a:cubicBezTo>
                <a:cubicBezTo>
                  <a:pt x="2124372" y="89699"/>
                  <a:pt x="2122891" y="93088"/>
                  <a:pt x="2119928" y="95889"/>
                </a:cubicBezTo>
                <a:cubicBezTo>
                  <a:pt x="2116965" y="98689"/>
                  <a:pt x="2113089" y="100090"/>
                  <a:pt x="2108300" y="100090"/>
                </a:cubicBezTo>
                <a:cubicBezTo>
                  <a:pt x="2103185" y="100090"/>
                  <a:pt x="2098903" y="98547"/>
                  <a:pt x="2095453" y="95463"/>
                </a:cubicBezTo>
                <a:cubicBezTo>
                  <a:pt x="2092003" y="92378"/>
                  <a:pt x="2090278" y="88766"/>
                  <a:pt x="2090278" y="84626"/>
                </a:cubicBezTo>
                <a:cubicBezTo>
                  <a:pt x="2090278" y="78781"/>
                  <a:pt x="2092592" y="73200"/>
                  <a:pt x="2097219" y="67883"/>
                </a:cubicBezTo>
                <a:cubicBezTo>
                  <a:pt x="2101846" y="62566"/>
                  <a:pt x="2108300" y="58487"/>
                  <a:pt x="2116579" y="55646"/>
                </a:cubicBezTo>
                <a:cubicBezTo>
                  <a:pt x="2124859" y="52805"/>
                  <a:pt x="2133464" y="51384"/>
                  <a:pt x="2142393" y="51384"/>
                </a:cubicBezTo>
                <a:cubicBezTo>
                  <a:pt x="2153190" y="51384"/>
                  <a:pt x="2161733" y="53684"/>
                  <a:pt x="2168025" y="58283"/>
                </a:cubicBezTo>
                <a:cubicBezTo>
                  <a:pt x="2174316" y="62880"/>
                  <a:pt x="2178395" y="67863"/>
                  <a:pt x="2180262" y="73233"/>
                </a:cubicBezTo>
                <a:cubicBezTo>
                  <a:pt x="2181398" y="76650"/>
                  <a:pt x="2181967" y="84501"/>
                  <a:pt x="2181967" y="96787"/>
                </a:cubicBezTo>
                <a:lnTo>
                  <a:pt x="2181967" y="141090"/>
                </a:lnTo>
                <a:cubicBezTo>
                  <a:pt x="2181967" y="146298"/>
                  <a:pt x="2182169" y="149574"/>
                  <a:pt x="2182575" y="150918"/>
                </a:cubicBezTo>
                <a:cubicBezTo>
                  <a:pt x="2182981" y="152260"/>
                  <a:pt x="2183590" y="153257"/>
                  <a:pt x="2184402" y="153909"/>
                </a:cubicBezTo>
                <a:cubicBezTo>
                  <a:pt x="2185214" y="154559"/>
                  <a:pt x="2186147" y="154883"/>
                  <a:pt x="2187202" y="154883"/>
                </a:cubicBezTo>
                <a:cubicBezTo>
                  <a:pt x="2189313" y="154883"/>
                  <a:pt x="2191464" y="153382"/>
                  <a:pt x="2193656" y="150378"/>
                </a:cubicBezTo>
                <a:lnTo>
                  <a:pt x="2197309" y="153300"/>
                </a:lnTo>
                <a:cubicBezTo>
                  <a:pt x="2193250" y="159307"/>
                  <a:pt x="2189049" y="163671"/>
                  <a:pt x="2184706" y="166390"/>
                </a:cubicBezTo>
                <a:cubicBezTo>
                  <a:pt x="2180363" y="169109"/>
                  <a:pt x="2175432" y="170469"/>
                  <a:pt x="2169912" y="170469"/>
                </a:cubicBezTo>
                <a:cubicBezTo>
                  <a:pt x="2163418" y="170469"/>
                  <a:pt x="2158344" y="168937"/>
                  <a:pt x="2154691" y="165873"/>
                </a:cubicBezTo>
                <a:cubicBezTo>
                  <a:pt x="2151039" y="162808"/>
                  <a:pt x="2148806" y="158171"/>
                  <a:pt x="2147994" y="151961"/>
                </a:cubicBezTo>
                <a:moveTo>
                  <a:pt x="2147994" y="142951"/>
                </a:moveTo>
                <a:lnTo>
                  <a:pt x="2147994" y="104861"/>
                </a:lnTo>
                <a:cubicBezTo>
                  <a:pt x="2138172" y="110653"/>
                  <a:pt x="2130866" y="116853"/>
                  <a:pt x="2126077" y="123461"/>
                </a:cubicBezTo>
                <a:cubicBezTo>
                  <a:pt x="2122911" y="127865"/>
                  <a:pt x="2121328" y="132310"/>
                  <a:pt x="2121328" y="136798"/>
                </a:cubicBezTo>
                <a:cubicBezTo>
                  <a:pt x="2121328" y="140550"/>
                  <a:pt x="2122668" y="143854"/>
                  <a:pt x="2125346" y="146710"/>
                </a:cubicBezTo>
                <a:cubicBezTo>
                  <a:pt x="2127376" y="148912"/>
                  <a:pt x="2130217" y="150013"/>
                  <a:pt x="2133870" y="150013"/>
                </a:cubicBezTo>
                <a:cubicBezTo>
                  <a:pt x="2137929" y="150013"/>
                  <a:pt x="2142637" y="147659"/>
                  <a:pt x="2147994" y="142951"/>
                </a:cubicBezTo>
                <a:close/>
                <a:moveTo>
                  <a:pt x="2283906" y="56255"/>
                </a:moveTo>
                <a:lnTo>
                  <a:pt x="2322262" y="56255"/>
                </a:lnTo>
                <a:lnTo>
                  <a:pt x="2322262" y="69649"/>
                </a:lnTo>
                <a:lnTo>
                  <a:pt x="2300466" y="69649"/>
                </a:lnTo>
                <a:cubicBezTo>
                  <a:pt x="2304444" y="73626"/>
                  <a:pt x="2307204" y="77239"/>
                  <a:pt x="2308746" y="80486"/>
                </a:cubicBezTo>
                <a:cubicBezTo>
                  <a:pt x="2310694" y="84869"/>
                  <a:pt x="2311668" y="89456"/>
                  <a:pt x="2311668" y="94245"/>
                </a:cubicBezTo>
                <a:cubicBezTo>
                  <a:pt x="2311668" y="102363"/>
                  <a:pt x="2309416" y="109405"/>
                  <a:pt x="2304911" y="115371"/>
                </a:cubicBezTo>
                <a:cubicBezTo>
                  <a:pt x="2300405" y="121337"/>
                  <a:pt x="2294277" y="126005"/>
                  <a:pt x="2286524" y="129374"/>
                </a:cubicBezTo>
                <a:cubicBezTo>
                  <a:pt x="2278772" y="132743"/>
                  <a:pt x="2271892" y="134427"/>
                  <a:pt x="2265885" y="134427"/>
                </a:cubicBezTo>
                <a:cubicBezTo>
                  <a:pt x="2265398" y="134427"/>
                  <a:pt x="2260528" y="134224"/>
                  <a:pt x="2251274" y="133818"/>
                </a:cubicBezTo>
                <a:cubicBezTo>
                  <a:pt x="2247621" y="133818"/>
                  <a:pt x="2244556" y="135009"/>
                  <a:pt x="2242081" y="137391"/>
                </a:cubicBezTo>
                <a:cubicBezTo>
                  <a:pt x="2239605" y="139773"/>
                  <a:pt x="2238367" y="142618"/>
                  <a:pt x="2238367" y="145926"/>
                </a:cubicBezTo>
                <a:cubicBezTo>
                  <a:pt x="2238367" y="148833"/>
                  <a:pt x="2239483" y="151215"/>
                  <a:pt x="2241715" y="153072"/>
                </a:cubicBezTo>
                <a:cubicBezTo>
                  <a:pt x="2243948" y="154929"/>
                  <a:pt x="2247580" y="155857"/>
                  <a:pt x="2252613" y="155857"/>
                </a:cubicBezTo>
                <a:lnTo>
                  <a:pt x="2273678" y="155614"/>
                </a:lnTo>
                <a:cubicBezTo>
                  <a:pt x="2290725" y="155614"/>
                  <a:pt x="2302455" y="157485"/>
                  <a:pt x="2308868" y="161227"/>
                </a:cubicBezTo>
                <a:cubicBezTo>
                  <a:pt x="2318041" y="166429"/>
                  <a:pt x="2322627" y="174439"/>
                  <a:pt x="2322627" y="185256"/>
                </a:cubicBezTo>
                <a:cubicBezTo>
                  <a:pt x="2322627" y="192168"/>
                  <a:pt x="2320517" y="198451"/>
                  <a:pt x="2316295" y="204103"/>
                </a:cubicBezTo>
                <a:cubicBezTo>
                  <a:pt x="2312074" y="209754"/>
                  <a:pt x="2306514" y="213922"/>
                  <a:pt x="2299614" y="216606"/>
                </a:cubicBezTo>
                <a:cubicBezTo>
                  <a:pt x="2289142" y="220591"/>
                  <a:pt x="2277088" y="222584"/>
                  <a:pt x="2263450" y="222584"/>
                </a:cubicBezTo>
                <a:cubicBezTo>
                  <a:pt x="2253222" y="222584"/>
                  <a:pt x="2243887" y="221590"/>
                  <a:pt x="2235444" y="219601"/>
                </a:cubicBezTo>
                <a:cubicBezTo>
                  <a:pt x="2227002" y="217612"/>
                  <a:pt x="2220955" y="214851"/>
                  <a:pt x="2217302" y="211317"/>
                </a:cubicBezTo>
                <a:cubicBezTo>
                  <a:pt x="2213649" y="207786"/>
                  <a:pt x="2211822" y="204071"/>
                  <a:pt x="2211822" y="200172"/>
                </a:cubicBezTo>
                <a:cubicBezTo>
                  <a:pt x="2211822" y="196438"/>
                  <a:pt x="2213223" y="193088"/>
                  <a:pt x="2216023" y="190123"/>
                </a:cubicBezTo>
                <a:cubicBezTo>
                  <a:pt x="2218824" y="187160"/>
                  <a:pt x="2224039" y="184663"/>
                  <a:pt x="2231670" y="182634"/>
                </a:cubicBezTo>
                <a:cubicBezTo>
                  <a:pt x="2221117" y="177439"/>
                  <a:pt x="2215840" y="170215"/>
                  <a:pt x="2215840" y="160964"/>
                </a:cubicBezTo>
                <a:cubicBezTo>
                  <a:pt x="2215840" y="155363"/>
                  <a:pt x="2217992" y="149925"/>
                  <a:pt x="2222294" y="144651"/>
                </a:cubicBezTo>
                <a:cubicBezTo>
                  <a:pt x="2226596" y="139375"/>
                  <a:pt x="2233415" y="134789"/>
                  <a:pt x="2242750" y="130892"/>
                </a:cubicBezTo>
                <a:cubicBezTo>
                  <a:pt x="2231873" y="126909"/>
                  <a:pt x="2223999" y="121666"/>
                  <a:pt x="2219128" y="115162"/>
                </a:cubicBezTo>
                <a:cubicBezTo>
                  <a:pt x="2214258" y="108658"/>
                  <a:pt x="2211822" y="101137"/>
                  <a:pt x="2211822" y="92601"/>
                </a:cubicBezTo>
                <a:cubicBezTo>
                  <a:pt x="2211822" y="81465"/>
                  <a:pt x="2216368" y="71811"/>
                  <a:pt x="2225460" y="63641"/>
                </a:cubicBezTo>
                <a:cubicBezTo>
                  <a:pt x="2234551" y="55470"/>
                  <a:pt x="2246241" y="51384"/>
                  <a:pt x="2260528" y="51384"/>
                </a:cubicBezTo>
                <a:cubicBezTo>
                  <a:pt x="2268077" y="51384"/>
                  <a:pt x="2275870" y="53008"/>
                  <a:pt x="2283906" y="56255"/>
                </a:cubicBezTo>
                <a:moveTo>
                  <a:pt x="2262841" y="59177"/>
                </a:moveTo>
                <a:cubicBezTo>
                  <a:pt x="2258133" y="59177"/>
                  <a:pt x="2254155" y="61548"/>
                  <a:pt x="2250908" y="66289"/>
                </a:cubicBezTo>
                <a:cubicBezTo>
                  <a:pt x="2247661" y="71028"/>
                  <a:pt x="2246038" y="80852"/>
                  <a:pt x="2246038" y="95763"/>
                </a:cubicBezTo>
                <a:cubicBezTo>
                  <a:pt x="2246038" y="107836"/>
                  <a:pt x="2247641" y="116121"/>
                  <a:pt x="2250847" y="120618"/>
                </a:cubicBezTo>
                <a:cubicBezTo>
                  <a:pt x="2254054" y="125116"/>
                  <a:pt x="2257849" y="127365"/>
                  <a:pt x="2262232" y="127365"/>
                </a:cubicBezTo>
                <a:cubicBezTo>
                  <a:pt x="2267103" y="127365"/>
                  <a:pt x="2271162" y="125136"/>
                  <a:pt x="2274409" y="120679"/>
                </a:cubicBezTo>
                <a:cubicBezTo>
                  <a:pt x="2277656" y="116222"/>
                  <a:pt x="2279279" y="107552"/>
                  <a:pt x="2279279" y="94667"/>
                </a:cubicBezTo>
                <a:cubicBezTo>
                  <a:pt x="2279279" y="80165"/>
                  <a:pt x="2277453" y="70279"/>
                  <a:pt x="2273800" y="65010"/>
                </a:cubicBezTo>
                <a:cubicBezTo>
                  <a:pt x="2271202" y="61122"/>
                  <a:pt x="2267549" y="59177"/>
                  <a:pt x="2262841" y="59177"/>
                </a:cubicBezTo>
                <a:moveTo>
                  <a:pt x="2255657" y="185568"/>
                </a:moveTo>
                <a:cubicBezTo>
                  <a:pt x="2247377" y="185568"/>
                  <a:pt x="2241898" y="186255"/>
                  <a:pt x="2239219" y="187630"/>
                </a:cubicBezTo>
                <a:cubicBezTo>
                  <a:pt x="2234592" y="190134"/>
                  <a:pt x="2232279" y="193528"/>
                  <a:pt x="2232279" y="197813"/>
                </a:cubicBezTo>
                <a:cubicBezTo>
                  <a:pt x="2232279" y="201935"/>
                  <a:pt x="2234673" y="205673"/>
                  <a:pt x="2239463" y="209026"/>
                </a:cubicBezTo>
                <a:cubicBezTo>
                  <a:pt x="2244252" y="212382"/>
                  <a:pt x="2253262" y="214061"/>
                  <a:pt x="2266494" y="214061"/>
                </a:cubicBezTo>
                <a:cubicBezTo>
                  <a:pt x="2277778" y="214061"/>
                  <a:pt x="2286646" y="212565"/>
                  <a:pt x="2293099" y="209574"/>
                </a:cubicBezTo>
                <a:cubicBezTo>
                  <a:pt x="2299553" y="206583"/>
                  <a:pt x="2302780" y="202380"/>
                  <a:pt x="2302780" y="196964"/>
                </a:cubicBezTo>
                <a:cubicBezTo>
                  <a:pt x="2302780" y="194945"/>
                  <a:pt x="2302171" y="193248"/>
                  <a:pt x="2300953" y="191873"/>
                </a:cubicBezTo>
                <a:cubicBezTo>
                  <a:pt x="2298762" y="189448"/>
                  <a:pt x="2295454" y="187790"/>
                  <a:pt x="2291030" y="186900"/>
                </a:cubicBezTo>
                <a:cubicBezTo>
                  <a:pt x="2286605" y="186012"/>
                  <a:pt x="2274815" y="185568"/>
                  <a:pt x="2255657" y="185568"/>
                </a:cubicBezTo>
                <a:close/>
                <a:moveTo>
                  <a:pt x="2432969" y="107639"/>
                </a:moveTo>
                <a:lnTo>
                  <a:pt x="2370504" y="107639"/>
                </a:lnTo>
                <a:cubicBezTo>
                  <a:pt x="2371234" y="122778"/>
                  <a:pt x="2375253" y="134743"/>
                  <a:pt x="2382559" y="143533"/>
                </a:cubicBezTo>
                <a:cubicBezTo>
                  <a:pt x="2388160" y="150288"/>
                  <a:pt x="2394897" y="153666"/>
                  <a:pt x="2402771" y="153666"/>
                </a:cubicBezTo>
                <a:cubicBezTo>
                  <a:pt x="2407642" y="153666"/>
                  <a:pt x="2412066" y="152306"/>
                  <a:pt x="2416044" y="149587"/>
                </a:cubicBezTo>
                <a:cubicBezTo>
                  <a:pt x="2420021" y="146867"/>
                  <a:pt x="2424283" y="141976"/>
                  <a:pt x="2428829" y="134914"/>
                </a:cubicBezTo>
                <a:lnTo>
                  <a:pt x="2432969" y="137593"/>
                </a:lnTo>
                <a:cubicBezTo>
                  <a:pt x="2426799" y="150175"/>
                  <a:pt x="2419981" y="159084"/>
                  <a:pt x="2412512" y="164320"/>
                </a:cubicBezTo>
                <a:cubicBezTo>
                  <a:pt x="2405044" y="169556"/>
                  <a:pt x="2396399" y="172174"/>
                  <a:pt x="2386577" y="172174"/>
                </a:cubicBezTo>
                <a:cubicBezTo>
                  <a:pt x="2369692" y="172174"/>
                  <a:pt x="2356907" y="165673"/>
                  <a:pt x="2348221" y="152673"/>
                </a:cubicBezTo>
                <a:cubicBezTo>
                  <a:pt x="2341240" y="142191"/>
                  <a:pt x="2337749" y="129190"/>
                  <a:pt x="2337749" y="113670"/>
                </a:cubicBezTo>
                <a:cubicBezTo>
                  <a:pt x="2337749" y="94655"/>
                  <a:pt x="2342884" y="79521"/>
                  <a:pt x="2353153" y="68268"/>
                </a:cubicBezTo>
                <a:cubicBezTo>
                  <a:pt x="2363421" y="57012"/>
                  <a:pt x="2375456" y="51384"/>
                  <a:pt x="2389256" y="51384"/>
                </a:cubicBezTo>
                <a:cubicBezTo>
                  <a:pt x="2400782" y="51384"/>
                  <a:pt x="2410787" y="56113"/>
                  <a:pt x="2419270" y="65570"/>
                </a:cubicBezTo>
                <a:cubicBezTo>
                  <a:pt x="2427753" y="75027"/>
                  <a:pt x="2432319" y="89050"/>
                  <a:pt x="2432969" y="107639"/>
                </a:cubicBezTo>
                <a:moveTo>
                  <a:pt x="2403015" y="99603"/>
                </a:moveTo>
                <a:cubicBezTo>
                  <a:pt x="2403015" y="86533"/>
                  <a:pt x="2402305" y="77563"/>
                  <a:pt x="2400884" y="72693"/>
                </a:cubicBezTo>
                <a:cubicBezTo>
                  <a:pt x="2399463" y="67822"/>
                  <a:pt x="2397251" y="64129"/>
                  <a:pt x="2394248" y="61612"/>
                </a:cubicBezTo>
                <a:cubicBezTo>
                  <a:pt x="2392543" y="60151"/>
                  <a:pt x="2390270" y="59421"/>
                  <a:pt x="2387429" y="59421"/>
                </a:cubicBezTo>
                <a:cubicBezTo>
                  <a:pt x="2383208" y="59421"/>
                  <a:pt x="2379758" y="61491"/>
                  <a:pt x="2377079" y="65631"/>
                </a:cubicBezTo>
                <a:cubicBezTo>
                  <a:pt x="2372290" y="72855"/>
                  <a:pt x="2369895" y="82759"/>
                  <a:pt x="2369895" y="95341"/>
                </a:cubicBezTo>
                <a:lnTo>
                  <a:pt x="2369895" y="99603"/>
                </a:lnTo>
                <a:lnTo>
                  <a:pt x="2403015" y="99603"/>
                </a:lnTo>
                <a:close/>
                <a:moveTo>
                  <a:pt x="2519116" y="51871"/>
                </a:moveTo>
                <a:lnTo>
                  <a:pt x="2520942" y="90836"/>
                </a:lnTo>
                <a:lnTo>
                  <a:pt x="2516802" y="90836"/>
                </a:lnTo>
                <a:cubicBezTo>
                  <a:pt x="2511851" y="79215"/>
                  <a:pt x="2506716" y="71277"/>
                  <a:pt x="2501399" y="67023"/>
                </a:cubicBezTo>
                <a:cubicBezTo>
                  <a:pt x="2496082" y="62767"/>
                  <a:pt x="2490786" y="60638"/>
                  <a:pt x="2485509" y="60638"/>
                </a:cubicBezTo>
                <a:cubicBezTo>
                  <a:pt x="2482181" y="60638"/>
                  <a:pt x="2479340" y="61754"/>
                  <a:pt x="2476986" y="63987"/>
                </a:cubicBezTo>
                <a:cubicBezTo>
                  <a:pt x="2474632" y="66219"/>
                  <a:pt x="2473455" y="68796"/>
                  <a:pt x="2473455" y="71719"/>
                </a:cubicBezTo>
                <a:cubicBezTo>
                  <a:pt x="2473455" y="73911"/>
                  <a:pt x="2474266" y="76021"/>
                  <a:pt x="2475890" y="78051"/>
                </a:cubicBezTo>
                <a:cubicBezTo>
                  <a:pt x="2478488" y="81379"/>
                  <a:pt x="2485753" y="87081"/>
                  <a:pt x="2497686" y="95158"/>
                </a:cubicBezTo>
                <a:cubicBezTo>
                  <a:pt x="2509618" y="103235"/>
                  <a:pt x="2517472" y="110095"/>
                  <a:pt x="2521247" y="115736"/>
                </a:cubicBezTo>
                <a:cubicBezTo>
                  <a:pt x="2525022" y="121378"/>
                  <a:pt x="2526909" y="127689"/>
                  <a:pt x="2526909" y="134671"/>
                </a:cubicBezTo>
                <a:cubicBezTo>
                  <a:pt x="2526909" y="141002"/>
                  <a:pt x="2525326" y="147212"/>
                  <a:pt x="2522160" y="153300"/>
                </a:cubicBezTo>
                <a:cubicBezTo>
                  <a:pt x="2518994" y="159389"/>
                  <a:pt x="2514530" y="164056"/>
                  <a:pt x="2508766" y="167303"/>
                </a:cubicBezTo>
                <a:cubicBezTo>
                  <a:pt x="2503003" y="170550"/>
                  <a:pt x="2496630" y="172174"/>
                  <a:pt x="2489649" y="172174"/>
                </a:cubicBezTo>
                <a:cubicBezTo>
                  <a:pt x="2484210" y="172174"/>
                  <a:pt x="2476945" y="170437"/>
                  <a:pt x="2467853" y="166965"/>
                </a:cubicBezTo>
                <a:cubicBezTo>
                  <a:pt x="2465418" y="166054"/>
                  <a:pt x="2463754" y="165599"/>
                  <a:pt x="2462861" y="165599"/>
                </a:cubicBezTo>
                <a:cubicBezTo>
                  <a:pt x="2460182" y="165599"/>
                  <a:pt x="2457950" y="167628"/>
                  <a:pt x="2456164" y="171687"/>
                </a:cubicBezTo>
                <a:lnTo>
                  <a:pt x="2452146" y="171687"/>
                </a:lnTo>
                <a:lnTo>
                  <a:pt x="2450198" y="130774"/>
                </a:lnTo>
                <a:lnTo>
                  <a:pt x="2454338" y="130774"/>
                </a:lnTo>
                <a:cubicBezTo>
                  <a:pt x="2457991" y="141489"/>
                  <a:pt x="2463003" y="149526"/>
                  <a:pt x="2469376" y="154883"/>
                </a:cubicBezTo>
                <a:cubicBezTo>
                  <a:pt x="2475748" y="160241"/>
                  <a:pt x="2481775" y="162920"/>
                  <a:pt x="2487457" y="162920"/>
                </a:cubicBezTo>
                <a:cubicBezTo>
                  <a:pt x="2491354" y="162920"/>
                  <a:pt x="2494540" y="161722"/>
                  <a:pt x="2497016" y="159328"/>
                </a:cubicBezTo>
                <a:cubicBezTo>
                  <a:pt x="2499492" y="156933"/>
                  <a:pt x="2500730" y="154031"/>
                  <a:pt x="2500730" y="150622"/>
                </a:cubicBezTo>
                <a:cubicBezTo>
                  <a:pt x="2500730" y="146725"/>
                  <a:pt x="2499512" y="143356"/>
                  <a:pt x="2497077" y="140515"/>
                </a:cubicBezTo>
                <a:cubicBezTo>
                  <a:pt x="2494641" y="137674"/>
                  <a:pt x="2489203" y="133372"/>
                  <a:pt x="2480760" y="127608"/>
                </a:cubicBezTo>
                <a:cubicBezTo>
                  <a:pt x="2468341" y="119004"/>
                  <a:pt x="2460304" y="112428"/>
                  <a:pt x="2456651" y="107883"/>
                </a:cubicBezTo>
                <a:cubicBezTo>
                  <a:pt x="2451294" y="101226"/>
                  <a:pt x="2448615" y="93880"/>
                  <a:pt x="2448615" y="85843"/>
                </a:cubicBezTo>
                <a:cubicBezTo>
                  <a:pt x="2448615" y="77076"/>
                  <a:pt x="2451639" y="69141"/>
                  <a:pt x="2457686" y="62039"/>
                </a:cubicBezTo>
                <a:cubicBezTo>
                  <a:pt x="2463734" y="54936"/>
                  <a:pt x="2472481" y="51384"/>
                  <a:pt x="2483926" y="51384"/>
                </a:cubicBezTo>
                <a:cubicBezTo>
                  <a:pt x="2490096" y="51384"/>
                  <a:pt x="2496062" y="52944"/>
                  <a:pt x="2501826" y="56065"/>
                </a:cubicBezTo>
                <a:cubicBezTo>
                  <a:pt x="2504017" y="57328"/>
                  <a:pt x="2505803" y="57960"/>
                  <a:pt x="2507183" y="57960"/>
                </a:cubicBezTo>
                <a:cubicBezTo>
                  <a:pt x="2508644" y="57960"/>
                  <a:pt x="2509821" y="57655"/>
                  <a:pt x="2510714" y="57046"/>
                </a:cubicBezTo>
                <a:cubicBezTo>
                  <a:pt x="2511607" y="56437"/>
                  <a:pt x="2513028" y="54712"/>
                  <a:pt x="2514976" y="51871"/>
                </a:cubicBezTo>
                <a:lnTo>
                  <a:pt x="2519116" y="518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QueryMatching">
            <a:extLst xmlns:a="http://schemas.openxmlformats.org/drawingml/2006/main">
              <a:ext uri="{FF2B5EF4-FFF2-40B4-BE49-F238E27FC236}">
                <a16:creationId xmlns:a16="http://schemas.microsoft.com/office/drawing/2014/main" id="{4E16C4BB-82A3-4252-8CEF-EECF3286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133" y="227239"/>
            <a:ext cx="1756571" cy="222584"/>
          </a:xfrm>
          <a:custGeom xmlns:a="http://schemas.openxmlformats.org/drawingml/2006/main">
            <a:pathLst>
              <a:path w="1756571" h="222584">
                <a:moveTo>
                  <a:pt x="109466" y="170226"/>
                </a:moveTo>
                <a:cubicBezTo>
                  <a:pt x="113200" y="181063"/>
                  <a:pt x="119004" y="189211"/>
                  <a:pt x="126878" y="194670"/>
                </a:cubicBezTo>
                <a:cubicBezTo>
                  <a:pt x="134752" y="200129"/>
                  <a:pt x="144615" y="202858"/>
                  <a:pt x="156466" y="202858"/>
                </a:cubicBezTo>
                <a:cubicBezTo>
                  <a:pt x="159713" y="202858"/>
                  <a:pt x="163163" y="202534"/>
                  <a:pt x="166816" y="201884"/>
                </a:cubicBezTo>
                <a:lnTo>
                  <a:pt x="166816" y="209434"/>
                </a:lnTo>
                <a:cubicBezTo>
                  <a:pt x="154559" y="212681"/>
                  <a:pt x="143600" y="214304"/>
                  <a:pt x="133940" y="214304"/>
                </a:cubicBezTo>
                <a:cubicBezTo>
                  <a:pt x="118841" y="214304"/>
                  <a:pt x="105346" y="210569"/>
                  <a:pt x="93454" y="203098"/>
                </a:cubicBezTo>
                <a:cubicBezTo>
                  <a:pt x="81561" y="195630"/>
                  <a:pt x="72612" y="184672"/>
                  <a:pt x="66605" y="170226"/>
                </a:cubicBezTo>
                <a:cubicBezTo>
                  <a:pt x="46635" y="166007"/>
                  <a:pt x="30542" y="156233"/>
                  <a:pt x="18325" y="140903"/>
                </a:cubicBezTo>
                <a:cubicBezTo>
                  <a:pt x="6108" y="125571"/>
                  <a:pt x="0" y="107279"/>
                  <a:pt x="0" y="86026"/>
                </a:cubicBezTo>
                <a:cubicBezTo>
                  <a:pt x="0" y="61366"/>
                  <a:pt x="8280" y="40864"/>
                  <a:pt x="24840" y="24520"/>
                </a:cubicBezTo>
                <a:cubicBezTo>
                  <a:pt x="41400" y="8173"/>
                  <a:pt x="62424" y="0"/>
                  <a:pt x="87913" y="0"/>
                </a:cubicBezTo>
                <a:cubicBezTo>
                  <a:pt x="113321" y="0"/>
                  <a:pt x="134265" y="8194"/>
                  <a:pt x="150743" y="24581"/>
                </a:cubicBezTo>
                <a:cubicBezTo>
                  <a:pt x="167222" y="40966"/>
                  <a:pt x="175461" y="61448"/>
                  <a:pt x="175461" y="86026"/>
                </a:cubicBezTo>
                <a:cubicBezTo>
                  <a:pt x="175461" y="107441"/>
                  <a:pt x="169008" y="126058"/>
                  <a:pt x="156101" y="141878"/>
                </a:cubicBezTo>
                <a:cubicBezTo>
                  <a:pt x="143194" y="157694"/>
                  <a:pt x="127649" y="167143"/>
                  <a:pt x="109466" y="170226"/>
                </a:cubicBezTo>
                <a:moveTo>
                  <a:pt x="87792" y="9254"/>
                </a:moveTo>
                <a:cubicBezTo>
                  <a:pt x="73180" y="9254"/>
                  <a:pt x="61897" y="16838"/>
                  <a:pt x="53941" y="32005"/>
                </a:cubicBezTo>
                <a:cubicBezTo>
                  <a:pt x="47285" y="44739"/>
                  <a:pt x="43957" y="62868"/>
                  <a:pt x="43957" y="86391"/>
                </a:cubicBezTo>
                <a:cubicBezTo>
                  <a:pt x="43957" y="114618"/>
                  <a:pt x="48949" y="135545"/>
                  <a:pt x="58934" y="149172"/>
                </a:cubicBezTo>
                <a:cubicBezTo>
                  <a:pt x="65915" y="158662"/>
                  <a:pt x="75534" y="163407"/>
                  <a:pt x="87792" y="163407"/>
                </a:cubicBezTo>
                <a:cubicBezTo>
                  <a:pt x="100130" y="163407"/>
                  <a:pt x="109750" y="158743"/>
                  <a:pt x="116650" y="149415"/>
                </a:cubicBezTo>
                <a:cubicBezTo>
                  <a:pt x="126634" y="136032"/>
                  <a:pt x="131627" y="115915"/>
                  <a:pt x="131627" y="89066"/>
                </a:cubicBezTo>
                <a:cubicBezTo>
                  <a:pt x="131627" y="62626"/>
                  <a:pt x="128501" y="43484"/>
                  <a:pt x="122251" y="31640"/>
                </a:cubicBezTo>
                <a:cubicBezTo>
                  <a:pt x="114458" y="16716"/>
                  <a:pt x="102971" y="9254"/>
                  <a:pt x="87792" y="9254"/>
                </a:cubicBezTo>
                <a:close/>
                <a:moveTo>
                  <a:pt x="301727" y="54794"/>
                </a:moveTo>
                <a:lnTo>
                  <a:pt x="301727" y="143925"/>
                </a:lnTo>
                <a:cubicBezTo>
                  <a:pt x="301727" y="152664"/>
                  <a:pt x="302539" y="158115"/>
                  <a:pt x="304162" y="160279"/>
                </a:cubicBezTo>
                <a:cubicBezTo>
                  <a:pt x="305786" y="162443"/>
                  <a:pt x="309073" y="163810"/>
                  <a:pt x="314025" y="164381"/>
                </a:cubicBezTo>
                <a:lnTo>
                  <a:pt x="314025" y="168764"/>
                </a:lnTo>
                <a:lnTo>
                  <a:pt x="267633" y="168764"/>
                </a:lnTo>
                <a:lnTo>
                  <a:pt x="267633" y="153544"/>
                </a:lnTo>
                <a:cubicBezTo>
                  <a:pt x="262194" y="160038"/>
                  <a:pt x="256755" y="164767"/>
                  <a:pt x="251317" y="167729"/>
                </a:cubicBezTo>
                <a:cubicBezTo>
                  <a:pt x="245878" y="170692"/>
                  <a:pt x="239790" y="172174"/>
                  <a:pt x="233052" y="172174"/>
                </a:cubicBezTo>
                <a:cubicBezTo>
                  <a:pt x="226639" y="172174"/>
                  <a:pt x="220937" y="170205"/>
                  <a:pt x="215944" y="166268"/>
                </a:cubicBezTo>
                <a:cubicBezTo>
                  <a:pt x="210952" y="162331"/>
                  <a:pt x="207603" y="157725"/>
                  <a:pt x="205899" y="152448"/>
                </a:cubicBezTo>
                <a:cubicBezTo>
                  <a:pt x="204194" y="147172"/>
                  <a:pt x="203342" y="137958"/>
                  <a:pt x="203342" y="124808"/>
                </a:cubicBezTo>
                <a:lnTo>
                  <a:pt x="203342" y="79633"/>
                </a:lnTo>
                <a:cubicBezTo>
                  <a:pt x="203342" y="70925"/>
                  <a:pt x="202550" y="65503"/>
                  <a:pt x="200967" y="63367"/>
                </a:cubicBezTo>
                <a:cubicBezTo>
                  <a:pt x="199384" y="61231"/>
                  <a:pt x="196076" y="59834"/>
                  <a:pt x="191044" y="59177"/>
                </a:cubicBezTo>
                <a:lnTo>
                  <a:pt x="191044" y="54794"/>
                </a:lnTo>
                <a:lnTo>
                  <a:pt x="237436" y="54794"/>
                </a:lnTo>
                <a:lnTo>
                  <a:pt x="237436" y="132696"/>
                </a:lnTo>
                <a:cubicBezTo>
                  <a:pt x="237436" y="140823"/>
                  <a:pt x="237821" y="146066"/>
                  <a:pt x="238592" y="148422"/>
                </a:cubicBezTo>
                <a:cubicBezTo>
                  <a:pt x="239363" y="150779"/>
                  <a:pt x="240581" y="152567"/>
                  <a:pt x="242245" y="153788"/>
                </a:cubicBezTo>
                <a:cubicBezTo>
                  <a:pt x="243909" y="155005"/>
                  <a:pt x="245837" y="155614"/>
                  <a:pt x="248029" y="155614"/>
                </a:cubicBezTo>
                <a:cubicBezTo>
                  <a:pt x="250951" y="155614"/>
                  <a:pt x="253590" y="154843"/>
                  <a:pt x="255944" y="153300"/>
                </a:cubicBezTo>
                <a:cubicBezTo>
                  <a:pt x="259191" y="151190"/>
                  <a:pt x="263087" y="146928"/>
                  <a:pt x="267633" y="140515"/>
                </a:cubicBezTo>
                <a:lnTo>
                  <a:pt x="267633" y="79633"/>
                </a:lnTo>
                <a:cubicBezTo>
                  <a:pt x="267633" y="70925"/>
                  <a:pt x="266841" y="65503"/>
                  <a:pt x="265259" y="63367"/>
                </a:cubicBezTo>
                <a:cubicBezTo>
                  <a:pt x="263676" y="61231"/>
                  <a:pt x="260368" y="59834"/>
                  <a:pt x="255335" y="59177"/>
                </a:cubicBezTo>
                <a:lnTo>
                  <a:pt x="255335" y="54794"/>
                </a:lnTo>
                <a:lnTo>
                  <a:pt x="301727" y="54794"/>
                </a:lnTo>
                <a:close/>
                <a:moveTo>
                  <a:pt x="426862" y="107639"/>
                </a:moveTo>
                <a:lnTo>
                  <a:pt x="364397" y="107639"/>
                </a:lnTo>
                <a:cubicBezTo>
                  <a:pt x="365128" y="122778"/>
                  <a:pt x="369146" y="134743"/>
                  <a:pt x="376452" y="143533"/>
                </a:cubicBezTo>
                <a:cubicBezTo>
                  <a:pt x="382053" y="150288"/>
                  <a:pt x="388790" y="153666"/>
                  <a:pt x="396664" y="153666"/>
                </a:cubicBezTo>
                <a:cubicBezTo>
                  <a:pt x="401535" y="153666"/>
                  <a:pt x="405959" y="152306"/>
                  <a:pt x="409937" y="149587"/>
                </a:cubicBezTo>
                <a:cubicBezTo>
                  <a:pt x="413914" y="146867"/>
                  <a:pt x="418176" y="141976"/>
                  <a:pt x="422722" y="134914"/>
                </a:cubicBezTo>
                <a:lnTo>
                  <a:pt x="426862" y="137593"/>
                </a:lnTo>
                <a:cubicBezTo>
                  <a:pt x="420692" y="150175"/>
                  <a:pt x="413874" y="159084"/>
                  <a:pt x="406405" y="164320"/>
                </a:cubicBezTo>
                <a:cubicBezTo>
                  <a:pt x="398937" y="169556"/>
                  <a:pt x="390292" y="172174"/>
                  <a:pt x="380470" y="172174"/>
                </a:cubicBezTo>
                <a:cubicBezTo>
                  <a:pt x="363585" y="172174"/>
                  <a:pt x="350800" y="165673"/>
                  <a:pt x="342114" y="152673"/>
                </a:cubicBezTo>
                <a:cubicBezTo>
                  <a:pt x="335133" y="142191"/>
                  <a:pt x="331643" y="129190"/>
                  <a:pt x="331643" y="113670"/>
                </a:cubicBezTo>
                <a:cubicBezTo>
                  <a:pt x="331643" y="94655"/>
                  <a:pt x="336777" y="79521"/>
                  <a:pt x="347046" y="68268"/>
                </a:cubicBezTo>
                <a:cubicBezTo>
                  <a:pt x="357314" y="57012"/>
                  <a:pt x="369349" y="51384"/>
                  <a:pt x="383149" y="51384"/>
                </a:cubicBezTo>
                <a:cubicBezTo>
                  <a:pt x="394676" y="51384"/>
                  <a:pt x="404680" y="56113"/>
                  <a:pt x="413163" y="65570"/>
                </a:cubicBezTo>
                <a:cubicBezTo>
                  <a:pt x="421646" y="75027"/>
                  <a:pt x="426212" y="89050"/>
                  <a:pt x="426862" y="107639"/>
                </a:cubicBezTo>
                <a:moveTo>
                  <a:pt x="396908" y="99603"/>
                </a:moveTo>
                <a:cubicBezTo>
                  <a:pt x="396908" y="86533"/>
                  <a:pt x="396198" y="77563"/>
                  <a:pt x="394777" y="72693"/>
                </a:cubicBezTo>
                <a:cubicBezTo>
                  <a:pt x="393356" y="67822"/>
                  <a:pt x="391144" y="64129"/>
                  <a:pt x="388141" y="61612"/>
                </a:cubicBezTo>
                <a:cubicBezTo>
                  <a:pt x="386436" y="60151"/>
                  <a:pt x="384163" y="59421"/>
                  <a:pt x="381322" y="59421"/>
                </a:cubicBezTo>
                <a:cubicBezTo>
                  <a:pt x="377101" y="59421"/>
                  <a:pt x="373651" y="61491"/>
                  <a:pt x="370972" y="65631"/>
                </a:cubicBezTo>
                <a:cubicBezTo>
                  <a:pt x="366183" y="72855"/>
                  <a:pt x="363788" y="82759"/>
                  <a:pt x="363788" y="95341"/>
                </a:cubicBezTo>
                <a:lnTo>
                  <a:pt x="363788" y="99603"/>
                </a:lnTo>
                <a:lnTo>
                  <a:pt x="396908" y="99603"/>
                </a:lnTo>
                <a:close/>
                <a:moveTo>
                  <a:pt x="488390" y="54794"/>
                </a:moveTo>
                <a:lnTo>
                  <a:pt x="488390" y="80608"/>
                </a:lnTo>
                <a:cubicBezTo>
                  <a:pt x="495939" y="68837"/>
                  <a:pt x="502555" y="61024"/>
                  <a:pt x="508237" y="57168"/>
                </a:cubicBezTo>
                <a:cubicBezTo>
                  <a:pt x="513920" y="53312"/>
                  <a:pt x="519399" y="51384"/>
                  <a:pt x="524675" y="51384"/>
                </a:cubicBezTo>
                <a:cubicBezTo>
                  <a:pt x="529221" y="51384"/>
                  <a:pt x="532854" y="52790"/>
                  <a:pt x="535573" y="55600"/>
                </a:cubicBezTo>
                <a:cubicBezTo>
                  <a:pt x="538293" y="58411"/>
                  <a:pt x="539652" y="62382"/>
                  <a:pt x="539652" y="67514"/>
                </a:cubicBezTo>
                <a:cubicBezTo>
                  <a:pt x="539652" y="72973"/>
                  <a:pt x="538333" y="77211"/>
                  <a:pt x="535695" y="80227"/>
                </a:cubicBezTo>
                <a:cubicBezTo>
                  <a:pt x="533057" y="83241"/>
                  <a:pt x="529871" y="84748"/>
                  <a:pt x="526137" y="84748"/>
                </a:cubicBezTo>
                <a:cubicBezTo>
                  <a:pt x="521834" y="84748"/>
                  <a:pt x="518100" y="83368"/>
                  <a:pt x="514934" y="80608"/>
                </a:cubicBezTo>
                <a:cubicBezTo>
                  <a:pt x="511769" y="77848"/>
                  <a:pt x="509902" y="76305"/>
                  <a:pt x="509333" y="75981"/>
                </a:cubicBezTo>
                <a:cubicBezTo>
                  <a:pt x="508522" y="75493"/>
                  <a:pt x="507588" y="75250"/>
                  <a:pt x="506533" y="75250"/>
                </a:cubicBezTo>
                <a:cubicBezTo>
                  <a:pt x="504179" y="75250"/>
                  <a:pt x="501946" y="76143"/>
                  <a:pt x="499836" y="77929"/>
                </a:cubicBezTo>
                <a:cubicBezTo>
                  <a:pt x="496508" y="80689"/>
                  <a:pt x="493991" y="84626"/>
                  <a:pt x="492286" y="89740"/>
                </a:cubicBezTo>
                <a:cubicBezTo>
                  <a:pt x="489689" y="97614"/>
                  <a:pt x="488390" y="106300"/>
                  <a:pt x="488390" y="115797"/>
                </a:cubicBezTo>
                <a:lnTo>
                  <a:pt x="488390" y="141976"/>
                </a:lnTo>
                <a:lnTo>
                  <a:pt x="488512" y="148795"/>
                </a:lnTo>
                <a:cubicBezTo>
                  <a:pt x="488512" y="153422"/>
                  <a:pt x="488796" y="156385"/>
                  <a:pt x="489364" y="157684"/>
                </a:cubicBezTo>
                <a:cubicBezTo>
                  <a:pt x="490338" y="159876"/>
                  <a:pt x="491779" y="161479"/>
                  <a:pt x="493687" y="162494"/>
                </a:cubicBezTo>
                <a:cubicBezTo>
                  <a:pt x="495594" y="163508"/>
                  <a:pt x="498821" y="164137"/>
                  <a:pt x="503367" y="164381"/>
                </a:cubicBezTo>
                <a:lnTo>
                  <a:pt x="503367" y="168764"/>
                </a:lnTo>
                <a:lnTo>
                  <a:pt x="441876" y="168764"/>
                </a:lnTo>
                <a:lnTo>
                  <a:pt x="441876" y="164381"/>
                </a:lnTo>
                <a:cubicBezTo>
                  <a:pt x="446828" y="163975"/>
                  <a:pt x="450176" y="162615"/>
                  <a:pt x="451922" y="160302"/>
                </a:cubicBezTo>
                <a:cubicBezTo>
                  <a:pt x="453667" y="157988"/>
                  <a:pt x="454540" y="151880"/>
                  <a:pt x="454540" y="141976"/>
                </a:cubicBezTo>
                <a:lnTo>
                  <a:pt x="454540" y="78903"/>
                </a:lnTo>
                <a:cubicBezTo>
                  <a:pt x="454540" y="72368"/>
                  <a:pt x="454215" y="68203"/>
                  <a:pt x="453566" y="66407"/>
                </a:cubicBezTo>
                <a:cubicBezTo>
                  <a:pt x="452754" y="64119"/>
                  <a:pt x="451577" y="62444"/>
                  <a:pt x="450034" y="61384"/>
                </a:cubicBezTo>
                <a:cubicBezTo>
                  <a:pt x="448492" y="60321"/>
                  <a:pt x="445773" y="59586"/>
                  <a:pt x="441876" y="59177"/>
                </a:cubicBezTo>
                <a:lnTo>
                  <a:pt x="441876" y="54794"/>
                </a:lnTo>
                <a:lnTo>
                  <a:pt x="488390" y="54794"/>
                </a:lnTo>
                <a:close/>
                <a:moveTo>
                  <a:pt x="604103" y="173502"/>
                </a:moveTo>
                <a:lnTo>
                  <a:pt x="567331" y="88922"/>
                </a:lnTo>
                <a:cubicBezTo>
                  <a:pt x="561811" y="76111"/>
                  <a:pt x="557732" y="68237"/>
                  <a:pt x="555094" y="65300"/>
                </a:cubicBezTo>
                <a:cubicBezTo>
                  <a:pt x="552455" y="62359"/>
                  <a:pt x="549269" y="60319"/>
                  <a:pt x="545535" y="59177"/>
                </a:cubicBezTo>
                <a:lnTo>
                  <a:pt x="545535" y="54794"/>
                </a:lnTo>
                <a:lnTo>
                  <a:pt x="606052" y="54794"/>
                </a:lnTo>
                <a:lnTo>
                  <a:pt x="606052" y="59177"/>
                </a:lnTo>
                <a:cubicBezTo>
                  <a:pt x="602074" y="59339"/>
                  <a:pt x="599274" y="60114"/>
                  <a:pt x="597650" y="61502"/>
                </a:cubicBezTo>
                <a:cubicBezTo>
                  <a:pt x="596027" y="62887"/>
                  <a:pt x="595215" y="64559"/>
                  <a:pt x="595215" y="66517"/>
                </a:cubicBezTo>
                <a:cubicBezTo>
                  <a:pt x="595215" y="69615"/>
                  <a:pt x="597244" y="75731"/>
                  <a:pt x="601303" y="84865"/>
                </a:cubicBezTo>
                <a:lnTo>
                  <a:pt x="620785" y="129640"/>
                </a:lnTo>
                <a:lnTo>
                  <a:pt x="634057" y="95040"/>
                </a:lnTo>
                <a:cubicBezTo>
                  <a:pt x="638847" y="82719"/>
                  <a:pt x="641241" y="74152"/>
                  <a:pt x="641241" y="69337"/>
                </a:cubicBezTo>
                <a:cubicBezTo>
                  <a:pt x="641241" y="66318"/>
                  <a:pt x="640247" y="63911"/>
                  <a:pt x="638258" y="62115"/>
                </a:cubicBezTo>
                <a:cubicBezTo>
                  <a:pt x="636269" y="60319"/>
                  <a:pt x="632759" y="59339"/>
                  <a:pt x="627726" y="59177"/>
                </a:cubicBezTo>
                <a:lnTo>
                  <a:pt x="627726" y="54794"/>
                </a:lnTo>
                <a:lnTo>
                  <a:pt x="665838" y="54794"/>
                </a:lnTo>
                <a:lnTo>
                  <a:pt x="665838" y="59177"/>
                </a:lnTo>
                <a:cubicBezTo>
                  <a:pt x="662104" y="59586"/>
                  <a:pt x="659060" y="61034"/>
                  <a:pt x="656705" y="63523"/>
                </a:cubicBezTo>
                <a:cubicBezTo>
                  <a:pt x="654351" y="66011"/>
                  <a:pt x="650414" y="74478"/>
                  <a:pt x="644894" y="88922"/>
                </a:cubicBezTo>
                <a:lnTo>
                  <a:pt x="612383" y="173391"/>
                </a:lnTo>
                <a:cubicBezTo>
                  <a:pt x="604185" y="194497"/>
                  <a:pt x="598096" y="207485"/>
                  <a:pt x="594119" y="212356"/>
                </a:cubicBezTo>
                <a:cubicBezTo>
                  <a:pt x="588518" y="219175"/>
                  <a:pt x="581496" y="222584"/>
                  <a:pt x="573054" y="222584"/>
                </a:cubicBezTo>
                <a:cubicBezTo>
                  <a:pt x="566316" y="222584"/>
                  <a:pt x="560857" y="220656"/>
                  <a:pt x="556677" y="216800"/>
                </a:cubicBezTo>
                <a:cubicBezTo>
                  <a:pt x="552496" y="212944"/>
                  <a:pt x="550406" y="208297"/>
                  <a:pt x="550406" y="202858"/>
                </a:cubicBezTo>
                <a:cubicBezTo>
                  <a:pt x="550406" y="198150"/>
                  <a:pt x="551847" y="194254"/>
                  <a:pt x="554728" y="191169"/>
                </a:cubicBezTo>
                <a:cubicBezTo>
                  <a:pt x="557610" y="188084"/>
                  <a:pt x="561162" y="186542"/>
                  <a:pt x="565383" y="186542"/>
                </a:cubicBezTo>
                <a:cubicBezTo>
                  <a:pt x="569441" y="186542"/>
                  <a:pt x="572709" y="187833"/>
                  <a:pt x="575185" y="190416"/>
                </a:cubicBezTo>
                <a:cubicBezTo>
                  <a:pt x="577660" y="193000"/>
                  <a:pt x="578939" y="196998"/>
                  <a:pt x="579020" y="202409"/>
                </a:cubicBezTo>
                <a:cubicBezTo>
                  <a:pt x="579101" y="205479"/>
                  <a:pt x="579467" y="207457"/>
                  <a:pt x="580116" y="208345"/>
                </a:cubicBezTo>
                <a:cubicBezTo>
                  <a:pt x="580765" y="209233"/>
                  <a:pt x="581699" y="209677"/>
                  <a:pt x="582917" y="209677"/>
                </a:cubicBezTo>
                <a:cubicBezTo>
                  <a:pt x="584865" y="209677"/>
                  <a:pt x="586935" y="208505"/>
                  <a:pt x="589127" y="206161"/>
                </a:cubicBezTo>
                <a:cubicBezTo>
                  <a:pt x="592374" y="202767"/>
                  <a:pt x="596189" y="195010"/>
                  <a:pt x="600572" y="182889"/>
                </a:cubicBezTo>
                <a:lnTo>
                  <a:pt x="604103" y="173502"/>
                </a:lnTo>
                <a:close/>
                <a:moveTo>
                  <a:pt x="853526" y="112365"/>
                </a:moveTo>
                <a:lnTo>
                  <a:pt x="898335" y="3653"/>
                </a:lnTo>
                <a:lnTo>
                  <a:pt x="965548" y="3653"/>
                </a:lnTo>
                <a:lnTo>
                  <a:pt x="965548" y="8036"/>
                </a:lnTo>
                <a:lnTo>
                  <a:pt x="960191" y="8036"/>
                </a:lnTo>
                <a:cubicBezTo>
                  <a:pt x="955320" y="8036"/>
                  <a:pt x="951424" y="8901"/>
                  <a:pt x="948501" y="10631"/>
                </a:cubicBezTo>
                <a:cubicBezTo>
                  <a:pt x="946472" y="11786"/>
                  <a:pt x="944848" y="13724"/>
                  <a:pt x="943631" y="16446"/>
                </a:cubicBezTo>
                <a:cubicBezTo>
                  <a:pt x="942738" y="18424"/>
                  <a:pt x="942291" y="23576"/>
                  <a:pt x="942291" y="31902"/>
                </a:cubicBezTo>
                <a:lnTo>
                  <a:pt x="942291" y="140515"/>
                </a:lnTo>
                <a:cubicBezTo>
                  <a:pt x="942291" y="149001"/>
                  <a:pt x="942738" y="154305"/>
                  <a:pt x="943631" y="156428"/>
                </a:cubicBezTo>
                <a:cubicBezTo>
                  <a:pt x="944524" y="158549"/>
                  <a:pt x="946350" y="160405"/>
                  <a:pt x="949110" y="161995"/>
                </a:cubicBezTo>
                <a:cubicBezTo>
                  <a:pt x="951870" y="163586"/>
                  <a:pt x="955564" y="164381"/>
                  <a:pt x="960191" y="164381"/>
                </a:cubicBezTo>
                <a:lnTo>
                  <a:pt x="965548" y="164381"/>
                </a:lnTo>
                <a:lnTo>
                  <a:pt x="965548" y="168764"/>
                </a:lnTo>
                <a:lnTo>
                  <a:pt x="879339" y="168764"/>
                </a:lnTo>
                <a:lnTo>
                  <a:pt x="879339" y="164381"/>
                </a:lnTo>
                <a:lnTo>
                  <a:pt x="884697" y="164381"/>
                </a:lnTo>
                <a:cubicBezTo>
                  <a:pt x="889568" y="164381"/>
                  <a:pt x="893464" y="163525"/>
                  <a:pt x="896386" y="161812"/>
                </a:cubicBezTo>
                <a:cubicBezTo>
                  <a:pt x="898416" y="160668"/>
                  <a:pt x="900039" y="158710"/>
                  <a:pt x="901257" y="155937"/>
                </a:cubicBezTo>
                <a:cubicBezTo>
                  <a:pt x="902150" y="153979"/>
                  <a:pt x="902596" y="148838"/>
                  <a:pt x="902596" y="140515"/>
                </a:cubicBezTo>
                <a:lnTo>
                  <a:pt x="902596" y="18143"/>
                </a:lnTo>
                <a:lnTo>
                  <a:pt x="839279" y="168764"/>
                </a:lnTo>
                <a:lnTo>
                  <a:pt x="836357" y="168764"/>
                </a:lnTo>
                <a:lnTo>
                  <a:pt x="772066" y="19117"/>
                </a:lnTo>
                <a:lnTo>
                  <a:pt x="772066" y="135401"/>
                </a:lnTo>
                <a:cubicBezTo>
                  <a:pt x="772066" y="143587"/>
                  <a:pt x="772269" y="148621"/>
                  <a:pt x="772674" y="150504"/>
                </a:cubicBezTo>
                <a:cubicBezTo>
                  <a:pt x="773730" y="154598"/>
                  <a:pt x="776023" y="157935"/>
                  <a:pt x="779554" y="160515"/>
                </a:cubicBezTo>
                <a:cubicBezTo>
                  <a:pt x="783085" y="163092"/>
                  <a:pt x="788626" y="164381"/>
                  <a:pt x="796175" y="164381"/>
                </a:cubicBezTo>
                <a:lnTo>
                  <a:pt x="796175" y="168764"/>
                </a:lnTo>
                <a:lnTo>
                  <a:pt x="739677" y="168764"/>
                </a:lnTo>
                <a:lnTo>
                  <a:pt x="739677" y="164381"/>
                </a:lnTo>
                <a:lnTo>
                  <a:pt x="741381" y="164381"/>
                </a:lnTo>
                <a:cubicBezTo>
                  <a:pt x="745034" y="164462"/>
                  <a:pt x="748444" y="163866"/>
                  <a:pt x="751609" y="162593"/>
                </a:cubicBezTo>
                <a:cubicBezTo>
                  <a:pt x="754775" y="161319"/>
                  <a:pt x="757170" y="159613"/>
                  <a:pt x="758793" y="157475"/>
                </a:cubicBezTo>
                <a:cubicBezTo>
                  <a:pt x="760417" y="155336"/>
                  <a:pt x="761675" y="152334"/>
                  <a:pt x="762568" y="148468"/>
                </a:cubicBezTo>
                <a:cubicBezTo>
                  <a:pt x="762730" y="147565"/>
                  <a:pt x="762812" y="143372"/>
                  <a:pt x="762812" y="135888"/>
                </a:cubicBezTo>
                <a:lnTo>
                  <a:pt x="762812" y="31902"/>
                </a:lnTo>
                <a:cubicBezTo>
                  <a:pt x="762812" y="23412"/>
                  <a:pt x="762365" y="18115"/>
                  <a:pt x="761472" y="16012"/>
                </a:cubicBezTo>
                <a:cubicBezTo>
                  <a:pt x="760579" y="13909"/>
                  <a:pt x="758753" y="12055"/>
                  <a:pt x="755993" y="10449"/>
                </a:cubicBezTo>
                <a:cubicBezTo>
                  <a:pt x="753233" y="8841"/>
                  <a:pt x="749539" y="8036"/>
                  <a:pt x="744912" y="8036"/>
                </a:cubicBezTo>
                <a:lnTo>
                  <a:pt x="739677" y="8036"/>
                </a:lnTo>
                <a:lnTo>
                  <a:pt x="739677" y="3653"/>
                </a:lnTo>
                <a:lnTo>
                  <a:pt x="807134" y="3653"/>
                </a:lnTo>
                <a:lnTo>
                  <a:pt x="853526" y="112365"/>
                </a:lnTo>
                <a:close/>
                <a:moveTo>
                  <a:pt x="1042146" y="151961"/>
                </a:moveTo>
                <a:cubicBezTo>
                  <a:pt x="1028265" y="164300"/>
                  <a:pt x="1015805" y="170469"/>
                  <a:pt x="1004765" y="170469"/>
                </a:cubicBezTo>
                <a:cubicBezTo>
                  <a:pt x="998271" y="170469"/>
                  <a:pt x="992873" y="168332"/>
                  <a:pt x="988570" y="164058"/>
                </a:cubicBezTo>
                <a:cubicBezTo>
                  <a:pt x="984268" y="159781"/>
                  <a:pt x="982117" y="154426"/>
                  <a:pt x="982117" y="147992"/>
                </a:cubicBezTo>
                <a:cubicBezTo>
                  <a:pt x="982117" y="139276"/>
                  <a:pt x="985851" y="131436"/>
                  <a:pt x="993319" y="124473"/>
                </a:cubicBezTo>
                <a:cubicBezTo>
                  <a:pt x="1000787" y="117510"/>
                  <a:pt x="1017063" y="108245"/>
                  <a:pt x="1042146" y="96680"/>
                </a:cubicBezTo>
                <a:lnTo>
                  <a:pt x="1042146" y="85235"/>
                </a:lnTo>
                <a:cubicBezTo>
                  <a:pt x="1042146" y="76630"/>
                  <a:pt x="1041680" y="71211"/>
                  <a:pt x="1040746" y="68979"/>
                </a:cubicBezTo>
                <a:cubicBezTo>
                  <a:pt x="1039813" y="66747"/>
                  <a:pt x="1038047" y="64799"/>
                  <a:pt x="1035449" y="63134"/>
                </a:cubicBezTo>
                <a:cubicBezTo>
                  <a:pt x="1032852" y="61470"/>
                  <a:pt x="1029929" y="60638"/>
                  <a:pt x="1026682" y="60638"/>
                </a:cubicBezTo>
                <a:cubicBezTo>
                  <a:pt x="1021406" y="60638"/>
                  <a:pt x="1017063" y="61815"/>
                  <a:pt x="1013654" y="64169"/>
                </a:cubicBezTo>
                <a:cubicBezTo>
                  <a:pt x="1011543" y="65631"/>
                  <a:pt x="1010488" y="67335"/>
                  <a:pt x="1010488" y="69284"/>
                </a:cubicBezTo>
                <a:cubicBezTo>
                  <a:pt x="1010488" y="70988"/>
                  <a:pt x="1011624" y="73099"/>
                  <a:pt x="1013897" y="75615"/>
                </a:cubicBezTo>
                <a:cubicBezTo>
                  <a:pt x="1016982" y="79106"/>
                  <a:pt x="1018524" y="82475"/>
                  <a:pt x="1018524" y="85722"/>
                </a:cubicBezTo>
                <a:cubicBezTo>
                  <a:pt x="1018524" y="89699"/>
                  <a:pt x="1017043" y="93088"/>
                  <a:pt x="1014080" y="95889"/>
                </a:cubicBezTo>
                <a:cubicBezTo>
                  <a:pt x="1011117" y="98689"/>
                  <a:pt x="1007241" y="100090"/>
                  <a:pt x="1002451" y="100090"/>
                </a:cubicBezTo>
                <a:cubicBezTo>
                  <a:pt x="997337" y="100090"/>
                  <a:pt x="993055" y="98547"/>
                  <a:pt x="989605" y="95463"/>
                </a:cubicBezTo>
                <a:cubicBezTo>
                  <a:pt x="986155" y="92378"/>
                  <a:pt x="984430" y="88766"/>
                  <a:pt x="984430" y="84626"/>
                </a:cubicBezTo>
                <a:cubicBezTo>
                  <a:pt x="984430" y="78781"/>
                  <a:pt x="986744" y="73200"/>
                  <a:pt x="991371" y="67883"/>
                </a:cubicBezTo>
                <a:cubicBezTo>
                  <a:pt x="995998" y="62566"/>
                  <a:pt x="1002451" y="58487"/>
                  <a:pt x="1010731" y="55646"/>
                </a:cubicBezTo>
                <a:cubicBezTo>
                  <a:pt x="1019011" y="52805"/>
                  <a:pt x="1027616" y="51384"/>
                  <a:pt x="1036545" y="51384"/>
                </a:cubicBezTo>
                <a:cubicBezTo>
                  <a:pt x="1047342" y="51384"/>
                  <a:pt x="1055885" y="53684"/>
                  <a:pt x="1062176" y="58283"/>
                </a:cubicBezTo>
                <a:cubicBezTo>
                  <a:pt x="1068468" y="62880"/>
                  <a:pt x="1072547" y="67863"/>
                  <a:pt x="1074414" y="73233"/>
                </a:cubicBezTo>
                <a:cubicBezTo>
                  <a:pt x="1075550" y="76650"/>
                  <a:pt x="1076118" y="84501"/>
                  <a:pt x="1076118" y="96787"/>
                </a:cubicBezTo>
                <a:lnTo>
                  <a:pt x="1076118" y="141090"/>
                </a:lnTo>
                <a:cubicBezTo>
                  <a:pt x="1076118" y="146298"/>
                  <a:pt x="1076321" y="149574"/>
                  <a:pt x="1076727" y="150918"/>
                </a:cubicBezTo>
                <a:cubicBezTo>
                  <a:pt x="1077133" y="152260"/>
                  <a:pt x="1077742" y="153257"/>
                  <a:pt x="1078554" y="153909"/>
                </a:cubicBezTo>
                <a:cubicBezTo>
                  <a:pt x="1079365" y="154559"/>
                  <a:pt x="1080299" y="154883"/>
                  <a:pt x="1081354" y="154883"/>
                </a:cubicBezTo>
                <a:cubicBezTo>
                  <a:pt x="1083465" y="154883"/>
                  <a:pt x="1085616" y="153382"/>
                  <a:pt x="1087808" y="150378"/>
                </a:cubicBezTo>
                <a:lnTo>
                  <a:pt x="1091461" y="153300"/>
                </a:lnTo>
                <a:cubicBezTo>
                  <a:pt x="1087402" y="159307"/>
                  <a:pt x="1083201" y="163671"/>
                  <a:pt x="1078858" y="166390"/>
                </a:cubicBezTo>
                <a:cubicBezTo>
                  <a:pt x="1074515" y="169109"/>
                  <a:pt x="1069584" y="170469"/>
                  <a:pt x="1064064" y="170469"/>
                </a:cubicBezTo>
                <a:cubicBezTo>
                  <a:pt x="1057570" y="170469"/>
                  <a:pt x="1052496" y="168937"/>
                  <a:pt x="1048843" y="165873"/>
                </a:cubicBezTo>
                <a:cubicBezTo>
                  <a:pt x="1045190" y="162808"/>
                  <a:pt x="1042958" y="158171"/>
                  <a:pt x="1042146" y="151961"/>
                </a:cubicBezTo>
                <a:moveTo>
                  <a:pt x="1042146" y="142951"/>
                </a:moveTo>
                <a:lnTo>
                  <a:pt x="1042146" y="104861"/>
                </a:lnTo>
                <a:cubicBezTo>
                  <a:pt x="1032324" y="110653"/>
                  <a:pt x="1025018" y="116853"/>
                  <a:pt x="1020229" y="123461"/>
                </a:cubicBezTo>
                <a:cubicBezTo>
                  <a:pt x="1017063" y="127865"/>
                  <a:pt x="1015480" y="132310"/>
                  <a:pt x="1015480" y="136798"/>
                </a:cubicBezTo>
                <a:cubicBezTo>
                  <a:pt x="1015480" y="140550"/>
                  <a:pt x="1016820" y="143854"/>
                  <a:pt x="1019498" y="146710"/>
                </a:cubicBezTo>
                <a:cubicBezTo>
                  <a:pt x="1021528" y="148912"/>
                  <a:pt x="1024369" y="150013"/>
                  <a:pt x="1028022" y="150013"/>
                </a:cubicBezTo>
                <a:cubicBezTo>
                  <a:pt x="1032081" y="150013"/>
                  <a:pt x="1036789" y="147659"/>
                  <a:pt x="1042146" y="142951"/>
                </a:cubicBezTo>
                <a:close/>
                <a:moveTo>
                  <a:pt x="1150124" y="12907"/>
                </a:moveTo>
                <a:lnTo>
                  <a:pt x="1150124" y="54794"/>
                </a:lnTo>
                <a:lnTo>
                  <a:pt x="1177155" y="54794"/>
                </a:lnTo>
                <a:lnTo>
                  <a:pt x="1177155" y="66726"/>
                </a:lnTo>
                <a:lnTo>
                  <a:pt x="1150124" y="66726"/>
                </a:lnTo>
                <a:lnTo>
                  <a:pt x="1150124" y="137174"/>
                </a:lnTo>
                <a:cubicBezTo>
                  <a:pt x="1150124" y="143767"/>
                  <a:pt x="1150428" y="148020"/>
                  <a:pt x="1151037" y="149933"/>
                </a:cubicBezTo>
                <a:cubicBezTo>
                  <a:pt x="1151646" y="151846"/>
                  <a:pt x="1152721" y="153393"/>
                  <a:pt x="1154264" y="154575"/>
                </a:cubicBezTo>
                <a:cubicBezTo>
                  <a:pt x="1155806" y="155755"/>
                  <a:pt x="1157227" y="156345"/>
                  <a:pt x="1158525" y="156345"/>
                </a:cubicBezTo>
                <a:cubicBezTo>
                  <a:pt x="1163802" y="156345"/>
                  <a:pt x="1168794" y="152286"/>
                  <a:pt x="1173502" y="144168"/>
                </a:cubicBezTo>
                <a:lnTo>
                  <a:pt x="1177155" y="146874"/>
                </a:lnTo>
                <a:cubicBezTo>
                  <a:pt x="1170580" y="162604"/>
                  <a:pt x="1159905" y="170469"/>
                  <a:pt x="1145131" y="170469"/>
                </a:cubicBezTo>
                <a:cubicBezTo>
                  <a:pt x="1137907" y="170469"/>
                  <a:pt x="1131798" y="168454"/>
                  <a:pt x="1126806" y="164423"/>
                </a:cubicBezTo>
                <a:cubicBezTo>
                  <a:pt x="1121814" y="160389"/>
                  <a:pt x="1118628" y="155888"/>
                  <a:pt x="1117248" y="150918"/>
                </a:cubicBezTo>
                <a:cubicBezTo>
                  <a:pt x="1116436" y="148148"/>
                  <a:pt x="1116030" y="140654"/>
                  <a:pt x="1116030" y="128434"/>
                </a:cubicBezTo>
                <a:lnTo>
                  <a:pt x="1116030" y="66726"/>
                </a:lnTo>
                <a:lnTo>
                  <a:pt x="1101175" y="66726"/>
                </a:lnTo>
                <a:lnTo>
                  <a:pt x="1101175" y="62453"/>
                </a:lnTo>
                <a:cubicBezTo>
                  <a:pt x="1111403" y="55213"/>
                  <a:pt x="1120109" y="47607"/>
                  <a:pt x="1127293" y="39634"/>
                </a:cubicBezTo>
                <a:cubicBezTo>
                  <a:pt x="1134477" y="31661"/>
                  <a:pt x="1140748" y="22752"/>
                  <a:pt x="1146106" y="12907"/>
                </a:cubicBezTo>
                <a:lnTo>
                  <a:pt x="1150124" y="12907"/>
                </a:lnTo>
                <a:close/>
                <a:moveTo>
                  <a:pt x="1280348" y="139324"/>
                </a:moveTo>
                <a:lnTo>
                  <a:pt x="1284123" y="142243"/>
                </a:lnTo>
                <a:cubicBezTo>
                  <a:pt x="1278765" y="152342"/>
                  <a:pt x="1272089" y="159855"/>
                  <a:pt x="1264093" y="164784"/>
                </a:cubicBezTo>
                <a:cubicBezTo>
                  <a:pt x="1256097" y="169711"/>
                  <a:pt x="1247594" y="172174"/>
                  <a:pt x="1238583" y="172174"/>
                </a:cubicBezTo>
                <a:cubicBezTo>
                  <a:pt x="1223403" y="172174"/>
                  <a:pt x="1211268" y="166446"/>
                  <a:pt x="1202176" y="154990"/>
                </a:cubicBezTo>
                <a:cubicBezTo>
                  <a:pt x="1193084" y="143531"/>
                  <a:pt x="1188538" y="129758"/>
                  <a:pt x="1188538" y="113670"/>
                </a:cubicBezTo>
                <a:cubicBezTo>
                  <a:pt x="1188538" y="98148"/>
                  <a:pt x="1192678" y="84496"/>
                  <a:pt x="1200958" y="72716"/>
                </a:cubicBezTo>
                <a:cubicBezTo>
                  <a:pt x="1210943" y="58495"/>
                  <a:pt x="1224702" y="51384"/>
                  <a:pt x="1242236" y="51384"/>
                </a:cubicBezTo>
                <a:cubicBezTo>
                  <a:pt x="1254007" y="51384"/>
                  <a:pt x="1263362" y="54356"/>
                  <a:pt x="1270303" y="60300"/>
                </a:cubicBezTo>
                <a:cubicBezTo>
                  <a:pt x="1277243" y="66241"/>
                  <a:pt x="1280714" y="72874"/>
                  <a:pt x="1280714" y="80200"/>
                </a:cubicBezTo>
                <a:cubicBezTo>
                  <a:pt x="1280714" y="84840"/>
                  <a:pt x="1279313" y="88544"/>
                  <a:pt x="1276513" y="91311"/>
                </a:cubicBezTo>
                <a:cubicBezTo>
                  <a:pt x="1273712" y="94079"/>
                  <a:pt x="1270039" y="95463"/>
                  <a:pt x="1265493" y="95463"/>
                </a:cubicBezTo>
                <a:cubicBezTo>
                  <a:pt x="1260704" y="95463"/>
                  <a:pt x="1256746" y="93875"/>
                  <a:pt x="1253621" y="90699"/>
                </a:cubicBezTo>
                <a:cubicBezTo>
                  <a:pt x="1250496" y="87520"/>
                  <a:pt x="1248568" y="81858"/>
                  <a:pt x="1247837" y="73713"/>
                </a:cubicBezTo>
                <a:cubicBezTo>
                  <a:pt x="1247350" y="68581"/>
                  <a:pt x="1246173" y="64996"/>
                  <a:pt x="1244306" y="62959"/>
                </a:cubicBezTo>
                <a:cubicBezTo>
                  <a:pt x="1242439" y="60925"/>
                  <a:pt x="1240247" y="59908"/>
                  <a:pt x="1237731" y="59908"/>
                </a:cubicBezTo>
                <a:cubicBezTo>
                  <a:pt x="1233835" y="59908"/>
                  <a:pt x="1230506" y="61978"/>
                  <a:pt x="1227746" y="66118"/>
                </a:cubicBezTo>
                <a:cubicBezTo>
                  <a:pt x="1223525" y="72368"/>
                  <a:pt x="1221415" y="81947"/>
                  <a:pt x="1221415" y="94854"/>
                </a:cubicBezTo>
                <a:cubicBezTo>
                  <a:pt x="1221415" y="105569"/>
                  <a:pt x="1223119" y="115818"/>
                  <a:pt x="1226529" y="125599"/>
                </a:cubicBezTo>
                <a:cubicBezTo>
                  <a:pt x="1229938" y="135381"/>
                  <a:pt x="1234606" y="142666"/>
                  <a:pt x="1240532" y="147456"/>
                </a:cubicBezTo>
                <a:cubicBezTo>
                  <a:pt x="1244996" y="150946"/>
                  <a:pt x="1250273" y="152692"/>
                  <a:pt x="1256361" y="152692"/>
                </a:cubicBezTo>
                <a:cubicBezTo>
                  <a:pt x="1260338" y="152692"/>
                  <a:pt x="1264113" y="151761"/>
                  <a:pt x="1267685" y="149899"/>
                </a:cubicBezTo>
                <a:cubicBezTo>
                  <a:pt x="1271257" y="148034"/>
                  <a:pt x="1275478" y="144509"/>
                  <a:pt x="1280348" y="139324"/>
                </a:cubicBezTo>
                <a:close/>
                <a:moveTo>
                  <a:pt x="1344677" y="3653"/>
                </a:moveTo>
                <a:lnTo>
                  <a:pt x="1344677" y="69527"/>
                </a:lnTo>
                <a:cubicBezTo>
                  <a:pt x="1350928" y="62906"/>
                  <a:pt x="1356651" y="58227"/>
                  <a:pt x="1361846" y="55490"/>
                </a:cubicBezTo>
                <a:cubicBezTo>
                  <a:pt x="1367041" y="52753"/>
                  <a:pt x="1372439" y="51384"/>
                  <a:pt x="1378041" y="51384"/>
                </a:cubicBezTo>
                <a:cubicBezTo>
                  <a:pt x="1385184" y="51384"/>
                  <a:pt x="1391293" y="53414"/>
                  <a:pt x="1396366" y="57472"/>
                </a:cubicBezTo>
                <a:cubicBezTo>
                  <a:pt x="1401439" y="61531"/>
                  <a:pt x="1404808" y="66300"/>
                  <a:pt x="1406472" y="71780"/>
                </a:cubicBezTo>
                <a:cubicBezTo>
                  <a:pt x="1408136" y="77259"/>
                  <a:pt x="1408969" y="86493"/>
                  <a:pt x="1408969" y="99481"/>
                </a:cubicBezTo>
                <a:lnTo>
                  <a:pt x="1408969" y="143925"/>
                </a:lnTo>
                <a:cubicBezTo>
                  <a:pt x="1408969" y="152664"/>
                  <a:pt x="1409780" y="158115"/>
                  <a:pt x="1411404" y="160279"/>
                </a:cubicBezTo>
                <a:cubicBezTo>
                  <a:pt x="1413027" y="162443"/>
                  <a:pt x="1416315" y="163810"/>
                  <a:pt x="1421267" y="164381"/>
                </a:cubicBezTo>
                <a:lnTo>
                  <a:pt x="1421267" y="168764"/>
                </a:lnTo>
                <a:lnTo>
                  <a:pt x="1363551" y="168764"/>
                </a:lnTo>
                <a:lnTo>
                  <a:pt x="1363551" y="164381"/>
                </a:lnTo>
                <a:cubicBezTo>
                  <a:pt x="1367609" y="163810"/>
                  <a:pt x="1370654" y="162177"/>
                  <a:pt x="1372683" y="159480"/>
                </a:cubicBezTo>
                <a:cubicBezTo>
                  <a:pt x="1374144" y="157357"/>
                  <a:pt x="1374875" y="152172"/>
                  <a:pt x="1374875" y="143925"/>
                </a:cubicBezTo>
                <a:lnTo>
                  <a:pt x="1374875" y="93229"/>
                </a:lnTo>
                <a:cubicBezTo>
                  <a:pt x="1374875" y="83828"/>
                  <a:pt x="1374509" y="77933"/>
                  <a:pt x="1373779" y="75543"/>
                </a:cubicBezTo>
                <a:cubicBezTo>
                  <a:pt x="1373048" y="73151"/>
                  <a:pt x="1371810" y="71286"/>
                  <a:pt x="1370065" y="69949"/>
                </a:cubicBezTo>
                <a:cubicBezTo>
                  <a:pt x="1368320" y="68613"/>
                  <a:pt x="1366351" y="67944"/>
                  <a:pt x="1364159" y="67944"/>
                </a:cubicBezTo>
                <a:cubicBezTo>
                  <a:pt x="1360912" y="67944"/>
                  <a:pt x="1357747" y="69060"/>
                  <a:pt x="1354662" y="71293"/>
                </a:cubicBezTo>
                <a:cubicBezTo>
                  <a:pt x="1351577" y="73525"/>
                  <a:pt x="1348249" y="77442"/>
                  <a:pt x="1344677" y="83043"/>
                </a:cubicBezTo>
                <a:lnTo>
                  <a:pt x="1344677" y="143925"/>
                </a:lnTo>
                <a:cubicBezTo>
                  <a:pt x="1344677" y="152090"/>
                  <a:pt x="1345286" y="157194"/>
                  <a:pt x="1346504" y="159236"/>
                </a:cubicBezTo>
                <a:cubicBezTo>
                  <a:pt x="1348046" y="162012"/>
                  <a:pt x="1351212" y="163726"/>
                  <a:pt x="1356001" y="164381"/>
                </a:cubicBezTo>
                <a:lnTo>
                  <a:pt x="1356001" y="168764"/>
                </a:lnTo>
                <a:lnTo>
                  <a:pt x="1298285" y="168764"/>
                </a:lnTo>
                <a:lnTo>
                  <a:pt x="1298285" y="164381"/>
                </a:lnTo>
                <a:cubicBezTo>
                  <a:pt x="1303075" y="163891"/>
                  <a:pt x="1306484" y="162340"/>
                  <a:pt x="1308513" y="159727"/>
                </a:cubicBezTo>
                <a:cubicBezTo>
                  <a:pt x="1309893" y="157931"/>
                  <a:pt x="1310583" y="152664"/>
                  <a:pt x="1310583" y="143925"/>
                </a:cubicBezTo>
                <a:lnTo>
                  <a:pt x="1310583" y="28493"/>
                </a:lnTo>
                <a:cubicBezTo>
                  <a:pt x="1310583" y="19784"/>
                  <a:pt x="1309792" y="14362"/>
                  <a:pt x="1308209" y="12226"/>
                </a:cubicBezTo>
                <a:cubicBezTo>
                  <a:pt x="1306626" y="10090"/>
                  <a:pt x="1303318" y="8693"/>
                  <a:pt x="1298285" y="8036"/>
                </a:cubicBezTo>
                <a:lnTo>
                  <a:pt x="1298285" y="3653"/>
                </a:lnTo>
                <a:lnTo>
                  <a:pt x="1344677" y="3653"/>
                </a:lnTo>
                <a:close/>
                <a:moveTo>
                  <a:pt x="1464211" y="0"/>
                </a:moveTo>
                <a:cubicBezTo>
                  <a:pt x="1469488" y="0"/>
                  <a:pt x="1473953" y="1853"/>
                  <a:pt x="1477605" y="5559"/>
                </a:cubicBezTo>
                <a:cubicBezTo>
                  <a:pt x="1481258" y="9263"/>
                  <a:pt x="1483085" y="13721"/>
                  <a:pt x="1483085" y="18934"/>
                </a:cubicBezTo>
                <a:cubicBezTo>
                  <a:pt x="1483085" y="24147"/>
                  <a:pt x="1481238" y="28587"/>
                  <a:pt x="1477545" y="32252"/>
                </a:cubicBezTo>
                <a:cubicBezTo>
                  <a:pt x="1473851" y="35915"/>
                  <a:pt x="1469407" y="37747"/>
                  <a:pt x="1464211" y="37747"/>
                </a:cubicBezTo>
                <a:cubicBezTo>
                  <a:pt x="1459016" y="37747"/>
                  <a:pt x="1454592" y="35915"/>
                  <a:pt x="1450939" y="32252"/>
                </a:cubicBezTo>
                <a:cubicBezTo>
                  <a:pt x="1447286" y="28587"/>
                  <a:pt x="1445460" y="24147"/>
                  <a:pt x="1445460" y="18934"/>
                </a:cubicBezTo>
                <a:cubicBezTo>
                  <a:pt x="1445460" y="13721"/>
                  <a:pt x="1447286" y="9263"/>
                  <a:pt x="1450939" y="5559"/>
                </a:cubicBezTo>
                <a:cubicBezTo>
                  <a:pt x="1454592" y="1853"/>
                  <a:pt x="1459016" y="0"/>
                  <a:pt x="1464211" y="0"/>
                </a:cubicBezTo>
                <a:moveTo>
                  <a:pt x="1481258" y="54794"/>
                </a:moveTo>
                <a:lnTo>
                  <a:pt x="1481258" y="145142"/>
                </a:lnTo>
                <a:cubicBezTo>
                  <a:pt x="1481258" y="153179"/>
                  <a:pt x="1482192" y="158313"/>
                  <a:pt x="1484059" y="160545"/>
                </a:cubicBezTo>
                <a:cubicBezTo>
                  <a:pt x="1485926" y="162778"/>
                  <a:pt x="1489579" y="164056"/>
                  <a:pt x="1495018" y="164381"/>
                </a:cubicBezTo>
                <a:lnTo>
                  <a:pt x="1495018" y="168764"/>
                </a:lnTo>
                <a:lnTo>
                  <a:pt x="1433527" y="168764"/>
                </a:lnTo>
                <a:lnTo>
                  <a:pt x="1433527" y="164381"/>
                </a:lnTo>
                <a:cubicBezTo>
                  <a:pt x="1438560" y="164219"/>
                  <a:pt x="1442294" y="162757"/>
                  <a:pt x="1444729" y="159997"/>
                </a:cubicBezTo>
                <a:cubicBezTo>
                  <a:pt x="1446353" y="158130"/>
                  <a:pt x="1447165" y="153179"/>
                  <a:pt x="1447165" y="145142"/>
                </a:cubicBezTo>
                <a:lnTo>
                  <a:pt x="1447165" y="78659"/>
                </a:lnTo>
                <a:cubicBezTo>
                  <a:pt x="1447165" y="70521"/>
                  <a:pt x="1446231" y="65322"/>
                  <a:pt x="1444364" y="63062"/>
                </a:cubicBezTo>
                <a:cubicBezTo>
                  <a:pt x="1442497" y="60802"/>
                  <a:pt x="1438885" y="59507"/>
                  <a:pt x="1433527" y="59177"/>
                </a:cubicBezTo>
                <a:lnTo>
                  <a:pt x="1433527" y="54794"/>
                </a:lnTo>
                <a:lnTo>
                  <a:pt x="1481258" y="54794"/>
                </a:lnTo>
                <a:close/>
                <a:moveTo>
                  <a:pt x="1552654" y="54794"/>
                </a:moveTo>
                <a:lnTo>
                  <a:pt x="1552654" y="69649"/>
                </a:lnTo>
                <a:cubicBezTo>
                  <a:pt x="1558498" y="63274"/>
                  <a:pt x="1564099" y="58637"/>
                  <a:pt x="1569457" y="55737"/>
                </a:cubicBezTo>
                <a:cubicBezTo>
                  <a:pt x="1574815" y="52835"/>
                  <a:pt x="1580578" y="51384"/>
                  <a:pt x="1586747" y="51384"/>
                </a:cubicBezTo>
                <a:cubicBezTo>
                  <a:pt x="1594134" y="51384"/>
                  <a:pt x="1600263" y="53436"/>
                  <a:pt x="1605134" y="57541"/>
                </a:cubicBezTo>
                <a:cubicBezTo>
                  <a:pt x="1610004" y="61645"/>
                  <a:pt x="1613251" y="66746"/>
                  <a:pt x="1614875" y="72841"/>
                </a:cubicBezTo>
                <a:cubicBezTo>
                  <a:pt x="1616174" y="77476"/>
                  <a:pt x="1616823" y="86377"/>
                  <a:pt x="1616823" y="99546"/>
                </a:cubicBezTo>
                <a:lnTo>
                  <a:pt x="1616823" y="143925"/>
                </a:lnTo>
                <a:cubicBezTo>
                  <a:pt x="1616823" y="152692"/>
                  <a:pt x="1617615" y="158151"/>
                  <a:pt x="1619197" y="160302"/>
                </a:cubicBezTo>
                <a:cubicBezTo>
                  <a:pt x="1620780" y="162453"/>
                  <a:pt x="1624088" y="163813"/>
                  <a:pt x="1629121" y="164381"/>
                </a:cubicBezTo>
                <a:lnTo>
                  <a:pt x="1629121" y="168764"/>
                </a:lnTo>
                <a:lnTo>
                  <a:pt x="1571527" y="168764"/>
                </a:lnTo>
                <a:lnTo>
                  <a:pt x="1571527" y="164381"/>
                </a:lnTo>
                <a:cubicBezTo>
                  <a:pt x="1575829" y="163813"/>
                  <a:pt x="1578914" y="162027"/>
                  <a:pt x="1580781" y="159023"/>
                </a:cubicBezTo>
                <a:cubicBezTo>
                  <a:pt x="1582080" y="156994"/>
                  <a:pt x="1582729" y="151961"/>
                  <a:pt x="1582729" y="143925"/>
                </a:cubicBezTo>
                <a:lnTo>
                  <a:pt x="1582729" y="93271"/>
                </a:lnTo>
                <a:cubicBezTo>
                  <a:pt x="1582729" y="83936"/>
                  <a:pt x="1582364" y="78051"/>
                  <a:pt x="1581633" y="75615"/>
                </a:cubicBezTo>
                <a:cubicBezTo>
                  <a:pt x="1580903" y="73180"/>
                  <a:pt x="1579665" y="71293"/>
                  <a:pt x="1577920" y="69953"/>
                </a:cubicBezTo>
                <a:cubicBezTo>
                  <a:pt x="1576174" y="68614"/>
                  <a:pt x="1574246" y="67944"/>
                  <a:pt x="1572136" y="67944"/>
                </a:cubicBezTo>
                <a:cubicBezTo>
                  <a:pt x="1565155" y="67944"/>
                  <a:pt x="1558661" y="72977"/>
                  <a:pt x="1552654" y="83043"/>
                </a:cubicBezTo>
                <a:lnTo>
                  <a:pt x="1552654" y="143925"/>
                </a:lnTo>
                <a:cubicBezTo>
                  <a:pt x="1552654" y="152448"/>
                  <a:pt x="1553445" y="157846"/>
                  <a:pt x="1555028" y="160119"/>
                </a:cubicBezTo>
                <a:cubicBezTo>
                  <a:pt x="1556611" y="162392"/>
                  <a:pt x="1559554" y="163813"/>
                  <a:pt x="1563856" y="164381"/>
                </a:cubicBezTo>
                <a:lnTo>
                  <a:pt x="1563856" y="168764"/>
                </a:lnTo>
                <a:lnTo>
                  <a:pt x="1506262" y="168764"/>
                </a:lnTo>
                <a:lnTo>
                  <a:pt x="1506262" y="164381"/>
                </a:lnTo>
                <a:cubicBezTo>
                  <a:pt x="1511051" y="163894"/>
                  <a:pt x="1514460" y="162352"/>
                  <a:pt x="1516490" y="159754"/>
                </a:cubicBezTo>
                <a:cubicBezTo>
                  <a:pt x="1517870" y="157968"/>
                  <a:pt x="1518560" y="152692"/>
                  <a:pt x="1518560" y="143925"/>
                </a:cubicBezTo>
                <a:lnTo>
                  <a:pt x="1518560" y="79633"/>
                </a:lnTo>
                <a:cubicBezTo>
                  <a:pt x="1518560" y="70925"/>
                  <a:pt x="1517768" y="65503"/>
                  <a:pt x="1516185" y="63367"/>
                </a:cubicBezTo>
                <a:cubicBezTo>
                  <a:pt x="1514602" y="61231"/>
                  <a:pt x="1511295" y="59834"/>
                  <a:pt x="1506262" y="59177"/>
                </a:cubicBezTo>
                <a:lnTo>
                  <a:pt x="1506262" y="54794"/>
                </a:lnTo>
                <a:lnTo>
                  <a:pt x="1552654" y="54794"/>
                </a:lnTo>
                <a:close/>
                <a:moveTo>
                  <a:pt x="1717850" y="56255"/>
                </a:moveTo>
                <a:lnTo>
                  <a:pt x="1756205" y="56255"/>
                </a:lnTo>
                <a:lnTo>
                  <a:pt x="1756205" y="69649"/>
                </a:lnTo>
                <a:lnTo>
                  <a:pt x="1734410" y="69649"/>
                </a:lnTo>
                <a:cubicBezTo>
                  <a:pt x="1738387" y="73626"/>
                  <a:pt x="1741147" y="77239"/>
                  <a:pt x="1742689" y="80486"/>
                </a:cubicBezTo>
                <a:cubicBezTo>
                  <a:pt x="1744638" y="84869"/>
                  <a:pt x="1745612" y="89456"/>
                  <a:pt x="1745612" y="94245"/>
                </a:cubicBezTo>
                <a:cubicBezTo>
                  <a:pt x="1745612" y="102363"/>
                  <a:pt x="1743359" y="109405"/>
                  <a:pt x="1738854" y="115371"/>
                </a:cubicBezTo>
                <a:cubicBezTo>
                  <a:pt x="1734349" y="121337"/>
                  <a:pt x="1728220" y="126005"/>
                  <a:pt x="1720468" y="129374"/>
                </a:cubicBezTo>
                <a:cubicBezTo>
                  <a:pt x="1712715" y="132743"/>
                  <a:pt x="1705836" y="134427"/>
                  <a:pt x="1699829" y="134427"/>
                </a:cubicBezTo>
                <a:cubicBezTo>
                  <a:pt x="1699342" y="134427"/>
                  <a:pt x="1694471" y="134224"/>
                  <a:pt x="1685217" y="133818"/>
                </a:cubicBezTo>
                <a:cubicBezTo>
                  <a:pt x="1681564" y="133818"/>
                  <a:pt x="1678500" y="135009"/>
                  <a:pt x="1676024" y="137391"/>
                </a:cubicBezTo>
                <a:cubicBezTo>
                  <a:pt x="1673548" y="139773"/>
                  <a:pt x="1672310" y="142618"/>
                  <a:pt x="1672310" y="145926"/>
                </a:cubicBezTo>
                <a:cubicBezTo>
                  <a:pt x="1672310" y="148833"/>
                  <a:pt x="1673426" y="151215"/>
                  <a:pt x="1675659" y="153072"/>
                </a:cubicBezTo>
                <a:cubicBezTo>
                  <a:pt x="1677891" y="154929"/>
                  <a:pt x="1681524" y="155857"/>
                  <a:pt x="1686556" y="155857"/>
                </a:cubicBezTo>
                <a:lnTo>
                  <a:pt x="1707622" y="155614"/>
                </a:lnTo>
                <a:cubicBezTo>
                  <a:pt x="1724668" y="155614"/>
                  <a:pt x="1736398" y="157485"/>
                  <a:pt x="1742811" y="161227"/>
                </a:cubicBezTo>
                <a:cubicBezTo>
                  <a:pt x="1751984" y="166429"/>
                  <a:pt x="1756571" y="174439"/>
                  <a:pt x="1756571" y="185256"/>
                </a:cubicBezTo>
                <a:cubicBezTo>
                  <a:pt x="1756571" y="192168"/>
                  <a:pt x="1754460" y="198451"/>
                  <a:pt x="1750239" y="204103"/>
                </a:cubicBezTo>
                <a:cubicBezTo>
                  <a:pt x="1746018" y="209754"/>
                  <a:pt x="1740457" y="213922"/>
                  <a:pt x="1733557" y="216606"/>
                </a:cubicBezTo>
                <a:cubicBezTo>
                  <a:pt x="1723086" y="220591"/>
                  <a:pt x="1711031" y="222584"/>
                  <a:pt x="1697393" y="222584"/>
                </a:cubicBezTo>
                <a:cubicBezTo>
                  <a:pt x="1687165" y="222584"/>
                  <a:pt x="1677830" y="221590"/>
                  <a:pt x="1669388" y="219601"/>
                </a:cubicBezTo>
                <a:cubicBezTo>
                  <a:pt x="1660945" y="217612"/>
                  <a:pt x="1654898" y="214851"/>
                  <a:pt x="1651245" y="211317"/>
                </a:cubicBezTo>
                <a:cubicBezTo>
                  <a:pt x="1647592" y="207786"/>
                  <a:pt x="1645766" y="204071"/>
                  <a:pt x="1645766" y="200172"/>
                </a:cubicBezTo>
                <a:cubicBezTo>
                  <a:pt x="1645766" y="196438"/>
                  <a:pt x="1647166" y="193088"/>
                  <a:pt x="1649966" y="190123"/>
                </a:cubicBezTo>
                <a:cubicBezTo>
                  <a:pt x="1652767" y="187160"/>
                  <a:pt x="1657983" y="184663"/>
                  <a:pt x="1665613" y="182634"/>
                </a:cubicBezTo>
                <a:cubicBezTo>
                  <a:pt x="1655060" y="177439"/>
                  <a:pt x="1649784" y="170215"/>
                  <a:pt x="1649784" y="160964"/>
                </a:cubicBezTo>
                <a:cubicBezTo>
                  <a:pt x="1649784" y="155363"/>
                  <a:pt x="1651935" y="149925"/>
                  <a:pt x="1656237" y="144651"/>
                </a:cubicBezTo>
                <a:cubicBezTo>
                  <a:pt x="1660540" y="139375"/>
                  <a:pt x="1667358" y="134789"/>
                  <a:pt x="1676694" y="130892"/>
                </a:cubicBezTo>
                <a:cubicBezTo>
                  <a:pt x="1665816" y="126909"/>
                  <a:pt x="1657942" y="121666"/>
                  <a:pt x="1653071" y="115162"/>
                </a:cubicBezTo>
                <a:cubicBezTo>
                  <a:pt x="1648201" y="108658"/>
                  <a:pt x="1645766" y="101137"/>
                  <a:pt x="1645766" y="92601"/>
                </a:cubicBezTo>
                <a:cubicBezTo>
                  <a:pt x="1645766" y="81465"/>
                  <a:pt x="1650311" y="71811"/>
                  <a:pt x="1659403" y="63641"/>
                </a:cubicBezTo>
                <a:cubicBezTo>
                  <a:pt x="1668495" y="55470"/>
                  <a:pt x="1680184" y="51384"/>
                  <a:pt x="1694471" y="51384"/>
                </a:cubicBezTo>
                <a:cubicBezTo>
                  <a:pt x="1702020" y="51384"/>
                  <a:pt x="1709813" y="53008"/>
                  <a:pt x="1717850" y="56255"/>
                </a:cubicBezTo>
                <a:moveTo>
                  <a:pt x="1696785" y="59177"/>
                </a:moveTo>
                <a:cubicBezTo>
                  <a:pt x="1692076" y="59177"/>
                  <a:pt x="1688099" y="61548"/>
                  <a:pt x="1684852" y="66289"/>
                </a:cubicBezTo>
                <a:cubicBezTo>
                  <a:pt x="1681605" y="71028"/>
                  <a:pt x="1679981" y="80852"/>
                  <a:pt x="1679981" y="95763"/>
                </a:cubicBezTo>
                <a:cubicBezTo>
                  <a:pt x="1679981" y="107836"/>
                  <a:pt x="1681584" y="116121"/>
                  <a:pt x="1684791" y="120618"/>
                </a:cubicBezTo>
                <a:cubicBezTo>
                  <a:pt x="1687997" y="125116"/>
                  <a:pt x="1691792" y="127365"/>
                  <a:pt x="1696176" y="127365"/>
                </a:cubicBezTo>
                <a:cubicBezTo>
                  <a:pt x="1701046" y="127365"/>
                  <a:pt x="1705105" y="125136"/>
                  <a:pt x="1708352" y="120679"/>
                </a:cubicBezTo>
                <a:cubicBezTo>
                  <a:pt x="1711599" y="116222"/>
                  <a:pt x="1713223" y="107552"/>
                  <a:pt x="1713223" y="94667"/>
                </a:cubicBezTo>
                <a:cubicBezTo>
                  <a:pt x="1713223" y="80165"/>
                  <a:pt x="1711396" y="70279"/>
                  <a:pt x="1707743" y="65010"/>
                </a:cubicBezTo>
                <a:cubicBezTo>
                  <a:pt x="1705146" y="61122"/>
                  <a:pt x="1701493" y="59177"/>
                  <a:pt x="1696785" y="59177"/>
                </a:cubicBezTo>
                <a:moveTo>
                  <a:pt x="1689601" y="185568"/>
                </a:moveTo>
                <a:cubicBezTo>
                  <a:pt x="1681321" y="185568"/>
                  <a:pt x="1675841" y="186255"/>
                  <a:pt x="1673162" y="187630"/>
                </a:cubicBezTo>
                <a:cubicBezTo>
                  <a:pt x="1668535" y="190134"/>
                  <a:pt x="1666222" y="193528"/>
                  <a:pt x="1666222" y="197813"/>
                </a:cubicBezTo>
                <a:cubicBezTo>
                  <a:pt x="1666222" y="201935"/>
                  <a:pt x="1668617" y="205673"/>
                  <a:pt x="1673406" y="209026"/>
                </a:cubicBezTo>
                <a:cubicBezTo>
                  <a:pt x="1678195" y="212382"/>
                  <a:pt x="1687206" y="214061"/>
                  <a:pt x="1700437" y="214061"/>
                </a:cubicBezTo>
                <a:cubicBezTo>
                  <a:pt x="1711721" y="214061"/>
                  <a:pt x="1720589" y="212565"/>
                  <a:pt x="1727043" y="209574"/>
                </a:cubicBezTo>
                <a:cubicBezTo>
                  <a:pt x="1733496" y="206583"/>
                  <a:pt x="1736723" y="202380"/>
                  <a:pt x="1736723" y="196964"/>
                </a:cubicBezTo>
                <a:cubicBezTo>
                  <a:pt x="1736723" y="194945"/>
                  <a:pt x="1736114" y="193248"/>
                  <a:pt x="1734897" y="191873"/>
                </a:cubicBezTo>
                <a:cubicBezTo>
                  <a:pt x="1732705" y="189448"/>
                  <a:pt x="1729397" y="187790"/>
                  <a:pt x="1724973" y="186900"/>
                </a:cubicBezTo>
                <a:cubicBezTo>
                  <a:pt x="1720549" y="186012"/>
                  <a:pt x="1708758" y="185568"/>
                  <a:pt x="1689601" y="1855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06c5a1c914b56"/>
          <a:stretch xmlns:a="http://schemas.openxmlformats.org/drawingml/2006/main"/>
        </p:blipFill>
        <p:spPr>
          <a:xfrm xmlns:a="http://schemas.openxmlformats.org/drawingml/2006/main">
            <a:off x="618483" y="6119345"/>
            <a:ext cx="1121117" cy="335621"/>
          </a:xfrm>
          <a:prstGeom xmlns:a="http://schemas.openxmlformats.org/drawingml/2006/main" prst="rect">
            <a:avLst/>
          </a:prstGeom>
        </p:spPr>
      </p:pic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D2562-4E03-4891-B427-CA2392BB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6175282"/>
            <a:ext cx="1124986" cy="55937"/>
          </a:xfrm>
          <a:custGeom xmlns:a="http://schemas.openxmlformats.org/drawingml/2006/main">
            <a:pathLst>
              <a:path w="1124986" h="55937" fill="none">
                <a:moveTo>
                  <a:pt x="1124986" y="0"/>
                </a:moveTo>
                <a:cubicBezTo>
                  <a:pt x="1124986" y="30890"/>
                  <a:pt x="873146" y="55937"/>
                  <a:pt x="562493" y="55937"/>
                </a:cubicBezTo>
                <a:cubicBezTo>
                  <a:pt x="251841" y="55937"/>
                  <a:pt x="0" y="3089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BAFE2-7919-4A52-8B1A-726EE71E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6119345"/>
            <a:ext cx="1124986" cy="335621"/>
          </a:xfrm>
          <a:custGeom xmlns:a="http://schemas.openxmlformats.org/drawingml/2006/main">
            <a:pathLst>
              <a:path w="1124986" h="335621" fill="none">
                <a:moveTo>
                  <a:pt x="0" y="55937"/>
                </a:moveTo>
                <a:cubicBezTo>
                  <a:pt x="0" y="25047"/>
                  <a:pt x="251841" y="0"/>
                  <a:pt x="562493" y="0"/>
                </a:cubicBezTo>
                <a:cubicBezTo>
                  <a:pt x="873146" y="0"/>
                  <a:pt x="1124986" y="25047"/>
                  <a:pt x="1124986" y="55937"/>
                </a:cubicBezTo>
                <a:lnTo>
                  <a:pt x="1124986" y="279684"/>
                </a:lnTo>
                <a:cubicBezTo>
                  <a:pt x="1124986" y="310574"/>
                  <a:pt x="873146" y="335621"/>
                  <a:pt x="562493" y="335621"/>
                </a:cubicBezTo>
                <a:cubicBezTo>
                  <a:pt x="251841" y="335621"/>
                  <a:pt x="0" y="310574"/>
                  <a:pt x="0" y="279684"/>
                </a:cubicBezTo>
                <a:lnTo>
                  <a:pt x="0" y="559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6eff7522a4a97"/>
          <a:stretch xmlns:a="http://schemas.openxmlformats.org/drawingml/2006/main"/>
        </p:blipFill>
        <p:spPr>
          <a:xfrm xmlns:a="http://schemas.openxmlformats.org/drawingml/2006/main">
            <a:off x="621615" y="5892473"/>
            <a:ext cx="1114853" cy="333746"/>
          </a:xfrm>
          <a:prstGeom xmlns:a="http://schemas.openxmlformats.org/drawingml/2006/main" prst="rect">
            <a:avLst/>
          </a:prstGeom>
        </p:spPr>
      </p:pic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8E942-057B-4C20-86CB-857BB6EA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5948097"/>
            <a:ext cx="1124986" cy="55624"/>
          </a:xfrm>
          <a:custGeom xmlns:a="http://schemas.openxmlformats.org/drawingml/2006/main">
            <a:pathLst>
              <a:path w="1124986" h="55624" fill="none">
                <a:moveTo>
                  <a:pt x="1124986" y="0"/>
                </a:moveTo>
                <a:cubicBezTo>
                  <a:pt x="1124986" y="30718"/>
                  <a:pt x="873146" y="55624"/>
                  <a:pt x="562493" y="55624"/>
                </a:cubicBezTo>
                <a:cubicBezTo>
                  <a:pt x="251841" y="55624"/>
                  <a:pt x="0" y="3071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3FB08-1835-499B-A0AC-CA59FD90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5892473"/>
            <a:ext cx="1124986" cy="333746"/>
          </a:xfrm>
          <a:custGeom xmlns:a="http://schemas.openxmlformats.org/drawingml/2006/main">
            <a:pathLst>
              <a:path w="1124986" h="333746" fill="none">
                <a:moveTo>
                  <a:pt x="0" y="55624"/>
                </a:moveTo>
                <a:cubicBezTo>
                  <a:pt x="0" y="24906"/>
                  <a:pt x="251841" y="0"/>
                  <a:pt x="562493" y="0"/>
                </a:cubicBezTo>
                <a:cubicBezTo>
                  <a:pt x="873146" y="0"/>
                  <a:pt x="1124986" y="24906"/>
                  <a:pt x="1124986" y="55624"/>
                </a:cubicBezTo>
                <a:lnTo>
                  <a:pt x="1124986" y="278122"/>
                </a:lnTo>
                <a:cubicBezTo>
                  <a:pt x="1124986" y="308840"/>
                  <a:pt x="873146" y="333746"/>
                  <a:pt x="562493" y="333746"/>
                </a:cubicBezTo>
                <a:cubicBezTo>
                  <a:pt x="251841" y="333746"/>
                  <a:pt x="0" y="308840"/>
                  <a:pt x="0" y="278122"/>
                </a:cubicBezTo>
                <a:lnTo>
                  <a:pt x="0" y="556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pic>
        <p:nvPicPr>
          <p:cNvPr id="3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929e6eb0d41ce"/>
          <a:stretch xmlns:a="http://schemas.openxmlformats.org/drawingml/2006/main"/>
        </p:blipFill>
        <p:spPr>
          <a:xfrm xmlns:a="http://schemas.openxmlformats.org/drawingml/2006/main">
            <a:off x="618483" y="5663726"/>
            <a:ext cx="1121117" cy="335621"/>
          </a:xfrm>
          <a:prstGeom xmlns:a="http://schemas.openxmlformats.org/drawingml/2006/main" prst="rect">
            <a:avLst/>
          </a:prstGeom>
        </p:spPr>
      </p:pic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09802-25EA-482C-9DAC-AE8EAA6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5719663"/>
            <a:ext cx="1124986" cy="55937"/>
          </a:xfrm>
          <a:custGeom xmlns:a="http://schemas.openxmlformats.org/drawingml/2006/main">
            <a:pathLst>
              <a:path w="1124986" h="55937" fill="none">
                <a:moveTo>
                  <a:pt x="1124986" y="0"/>
                </a:moveTo>
                <a:cubicBezTo>
                  <a:pt x="1124986" y="30890"/>
                  <a:pt x="873146" y="55937"/>
                  <a:pt x="562493" y="55937"/>
                </a:cubicBezTo>
                <a:cubicBezTo>
                  <a:pt x="251841" y="55937"/>
                  <a:pt x="0" y="3089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53C85B-1A69-44AA-B88C-57FE78B3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5663726"/>
            <a:ext cx="1124986" cy="335621"/>
          </a:xfrm>
          <a:custGeom xmlns:a="http://schemas.openxmlformats.org/drawingml/2006/main">
            <a:pathLst>
              <a:path w="1124986" h="335621" fill="none">
                <a:moveTo>
                  <a:pt x="0" y="55937"/>
                </a:moveTo>
                <a:cubicBezTo>
                  <a:pt x="0" y="25047"/>
                  <a:pt x="251841" y="0"/>
                  <a:pt x="562493" y="0"/>
                </a:cubicBezTo>
                <a:cubicBezTo>
                  <a:pt x="873146" y="0"/>
                  <a:pt x="1124986" y="25047"/>
                  <a:pt x="1124986" y="55937"/>
                </a:cubicBezTo>
                <a:lnTo>
                  <a:pt x="1124986" y="279684"/>
                </a:lnTo>
                <a:cubicBezTo>
                  <a:pt x="1124986" y="310574"/>
                  <a:pt x="873146" y="335621"/>
                  <a:pt x="562493" y="335621"/>
                </a:cubicBezTo>
                <a:cubicBezTo>
                  <a:pt x="251841" y="335621"/>
                  <a:pt x="0" y="310574"/>
                  <a:pt x="0" y="279684"/>
                </a:cubicBezTo>
                <a:lnTo>
                  <a:pt x="0" y="559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e7cb6772a4f0b"/>
          <a:stretch xmlns:a="http://schemas.openxmlformats.org/drawingml/2006/main"/>
        </p:blipFill>
        <p:spPr>
          <a:xfrm xmlns:a="http://schemas.openxmlformats.org/drawingml/2006/main">
            <a:off x="618483" y="5436854"/>
            <a:ext cx="1121117" cy="335621"/>
          </a:xfrm>
          <a:prstGeom xmlns:a="http://schemas.openxmlformats.org/drawingml/2006/main" prst="rect">
            <a:avLst/>
          </a:prstGeom>
        </p:spPr>
      </p:pic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5CB28-2D4E-4F0C-BF80-9D4D0AF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5492791"/>
            <a:ext cx="1124986" cy="55937"/>
          </a:xfrm>
          <a:custGeom xmlns:a="http://schemas.openxmlformats.org/drawingml/2006/main">
            <a:pathLst>
              <a:path w="1124986" h="55937" fill="none">
                <a:moveTo>
                  <a:pt x="1124986" y="0"/>
                </a:moveTo>
                <a:cubicBezTo>
                  <a:pt x="1124986" y="30890"/>
                  <a:pt x="873146" y="55937"/>
                  <a:pt x="562493" y="55937"/>
                </a:cubicBezTo>
                <a:cubicBezTo>
                  <a:pt x="251841" y="55937"/>
                  <a:pt x="0" y="3089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AE12F-BDA3-43E9-9E87-DD4F7017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5436854"/>
            <a:ext cx="1124986" cy="335621"/>
          </a:xfrm>
          <a:custGeom xmlns:a="http://schemas.openxmlformats.org/drawingml/2006/main">
            <a:pathLst>
              <a:path w="1124986" h="335621" fill="none">
                <a:moveTo>
                  <a:pt x="0" y="55937"/>
                </a:moveTo>
                <a:cubicBezTo>
                  <a:pt x="0" y="25047"/>
                  <a:pt x="251841" y="0"/>
                  <a:pt x="562493" y="0"/>
                </a:cubicBezTo>
                <a:cubicBezTo>
                  <a:pt x="873146" y="0"/>
                  <a:pt x="1124986" y="25047"/>
                  <a:pt x="1124986" y="55937"/>
                </a:cubicBezTo>
                <a:lnTo>
                  <a:pt x="1124986" y="279684"/>
                </a:lnTo>
                <a:cubicBezTo>
                  <a:pt x="1124986" y="310574"/>
                  <a:pt x="873146" y="335621"/>
                  <a:pt x="562493" y="335621"/>
                </a:cubicBezTo>
                <a:cubicBezTo>
                  <a:pt x="251841" y="335621"/>
                  <a:pt x="0" y="310574"/>
                  <a:pt x="0" y="279684"/>
                </a:cubicBezTo>
                <a:lnTo>
                  <a:pt x="0" y="559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pic>
        <p:nvPicPr>
          <p:cNvPr id="3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3a9262c144ab5"/>
          <a:stretch xmlns:a="http://schemas.openxmlformats.org/drawingml/2006/main"/>
        </p:blipFill>
        <p:spPr>
          <a:xfrm xmlns:a="http://schemas.openxmlformats.org/drawingml/2006/main">
            <a:off x="5969608" y="5221231"/>
            <a:ext cx="1458732" cy="1458732"/>
          </a:xfrm>
          <a:prstGeom xmlns:a="http://schemas.openxmlformats.org/drawingml/2006/main" prst="rect">
            <a:avLst/>
          </a:prstGeom>
        </p:spPr>
      </p:pic>
      <p:sp>
        <p:nvSpPr>
          <p:cNvPr id="44" name="Text FeatureExtractor">
            <a:extLst xmlns:a="http://schemas.openxmlformats.org/drawingml/2006/main">
              <a:ext uri="{FF2B5EF4-FFF2-40B4-BE49-F238E27FC236}">
                <a16:creationId xmlns:a16="http://schemas.microsoft.com/office/drawing/2014/main" id="{70D02D26-5CE4-48C9-B928-E2DF0ADF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380" y="237126"/>
            <a:ext cx="1924068" cy="168521"/>
          </a:xfrm>
          <a:custGeom xmlns:a="http://schemas.openxmlformats.org/drawingml/2006/main">
            <a:pathLst>
              <a:path w="1924068" h="168521">
                <a:moveTo>
                  <a:pt x="62952" y="9498"/>
                </a:moveTo>
                <a:lnTo>
                  <a:pt x="62952" y="77198"/>
                </a:lnTo>
                <a:lnTo>
                  <a:pt x="67701" y="77198"/>
                </a:lnTo>
                <a:cubicBezTo>
                  <a:pt x="75006" y="77198"/>
                  <a:pt x="80973" y="76098"/>
                  <a:pt x="85600" y="73899"/>
                </a:cubicBezTo>
                <a:cubicBezTo>
                  <a:pt x="90227" y="71700"/>
                  <a:pt x="94144" y="67994"/>
                  <a:pt x="97350" y="62781"/>
                </a:cubicBezTo>
                <a:cubicBezTo>
                  <a:pt x="100556" y="57568"/>
                  <a:pt x="102647" y="50522"/>
                  <a:pt x="103621" y="41643"/>
                </a:cubicBezTo>
                <a:lnTo>
                  <a:pt x="107883" y="41643"/>
                </a:lnTo>
                <a:lnTo>
                  <a:pt x="107883" y="124686"/>
                </a:lnTo>
                <a:lnTo>
                  <a:pt x="103621" y="124686"/>
                </a:lnTo>
                <a:cubicBezTo>
                  <a:pt x="102079" y="109019"/>
                  <a:pt x="97878" y="98689"/>
                  <a:pt x="91018" y="93697"/>
                </a:cubicBezTo>
                <a:cubicBezTo>
                  <a:pt x="84159" y="88705"/>
                  <a:pt x="76386" y="86209"/>
                  <a:pt x="67701" y="86209"/>
                </a:cubicBezTo>
                <a:lnTo>
                  <a:pt x="62952" y="86209"/>
                </a:lnTo>
                <a:lnTo>
                  <a:pt x="62952" y="136862"/>
                </a:lnTo>
                <a:cubicBezTo>
                  <a:pt x="62952" y="145348"/>
                  <a:pt x="63419" y="150652"/>
                  <a:pt x="64352" y="152775"/>
                </a:cubicBezTo>
                <a:cubicBezTo>
                  <a:pt x="65286" y="154896"/>
                  <a:pt x="67112" y="156752"/>
                  <a:pt x="69831" y="158342"/>
                </a:cubicBezTo>
                <a:cubicBezTo>
                  <a:pt x="72551" y="159933"/>
                  <a:pt x="76224" y="160728"/>
                  <a:pt x="80851" y="160728"/>
                </a:cubicBezTo>
                <a:lnTo>
                  <a:pt x="86330" y="160728"/>
                </a:lnTo>
                <a:lnTo>
                  <a:pt x="86330" y="165112"/>
                </a:lnTo>
                <a:lnTo>
                  <a:pt x="0" y="165112"/>
                </a:lnTo>
                <a:lnTo>
                  <a:pt x="0" y="160728"/>
                </a:lnTo>
                <a:lnTo>
                  <a:pt x="5479" y="160728"/>
                </a:lnTo>
                <a:cubicBezTo>
                  <a:pt x="10269" y="160728"/>
                  <a:pt x="14125" y="159872"/>
                  <a:pt x="17047" y="158160"/>
                </a:cubicBezTo>
                <a:cubicBezTo>
                  <a:pt x="19157" y="157016"/>
                  <a:pt x="20781" y="155057"/>
                  <a:pt x="21917" y="152285"/>
                </a:cubicBezTo>
                <a:cubicBezTo>
                  <a:pt x="22810" y="150326"/>
                  <a:pt x="23257" y="145185"/>
                  <a:pt x="23257" y="136862"/>
                </a:cubicBezTo>
                <a:lnTo>
                  <a:pt x="23257" y="28249"/>
                </a:lnTo>
                <a:cubicBezTo>
                  <a:pt x="23257" y="19764"/>
                  <a:pt x="22810" y="14461"/>
                  <a:pt x="21917" y="12340"/>
                </a:cubicBezTo>
                <a:cubicBezTo>
                  <a:pt x="21025" y="10217"/>
                  <a:pt x="19218" y="8360"/>
                  <a:pt x="16499" y="6769"/>
                </a:cubicBezTo>
                <a:cubicBezTo>
                  <a:pt x="13780" y="5179"/>
                  <a:pt x="10106" y="4383"/>
                  <a:pt x="5479" y="4383"/>
                </a:cubicBezTo>
                <a:lnTo>
                  <a:pt x="0" y="4383"/>
                </a:lnTo>
                <a:lnTo>
                  <a:pt x="0" y="0"/>
                </a:lnTo>
                <a:lnTo>
                  <a:pt x="139298" y="0"/>
                </a:lnTo>
                <a:lnTo>
                  <a:pt x="139298" y="47488"/>
                </a:lnTo>
                <a:lnTo>
                  <a:pt x="134305" y="47488"/>
                </a:lnTo>
                <a:cubicBezTo>
                  <a:pt x="133169" y="36331"/>
                  <a:pt x="130267" y="28065"/>
                  <a:pt x="125599" y="22690"/>
                </a:cubicBezTo>
                <a:cubicBezTo>
                  <a:pt x="120932" y="17315"/>
                  <a:pt x="114174" y="13528"/>
                  <a:pt x="105326" y="11332"/>
                </a:cubicBezTo>
                <a:cubicBezTo>
                  <a:pt x="100455" y="10109"/>
                  <a:pt x="91445" y="9498"/>
                  <a:pt x="78294" y="9498"/>
                </a:cubicBezTo>
                <a:lnTo>
                  <a:pt x="62952" y="9498"/>
                </a:lnTo>
                <a:close/>
                <a:moveTo>
                  <a:pt x="251105" y="103986"/>
                </a:moveTo>
                <a:lnTo>
                  <a:pt x="188640" y="103986"/>
                </a:lnTo>
                <a:cubicBezTo>
                  <a:pt x="189371" y="119125"/>
                  <a:pt x="193389" y="131090"/>
                  <a:pt x="200695" y="139880"/>
                </a:cubicBezTo>
                <a:cubicBezTo>
                  <a:pt x="206296" y="146635"/>
                  <a:pt x="213034" y="150013"/>
                  <a:pt x="220908" y="150013"/>
                </a:cubicBezTo>
                <a:cubicBezTo>
                  <a:pt x="225778" y="150013"/>
                  <a:pt x="230202" y="148653"/>
                  <a:pt x="234180" y="145934"/>
                </a:cubicBezTo>
                <a:cubicBezTo>
                  <a:pt x="238157" y="143214"/>
                  <a:pt x="242419" y="138324"/>
                  <a:pt x="246965" y="131261"/>
                </a:cubicBezTo>
                <a:lnTo>
                  <a:pt x="251105" y="133940"/>
                </a:lnTo>
                <a:cubicBezTo>
                  <a:pt x="244936" y="146522"/>
                  <a:pt x="238117" y="155431"/>
                  <a:pt x="230649" y="160667"/>
                </a:cubicBezTo>
                <a:cubicBezTo>
                  <a:pt x="223180" y="165903"/>
                  <a:pt x="214535" y="168521"/>
                  <a:pt x="204713" y="168521"/>
                </a:cubicBezTo>
                <a:cubicBezTo>
                  <a:pt x="187828" y="168521"/>
                  <a:pt x="175043" y="162021"/>
                  <a:pt x="166357" y="149020"/>
                </a:cubicBezTo>
                <a:cubicBezTo>
                  <a:pt x="159376" y="138538"/>
                  <a:pt x="155886" y="125537"/>
                  <a:pt x="155886" y="110017"/>
                </a:cubicBezTo>
                <a:cubicBezTo>
                  <a:pt x="155886" y="91002"/>
                  <a:pt x="161020" y="75868"/>
                  <a:pt x="171289" y="64615"/>
                </a:cubicBezTo>
                <a:cubicBezTo>
                  <a:pt x="181558" y="53359"/>
                  <a:pt x="193592" y="47731"/>
                  <a:pt x="207392" y="47731"/>
                </a:cubicBezTo>
                <a:cubicBezTo>
                  <a:pt x="218919" y="47731"/>
                  <a:pt x="228924" y="52460"/>
                  <a:pt x="237407" y="61917"/>
                </a:cubicBezTo>
                <a:cubicBezTo>
                  <a:pt x="245889" y="71374"/>
                  <a:pt x="250456" y="85397"/>
                  <a:pt x="251105" y="103986"/>
                </a:cubicBezTo>
                <a:moveTo>
                  <a:pt x="221151" y="95950"/>
                </a:moveTo>
                <a:cubicBezTo>
                  <a:pt x="221151" y="82880"/>
                  <a:pt x="220441" y="73911"/>
                  <a:pt x="219020" y="69040"/>
                </a:cubicBezTo>
                <a:cubicBezTo>
                  <a:pt x="217600" y="64169"/>
                  <a:pt x="215388" y="60476"/>
                  <a:pt x="212384" y="57960"/>
                </a:cubicBezTo>
                <a:cubicBezTo>
                  <a:pt x="210679" y="56498"/>
                  <a:pt x="208406" y="55768"/>
                  <a:pt x="205565" y="55768"/>
                </a:cubicBezTo>
                <a:cubicBezTo>
                  <a:pt x="201344" y="55768"/>
                  <a:pt x="197894" y="57838"/>
                  <a:pt x="195215" y="61978"/>
                </a:cubicBezTo>
                <a:cubicBezTo>
                  <a:pt x="190426" y="69202"/>
                  <a:pt x="188031" y="79106"/>
                  <a:pt x="188031" y="91688"/>
                </a:cubicBezTo>
                <a:lnTo>
                  <a:pt x="188031" y="95950"/>
                </a:lnTo>
                <a:lnTo>
                  <a:pt x="221151" y="95950"/>
                </a:lnTo>
                <a:close/>
                <a:moveTo>
                  <a:pt x="328219" y="148308"/>
                </a:moveTo>
                <a:cubicBezTo>
                  <a:pt x="314338" y="160647"/>
                  <a:pt x="301878" y="166816"/>
                  <a:pt x="290838" y="166816"/>
                </a:cubicBezTo>
                <a:cubicBezTo>
                  <a:pt x="284344" y="166816"/>
                  <a:pt x="278946" y="164679"/>
                  <a:pt x="274643" y="160405"/>
                </a:cubicBezTo>
                <a:cubicBezTo>
                  <a:pt x="270341" y="156128"/>
                  <a:pt x="268190" y="150773"/>
                  <a:pt x="268190" y="144339"/>
                </a:cubicBezTo>
                <a:cubicBezTo>
                  <a:pt x="268190" y="135623"/>
                  <a:pt x="271924" y="127783"/>
                  <a:pt x="279392" y="120820"/>
                </a:cubicBezTo>
                <a:cubicBezTo>
                  <a:pt x="286860" y="113857"/>
                  <a:pt x="303136" y="104592"/>
                  <a:pt x="328219" y="93027"/>
                </a:cubicBezTo>
                <a:lnTo>
                  <a:pt x="328219" y="81582"/>
                </a:lnTo>
                <a:cubicBezTo>
                  <a:pt x="328219" y="72977"/>
                  <a:pt x="327753" y="67559"/>
                  <a:pt x="326819" y="65326"/>
                </a:cubicBezTo>
                <a:cubicBezTo>
                  <a:pt x="325886" y="63094"/>
                  <a:pt x="324120" y="61146"/>
                  <a:pt x="321522" y="59482"/>
                </a:cubicBezTo>
                <a:cubicBezTo>
                  <a:pt x="318925" y="57817"/>
                  <a:pt x="316002" y="56985"/>
                  <a:pt x="312755" y="56985"/>
                </a:cubicBezTo>
                <a:cubicBezTo>
                  <a:pt x="307479" y="56985"/>
                  <a:pt x="303136" y="58162"/>
                  <a:pt x="299727" y="60517"/>
                </a:cubicBezTo>
                <a:cubicBezTo>
                  <a:pt x="297616" y="61978"/>
                  <a:pt x="296561" y="63682"/>
                  <a:pt x="296561" y="65631"/>
                </a:cubicBezTo>
                <a:cubicBezTo>
                  <a:pt x="296561" y="67335"/>
                  <a:pt x="297697" y="69446"/>
                  <a:pt x="299970" y="71962"/>
                </a:cubicBezTo>
                <a:cubicBezTo>
                  <a:pt x="303055" y="75453"/>
                  <a:pt x="304597" y="78822"/>
                  <a:pt x="304597" y="82069"/>
                </a:cubicBezTo>
                <a:cubicBezTo>
                  <a:pt x="304597" y="86046"/>
                  <a:pt x="303116" y="89435"/>
                  <a:pt x="300153" y="92236"/>
                </a:cubicBezTo>
                <a:cubicBezTo>
                  <a:pt x="297190" y="95037"/>
                  <a:pt x="293314" y="96437"/>
                  <a:pt x="288524" y="96437"/>
                </a:cubicBezTo>
                <a:cubicBezTo>
                  <a:pt x="283410" y="96437"/>
                  <a:pt x="279128" y="94894"/>
                  <a:pt x="275678" y="91810"/>
                </a:cubicBezTo>
                <a:cubicBezTo>
                  <a:pt x="272228" y="88725"/>
                  <a:pt x="270503" y="85113"/>
                  <a:pt x="270503" y="80973"/>
                </a:cubicBezTo>
                <a:cubicBezTo>
                  <a:pt x="270503" y="75128"/>
                  <a:pt x="272817" y="69547"/>
                  <a:pt x="277444" y="64230"/>
                </a:cubicBezTo>
                <a:cubicBezTo>
                  <a:pt x="282071" y="58913"/>
                  <a:pt x="288524" y="54834"/>
                  <a:pt x="296804" y="51993"/>
                </a:cubicBezTo>
                <a:cubicBezTo>
                  <a:pt x="305084" y="49152"/>
                  <a:pt x="313689" y="47731"/>
                  <a:pt x="322618" y="47731"/>
                </a:cubicBezTo>
                <a:cubicBezTo>
                  <a:pt x="333415" y="47731"/>
                  <a:pt x="341958" y="50031"/>
                  <a:pt x="348250" y="54630"/>
                </a:cubicBezTo>
                <a:cubicBezTo>
                  <a:pt x="354541" y="59227"/>
                  <a:pt x="358620" y="64210"/>
                  <a:pt x="360487" y="69580"/>
                </a:cubicBezTo>
                <a:cubicBezTo>
                  <a:pt x="361623" y="72997"/>
                  <a:pt x="362192" y="80849"/>
                  <a:pt x="362192" y="93134"/>
                </a:cubicBezTo>
                <a:lnTo>
                  <a:pt x="362192" y="137437"/>
                </a:lnTo>
                <a:cubicBezTo>
                  <a:pt x="362192" y="142645"/>
                  <a:pt x="362394" y="145921"/>
                  <a:pt x="362800" y="147266"/>
                </a:cubicBezTo>
                <a:cubicBezTo>
                  <a:pt x="363206" y="148607"/>
                  <a:pt x="363815" y="149604"/>
                  <a:pt x="364627" y="150256"/>
                </a:cubicBezTo>
                <a:cubicBezTo>
                  <a:pt x="365439" y="150906"/>
                  <a:pt x="366372" y="151230"/>
                  <a:pt x="367427" y="151230"/>
                </a:cubicBezTo>
                <a:cubicBezTo>
                  <a:pt x="369538" y="151230"/>
                  <a:pt x="371689" y="149729"/>
                  <a:pt x="373881" y="146725"/>
                </a:cubicBezTo>
                <a:lnTo>
                  <a:pt x="377534" y="149648"/>
                </a:lnTo>
                <a:cubicBezTo>
                  <a:pt x="373475" y="155655"/>
                  <a:pt x="369274" y="160018"/>
                  <a:pt x="364931" y="162737"/>
                </a:cubicBezTo>
                <a:cubicBezTo>
                  <a:pt x="360588" y="165457"/>
                  <a:pt x="355657" y="166816"/>
                  <a:pt x="350137" y="166816"/>
                </a:cubicBezTo>
                <a:cubicBezTo>
                  <a:pt x="343643" y="166816"/>
                  <a:pt x="338569" y="165284"/>
                  <a:pt x="334916" y="162220"/>
                </a:cubicBezTo>
                <a:cubicBezTo>
                  <a:pt x="331264" y="159155"/>
                  <a:pt x="329031" y="154518"/>
                  <a:pt x="328219" y="148308"/>
                </a:cubicBezTo>
                <a:moveTo>
                  <a:pt x="328219" y="139298"/>
                </a:moveTo>
                <a:lnTo>
                  <a:pt x="328219" y="101208"/>
                </a:lnTo>
                <a:cubicBezTo>
                  <a:pt x="318397" y="107000"/>
                  <a:pt x="311091" y="113200"/>
                  <a:pt x="306302" y="119808"/>
                </a:cubicBezTo>
                <a:cubicBezTo>
                  <a:pt x="303136" y="124212"/>
                  <a:pt x="301553" y="128657"/>
                  <a:pt x="301553" y="133145"/>
                </a:cubicBezTo>
                <a:cubicBezTo>
                  <a:pt x="301553" y="136897"/>
                  <a:pt x="302893" y="140201"/>
                  <a:pt x="305571" y="143057"/>
                </a:cubicBezTo>
                <a:cubicBezTo>
                  <a:pt x="307601" y="145259"/>
                  <a:pt x="310442" y="146360"/>
                  <a:pt x="314095" y="146360"/>
                </a:cubicBezTo>
                <a:cubicBezTo>
                  <a:pt x="318154" y="146360"/>
                  <a:pt x="322862" y="144006"/>
                  <a:pt x="328219" y="139298"/>
                </a:cubicBezTo>
                <a:close/>
                <a:moveTo>
                  <a:pt x="436197" y="9254"/>
                </a:moveTo>
                <a:lnTo>
                  <a:pt x="436197" y="51141"/>
                </a:lnTo>
                <a:lnTo>
                  <a:pt x="463229" y="51141"/>
                </a:lnTo>
                <a:lnTo>
                  <a:pt x="463229" y="63074"/>
                </a:lnTo>
                <a:lnTo>
                  <a:pt x="436197" y="63074"/>
                </a:lnTo>
                <a:lnTo>
                  <a:pt x="436197" y="133521"/>
                </a:lnTo>
                <a:cubicBezTo>
                  <a:pt x="436197" y="140114"/>
                  <a:pt x="436502" y="144367"/>
                  <a:pt x="437111" y="146280"/>
                </a:cubicBezTo>
                <a:cubicBezTo>
                  <a:pt x="437719" y="148193"/>
                  <a:pt x="438795" y="149740"/>
                  <a:pt x="440337" y="150922"/>
                </a:cubicBezTo>
                <a:cubicBezTo>
                  <a:pt x="441880" y="152102"/>
                  <a:pt x="443300" y="152692"/>
                  <a:pt x="444599" y="152692"/>
                </a:cubicBezTo>
                <a:cubicBezTo>
                  <a:pt x="449876" y="152692"/>
                  <a:pt x="454868" y="148633"/>
                  <a:pt x="459576" y="140515"/>
                </a:cubicBezTo>
                <a:lnTo>
                  <a:pt x="463229" y="143221"/>
                </a:lnTo>
                <a:cubicBezTo>
                  <a:pt x="456654" y="158951"/>
                  <a:pt x="445979" y="166816"/>
                  <a:pt x="431205" y="166816"/>
                </a:cubicBezTo>
                <a:cubicBezTo>
                  <a:pt x="423980" y="166816"/>
                  <a:pt x="417872" y="164801"/>
                  <a:pt x="412880" y="160770"/>
                </a:cubicBezTo>
                <a:cubicBezTo>
                  <a:pt x="407887" y="156736"/>
                  <a:pt x="404701" y="152235"/>
                  <a:pt x="403321" y="147266"/>
                </a:cubicBezTo>
                <a:cubicBezTo>
                  <a:pt x="402509" y="144495"/>
                  <a:pt x="402104" y="137001"/>
                  <a:pt x="402104" y="124781"/>
                </a:cubicBezTo>
                <a:lnTo>
                  <a:pt x="402104" y="63074"/>
                </a:lnTo>
                <a:lnTo>
                  <a:pt x="387248" y="63074"/>
                </a:lnTo>
                <a:lnTo>
                  <a:pt x="387248" y="58800"/>
                </a:lnTo>
                <a:cubicBezTo>
                  <a:pt x="397477" y="51561"/>
                  <a:pt x="406183" y="43954"/>
                  <a:pt x="413367" y="35981"/>
                </a:cubicBezTo>
                <a:cubicBezTo>
                  <a:pt x="420551" y="28008"/>
                  <a:pt x="426822" y="19099"/>
                  <a:pt x="432179" y="9254"/>
                </a:cubicBezTo>
                <a:lnTo>
                  <a:pt x="436197" y="9254"/>
                </a:lnTo>
                <a:close/>
                <a:moveTo>
                  <a:pt x="583468" y="51141"/>
                </a:moveTo>
                <a:lnTo>
                  <a:pt x="583468" y="140272"/>
                </a:lnTo>
                <a:cubicBezTo>
                  <a:pt x="583468" y="149011"/>
                  <a:pt x="584280" y="154462"/>
                  <a:pt x="585903" y="156626"/>
                </a:cubicBezTo>
                <a:cubicBezTo>
                  <a:pt x="587527" y="158790"/>
                  <a:pt x="590814" y="160157"/>
                  <a:pt x="595766" y="160728"/>
                </a:cubicBezTo>
                <a:lnTo>
                  <a:pt x="595766" y="165112"/>
                </a:lnTo>
                <a:lnTo>
                  <a:pt x="549374" y="165112"/>
                </a:lnTo>
                <a:lnTo>
                  <a:pt x="549374" y="149891"/>
                </a:lnTo>
                <a:cubicBezTo>
                  <a:pt x="543935" y="156385"/>
                  <a:pt x="538497" y="161114"/>
                  <a:pt x="533058" y="164077"/>
                </a:cubicBezTo>
                <a:cubicBezTo>
                  <a:pt x="527619" y="167039"/>
                  <a:pt x="521531" y="168521"/>
                  <a:pt x="514793" y="168521"/>
                </a:cubicBezTo>
                <a:cubicBezTo>
                  <a:pt x="508380" y="168521"/>
                  <a:pt x="502678" y="166552"/>
                  <a:pt x="497685" y="162615"/>
                </a:cubicBezTo>
                <a:cubicBezTo>
                  <a:pt x="492693" y="158678"/>
                  <a:pt x="489345" y="154072"/>
                  <a:pt x="487640" y="148795"/>
                </a:cubicBezTo>
                <a:cubicBezTo>
                  <a:pt x="485935" y="143519"/>
                  <a:pt x="485083" y="134305"/>
                  <a:pt x="485083" y="121155"/>
                </a:cubicBezTo>
                <a:lnTo>
                  <a:pt x="485083" y="75981"/>
                </a:lnTo>
                <a:cubicBezTo>
                  <a:pt x="485083" y="67272"/>
                  <a:pt x="484291" y="61850"/>
                  <a:pt x="482709" y="59714"/>
                </a:cubicBezTo>
                <a:cubicBezTo>
                  <a:pt x="481126" y="57578"/>
                  <a:pt x="477818" y="56181"/>
                  <a:pt x="472785" y="55524"/>
                </a:cubicBezTo>
                <a:lnTo>
                  <a:pt x="472785" y="51141"/>
                </a:lnTo>
                <a:lnTo>
                  <a:pt x="519177" y="51141"/>
                </a:lnTo>
                <a:lnTo>
                  <a:pt x="519177" y="129043"/>
                </a:lnTo>
                <a:cubicBezTo>
                  <a:pt x="519177" y="137171"/>
                  <a:pt x="519562" y="142413"/>
                  <a:pt x="520334" y="144769"/>
                </a:cubicBezTo>
                <a:cubicBezTo>
                  <a:pt x="521105" y="147126"/>
                  <a:pt x="522322" y="148914"/>
                  <a:pt x="523986" y="150135"/>
                </a:cubicBezTo>
                <a:cubicBezTo>
                  <a:pt x="525651" y="151352"/>
                  <a:pt x="527578" y="151961"/>
                  <a:pt x="529770" y="151961"/>
                </a:cubicBezTo>
                <a:cubicBezTo>
                  <a:pt x="532693" y="151961"/>
                  <a:pt x="535331" y="151190"/>
                  <a:pt x="537685" y="149648"/>
                </a:cubicBezTo>
                <a:cubicBezTo>
                  <a:pt x="540932" y="147537"/>
                  <a:pt x="544828" y="143275"/>
                  <a:pt x="549374" y="136862"/>
                </a:cubicBezTo>
                <a:lnTo>
                  <a:pt x="549374" y="75981"/>
                </a:lnTo>
                <a:cubicBezTo>
                  <a:pt x="549374" y="67272"/>
                  <a:pt x="548583" y="61850"/>
                  <a:pt x="547000" y="59714"/>
                </a:cubicBezTo>
                <a:cubicBezTo>
                  <a:pt x="545417" y="57578"/>
                  <a:pt x="542109" y="56181"/>
                  <a:pt x="537076" y="55524"/>
                </a:cubicBezTo>
                <a:lnTo>
                  <a:pt x="537076" y="51141"/>
                </a:lnTo>
                <a:lnTo>
                  <a:pt x="583468" y="51141"/>
                </a:lnTo>
                <a:close/>
                <a:moveTo>
                  <a:pt x="659411" y="51141"/>
                </a:moveTo>
                <a:lnTo>
                  <a:pt x="659411" y="76955"/>
                </a:lnTo>
                <a:cubicBezTo>
                  <a:pt x="666961" y="65184"/>
                  <a:pt x="673576" y="57371"/>
                  <a:pt x="679259" y="53515"/>
                </a:cubicBezTo>
                <a:cubicBezTo>
                  <a:pt x="684941" y="49659"/>
                  <a:pt x="690420" y="47731"/>
                  <a:pt x="695697" y="47731"/>
                </a:cubicBezTo>
                <a:cubicBezTo>
                  <a:pt x="700243" y="47731"/>
                  <a:pt x="703875" y="49137"/>
                  <a:pt x="706595" y="51947"/>
                </a:cubicBezTo>
                <a:cubicBezTo>
                  <a:pt x="709314" y="54758"/>
                  <a:pt x="710674" y="58729"/>
                  <a:pt x="710674" y="63861"/>
                </a:cubicBezTo>
                <a:cubicBezTo>
                  <a:pt x="710674" y="69320"/>
                  <a:pt x="709355" y="73558"/>
                  <a:pt x="706717" y="76574"/>
                </a:cubicBezTo>
                <a:cubicBezTo>
                  <a:pt x="704078" y="79588"/>
                  <a:pt x="700892" y="81095"/>
                  <a:pt x="697158" y="81095"/>
                </a:cubicBezTo>
                <a:cubicBezTo>
                  <a:pt x="692856" y="81095"/>
                  <a:pt x="689122" y="79715"/>
                  <a:pt x="685956" y="76955"/>
                </a:cubicBezTo>
                <a:cubicBezTo>
                  <a:pt x="682790" y="74195"/>
                  <a:pt x="680923" y="72652"/>
                  <a:pt x="680355" y="72328"/>
                </a:cubicBezTo>
                <a:cubicBezTo>
                  <a:pt x="679543" y="71841"/>
                  <a:pt x="678609" y="71597"/>
                  <a:pt x="677554" y="71597"/>
                </a:cubicBezTo>
                <a:cubicBezTo>
                  <a:pt x="675200" y="71597"/>
                  <a:pt x="672968" y="72490"/>
                  <a:pt x="670857" y="74276"/>
                </a:cubicBezTo>
                <a:cubicBezTo>
                  <a:pt x="667529" y="77036"/>
                  <a:pt x="665012" y="80973"/>
                  <a:pt x="663308" y="86087"/>
                </a:cubicBezTo>
                <a:cubicBezTo>
                  <a:pt x="660710" y="93961"/>
                  <a:pt x="659411" y="102647"/>
                  <a:pt x="659411" y="112144"/>
                </a:cubicBezTo>
                <a:lnTo>
                  <a:pt x="659411" y="138324"/>
                </a:lnTo>
                <a:lnTo>
                  <a:pt x="659533" y="145142"/>
                </a:lnTo>
                <a:cubicBezTo>
                  <a:pt x="659533" y="149769"/>
                  <a:pt x="659817" y="152732"/>
                  <a:pt x="660385" y="154031"/>
                </a:cubicBezTo>
                <a:cubicBezTo>
                  <a:pt x="661360" y="156223"/>
                  <a:pt x="662800" y="157826"/>
                  <a:pt x="664708" y="158841"/>
                </a:cubicBezTo>
                <a:cubicBezTo>
                  <a:pt x="666616" y="159855"/>
                  <a:pt x="669842" y="160485"/>
                  <a:pt x="674388" y="160728"/>
                </a:cubicBezTo>
                <a:lnTo>
                  <a:pt x="674388" y="165112"/>
                </a:lnTo>
                <a:lnTo>
                  <a:pt x="612898" y="165112"/>
                </a:lnTo>
                <a:lnTo>
                  <a:pt x="612898" y="160728"/>
                </a:lnTo>
                <a:cubicBezTo>
                  <a:pt x="617849" y="160322"/>
                  <a:pt x="621198" y="158962"/>
                  <a:pt x="622943" y="156649"/>
                </a:cubicBezTo>
                <a:cubicBezTo>
                  <a:pt x="624688" y="154335"/>
                  <a:pt x="625561" y="148227"/>
                  <a:pt x="625561" y="138324"/>
                </a:cubicBezTo>
                <a:lnTo>
                  <a:pt x="625561" y="75250"/>
                </a:lnTo>
                <a:cubicBezTo>
                  <a:pt x="625561" y="68715"/>
                  <a:pt x="625236" y="64550"/>
                  <a:pt x="624587" y="62754"/>
                </a:cubicBezTo>
                <a:cubicBezTo>
                  <a:pt x="623775" y="60466"/>
                  <a:pt x="622598" y="58792"/>
                  <a:pt x="621056" y="57731"/>
                </a:cubicBezTo>
                <a:cubicBezTo>
                  <a:pt x="619513" y="56668"/>
                  <a:pt x="616794" y="55933"/>
                  <a:pt x="612898" y="55524"/>
                </a:cubicBezTo>
                <a:lnTo>
                  <a:pt x="612898" y="51141"/>
                </a:lnTo>
                <a:lnTo>
                  <a:pt x="659411" y="51141"/>
                </a:lnTo>
                <a:close/>
                <a:moveTo>
                  <a:pt x="815485" y="103986"/>
                </a:moveTo>
                <a:lnTo>
                  <a:pt x="753020" y="103986"/>
                </a:lnTo>
                <a:cubicBezTo>
                  <a:pt x="753750" y="119125"/>
                  <a:pt x="757769" y="131090"/>
                  <a:pt x="765074" y="139880"/>
                </a:cubicBezTo>
                <a:cubicBezTo>
                  <a:pt x="770676" y="146635"/>
                  <a:pt x="777413" y="150013"/>
                  <a:pt x="785287" y="150013"/>
                </a:cubicBezTo>
                <a:cubicBezTo>
                  <a:pt x="790158" y="150013"/>
                  <a:pt x="794582" y="148653"/>
                  <a:pt x="798559" y="145934"/>
                </a:cubicBezTo>
                <a:cubicBezTo>
                  <a:pt x="802537" y="143214"/>
                  <a:pt x="806799" y="138324"/>
                  <a:pt x="811345" y="131261"/>
                </a:cubicBezTo>
                <a:lnTo>
                  <a:pt x="815485" y="133940"/>
                </a:lnTo>
                <a:cubicBezTo>
                  <a:pt x="809315" y="146522"/>
                  <a:pt x="802496" y="155431"/>
                  <a:pt x="795028" y="160667"/>
                </a:cubicBezTo>
                <a:cubicBezTo>
                  <a:pt x="787560" y="165903"/>
                  <a:pt x="778915" y="168521"/>
                  <a:pt x="769093" y="168521"/>
                </a:cubicBezTo>
                <a:cubicBezTo>
                  <a:pt x="752208" y="168521"/>
                  <a:pt x="739423" y="162021"/>
                  <a:pt x="730737" y="149020"/>
                </a:cubicBezTo>
                <a:cubicBezTo>
                  <a:pt x="723756" y="138538"/>
                  <a:pt x="720265" y="125537"/>
                  <a:pt x="720265" y="110017"/>
                </a:cubicBezTo>
                <a:cubicBezTo>
                  <a:pt x="720265" y="91002"/>
                  <a:pt x="725400" y="75868"/>
                  <a:pt x="735669" y="64615"/>
                </a:cubicBezTo>
                <a:cubicBezTo>
                  <a:pt x="745937" y="53359"/>
                  <a:pt x="757972" y="47731"/>
                  <a:pt x="771771" y="47731"/>
                </a:cubicBezTo>
                <a:cubicBezTo>
                  <a:pt x="783298" y="47731"/>
                  <a:pt x="793303" y="52460"/>
                  <a:pt x="801786" y="61917"/>
                </a:cubicBezTo>
                <a:cubicBezTo>
                  <a:pt x="810269" y="71374"/>
                  <a:pt x="814835" y="85397"/>
                  <a:pt x="815485" y="103986"/>
                </a:cubicBezTo>
                <a:moveTo>
                  <a:pt x="785531" y="95950"/>
                </a:moveTo>
                <a:cubicBezTo>
                  <a:pt x="785531" y="82880"/>
                  <a:pt x="784820" y="73911"/>
                  <a:pt x="783400" y="69040"/>
                </a:cubicBezTo>
                <a:cubicBezTo>
                  <a:pt x="781979" y="64169"/>
                  <a:pt x="779767" y="60476"/>
                  <a:pt x="776764" y="57960"/>
                </a:cubicBezTo>
                <a:cubicBezTo>
                  <a:pt x="775059" y="56498"/>
                  <a:pt x="772786" y="55768"/>
                  <a:pt x="769945" y="55768"/>
                </a:cubicBezTo>
                <a:cubicBezTo>
                  <a:pt x="765724" y="55768"/>
                  <a:pt x="762274" y="57838"/>
                  <a:pt x="759595" y="61978"/>
                </a:cubicBezTo>
                <a:cubicBezTo>
                  <a:pt x="754806" y="69202"/>
                  <a:pt x="752411" y="79106"/>
                  <a:pt x="752411" y="91688"/>
                </a:cubicBezTo>
                <a:lnTo>
                  <a:pt x="752411" y="95950"/>
                </a:lnTo>
                <a:lnTo>
                  <a:pt x="785531" y="95950"/>
                </a:lnTo>
                <a:close/>
                <a:moveTo>
                  <a:pt x="954896" y="9498"/>
                </a:moveTo>
                <a:lnTo>
                  <a:pt x="954896" y="76468"/>
                </a:lnTo>
                <a:lnTo>
                  <a:pt x="958184" y="76468"/>
                </a:lnTo>
                <a:cubicBezTo>
                  <a:pt x="968655" y="76468"/>
                  <a:pt x="976245" y="73180"/>
                  <a:pt x="980953" y="66605"/>
                </a:cubicBezTo>
                <a:cubicBezTo>
                  <a:pt x="985662" y="60029"/>
                  <a:pt x="988665" y="50329"/>
                  <a:pt x="989964" y="37503"/>
                </a:cubicBezTo>
                <a:lnTo>
                  <a:pt x="994591" y="37503"/>
                </a:lnTo>
                <a:lnTo>
                  <a:pt x="994591" y="124199"/>
                </a:lnTo>
                <a:lnTo>
                  <a:pt x="989964" y="124199"/>
                </a:lnTo>
                <a:cubicBezTo>
                  <a:pt x="988990" y="114752"/>
                  <a:pt x="986940" y="107016"/>
                  <a:pt x="983815" y="100992"/>
                </a:cubicBezTo>
                <a:cubicBezTo>
                  <a:pt x="980690" y="94964"/>
                  <a:pt x="977057" y="90913"/>
                  <a:pt x="972917" y="88838"/>
                </a:cubicBezTo>
                <a:cubicBezTo>
                  <a:pt x="968777" y="86760"/>
                  <a:pt x="962770" y="85722"/>
                  <a:pt x="954896" y="85722"/>
                </a:cubicBezTo>
                <a:lnTo>
                  <a:pt x="954896" y="132235"/>
                </a:lnTo>
                <a:cubicBezTo>
                  <a:pt x="954896" y="141327"/>
                  <a:pt x="955282" y="146888"/>
                  <a:pt x="956053" y="148917"/>
                </a:cubicBezTo>
                <a:cubicBezTo>
                  <a:pt x="956824" y="150946"/>
                  <a:pt x="958265" y="152610"/>
                  <a:pt x="960375" y="153909"/>
                </a:cubicBezTo>
                <a:cubicBezTo>
                  <a:pt x="962486" y="155208"/>
                  <a:pt x="965895" y="155858"/>
                  <a:pt x="970603" y="155858"/>
                </a:cubicBezTo>
                <a:lnTo>
                  <a:pt x="980466" y="155858"/>
                </a:lnTo>
                <a:cubicBezTo>
                  <a:pt x="995890" y="155858"/>
                  <a:pt x="1008249" y="152306"/>
                  <a:pt x="1017543" y="145203"/>
                </a:cubicBezTo>
                <a:cubicBezTo>
                  <a:pt x="1026838" y="138100"/>
                  <a:pt x="1033515" y="127243"/>
                  <a:pt x="1037574" y="112631"/>
                </a:cubicBezTo>
                <a:lnTo>
                  <a:pt x="1042079" y="112631"/>
                </a:lnTo>
                <a:lnTo>
                  <a:pt x="1034651" y="165112"/>
                </a:lnTo>
                <a:lnTo>
                  <a:pt x="891944" y="165112"/>
                </a:lnTo>
                <a:lnTo>
                  <a:pt x="891944" y="160728"/>
                </a:lnTo>
                <a:lnTo>
                  <a:pt x="897424" y="160728"/>
                </a:lnTo>
                <a:cubicBezTo>
                  <a:pt x="902213" y="160728"/>
                  <a:pt x="906069" y="159872"/>
                  <a:pt x="908991" y="158160"/>
                </a:cubicBezTo>
                <a:cubicBezTo>
                  <a:pt x="911102" y="157016"/>
                  <a:pt x="912725" y="155057"/>
                  <a:pt x="913862" y="152285"/>
                </a:cubicBezTo>
                <a:cubicBezTo>
                  <a:pt x="914755" y="150326"/>
                  <a:pt x="915201" y="145185"/>
                  <a:pt x="915201" y="136862"/>
                </a:cubicBezTo>
                <a:lnTo>
                  <a:pt x="915201" y="28249"/>
                </a:lnTo>
                <a:cubicBezTo>
                  <a:pt x="915201" y="20743"/>
                  <a:pt x="914998" y="16132"/>
                  <a:pt x="914592" y="14418"/>
                </a:cubicBezTo>
                <a:cubicBezTo>
                  <a:pt x="913780" y="11564"/>
                  <a:pt x="912279" y="9362"/>
                  <a:pt x="910087" y="7812"/>
                </a:cubicBezTo>
                <a:cubicBezTo>
                  <a:pt x="907002" y="5526"/>
                  <a:pt x="902781" y="4383"/>
                  <a:pt x="897424" y="4383"/>
                </a:cubicBezTo>
                <a:lnTo>
                  <a:pt x="891944" y="4383"/>
                </a:lnTo>
                <a:lnTo>
                  <a:pt x="891944" y="0"/>
                </a:lnTo>
                <a:lnTo>
                  <a:pt x="1030146" y="0"/>
                </a:lnTo>
                <a:lnTo>
                  <a:pt x="1030146" y="48949"/>
                </a:lnTo>
                <a:lnTo>
                  <a:pt x="1025519" y="48949"/>
                </a:lnTo>
                <a:cubicBezTo>
                  <a:pt x="1023165" y="36978"/>
                  <a:pt x="1019857" y="28387"/>
                  <a:pt x="1015595" y="23177"/>
                </a:cubicBezTo>
                <a:cubicBezTo>
                  <a:pt x="1011333" y="17966"/>
                  <a:pt x="1005306" y="14140"/>
                  <a:pt x="997513" y="11697"/>
                </a:cubicBezTo>
                <a:cubicBezTo>
                  <a:pt x="992967" y="10231"/>
                  <a:pt x="984444" y="9498"/>
                  <a:pt x="971943" y="9498"/>
                </a:cubicBezTo>
                <a:lnTo>
                  <a:pt x="954896" y="9498"/>
                </a:lnTo>
                <a:close/>
                <a:moveTo>
                  <a:pt x="1129055" y="95272"/>
                </a:moveTo>
                <a:lnTo>
                  <a:pt x="1149294" y="132852"/>
                </a:lnTo>
                <a:cubicBezTo>
                  <a:pt x="1156113" y="145919"/>
                  <a:pt x="1161511" y="154196"/>
                  <a:pt x="1165489" y="157684"/>
                </a:cubicBezTo>
                <a:cubicBezTo>
                  <a:pt x="1167680" y="159551"/>
                  <a:pt x="1170684" y="160566"/>
                  <a:pt x="1174499" y="160728"/>
                </a:cubicBezTo>
                <a:lnTo>
                  <a:pt x="1174499" y="165112"/>
                </a:lnTo>
                <a:lnTo>
                  <a:pt x="1111060" y="165112"/>
                </a:lnTo>
                <a:lnTo>
                  <a:pt x="1111060" y="160728"/>
                </a:lnTo>
                <a:cubicBezTo>
                  <a:pt x="1116012" y="160322"/>
                  <a:pt x="1119076" y="159673"/>
                  <a:pt x="1120253" y="158780"/>
                </a:cubicBezTo>
                <a:cubicBezTo>
                  <a:pt x="1121430" y="157884"/>
                  <a:pt x="1122019" y="156664"/>
                  <a:pt x="1122019" y="155119"/>
                </a:cubicBezTo>
                <a:cubicBezTo>
                  <a:pt x="1122019" y="152844"/>
                  <a:pt x="1120720" y="149267"/>
                  <a:pt x="1118123" y="144389"/>
                </a:cubicBezTo>
                <a:lnTo>
                  <a:pt x="1108184" y="125934"/>
                </a:lnTo>
                <a:lnTo>
                  <a:pt x="1099858" y="138171"/>
                </a:lnTo>
                <a:cubicBezTo>
                  <a:pt x="1096043" y="143780"/>
                  <a:pt x="1093892" y="147113"/>
                  <a:pt x="1093404" y="148171"/>
                </a:cubicBezTo>
                <a:cubicBezTo>
                  <a:pt x="1092755" y="149714"/>
                  <a:pt x="1092430" y="151095"/>
                  <a:pt x="1092430" y="152315"/>
                </a:cubicBezTo>
                <a:cubicBezTo>
                  <a:pt x="1092430" y="154185"/>
                  <a:pt x="1092816" y="155750"/>
                  <a:pt x="1093587" y="157010"/>
                </a:cubicBezTo>
                <a:cubicBezTo>
                  <a:pt x="1094358" y="158269"/>
                  <a:pt x="1095414" y="159203"/>
                  <a:pt x="1096753" y="159815"/>
                </a:cubicBezTo>
                <a:cubicBezTo>
                  <a:pt x="1098092" y="160424"/>
                  <a:pt x="1100548" y="160728"/>
                  <a:pt x="1104120" y="160728"/>
                </a:cubicBezTo>
                <a:lnTo>
                  <a:pt x="1104120" y="165112"/>
                </a:lnTo>
                <a:lnTo>
                  <a:pt x="1059554" y="165112"/>
                </a:lnTo>
                <a:lnTo>
                  <a:pt x="1059554" y="160728"/>
                </a:lnTo>
                <a:cubicBezTo>
                  <a:pt x="1065074" y="160728"/>
                  <a:pt x="1070127" y="159205"/>
                  <a:pt x="1074714" y="156158"/>
                </a:cubicBezTo>
                <a:cubicBezTo>
                  <a:pt x="1079300" y="153109"/>
                  <a:pt x="1085977" y="145125"/>
                  <a:pt x="1094744" y="132205"/>
                </a:cubicBezTo>
                <a:lnTo>
                  <a:pt x="1104139" y="118419"/>
                </a:lnTo>
                <a:lnTo>
                  <a:pt x="1084516" y="81981"/>
                </a:lnTo>
                <a:cubicBezTo>
                  <a:pt x="1078103" y="70059"/>
                  <a:pt x="1073313" y="62750"/>
                  <a:pt x="1070148" y="60056"/>
                </a:cubicBezTo>
                <a:cubicBezTo>
                  <a:pt x="1066982" y="57362"/>
                  <a:pt x="1063451" y="55851"/>
                  <a:pt x="1059554" y="55524"/>
                </a:cubicBezTo>
                <a:lnTo>
                  <a:pt x="1059554" y="51141"/>
                </a:lnTo>
                <a:lnTo>
                  <a:pt x="1122628" y="51141"/>
                </a:lnTo>
                <a:lnTo>
                  <a:pt x="1122628" y="55524"/>
                </a:lnTo>
                <a:lnTo>
                  <a:pt x="1119340" y="55646"/>
                </a:lnTo>
                <a:lnTo>
                  <a:pt x="1113008" y="57861"/>
                </a:lnTo>
                <a:cubicBezTo>
                  <a:pt x="1112359" y="58434"/>
                  <a:pt x="1112034" y="59376"/>
                  <a:pt x="1112034" y="60688"/>
                </a:cubicBezTo>
                <a:cubicBezTo>
                  <a:pt x="1112034" y="61916"/>
                  <a:pt x="1112237" y="63185"/>
                  <a:pt x="1112643" y="64497"/>
                </a:cubicBezTo>
                <a:cubicBezTo>
                  <a:pt x="1112887" y="65070"/>
                  <a:pt x="1114023" y="67282"/>
                  <a:pt x="1116053" y="71133"/>
                </a:cubicBezTo>
                <a:lnTo>
                  <a:pt x="1125017" y="87776"/>
                </a:lnTo>
                <a:lnTo>
                  <a:pt x="1129568" y="81095"/>
                </a:lnTo>
                <a:cubicBezTo>
                  <a:pt x="1136062" y="72122"/>
                  <a:pt x="1139309" y="65841"/>
                  <a:pt x="1139309" y="62252"/>
                </a:cubicBezTo>
                <a:cubicBezTo>
                  <a:pt x="1139309" y="60539"/>
                  <a:pt x="1138599" y="59092"/>
                  <a:pt x="1137179" y="57910"/>
                </a:cubicBezTo>
                <a:cubicBezTo>
                  <a:pt x="1135758" y="56728"/>
                  <a:pt x="1133221" y="55933"/>
                  <a:pt x="1129568" y="55524"/>
                </a:cubicBezTo>
                <a:lnTo>
                  <a:pt x="1129568" y="51141"/>
                </a:lnTo>
                <a:lnTo>
                  <a:pt x="1169872" y="51141"/>
                </a:lnTo>
                <a:lnTo>
                  <a:pt x="1169872" y="55524"/>
                </a:lnTo>
                <a:cubicBezTo>
                  <a:pt x="1164920" y="55687"/>
                  <a:pt x="1160293" y="57219"/>
                  <a:pt x="1155991" y="60121"/>
                </a:cubicBezTo>
                <a:cubicBezTo>
                  <a:pt x="1151689" y="63023"/>
                  <a:pt x="1146859" y="68643"/>
                  <a:pt x="1141501" y="76981"/>
                </a:cubicBezTo>
                <a:lnTo>
                  <a:pt x="1129055" y="95272"/>
                </a:lnTo>
                <a:close/>
                <a:moveTo>
                  <a:pt x="1233040" y="9254"/>
                </a:moveTo>
                <a:lnTo>
                  <a:pt x="1233040" y="51141"/>
                </a:lnTo>
                <a:lnTo>
                  <a:pt x="1260072" y="51141"/>
                </a:lnTo>
                <a:lnTo>
                  <a:pt x="1260072" y="63074"/>
                </a:lnTo>
                <a:lnTo>
                  <a:pt x="1233040" y="63074"/>
                </a:lnTo>
                <a:lnTo>
                  <a:pt x="1233040" y="133521"/>
                </a:lnTo>
                <a:cubicBezTo>
                  <a:pt x="1233040" y="140114"/>
                  <a:pt x="1233345" y="144367"/>
                  <a:pt x="1233954" y="146280"/>
                </a:cubicBezTo>
                <a:cubicBezTo>
                  <a:pt x="1234562" y="148193"/>
                  <a:pt x="1235638" y="149740"/>
                  <a:pt x="1237180" y="150922"/>
                </a:cubicBezTo>
                <a:cubicBezTo>
                  <a:pt x="1238723" y="152102"/>
                  <a:pt x="1240143" y="152692"/>
                  <a:pt x="1241442" y="152692"/>
                </a:cubicBezTo>
                <a:cubicBezTo>
                  <a:pt x="1246719" y="152692"/>
                  <a:pt x="1251711" y="148633"/>
                  <a:pt x="1256419" y="140515"/>
                </a:cubicBezTo>
                <a:lnTo>
                  <a:pt x="1260072" y="143221"/>
                </a:lnTo>
                <a:cubicBezTo>
                  <a:pt x="1253497" y="158951"/>
                  <a:pt x="1242822" y="166816"/>
                  <a:pt x="1228048" y="166816"/>
                </a:cubicBezTo>
                <a:cubicBezTo>
                  <a:pt x="1220823" y="166816"/>
                  <a:pt x="1214715" y="164801"/>
                  <a:pt x="1209723" y="160770"/>
                </a:cubicBezTo>
                <a:cubicBezTo>
                  <a:pt x="1204730" y="156736"/>
                  <a:pt x="1201544" y="152235"/>
                  <a:pt x="1200164" y="147266"/>
                </a:cubicBezTo>
                <a:cubicBezTo>
                  <a:pt x="1199352" y="144495"/>
                  <a:pt x="1198947" y="137001"/>
                  <a:pt x="1198947" y="124781"/>
                </a:cubicBezTo>
                <a:lnTo>
                  <a:pt x="1198947" y="63074"/>
                </a:lnTo>
                <a:lnTo>
                  <a:pt x="1184091" y="63074"/>
                </a:lnTo>
                <a:lnTo>
                  <a:pt x="1184091" y="58800"/>
                </a:lnTo>
                <a:cubicBezTo>
                  <a:pt x="1194320" y="51561"/>
                  <a:pt x="1203026" y="43954"/>
                  <a:pt x="1210210" y="35981"/>
                </a:cubicBezTo>
                <a:cubicBezTo>
                  <a:pt x="1217394" y="28008"/>
                  <a:pt x="1223665" y="19099"/>
                  <a:pt x="1229022" y="9254"/>
                </a:cubicBezTo>
                <a:lnTo>
                  <a:pt x="1233040" y="9254"/>
                </a:lnTo>
                <a:close/>
                <a:moveTo>
                  <a:pt x="1317604" y="51141"/>
                </a:moveTo>
                <a:lnTo>
                  <a:pt x="1317604" y="76955"/>
                </a:lnTo>
                <a:cubicBezTo>
                  <a:pt x="1325153" y="65184"/>
                  <a:pt x="1331769" y="57371"/>
                  <a:pt x="1337451" y="53515"/>
                </a:cubicBezTo>
                <a:cubicBezTo>
                  <a:pt x="1343133" y="49659"/>
                  <a:pt x="1348613" y="47731"/>
                  <a:pt x="1353889" y="47731"/>
                </a:cubicBezTo>
                <a:cubicBezTo>
                  <a:pt x="1358435" y="47731"/>
                  <a:pt x="1362068" y="49137"/>
                  <a:pt x="1364787" y="51947"/>
                </a:cubicBezTo>
                <a:cubicBezTo>
                  <a:pt x="1367506" y="54758"/>
                  <a:pt x="1368866" y="58729"/>
                  <a:pt x="1368866" y="63861"/>
                </a:cubicBezTo>
                <a:cubicBezTo>
                  <a:pt x="1368866" y="69320"/>
                  <a:pt x="1367547" y="73558"/>
                  <a:pt x="1364909" y="76574"/>
                </a:cubicBezTo>
                <a:cubicBezTo>
                  <a:pt x="1362271" y="79588"/>
                  <a:pt x="1359084" y="81095"/>
                  <a:pt x="1355350" y="81095"/>
                </a:cubicBezTo>
                <a:cubicBezTo>
                  <a:pt x="1351048" y="81095"/>
                  <a:pt x="1347314" y="79715"/>
                  <a:pt x="1344148" y="76955"/>
                </a:cubicBezTo>
                <a:cubicBezTo>
                  <a:pt x="1340982" y="74195"/>
                  <a:pt x="1339115" y="72652"/>
                  <a:pt x="1338547" y="72328"/>
                </a:cubicBezTo>
                <a:cubicBezTo>
                  <a:pt x="1337735" y="71841"/>
                  <a:pt x="1336802" y="71597"/>
                  <a:pt x="1335746" y="71597"/>
                </a:cubicBezTo>
                <a:cubicBezTo>
                  <a:pt x="1333392" y="71597"/>
                  <a:pt x="1331160" y="72490"/>
                  <a:pt x="1329049" y="74276"/>
                </a:cubicBezTo>
                <a:cubicBezTo>
                  <a:pt x="1325721" y="77036"/>
                  <a:pt x="1323205" y="80973"/>
                  <a:pt x="1321500" y="86087"/>
                </a:cubicBezTo>
                <a:cubicBezTo>
                  <a:pt x="1318902" y="93961"/>
                  <a:pt x="1317604" y="102647"/>
                  <a:pt x="1317604" y="112144"/>
                </a:cubicBezTo>
                <a:lnTo>
                  <a:pt x="1317604" y="138324"/>
                </a:lnTo>
                <a:lnTo>
                  <a:pt x="1317725" y="145142"/>
                </a:lnTo>
                <a:cubicBezTo>
                  <a:pt x="1317725" y="149769"/>
                  <a:pt x="1318009" y="152732"/>
                  <a:pt x="1318578" y="154031"/>
                </a:cubicBezTo>
                <a:cubicBezTo>
                  <a:pt x="1319552" y="156223"/>
                  <a:pt x="1320993" y="157826"/>
                  <a:pt x="1322900" y="158841"/>
                </a:cubicBezTo>
                <a:cubicBezTo>
                  <a:pt x="1324808" y="159855"/>
                  <a:pt x="1328035" y="160485"/>
                  <a:pt x="1332581" y="160728"/>
                </a:cubicBezTo>
                <a:lnTo>
                  <a:pt x="1332581" y="165112"/>
                </a:lnTo>
                <a:lnTo>
                  <a:pt x="1271090" y="165112"/>
                </a:lnTo>
                <a:lnTo>
                  <a:pt x="1271090" y="160728"/>
                </a:lnTo>
                <a:cubicBezTo>
                  <a:pt x="1276042" y="160322"/>
                  <a:pt x="1279390" y="158962"/>
                  <a:pt x="1281135" y="156649"/>
                </a:cubicBezTo>
                <a:cubicBezTo>
                  <a:pt x="1282881" y="154335"/>
                  <a:pt x="1283753" y="148227"/>
                  <a:pt x="1283753" y="138324"/>
                </a:cubicBezTo>
                <a:lnTo>
                  <a:pt x="1283753" y="75250"/>
                </a:lnTo>
                <a:cubicBezTo>
                  <a:pt x="1283753" y="68715"/>
                  <a:pt x="1283429" y="64550"/>
                  <a:pt x="1282779" y="62754"/>
                </a:cubicBezTo>
                <a:cubicBezTo>
                  <a:pt x="1281967" y="60466"/>
                  <a:pt x="1280790" y="58792"/>
                  <a:pt x="1279248" y="57731"/>
                </a:cubicBezTo>
                <a:cubicBezTo>
                  <a:pt x="1277706" y="56668"/>
                  <a:pt x="1274986" y="55933"/>
                  <a:pt x="1271090" y="55524"/>
                </a:cubicBezTo>
                <a:lnTo>
                  <a:pt x="1271090" y="51141"/>
                </a:lnTo>
                <a:lnTo>
                  <a:pt x="1317604" y="51141"/>
                </a:lnTo>
                <a:close/>
                <a:moveTo>
                  <a:pt x="1443910" y="148308"/>
                </a:moveTo>
                <a:cubicBezTo>
                  <a:pt x="1430029" y="160647"/>
                  <a:pt x="1417569" y="166816"/>
                  <a:pt x="1406529" y="166816"/>
                </a:cubicBezTo>
                <a:cubicBezTo>
                  <a:pt x="1400035" y="166816"/>
                  <a:pt x="1394637" y="164679"/>
                  <a:pt x="1390334" y="160405"/>
                </a:cubicBezTo>
                <a:cubicBezTo>
                  <a:pt x="1386032" y="156128"/>
                  <a:pt x="1383881" y="150773"/>
                  <a:pt x="1383881" y="144339"/>
                </a:cubicBezTo>
                <a:cubicBezTo>
                  <a:pt x="1383881" y="135623"/>
                  <a:pt x="1387615" y="127783"/>
                  <a:pt x="1395083" y="120820"/>
                </a:cubicBezTo>
                <a:cubicBezTo>
                  <a:pt x="1402551" y="113857"/>
                  <a:pt x="1418827" y="104592"/>
                  <a:pt x="1443910" y="93027"/>
                </a:cubicBezTo>
                <a:lnTo>
                  <a:pt x="1443910" y="81582"/>
                </a:lnTo>
                <a:cubicBezTo>
                  <a:pt x="1443910" y="72977"/>
                  <a:pt x="1443444" y="67559"/>
                  <a:pt x="1442510" y="65326"/>
                </a:cubicBezTo>
                <a:cubicBezTo>
                  <a:pt x="1441577" y="63094"/>
                  <a:pt x="1439811" y="61146"/>
                  <a:pt x="1437213" y="59482"/>
                </a:cubicBezTo>
                <a:cubicBezTo>
                  <a:pt x="1434616" y="57817"/>
                  <a:pt x="1431693" y="56985"/>
                  <a:pt x="1428446" y="56985"/>
                </a:cubicBezTo>
                <a:cubicBezTo>
                  <a:pt x="1423170" y="56985"/>
                  <a:pt x="1418827" y="58162"/>
                  <a:pt x="1415418" y="60517"/>
                </a:cubicBezTo>
                <a:cubicBezTo>
                  <a:pt x="1413307" y="61978"/>
                  <a:pt x="1412252" y="63682"/>
                  <a:pt x="1412252" y="65631"/>
                </a:cubicBezTo>
                <a:cubicBezTo>
                  <a:pt x="1412252" y="67335"/>
                  <a:pt x="1413388" y="69446"/>
                  <a:pt x="1415661" y="71962"/>
                </a:cubicBezTo>
                <a:cubicBezTo>
                  <a:pt x="1418746" y="75453"/>
                  <a:pt x="1420288" y="78822"/>
                  <a:pt x="1420288" y="82069"/>
                </a:cubicBezTo>
                <a:cubicBezTo>
                  <a:pt x="1420288" y="86046"/>
                  <a:pt x="1418807" y="89435"/>
                  <a:pt x="1415844" y="92236"/>
                </a:cubicBezTo>
                <a:cubicBezTo>
                  <a:pt x="1412881" y="95037"/>
                  <a:pt x="1409005" y="96437"/>
                  <a:pt x="1404215" y="96437"/>
                </a:cubicBezTo>
                <a:cubicBezTo>
                  <a:pt x="1399101" y="96437"/>
                  <a:pt x="1394819" y="94894"/>
                  <a:pt x="1391369" y="91810"/>
                </a:cubicBezTo>
                <a:cubicBezTo>
                  <a:pt x="1387919" y="88725"/>
                  <a:pt x="1386194" y="85113"/>
                  <a:pt x="1386194" y="80973"/>
                </a:cubicBezTo>
                <a:cubicBezTo>
                  <a:pt x="1386194" y="75128"/>
                  <a:pt x="1388508" y="69547"/>
                  <a:pt x="1393135" y="64230"/>
                </a:cubicBezTo>
                <a:cubicBezTo>
                  <a:pt x="1397762" y="58913"/>
                  <a:pt x="1404215" y="54834"/>
                  <a:pt x="1412495" y="51993"/>
                </a:cubicBezTo>
                <a:cubicBezTo>
                  <a:pt x="1420775" y="49152"/>
                  <a:pt x="1429380" y="47731"/>
                  <a:pt x="1438309" y="47731"/>
                </a:cubicBezTo>
                <a:cubicBezTo>
                  <a:pt x="1449106" y="47731"/>
                  <a:pt x="1457649" y="50031"/>
                  <a:pt x="1463940" y="54630"/>
                </a:cubicBezTo>
                <a:cubicBezTo>
                  <a:pt x="1470232" y="59227"/>
                  <a:pt x="1474311" y="64210"/>
                  <a:pt x="1476178" y="69580"/>
                </a:cubicBezTo>
                <a:cubicBezTo>
                  <a:pt x="1477314" y="72997"/>
                  <a:pt x="1477882" y="80849"/>
                  <a:pt x="1477882" y="93134"/>
                </a:cubicBezTo>
                <a:lnTo>
                  <a:pt x="1477882" y="137437"/>
                </a:lnTo>
                <a:cubicBezTo>
                  <a:pt x="1477882" y="142645"/>
                  <a:pt x="1478085" y="145921"/>
                  <a:pt x="1478491" y="147266"/>
                </a:cubicBezTo>
                <a:cubicBezTo>
                  <a:pt x="1478897" y="148607"/>
                  <a:pt x="1479506" y="149604"/>
                  <a:pt x="1480318" y="150256"/>
                </a:cubicBezTo>
                <a:cubicBezTo>
                  <a:pt x="1481129" y="150906"/>
                  <a:pt x="1482063" y="151230"/>
                  <a:pt x="1483118" y="151230"/>
                </a:cubicBezTo>
                <a:cubicBezTo>
                  <a:pt x="1485229" y="151230"/>
                  <a:pt x="1487380" y="149729"/>
                  <a:pt x="1489572" y="146725"/>
                </a:cubicBezTo>
                <a:lnTo>
                  <a:pt x="1493225" y="149648"/>
                </a:lnTo>
                <a:cubicBezTo>
                  <a:pt x="1489166" y="155655"/>
                  <a:pt x="1484965" y="160018"/>
                  <a:pt x="1480622" y="162737"/>
                </a:cubicBezTo>
                <a:cubicBezTo>
                  <a:pt x="1476279" y="165457"/>
                  <a:pt x="1471348" y="166816"/>
                  <a:pt x="1465828" y="166816"/>
                </a:cubicBezTo>
                <a:cubicBezTo>
                  <a:pt x="1459334" y="166816"/>
                  <a:pt x="1454260" y="165284"/>
                  <a:pt x="1450607" y="162220"/>
                </a:cubicBezTo>
                <a:cubicBezTo>
                  <a:pt x="1446954" y="159155"/>
                  <a:pt x="1444722" y="154518"/>
                  <a:pt x="1443910" y="148308"/>
                </a:cubicBezTo>
                <a:moveTo>
                  <a:pt x="1443910" y="139298"/>
                </a:moveTo>
                <a:lnTo>
                  <a:pt x="1443910" y="101208"/>
                </a:lnTo>
                <a:cubicBezTo>
                  <a:pt x="1434088" y="107000"/>
                  <a:pt x="1426782" y="113200"/>
                  <a:pt x="1421993" y="119808"/>
                </a:cubicBezTo>
                <a:cubicBezTo>
                  <a:pt x="1418827" y="124212"/>
                  <a:pt x="1417244" y="128657"/>
                  <a:pt x="1417244" y="133145"/>
                </a:cubicBezTo>
                <a:cubicBezTo>
                  <a:pt x="1417244" y="136897"/>
                  <a:pt x="1418583" y="140201"/>
                  <a:pt x="1421262" y="143057"/>
                </a:cubicBezTo>
                <a:cubicBezTo>
                  <a:pt x="1423292" y="145259"/>
                  <a:pt x="1426133" y="146360"/>
                  <a:pt x="1429786" y="146360"/>
                </a:cubicBezTo>
                <a:cubicBezTo>
                  <a:pt x="1433845" y="146360"/>
                  <a:pt x="1438553" y="144006"/>
                  <a:pt x="1443910" y="139298"/>
                </a:cubicBezTo>
                <a:close/>
                <a:moveTo>
                  <a:pt x="1599620" y="135671"/>
                </a:moveTo>
                <a:lnTo>
                  <a:pt x="1603395" y="138590"/>
                </a:lnTo>
                <a:cubicBezTo>
                  <a:pt x="1598037" y="148689"/>
                  <a:pt x="1591360" y="156203"/>
                  <a:pt x="1583364" y="161131"/>
                </a:cubicBezTo>
                <a:cubicBezTo>
                  <a:pt x="1575369" y="166058"/>
                  <a:pt x="1566865" y="168521"/>
                  <a:pt x="1557855" y="168521"/>
                </a:cubicBezTo>
                <a:cubicBezTo>
                  <a:pt x="1542675" y="168521"/>
                  <a:pt x="1530539" y="162793"/>
                  <a:pt x="1521448" y="151337"/>
                </a:cubicBezTo>
                <a:cubicBezTo>
                  <a:pt x="1512356" y="139879"/>
                  <a:pt x="1507810" y="126105"/>
                  <a:pt x="1507810" y="110017"/>
                </a:cubicBezTo>
                <a:cubicBezTo>
                  <a:pt x="1507810" y="94495"/>
                  <a:pt x="1511950" y="80843"/>
                  <a:pt x="1520230" y="69063"/>
                </a:cubicBezTo>
                <a:cubicBezTo>
                  <a:pt x="1530215" y="54842"/>
                  <a:pt x="1543974" y="47731"/>
                  <a:pt x="1561508" y="47731"/>
                </a:cubicBezTo>
                <a:cubicBezTo>
                  <a:pt x="1573278" y="47731"/>
                  <a:pt x="1582634" y="50703"/>
                  <a:pt x="1589574" y="56647"/>
                </a:cubicBezTo>
                <a:cubicBezTo>
                  <a:pt x="1596515" y="62588"/>
                  <a:pt x="1599985" y="69221"/>
                  <a:pt x="1599985" y="76547"/>
                </a:cubicBezTo>
                <a:cubicBezTo>
                  <a:pt x="1599985" y="81187"/>
                  <a:pt x="1598585" y="84891"/>
                  <a:pt x="1595784" y="87658"/>
                </a:cubicBezTo>
                <a:cubicBezTo>
                  <a:pt x="1592984" y="90426"/>
                  <a:pt x="1589311" y="91810"/>
                  <a:pt x="1584765" y="91810"/>
                </a:cubicBezTo>
                <a:cubicBezTo>
                  <a:pt x="1579975" y="91810"/>
                  <a:pt x="1576018" y="90222"/>
                  <a:pt x="1572893" y="87046"/>
                </a:cubicBezTo>
                <a:cubicBezTo>
                  <a:pt x="1569768" y="83867"/>
                  <a:pt x="1567840" y="78205"/>
                  <a:pt x="1567109" y="70060"/>
                </a:cubicBezTo>
                <a:cubicBezTo>
                  <a:pt x="1566622" y="64928"/>
                  <a:pt x="1565445" y="61344"/>
                  <a:pt x="1563578" y="59307"/>
                </a:cubicBezTo>
                <a:cubicBezTo>
                  <a:pt x="1561711" y="57272"/>
                  <a:pt x="1559519" y="56255"/>
                  <a:pt x="1557003" y="56255"/>
                </a:cubicBezTo>
                <a:cubicBezTo>
                  <a:pt x="1553106" y="56255"/>
                  <a:pt x="1549778" y="58325"/>
                  <a:pt x="1547018" y="62465"/>
                </a:cubicBezTo>
                <a:cubicBezTo>
                  <a:pt x="1542797" y="68715"/>
                  <a:pt x="1540686" y="78294"/>
                  <a:pt x="1540686" y="91201"/>
                </a:cubicBezTo>
                <a:cubicBezTo>
                  <a:pt x="1540686" y="101916"/>
                  <a:pt x="1542391" y="112165"/>
                  <a:pt x="1545800" y="121946"/>
                </a:cubicBezTo>
                <a:cubicBezTo>
                  <a:pt x="1549210" y="131728"/>
                  <a:pt x="1553877" y="139014"/>
                  <a:pt x="1559803" y="143803"/>
                </a:cubicBezTo>
                <a:cubicBezTo>
                  <a:pt x="1564268" y="147293"/>
                  <a:pt x="1569544" y="149039"/>
                  <a:pt x="1575632" y="149039"/>
                </a:cubicBezTo>
                <a:cubicBezTo>
                  <a:pt x="1579610" y="149039"/>
                  <a:pt x="1583385" y="148108"/>
                  <a:pt x="1586957" y="146246"/>
                </a:cubicBezTo>
                <a:cubicBezTo>
                  <a:pt x="1590528" y="144381"/>
                  <a:pt x="1594749" y="140856"/>
                  <a:pt x="1599620" y="135671"/>
                </a:cubicBezTo>
                <a:close/>
                <a:moveTo>
                  <a:pt x="1662610" y="9254"/>
                </a:moveTo>
                <a:lnTo>
                  <a:pt x="1662610" y="51141"/>
                </a:lnTo>
                <a:lnTo>
                  <a:pt x="1689641" y="51141"/>
                </a:lnTo>
                <a:lnTo>
                  <a:pt x="1689641" y="63074"/>
                </a:lnTo>
                <a:lnTo>
                  <a:pt x="1662610" y="63074"/>
                </a:lnTo>
                <a:lnTo>
                  <a:pt x="1662610" y="133521"/>
                </a:lnTo>
                <a:cubicBezTo>
                  <a:pt x="1662610" y="140114"/>
                  <a:pt x="1662914" y="144367"/>
                  <a:pt x="1663523" y="146280"/>
                </a:cubicBezTo>
                <a:cubicBezTo>
                  <a:pt x="1664132" y="148193"/>
                  <a:pt x="1665207" y="149740"/>
                  <a:pt x="1666750" y="150922"/>
                </a:cubicBezTo>
                <a:cubicBezTo>
                  <a:pt x="1668292" y="152102"/>
                  <a:pt x="1669713" y="152692"/>
                  <a:pt x="1671012" y="152692"/>
                </a:cubicBezTo>
                <a:cubicBezTo>
                  <a:pt x="1676288" y="152692"/>
                  <a:pt x="1681280" y="148633"/>
                  <a:pt x="1685988" y="140515"/>
                </a:cubicBezTo>
                <a:lnTo>
                  <a:pt x="1689641" y="143221"/>
                </a:lnTo>
                <a:cubicBezTo>
                  <a:pt x="1683066" y="158951"/>
                  <a:pt x="1672392" y="166816"/>
                  <a:pt x="1657618" y="166816"/>
                </a:cubicBezTo>
                <a:cubicBezTo>
                  <a:pt x="1650393" y="166816"/>
                  <a:pt x="1644284" y="164801"/>
                  <a:pt x="1639292" y="160770"/>
                </a:cubicBezTo>
                <a:cubicBezTo>
                  <a:pt x="1634300" y="156736"/>
                  <a:pt x="1631114" y="152235"/>
                  <a:pt x="1629734" y="147266"/>
                </a:cubicBezTo>
                <a:cubicBezTo>
                  <a:pt x="1628922" y="144495"/>
                  <a:pt x="1628516" y="137001"/>
                  <a:pt x="1628516" y="124781"/>
                </a:cubicBezTo>
                <a:lnTo>
                  <a:pt x="1628516" y="63074"/>
                </a:lnTo>
                <a:lnTo>
                  <a:pt x="1613661" y="63074"/>
                </a:lnTo>
                <a:lnTo>
                  <a:pt x="1613661" y="58800"/>
                </a:lnTo>
                <a:cubicBezTo>
                  <a:pt x="1623889" y="51561"/>
                  <a:pt x="1632595" y="43954"/>
                  <a:pt x="1639779" y="35981"/>
                </a:cubicBezTo>
                <a:cubicBezTo>
                  <a:pt x="1646963" y="28008"/>
                  <a:pt x="1653234" y="19099"/>
                  <a:pt x="1658592" y="9254"/>
                </a:cubicBezTo>
                <a:lnTo>
                  <a:pt x="1662610" y="9254"/>
                </a:lnTo>
                <a:close/>
                <a:moveTo>
                  <a:pt x="1753626" y="47731"/>
                </a:moveTo>
                <a:cubicBezTo>
                  <a:pt x="1763529" y="47731"/>
                  <a:pt x="1772742" y="50291"/>
                  <a:pt x="1781266" y="55410"/>
                </a:cubicBezTo>
                <a:cubicBezTo>
                  <a:pt x="1789789" y="60529"/>
                  <a:pt x="1796263" y="67802"/>
                  <a:pt x="1800687" y="77229"/>
                </a:cubicBezTo>
                <a:cubicBezTo>
                  <a:pt x="1805111" y="86655"/>
                  <a:pt x="1807323" y="96975"/>
                  <a:pt x="1807323" y="108187"/>
                </a:cubicBezTo>
                <a:cubicBezTo>
                  <a:pt x="1807323" y="124356"/>
                  <a:pt x="1803224" y="137886"/>
                  <a:pt x="1795025" y="148776"/>
                </a:cubicBezTo>
                <a:cubicBezTo>
                  <a:pt x="1785122" y="161939"/>
                  <a:pt x="1771444" y="168521"/>
                  <a:pt x="1753991" y="168521"/>
                </a:cubicBezTo>
                <a:cubicBezTo>
                  <a:pt x="1736863" y="168521"/>
                  <a:pt x="1723672" y="162508"/>
                  <a:pt x="1714418" y="150481"/>
                </a:cubicBezTo>
                <a:cubicBezTo>
                  <a:pt x="1705164" y="138454"/>
                  <a:pt x="1700537" y="124519"/>
                  <a:pt x="1700537" y="108674"/>
                </a:cubicBezTo>
                <a:cubicBezTo>
                  <a:pt x="1700537" y="92343"/>
                  <a:pt x="1705265" y="78103"/>
                  <a:pt x="1714722" y="65954"/>
                </a:cubicBezTo>
                <a:cubicBezTo>
                  <a:pt x="1724179" y="53806"/>
                  <a:pt x="1737147" y="47731"/>
                  <a:pt x="1753626" y="47731"/>
                </a:cubicBezTo>
                <a:moveTo>
                  <a:pt x="1754113" y="56255"/>
                </a:moveTo>
                <a:cubicBezTo>
                  <a:pt x="1749973" y="56255"/>
                  <a:pt x="1746421" y="57820"/>
                  <a:pt x="1743458" y="60950"/>
                </a:cubicBezTo>
                <a:cubicBezTo>
                  <a:pt x="1740495" y="64078"/>
                  <a:pt x="1738547" y="70254"/>
                  <a:pt x="1737614" y="79477"/>
                </a:cubicBezTo>
                <a:cubicBezTo>
                  <a:pt x="1736680" y="88701"/>
                  <a:pt x="1736213" y="101522"/>
                  <a:pt x="1736213" y="117940"/>
                </a:cubicBezTo>
                <a:cubicBezTo>
                  <a:pt x="1736213" y="126635"/>
                  <a:pt x="1736782" y="134763"/>
                  <a:pt x="1737918" y="142323"/>
                </a:cubicBezTo>
                <a:cubicBezTo>
                  <a:pt x="1738811" y="148091"/>
                  <a:pt x="1740719" y="152480"/>
                  <a:pt x="1743641" y="155488"/>
                </a:cubicBezTo>
                <a:cubicBezTo>
                  <a:pt x="1746563" y="158494"/>
                  <a:pt x="1749892" y="159997"/>
                  <a:pt x="1753626" y="159997"/>
                </a:cubicBezTo>
                <a:cubicBezTo>
                  <a:pt x="1757279" y="159997"/>
                  <a:pt x="1760323" y="158982"/>
                  <a:pt x="1762758" y="156950"/>
                </a:cubicBezTo>
                <a:cubicBezTo>
                  <a:pt x="1765924" y="154187"/>
                  <a:pt x="1768034" y="150326"/>
                  <a:pt x="1769090" y="145367"/>
                </a:cubicBezTo>
                <a:cubicBezTo>
                  <a:pt x="1770713" y="137647"/>
                  <a:pt x="1771525" y="122044"/>
                  <a:pt x="1771525" y="98556"/>
                </a:cubicBezTo>
                <a:cubicBezTo>
                  <a:pt x="1771525" y="84741"/>
                  <a:pt x="1770754" y="75254"/>
                  <a:pt x="1769211" y="70094"/>
                </a:cubicBezTo>
                <a:cubicBezTo>
                  <a:pt x="1767669" y="64932"/>
                  <a:pt x="1765396" y="61172"/>
                  <a:pt x="1762393" y="58816"/>
                </a:cubicBezTo>
                <a:cubicBezTo>
                  <a:pt x="1760282" y="57108"/>
                  <a:pt x="1757522" y="56255"/>
                  <a:pt x="1754113" y="56255"/>
                </a:cubicBezTo>
                <a:close/>
                <a:moveTo>
                  <a:pt x="1872806" y="51141"/>
                </a:moveTo>
                <a:lnTo>
                  <a:pt x="1872806" y="76955"/>
                </a:lnTo>
                <a:cubicBezTo>
                  <a:pt x="1880355" y="65184"/>
                  <a:pt x="1886971" y="57371"/>
                  <a:pt x="1892653" y="53515"/>
                </a:cubicBezTo>
                <a:cubicBezTo>
                  <a:pt x="1898336" y="49659"/>
                  <a:pt x="1903815" y="47731"/>
                  <a:pt x="1909091" y="47731"/>
                </a:cubicBezTo>
                <a:cubicBezTo>
                  <a:pt x="1913637" y="47731"/>
                  <a:pt x="1917270" y="49137"/>
                  <a:pt x="1919989" y="51947"/>
                </a:cubicBezTo>
                <a:cubicBezTo>
                  <a:pt x="1922709" y="54758"/>
                  <a:pt x="1924068" y="58729"/>
                  <a:pt x="1924068" y="63861"/>
                </a:cubicBezTo>
                <a:cubicBezTo>
                  <a:pt x="1924068" y="69320"/>
                  <a:pt x="1922749" y="73558"/>
                  <a:pt x="1920111" y="76574"/>
                </a:cubicBezTo>
                <a:cubicBezTo>
                  <a:pt x="1917473" y="79588"/>
                  <a:pt x="1914287" y="81095"/>
                  <a:pt x="1910553" y="81095"/>
                </a:cubicBezTo>
                <a:cubicBezTo>
                  <a:pt x="1906250" y="81095"/>
                  <a:pt x="1902516" y="79715"/>
                  <a:pt x="1899350" y="76955"/>
                </a:cubicBezTo>
                <a:cubicBezTo>
                  <a:pt x="1896184" y="74195"/>
                  <a:pt x="1894317" y="72652"/>
                  <a:pt x="1893749" y="72328"/>
                </a:cubicBezTo>
                <a:cubicBezTo>
                  <a:pt x="1892937" y="71841"/>
                  <a:pt x="1892004" y="71597"/>
                  <a:pt x="1890949" y="71597"/>
                </a:cubicBezTo>
                <a:cubicBezTo>
                  <a:pt x="1888595" y="71597"/>
                  <a:pt x="1886362" y="72490"/>
                  <a:pt x="1884252" y="74276"/>
                </a:cubicBezTo>
                <a:cubicBezTo>
                  <a:pt x="1880923" y="77036"/>
                  <a:pt x="1878407" y="80973"/>
                  <a:pt x="1876702" y="86087"/>
                </a:cubicBezTo>
                <a:cubicBezTo>
                  <a:pt x="1874105" y="93961"/>
                  <a:pt x="1872806" y="102647"/>
                  <a:pt x="1872806" y="112144"/>
                </a:cubicBezTo>
                <a:lnTo>
                  <a:pt x="1872806" y="138324"/>
                </a:lnTo>
                <a:lnTo>
                  <a:pt x="1872928" y="145142"/>
                </a:lnTo>
                <a:cubicBezTo>
                  <a:pt x="1872928" y="149769"/>
                  <a:pt x="1873212" y="152732"/>
                  <a:pt x="1873780" y="154031"/>
                </a:cubicBezTo>
                <a:cubicBezTo>
                  <a:pt x="1874754" y="156223"/>
                  <a:pt x="1876195" y="157826"/>
                  <a:pt x="1878103" y="158841"/>
                </a:cubicBezTo>
                <a:cubicBezTo>
                  <a:pt x="1880010" y="159855"/>
                  <a:pt x="1883237" y="160485"/>
                  <a:pt x="1887783" y="160728"/>
                </a:cubicBezTo>
                <a:lnTo>
                  <a:pt x="1887783" y="165112"/>
                </a:lnTo>
                <a:lnTo>
                  <a:pt x="1826292" y="165112"/>
                </a:lnTo>
                <a:lnTo>
                  <a:pt x="1826292" y="160728"/>
                </a:lnTo>
                <a:cubicBezTo>
                  <a:pt x="1831244" y="160322"/>
                  <a:pt x="1834592" y="158962"/>
                  <a:pt x="1836338" y="156649"/>
                </a:cubicBezTo>
                <a:cubicBezTo>
                  <a:pt x="1838083" y="154335"/>
                  <a:pt x="1838956" y="148227"/>
                  <a:pt x="1838956" y="138324"/>
                </a:cubicBezTo>
                <a:lnTo>
                  <a:pt x="1838956" y="75250"/>
                </a:lnTo>
                <a:cubicBezTo>
                  <a:pt x="1838956" y="68715"/>
                  <a:pt x="1838631" y="64550"/>
                  <a:pt x="1837981" y="62754"/>
                </a:cubicBezTo>
                <a:cubicBezTo>
                  <a:pt x="1837170" y="60466"/>
                  <a:pt x="1835993" y="58792"/>
                  <a:pt x="1834450" y="57731"/>
                </a:cubicBezTo>
                <a:cubicBezTo>
                  <a:pt x="1832908" y="56668"/>
                  <a:pt x="1830189" y="55933"/>
                  <a:pt x="1826292" y="55524"/>
                </a:cubicBezTo>
                <a:lnTo>
                  <a:pt x="1826292" y="51141"/>
                </a:lnTo>
                <a:lnTo>
                  <a:pt x="1872806" y="511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C99D1-BB79-4182-9442-D8CB25A9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494" y="5731225"/>
            <a:ext cx="661867" cy="326246"/>
          </a:xfrm>
          <a:custGeom xmlns:a="http://schemas.openxmlformats.org/drawingml/2006/main">
            <a:pathLst>
              <a:path w="661867" h="326246">
                <a:moveTo>
                  <a:pt x="661867" y="163123"/>
                </a:moveTo>
                <a:lnTo>
                  <a:pt x="498744" y="326246"/>
                </a:lnTo>
                <a:lnTo>
                  <a:pt x="498744" y="244685"/>
                </a:lnTo>
                <a:lnTo>
                  <a:pt x="0" y="244685"/>
                </a:lnTo>
                <a:lnTo>
                  <a:pt x="0" y="81562"/>
                </a:lnTo>
                <a:lnTo>
                  <a:pt x="498744" y="81562"/>
                </a:lnTo>
                <a:lnTo>
                  <a:pt x="498744" y="0"/>
                </a:lnTo>
                <a:lnTo>
                  <a:pt x="661867" y="1631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EDB49-BC9B-4356-9918-261ACF4A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494" y="5731225"/>
            <a:ext cx="661867" cy="326246"/>
          </a:xfrm>
          <a:custGeom xmlns:a="http://schemas.openxmlformats.org/drawingml/2006/main">
            <a:pathLst>
              <a:path w="661867" h="326246" fill="none">
                <a:moveTo>
                  <a:pt x="661867" y="163123"/>
                </a:moveTo>
                <a:lnTo>
                  <a:pt x="498744" y="326246"/>
                </a:lnTo>
                <a:lnTo>
                  <a:pt x="498744" y="244685"/>
                </a:lnTo>
                <a:lnTo>
                  <a:pt x="0" y="244685"/>
                </a:lnTo>
                <a:lnTo>
                  <a:pt x="0" y="81562"/>
                </a:lnTo>
                <a:lnTo>
                  <a:pt x="498744" y="81562"/>
                </a:lnTo>
                <a:lnTo>
                  <a:pt x="498744" y="0"/>
                </a:lnTo>
                <a:lnTo>
                  <a:pt x="661867" y="1631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A5A5A5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E0B64-230C-45C0-B681-B6195B7D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216" y="5731225"/>
            <a:ext cx="661867" cy="326246"/>
          </a:xfrm>
          <a:custGeom xmlns:a="http://schemas.openxmlformats.org/drawingml/2006/main">
            <a:pathLst>
              <a:path w="661867" h="326246">
                <a:moveTo>
                  <a:pt x="0" y="163123"/>
                </a:moveTo>
                <a:lnTo>
                  <a:pt x="163123" y="0"/>
                </a:lnTo>
                <a:lnTo>
                  <a:pt x="163123" y="81562"/>
                </a:lnTo>
                <a:lnTo>
                  <a:pt x="661867" y="81562"/>
                </a:lnTo>
                <a:lnTo>
                  <a:pt x="661867" y="244685"/>
                </a:lnTo>
                <a:lnTo>
                  <a:pt x="163123" y="244685"/>
                </a:lnTo>
                <a:lnTo>
                  <a:pt x="163123" y="326246"/>
                </a:lnTo>
                <a:lnTo>
                  <a:pt x="0" y="1631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08135-C5AA-46D0-A129-9ACC39E2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216" y="5731225"/>
            <a:ext cx="661867" cy="326246"/>
          </a:xfrm>
          <a:custGeom xmlns:a="http://schemas.openxmlformats.org/drawingml/2006/main">
            <a:pathLst>
              <a:path w="661867" h="326246" fill="none">
                <a:moveTo>
                  <a:pt x="0" y="163123"/>
                </a:moveTo>
                <a:lnTo>
                  <a:pt x="163123" y="0"/>
                </a:lnTo>
                <a:lnTo>
                  <a:pt x="163123" y="81562"/>
                </a:lnTo>
                <a:lnTo>
                  <a:pt x="661867" y="81562"/>
                </a:lnTo>
                <a:lnTo>
                  <a:pt x="661867" y="244685"/>
                </a:lnTo>
                <a:lnTo>
                  <a:pt x="163123" y="244685"/>
                </a:lnTo>
                <a:lnTo>
                  <a:pt x="163123" y="326246"/>
                </a:lnTo>
                <a:lnTo>
                  <a:pt x="0" y="1631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A5A5A5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3EC6B-2449-4A0C-8EB3-8F609181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310" y="5719975"/>
            <a:ext cx="661867" cy="326246"/>
          </a:xfrm>
          <a:custGeom xmlns:a="http://schemas.openxmlformats.org/drawingml/2006/main">
            <a:pathLst>
              <a:path w="661867" h="326246">
                <a:moveTo>
                  <a:pt x="0" y="163123"/>
                </a:moveTo>
                <a:lnTo>
                  <a:pt x="163123" y="0"/>
                </a:lnTo>
                <a:lnTo>
                  <a:pt x="163123" y="81562"/>
                </a:lnTo>
                <a:lnTo>
                  <a:pt x="661867" y="81562"/>
                </a:lnTo>
                <a:lnTo>
                  <a:pt x="661867" y="244685"/>
                </a:lnTo>
                <a:lnTo>
                  <a:pt x="163123" y="244685"/>
                </a:lnTo>
                <a:lnTo>
                  <a:pt x="163123" y="326246"/>
                </a:lnTo>
                <a:lnTo>
                  <a:pt x="0" y="1631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F3A7B-7129-4C42-A8A8-96887003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310" y="5719975"/>
            <a:ext cx="661867" cy="326246"/>
          </a:xfrm>
          <a:custGeom xmlns:a="http://schemas.openxmlformats.org/drawingml/2006/main">
            <a:pathLst>
              <a:path w="661867" h="326246" fill="none">
                <a:moveTo>
                  <a:pt x="0" y="163123"/>
                </a:moveTo>
                <a:lnTo>
                  <a:pt x="163123" y="0"/>
                </a:lnTo>
                <a:lnTo>
                  <a:pt x="163123" y="81562"/>
                </a:lnTo>
                <a:lnTo>
                  <a:pt x="661867" y="81562"/>
                </a:lnTo>
                <a:lnTo>
                  <a:pt x="661867" y="244685"/>
                </a:lnTo>
                <a:lnTo>
                  <a:pt x="163123" y="244685"/>
                </a:lnTo>
                <a:lnTo>
                  <a:pt x="163123" y="326246"/>
                </a:lnTo>
                <a:lnTo>
                  <a:pt x="0" y="1631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A5A5A5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C2FE0-0F0C-4786-88A7-B7F4E863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1" y="2519389"/>
            <a:ext cx="14328779" cy="10"/>
          </a:xfrm>
          <a:custGeom xmlns:a="http://schemas.openxmlformats.org/drawingml/2006/main">
            <a:pathLst>
              <a:path w="14328779" h="1" fill="none">
                <a:moveTo>
                  <a:pt x="0" y="0"/>
                </a:moveTo>
                <a:lnTo>
                  <a:pt x="143287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0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52" name="Text Iteration𝟏">
            <a:extLst xmlns:a="http://schemas.openxmlformats.org/drawingml/2006/main">
              <a:ext uri="{FF2B5EF4-FFF2-40B4-BE49-F238E27FC236}">
                <a16:creationId xmlns:a16="http://schemas.microsoft.com/office/drawing/2014/main" id="{635E506B-572B-4659-B61F-41E67AC4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55" y="2200581"/>
            <a:ext cx="1276224" cy="194181"/>
          </a:xfrm>
          <a:custGeom xmlns:a="http://schemas.openxmlformats.org/drawingml/2006/main">
            <a:pathLst>
              <a:path w="1276224" h="194181">
                <a:moveTo>
                  <a:pt x="97365" y="185392"/>
                </a:moveTo>
                <a:lnTo>
                  <a:pt x="97365" y="190336"/>
                </a:lnTo>
                <a:lnTo>
                  <a:pt x="0" y="190336"/>
                </a:lnTo>
                <a:lnTo>
                  <a:pt x="0" y="185392"/>
                </a:lnTo>
                <a:lnTo>
                  <a:pt x="6180" y="185392"/>
                </a:lnTo>
                <a:cubicBezTo>
                  <a:pt x="11581" y="185392"/>
                  <a:pt x="15930" y="184426"/>
                  <a:pt x="19226" y="182495"/>
                </a:cubicBezTo>
                <a:cubicBezTo>
                  <a:pt x="21606" y="181205"/>
                  <a:pt x="23437" y="178996"/>
                  <a:pt x="24719" y="175869"/>
                </a:cubicBezTo>
                <a:cubicBezTo>
                  <a:pt x="25726" y="173661"/>
                  <a:pt x="26230" y="167863"/>
                  <a:pt x="26230" y="158476"/>
                </a:cubicBezTo>
                <a:lnTo>
                  <a:pt x="26230" y="35980"/>
                </a:lnTo>
                <a:cubicBezTo>
                  <a:pt x="26230" y="26410"/>
                  <a:pt x="25726" y="20429"/>
                  <a:pt x="24719" y="18037"/>
                </a:cubicBezTo>
                <a:cubicBezTo>
                  <a:pt x="23712" y="15642"/>
                  <a:pt x="21675" y="13548"/>
                  <a:pt x="18608" y="11754"/>
                </a:cubicBezTo>
                <a:cubicBezTo>
                  <a:pt x="15541" y="9961"/>
                  <a:pt x="11398" y="9064"/>
                  <a:pt x="6180" y="9064"/>
                </a:cubicBezTo>
                <a:lnTo>
                  <a:pt x="0" y="9064"/>
                </a:lnTo>
                <a:lnTo>
                  <a:pt x="0" y="4120"/>
                </a:lnTo>
                <a:lnTo>
                  <a:pt x="97365" y="4120"/>
                </a:lnTo>
                <a:lnTo>
                  <a:pt x="97365" y="9064"/>
                </a:lnTo>
                <a:lnTo>
                  <a:pt x="91185" y="9064"/>
                </a:lnTo>
                <a:cubicBezTo>
                  <a:pt x="85784" y="9064"/>
                  <a:pt x="81435" y="10029"/>
                  <a:pt x="78139" y="11960"/>
                </a:cubicBezTo>
                <a:cubicBezTo>
                  <a:pt x="75759" y="13251"/>
                  <a:pt x="73882" y="15459"/>
                  <a:pt x="72509" y="18586"/>
                </a:cubicBezTo>
                <a:cubicBezTo>
                  <a:pt x="71502" y="20795"/>
                  <a:pt x="70998" y="26593"/>
                  <a:pt x="70998" y="35980"/>
                </a:cubicBezTo>
                <a:lnTo>
                  <a:pt x="70998" y="158476"/>
                </a:lnTo>
                <a:cubicBezTo>
                  <a:pt x="70998" y="168046"/>
                  <a:pt x="71525" y="174028"/>
                  <a:pt x="72578" y="176423"/>
                </a:cubicBezTo>
                <a:cubicBezTo>
                  <a:pt x="73630" y="178815"/>
                  <a:pt x="75690" y="180907"/>
                  <a:pt x="78757" y="182701"/>
                </a:cubicBezTo>
                <a:cubicBezTo>
                  <a:pt x="81824" y="184495"/>
                  <a:pt x="85967" y="185392"/>
                  <a:pt x="91185" y="185392"/>
                </a:cubicBezTo>
                <a:lnTo>
                  <a:pt x="97365" y="185392"/>
                </a:lnTo>
                <a:close/>
                <a:moveTo>
                  <a:pt x="163552" y="14557"/>
                </a:moveTo>
                <a:lnTo>
                  <a:pt x="163552" y="61797"/>
                </a:lnTo>
                <a:lnTo>
                  <a:pt x="194038" y="61797"/>
                </a:lnTo>
                <a:lnTo>
                  <a:pt x="194038" y="75255"/>
                </a:lnTo>
                <a:lnTo>
                  <a:pt x="163552" y="75255"/>
                </a:lnTo>
                <a:lnTo>
                  <a:pt x="163552" y="154708"/>
                </a:lnTo>
                <a:cubicBezTo>
                  <a:pt x="163552" y="162144"/>
                  <a:pt x="163895" y="166940"/>
                  <a:pt x="164582" y="169097"/>
                </a:cubicBezTo>
                <a:cubicBezTo>
                  <a:pt x="165268" y="171254"/>
                  <a:pt x="166481" y="173000"/>
                  <a:pt x="168221" y="174333"/>
                </a:cubicBezTo>
                <a:cubicBezTo>
                  <a:pt x="169960" y="175663"/>
                  <a:pt x="171563" y="176328"/>
                  <a:pt x="173027" y="176328"/>
                </a:cubicBezTo>
                <a:cubicBezTo>
                  <a:pt x="178978" y="176328"/>
                  <a:pt x="184609" y="171751"/>
                  <a:pt x="189919" y="162596"/>
                </a:cubicBezTo>
                <a:lnTo>
                  <a:pt x="194038" y="165647"/>
                </a:lnTo>
                <a:cubicBezTo>
                  <a:pt x="186623" y="183388"/>
                  <a:pt x="174584" y="192258"/>
                  <a:pt x="157921" y="192258"/>
                </a:cubicBezTo>
                <a:cubicBezTo>
                  <a:pt x="149773" y="192258"/>
                  <a:pt x="142884" y="189985"/>
                  <a:pt x="137254" y="185439"/>
                </a:cubicBezTo>
                <a:cubicBezTo>
                  <a:pt x="131623" y="180890"/>
                  <a:pt x="128030" y="175813"/>
                  <a:pt x="126473" y="170209"/>
                </a:cubicBezTo>
                <a:cubicBezTo>
                  <a:pt x="125558" y="167085"/>
                  <a:pt x="125100" y="158632"/>
                  <a:pt x="125100" y="144850"/>
                </a:cubicBezTo>
                <a:lnTo>
                  <a:pt x="125100" y="75255"/>
                </a:lnTo>
                <a:lnTo>
                  <a:pt x="108346" y="75255"/>
                </a:lnTo>
                <a:lnTo>
                  <a:pt x="108346" y="70436"/>
                </a:lnTo>
                <a:cubicBezTo>
                  <a:pt x="119882" y="62271"/>
                  <a:pt x="129701" y="53692"/>
                  <a:pt x="137803" y="44700"/>
                </a:cubicBezTo>
                <a:cubicBezTo>
                  <a:pt x="145905" y="35708"/>
                  <a:pt x="152978" y="25660"/>
                  <a:pt x="159020" y="14557"/>
                </a:cubicBezTo>
                <a:lnTo>
                  <a:pt x="163552" y="14557"/>
                </a:lnTo>
                <a:close/>
                <a:moveTo>
                  <a:pt x="315022" y="121397"/>
                </a:moveTo>
                <a:lnTo>
                  <a:pt x="244573" y="121397"/>
                </a:lnTo>
                <a:cubicBezTo>
                  <a:pt x="245397" y="138472"/>
                  <a:pt x="249928" y="151966"/>
                  <a:pt x="258168" y="161879"/>
                </a:cubicBezTo>
                <a:cubicBezTo>
                  <a:pt x="264485" y="169498"/>
                  <a:pt x="272084" y="173307"/>
                  <a:pt x="280964" y="173307"/>
                </a:cubicBezTo>
                <a:cubicBezTo>
                  <a:pt x="286458" y="173307"/>
                  <a:pt x="291447" y="171774"/>
                  <a:pt x="295933" y="168707"/>
                </a:cubicBezTo>
                <a:cubicBezTo>
                  <a:pt x="300419" y="165640"/>
                  <a:pt x="305226" y="160124"/>
                  <a:pt x="310353" y="152159"/>
                </a:cubicBezTo>
                <a:lnTo>
                  <a:pt x="315022" y="155180"/>
                </a:lnTo>
                <a:cubicBezTo>
                  <a:pt x="308064" y="169371"/>
                  <a:pt x="300373" y="179418"/>
                  <a:pt x="291951" y="185323"/>
                </a:cubicBezTo>
                <a:cubicBezTo>
                  <a:pt x="283528" y="191228"/>
                  <a:pt x="273778" y="194181"/>
                  <a:pt x="262700" y="194181"/>
                </a:cubicBezTo>
                <a:cubicBezTo>
                  <a:pt x="243657" y="194181"/>
                  <a:pt x="229238" y="186850"/>
                  <a:pt x="219442" y="172187"/>
                </a:cubicBezTo>
                <a:cubicBezTo>
                  <a:pt x="211568" y="160366"/>
                  <a:pt x="207632" y="145703"/>
                  <a:pt x="207632" y="128199"/>
                </a:cubicBezTo>
                <a:cubicBezTo>
                  <a:pt x="207632" y="106753"/>
                  <a:pt x="213422" y="89685"/>
                  <a:pt x="225004" y="76993"/>
                </a:cubicBezTo>
                <a:cubicBezTo>
                  <a:pt x="236585" y="64299"/>
                  <a:pt x="250157" y="57952"/>
                  <a:pt x="265721" y="57952"/>
                </a:cubicBezTo>
                <a:cubicBezTo>
                  <a:pt x="278721" y="57952"/>
                  <a:pt x="290005" y="63285"/>
                  <a:pt x="299572" y="73951"/>
                </a:cubicBezTo>
                <a:cubicBezTo>
                  <a:pt x="309140" y="84617"/>
                  <a:pt x="314289" y="100432"/>
                  <a:pt x="315022" y="121397"/>
                </a:cubicBezTo>
                <a:moveTo>
                  <a:pt x="281239" y="112334"/>
                </a:moveTo>
                <a:cubicBezTo>
                  <a:pt x="281239" y="97594"/>
                  <a:pt x="280438" y="87478"/>
                  <a:pt x="278836" y="81984"/>
                </a:cubicBezTo>
                <a:cubicBezTo>
                  <a:pt x="277234" y="76491"/>
                  <a:pt x="274739" y="72326"/>
                  <a:pt x="271352" y="69488"/>
                </a:cubicBezTo>
                <a:cubicBezTo>
                  <a:pt x="269429" y="67840"/>
                  <a:pt x="266866" y="67016"/>
                  <a:pt x="263661" y="67016"/>
                </a:cubicBezTo>
                <a:cubicBezTo>
                  <a:pt x="258901" y="67016"/>
                  <a:pt x="255010" y="69350"/>
                  <a:pt x="251988" y="74019"/>
                </a:cubicBezTo>
                <a:cubicBezTo>
                  <a:pt x="246587" y="82168"/>
                  <a:pt x="243886" y="93337"/>
                  <a:pt x="243886" y="107527"/>
                </a:cubicBezTo>
                <a:lnTo>
                  <a:pt x="243886" y="112334"/>
                </a:lnTo>
                <a:lnTo>
                  <a:pt x="281239" y="112334"/>
                </a:lnTo>
                <a:close/>
                <a:moveTo>
                  <a:pt x="385174" y="61797"/>
                </a:moveTo>
                <a:lnTo>
                  <a:pt x="385174" y="90911"/>
                </a:lnTo>
                <a:cubicBezTo>
                  <a:pt x="393689" y="77636"/>
                  <a:pt x="401150" y="68824"/>
                  <a:pt x="407559" y="64475"/>
                </a:cubicBezTo>
                <a:cubicBezTo>
                  <a:pt x="413967" y="60127"/>
                  <a:pt x="420147" y="57952"/>
                  <a:pt x="426098" y="57952"/>
                </a:cubicBezTo>
                <a:cubicBezTo>
                  <a:pt x="431225" y="57952"/>
                  <a:pt x="435322" y="59537"/>
                  <a:pt x="438389" y="62707"/>
                </a:cubicBezTo>
                <a:cubicBezTo>
                  <a:pt x="441456" y="65877"/>
                  <a:pt x="442989" y="70356"/>
                  <a:pt x="442989" y="76144"/>
                </a:cubicBezTo>
                <a:cubicBezTo>
                  <a:pt x="442989" y="82301"/>
                  <a:pt x="441501" y="87080"/>
                  <a:pt x="438526" y="90482"/>
                </a:cubicBezTo>
                <a:cubicBezTo>
                  <a:pt x="435551" y="93880"/>
                  <a:pt x="431957" y="95580"/>
                  <a:pt x="427746" y="95580"/>
                </a:cubicBezTo>
                <a:cubicBezTo>
                  <a:pt x="422894" y="95580"/>
                  <a:pt x="418682" y="94024"/>
                  <a:pt x="415112" y="90911"/>
                </a:cubicBezTo>
                <a:cubicBezTo>
                  <a:pt x="411541" y="87798"/>
                  <a:pt x="409435" y="86059"/>
                  <a:pt x="408795" y="85692"/>
                </a:cubicBezTo>
                <a:cubicBezTo>
                  <a:pt x="407879" y="85143"/>
                  <a:pt x="406826" y="84868"/>
                  <a:pt x="405636" y="84868"/>
                </a:cubicBezTo>
                <a:cubicBezTo>
                  <a:pt x="402981" y="84868"/>
                  <a:pt x="400463" y="85875"/>
                  <a:pt x="398083" y="87890"/>
                </a:cubicBezTo>
                <a:cubicBezTo>
                  <a:pt x="394329" y="91002"/>
                  <a:pt x="391491" y="95443"/>
                  <a:pt x="389569" y="101210"/>
                </a:cubicBezTo>
                <a:cubicBezTo>
                  <a:pt x="386639" y="110091"/>
                  <a:pt x="385174" y="119887"/>
                  <a:pt x="385174" y="130598"/>
                </a:cubicBezTo>
                <a:lnTo>
                  <a:pt x="385174" y="160124"/>
                </a:lnTo>
                <a:lnTo>
                  <a:pt x="385312" y="167814"/>
                </a:lnTo>
                <a:cubicBezTo>
                  <a:pt x="385312" y="173033"/>
                  <a:pt x="385632" y="176374"/>
                  <a:pt x="386273" y="177839"/>
                </a:cubicBezTo>
                <a:cubicBezTo>
                  <a:pt x="387371" y="180311"/>
                  <a:pt x="388997" y="182119"/>
                  <a:pt x="391148" y="183263"/>
                </a:cubicBezTo>
                <a:cubicBezTo>
                  <a:pt x="393299" y="184408"/>
                  <a:pt x="396939" y="185117"/>
                  <a:pt x="402066" y="185392"/>
                </a:cubicBezTo>
                <a:lnTo>
                  <a:pt x="402066" y="190336"/>
                </a:lnTo>
                <a:lnTo>
                  <a:pt x="332715" y="190336"/>
                </a:lnTo>
                <a:lnTo>
                  <a:pt x="332715" y="185392"/>
                </a:lnTo>
                <a:cubicBezTo>
                  <a:pt x="338300" y="184934"/>
                  <a:pt x="342076" y="183401"/>
                  <a:pt x="344045" y="180792"/>
                </a:cubicBezTo>
                <a:cubicBezTo>
                  <a:pt x="346013" y="178182"/>
                  <a:pt x="346997" y="171293"/>
                  <a:pt x="346997" y="160124"/>
                </a:cubicBezTo>
                <a:lnTo>
                  <a:pt x="346997" y="88988"/>
                </a:lnTo>
                <a:cubicBezTo>
                  <a:pt x="346997" y="81618"/>
                  <a:pt x="346631" y="76921"/>
                  <a:pt x="345899" y="74895"/>
                </a:cubicBezTo>
                <a:cubicBezTo>
                  <a:pt x="344983" y="72314"/>
                  <a:pt x="343656" y="70426"/>
                  <a:pt x="341916" y="69230"/>
                </a:cubicBezTo>
                <a:cubicBezTo>
                  <a:pt x="340177" y="68031"/>
                  <a:pt x="337110" y="67202"/>
                  <a:pt x="332715" y="66741"/>
                </a:cubicBezTo>
                <a:lnTo>
                  <a:pt x="332715" y="61797"/>
                </a:lnTo>
                <a:lnTo>
                  <a:pt x="385174" y="61797"/>
                </a:lnTo>
                <a:close/>
                <a:moveTo>
                  <a:pt x="528357" y="171385"/>
                </a:moveTo>
                <a:cubicBezTo>
                  <a:pt x="512702" y="185300"/>
                  <a:pt x="498648" y="192258"/>
                  <a:pt x="486197" y="192258"/>
                </a:cubicBezTo>
                <a:cubicBezTo>
                  <a:pt x="478873" y="192258"/>
                  <a:pt x="472785" y="189848"/>
                  <a:pt x="467933" y="185027"/>
                </a:cubicBezTo>
                <a:cubicBezTo>
                  <a:pt x="463081" y="180204"/>
                  <a:pt x="460654" y="174164"/>
                  <a:pt x="460654" y="166909"/>
                </a:cubicBezTo>
                <a:cubicBezTo>
                  <a:pt x="460654" y="157078"/>
                  <a:pt x="464866" y="148236"/>
                  <a:pt x="473289" y="140383"/>
                </a:cubicBezTo>
                <a:cubicBezTo>
                  <a:pt x="481711" y="132530"/>
                  <a:pt x="500067" y="122081"/>
                  <a:pt x="528357" y="109038"/>
                </a:cubicBezTo>
                <a:lnTo>
                  <a:pt x="528357" y="96129"/>
                </a:lnTo>
                <a:cubicBezTo>
                  <a:pt x="528357" y="86425"/>
                  <a:pt x="527830" y="80314"/>
                  <a:pt x="526778" y="77796"/>
                </a:cubicBezTo>
                <a:cubicBezTo>
                  <a:pt x="525725" y="75278"/>
                  <a:pt x="523733" y="73081"/>
                  <a:pt x="520804" y="71204"/>
                </a:cubicBezTo>
                <a:cubicBezTo>
                  <a:pt x="517874" y="69327"/>
                  <a:pt x="514578" y="68389"/>
                  <a:pt x="510916" y="68389"/>
                </a:cubicBezTo>
                <a:cubicBezTo>
                  <a:pt x="504965" y="68389"/>
                  <a:pt x="500067" y="69717"/>
                  <a:pt x="496222" y="72372"/>
                </a:cubicBezTo>
                <a:cubicBezTo>
                  <a:pt x="493842" y="74019"/>
                  <a:pt x="492652" y="75942"/>
                  <a:pt x="492652" y="78139"/>
                </a:cubicBezTo>
                <a:cubicBezTo>
                  <a:pt x="492652" y="80062"/>
                  <a:pt x="493933" y="82442"/>
                  <a:pt x="496497" y="85280"/>
                </a:cubicBezTo>
                <a:cubicBezTo>
                  <a:pt x="499976" y="89217"/>
                  <a:pt x="501715" y="93016"/>
                  <a:pt x="501715" y="96679"/>
                </a:cubicBezTo>
                <a:cubicBezTo>
                  <a:pt x="501715" y="101165"/>
                  <a:pt x="500044" y="104987"/>
                  <a:pt x="496703" y="108145"/>
                </a:cubicBezTo>
                <a:cubicBezTo>
                  <a:pt x="493361" y="111304"/>
                  <a:pt x="488990" y="112883"/>
                  <a:pt x="483588" y="112883"/>
                </a:cubicBezTo>
                <a:cubicBezTo>
                  <a:pt x="477820" y="112883"/>
                  <a:pt x="472991" y="111144"/>
                  <a:pt x="469100" y="107665"/>
                </a:cubicBezTo>
                <a:cubicBezTo>
                  <a:pt x="465209" y="104186"/>
                  <a:pt x="463264" y="100112"/>
                  <a:pt x="463264" y="95443"/>
                </a:cubicBezTo>
                <a:cubicBezTo>
                  <a:pt x="463264" y="88851"/>
                  <a:pt x="465873" y="82557"/>
                  <a:pt x="471091" y="76560"/>
                </a:cubicBezTo>
                <a:cubicBezTo>
                  <a:pt x="476310" y="70563"/>
                  <a:pt x="483588" y="65963"/>
                  <a:pt x="492926" y="62759"/>
                </a:cubicBezTo>
                <a:cubicBezTo>
                  <a:pt x="502265" y="59554"/>
                  <a:pt x="511969" y="57952"/>
                  <a:pt x="522040" y="57952"/>
                </a:cubicBezTo>
                <a:cubicBezTo>
                  <a:pt x="534216" y="57952"/>
                  <a:pt x="543852" y="60546"/>
                  <a:pt x="550947" y="65733"/>
                </a:cubicBezTo>
                <a:cubicBezTo>
                  <a:pt x="558042" y="70917"/>
                  <a:pt x="562643" y="76537"/>
                  <a:pt x="564749" y="82594"/>
                </a:cubicBezTo>
                <a:cubicBezTo>
                  <a:pt x="566030" y="86448"/>
                  <a:pt x="566671" y="95302"/>
                  <a:pt x="566671" y="109158"/>
                </a:cubicBezTo>
                <a:lnTo>
                  <a:pt x="566671" y="159124"/>
                </a:lnTo>
                <a:cubicBezTo>
                  <a:pt x="566671" y="164997"/>
                  <a:pt x="566900" y="168692"/>
                  <a:pt x="567358" y="170209"/>
                </a:cubicBezTo>
                <a:cubicBezTo>
                  <a:pt x="567816" y="171722"/>
                  <a:pt x="568502" y="172847"/>
                  <a:pt x="569418" y="173582"/>
                </a:cubicBezTo>
                <a:cubicBezTo>
                  <a:pt x="570333" y="174314"/>
                  <a:pt x="571386" y="174681"/>
                  <a:pt x="572576" y="174681"/>
                </a:cubicBezTo>
                <a:cubicBezTo>
                  <a:pt x="574957" y="174681"/>
                  <a:pt x="577383" y="172987"/>
                  <a:pt x="579855" y="169599"/>
                </a:cubicBezTo>
                <a:lnTo>
                  <a:pt x="583974" y="172895"/>
                </a:lnTo>
                <a:cubicBezTo>
                  <a:pt x="579397" y="179670"/>
                  <a:pt x="574659" y="184591"/>
                  <a:pt x="569761" y="187658"/>
                </a:cubicBezTo>
                <a:cubicBezTo>
                  <a:pt x="564863" y="190725"/>
                  <a:pt x="559301" y="192258"/>
                  <a:pt x="553076" y="192258"/>
                </a:cubicBezTo>
                <a:cubicBezTo>
                  <a:pt x="545752" y="192258"/>
                  <a:pt x="540030" y="190530"/>
                  <a:pt x="535910" y="187074"/>
                </a:cubicBezTo>
                <a:cubicBezTo>
                  <a:pt x="531790" y="183618"/>
                  <a:pt x="529272" y="178388"/>
                  <a:pt x="528357" y="171385"/>
                </a:cubicBezTo>
                <a:moveTo>
                  <a:pt x="528357" y="161222"/>
                </a:moveTo>
                <a:lnTo>
                  <a:pt x="528357" y="118265"/>
                </a:lnTo>
                <a:cubicBezTo>
                  <a:pt x="517279" y="124796"/>
                  <a:pt x="509039" y="131789"/>
                  <a:pt x="503638" y="139241"/>
                </a:cubicBezTo>
                <a:cubicBezTo>
                  <a:pt x="500067" y="144208"/>
                  <a:pt x="498282" y="149222"/>
                  <a:pt x="498282" y="154283"/>
                </a:cubicBezTo>
                <a:cubicBezTo>
                  <a:pt x="498282" y="158514"/>
                  <a:pt x="499793" y="162241"/>
                  <a:pt x="502814" y="165462"/>
                </a:cubicBezTo>
                <a:cubicBezTo>
                  <a:pt x="505103" y="167946"/>
                  <a:pt x="508307" y="169187"/>
                  <a:pt x="512427" y="169187"/>
                </a:cubicBezTo>
                <a:cubicBezTo>
                  <a:pt x="517004" y="169187"/>
                  <a:pt x="522314" y="166532"/>
                  <a:pt x="528357" y="161222"/>
                </a:cubicBezTo>
                <a:close/>
                <a:moveTo>
                  <a:pt x="649068" y="14557"/>
                </a:moveTo>
                <a:lnTo>
                  <a:pt x="649068" y="61797"/>
                </a:lnTo>
                <a:lnTo>
                  <a:pt x="679554" y="61797"/>
                </a:lnTo>
                <a:lnTo>
                  <a:pt x="679554" y="75255"/>
                </a:lnTo>
                <a:lnTo>
                  <a:pt x="649068" y="75255"/>
                </a:lnTo>
                <a:lnTo>
                  <a:pt x="649068" y="154708"/>
                </a:lnTo>
                <a:cubicBezTo>
                  <a:pt x="649068" y="162144"/>
                  <a:pt x="649411" y="166940"/>
                  <a:pt x="650098" y="169097"/>
                </a:cubicBezTo>
                <a:cubicBezTo>
                  <a:pt x="650784" y="171254"/>
                  <a:pt x="651997" y="173000"/>
                  <a:pt x="653737" y="174333"/>
                </a:cubicBezTo>
                <a:cubicBezTo>
                  <a:pt x="655476" y="175663"/>
                  <a:pt x="657079" y="176328"/>
                  <a:pt x="658543" y="176328"/>
                </a:cubicBezTo>
                <a:cubicBezTo>
                  <a:pt x="664494" y="176328"/>
                  <a:pt x="670125" y="171751"/>
                  <a:pt x="675435" y="162596"/>
                </a:cubicBezTo>
                <a:lnTo>
                  <a:pt x="679554" y="165647"/>
                </a:lnTo>
                <a:cubicBezTo>
                  <a:pt x="672139" y="183388"/>
                  <a:pt x="660100" y="192258"/>
                  <a:pt x="643437" y="192258"/>
                </a:cubicBezTo>
                <a:cubicBezTo>
                  <a:pt x="635289" y="192258"/>
                  <a:pt x="628400" y="189985"/>
                  <a:pt x="622770" y="185439"/>
                </a:cubicBezTo>
                <a:cubicBezTo>
                  <a:pt x="617139" y="180890"/>
                  <a:pt x="613546" y="175813"/>
                  <a:pt x="611989" y="170209"/>
                </a:cubicBezTo>
                <a:cubicBezTo>
                  <a:pt x="611074" y="167085"/>
                  <a:pt x="610616" y="158632"/>
                  <a:pt x="610616" y="144850"/>
                </a:cubicBezTo>
                <a:lnTo>
                  <a:pt x="610616" y="75255"/>
                </a:lnTo>
                <a:lnTo>
                  <a:pt x="593862" y="75255"/>
                </a:lnTo>
                <a:lnTo>
                  <a:pt x="593862" y="70436"/>
                </a:lnTo>
                <a:cubicBezTo>
                  <a:pt x="605398" y="62271"/>
                  <a:pt x="615217" y="53692"/>
                  <a:pt x="623319" y="44700"/>
                </a:cubicBezTo>
                <a:cubicBezTo>
                  <a:pt x="631421" y="35708"/>
                  <a:pt x="638494" y="25660"/>
                  <a:pt x="644536" y="14557"/>
                </a:cubicBezTo>
                <a:lnTo>
                  <a:pt x="649068" y="14557"/>
                </a:lnTo>
                <a:close/>
                <a:moveTo>
                  <a:pt x="722673" y="0"/>
                </a:moveTo>
                <a:cubicBezTo>
                  <a:pt x="728624" y="0"/>
                  <a:pt x="733659" y="2090"/>
                  <a:pt x="737779" y="6270"/>
                </a:cubicBezTo>
                <a:cubicBezTo>
                  <a:pt x="741899" y="10447"/>
                  <a:pt x="743959" y="15475"/>
                  <a:pt x="743959" y="21354"/>
                </a:cubicBezTo>
                <a:cubicBezTo>
                  <a:pt x="743959" y="27234"/>
                  <a:pt x="741876" y="32240"/>
                  <a:pt x="737710" y="36375"/>
                </a:cubicBezTo>
                <a:cubicBezTo>
                  <a:pt x="733545" y="40506"/>
                  <a:pt x="728532" y="42572"/>
                  <a:pt x="722673" y="42572"/>
                </a:cubicBezTo>
                <a:cubicBezTo>
                  <a:pt x="716814" y="42572"/>
                  <a:pt x="711824" y="40506"/>
                  <a:pt x="707704" y="36375"/>
                </a:cubicBezTo>
                <a:cubicBezTo>
                  <a:pt x="703585" y="32240"/>
                  <a:pt x="701525" y="27234"/>
                  <a:pt x="701525" y="21354"/>
                </a:cubicBezTo>
                <a:cubicBezTo>
                  <a:pt x="701525" y="15475"/>
                  <a:pt x="703585" y="10447"/>
                  <a:pt x="707704" y="6270"/>
                </a:cubicBezTo>
                <a:cubicBezTo>
                  <a:pt x="711824" y="2090"/>
                  <a:pt x="716814" y="0"/>
                  <a:pt x="722673" y="0"/>
                </a:cubicBezTo>
                <a:moveTo>
                  <a:pt x="741899" y="61797"/>
                </a:moveTo>
                <a:lnTo>
                  <a:pt x="741899" y="163694"/>
                </a:lnTo>
                <a:cubicBezTo>
                  <a:pt x="741899" y="172758"/>
                  <a:pt x="742952" y="178549"/>
                  <a:pt x="745057" y="181066"/>
                </a:cubicBezTo>
                <a:cubicBezTo>
                  <a:pt x="747163" y="183584"/>
                  <a:pt x="751283" y="185026"/>
                  <a:pt x="757417" y="185392"/>
                </a:cubicBezTo>
                <a:lnTo>
                  <a:pt x="757417" y="190336"/>
                </a:lnTo>
                <a:lnTo>
                  <a:pt x="688067" y="190336"/>
                </a:lnTo>
                <a:lnTo>
                  <a:pt x="688067" y="185392"/>
                </a:lnTo>
                <a:cubicBezTo>
                  <a:pt x="693743" y="185209"/>
                  <a:pt x="697954" y="183561"/>
                  <a:pt x="700701" y="180448"/>
                </a:cubicBezTo>
                <a:cubicBezTo>
                  <a:pt x="702532" y="178343"/>
                  <a:pt x="703447" y="172758"/>
                  <a:pt x="703447" y="163694"/>
                </a:cubicBezTo>
                <a:lnTo>
                  <a:pt x="703447" y="88714"/>
                </a:lnTo>
                <a:cubicBezTo>
                  <a:pt x="703447" y="79535"/>
                  <a:pt x="702394" y="73672"/>
                  <a:pt x="700289" y="71123"/>
                </a:cubicBezTo>
                <a:cubicBezTo>
                  <a:pt x="698183" y="68574"/>
                  <a:pt x="694109" y="67113"/>
                  <a:pt x="688067" y="66741"/>
                </a:cubicBezTo>
                <a:lnTo>
                  <a:pt x="688067" y="61797"/>
                </a:lnTo>
                <a:lnTo>
                  <a:pt x="741899" y="61797"/>
                </a:lnTo>
                <a:close/>
                <a:moveTo>
                  <a:pt x="831085" y="57952"/>
                </a:moveTo>
                <a:cubicBezTo>
                  <a:pt x="842254" y="57952"/>
                  <a:pt x="852645" y="60839"/>
                  <a:pt x="862258" y="66612"/>
                </a:cubicBezTo>
                <a:cubicBezTo>
                  <a:pt x="871871" y="72386"/>
                  <a:pt x="879172" y="80588"/>
                  <a:pt x="884162" y="91220"/>
                </a:cubicBezTo>
                <a:cubicBezTo>
                  <a:pt x="889151" y="101851"/>
                  <a:pt x="891646" y="113490"/>
                  <a:pt x="891646" y="126135"/>
                </a:cubicBezTo>
                <a:cubicBezTo>
                  <a:pt x="891646" y="144371"/>
                  <a:pt x="887023" y="159630"/>
                  <a:pt x="877776" y="171913"/>
                </a:cubicBezTo>
                <a:cubicBezTo>
                  <a:pt x="866607" y="186758"/>
                  <a:pt x="851180" y="194181"/>
                  <a:pt x="831497" y="194181"/>
                </a:cubicBezTo>
                <a:cubicBezTo>
                  <a:pt x="812179" y="194181"/>
                  <a:pt x="797302" y="187399"/>
                  <a:pt x="786865" y="173835"/>
                </a:cubicBezTo>
                <a:cubicBezTo>
                  <a:pt x="776428" y="160271"/>
                  <a:pt x="771210" y="144554"/>
                  <a:pt x="771210" y="126685"/>
                </a:cubicBezTo>
                <a:cubicBezTo>
                  <a:pt x="771210" y="108266"/>
                  <a:pt x="776543" y="92205"/>
                  <a:pt x="787209" y="78504"/>
                </a:cubicBezTo>
                <a:cubicBezTo>
                  <a:pt x="797874" y="64803"/>
                  <a:pt x="812500" y="57952"/>
                  <a:pt x="831085" y="57952"/>
                </a:cubicBezTo>
                <a:moveTo>
                  <a:pt x="831634" y="67565"/>
                </a:moveTo>
                <a:cubicBezTo>
                  <a:pt x="826965" y="67565"/>
                  <a:pt x="822959" y="69330"/>
                  <a:pt x="819618" y="72861"/>
                </a:cubicBezTo>
                <a:cubicBezTo>
                  <a:pt x="816276" y="76388"/>
                  <a:pt x="814079" y="83353"/>
                  <a:pt x="813026" y="93756"/>
                </a:cubicBezTo>
                <a:cubicBezTo>
                  <a:pt x="811973" y="104159"/>
                  <a:pt x="811447" y="118618"/>
                  <a:pt x="811447" y="137134"/>
                </a:cubicBezTo>
                <a:cubicBezTo>
                  <a:pt x="811447" y="146942"/>
                  <a:pt x="812088" y="156108"/>
                  <a:pt x="813369" y="164634"/>
                </a:cubicBezTo>
                <a:cubicBezTo>
                  <a:pt x="814376" y="171140"/>
                  <a:pt x="816528" y="176090"/>
                  <a:pt x="819824" y="179483"/>
                </a:cubicBezTo>
                <a:cubicBezTo>
                  <a:pt x="823120" y="182873"/>
                  <a:pt x="826873" y="184568"/>
                  <a:pt x="831085" y="184568"/>
                </a:cubicBezTo>
                <a:cubicBezTo>
                  <a:pt x="835204" y="184568"/>
                  <a:pt x="838638" y="183422"/>
                  <a:pt x="841384" y="181131"/>
                </a:cubicBezTo>
                <a:cubicBezTo>
                  <a:pt x="844955" y="178015"/>
                  <a:pt x="847335" y="173661"/>
                  <a:pt x="848525" y="168067"/>
                </a:cubicBezTo>
                <a:cubicBezTo>
                  <a:pt x="850356" y="159361"/>
                  <a:pt x="851272" y="141763"/>
                  <a:pt x="851272" y="115274"/>
                </a:cubicBezTo>
                <a:cubicBezTo>
                  <a:pt x="851272" y="99693"/>
                  <a:pt x="850402" y="88992"/>
                  <a:pt x="848663" y="83173"/>
                </a:cubicBezTo>
                <a:cubicBezTo>
                  <a:pt x="846923" y="77351"/>
                  <a:pt x="844360" y="73111"/>
                  <a:pt x="840972" y="70453"/>
                </a:cubicBezTo>
                <a:cubicBezTo>
                  <a:pt x="838592" y="68528"/>
                  <a:pt x="835479" y="67565"/>
                  <a:pt x="831634" y="67565"/>
                </a:cubicBezTo>
                <a:close/>
                <a:moveTo>
                  <a:pt x="963606" y="61797"/>
                </a:moveTo>
                <a:lnTo>
                  <a:pt x="963606" y="78551"/>
                </a:lnTo>
                <a:cubicBezTo>
                  <a:pt x="970197" y="71362"/>
                  <a:pt x="976515" y="66132"/>
                  <a:pt x="982557" y="62862"/>
                </a:cubicBezTo>
                <a:cubicBezTo>
                  <a:pt x="988599" y="59589"/>
                  <a:pt x="995100" y="57952"/>
                  <a:pt x="1002057" y="57952"/>
                </a:cubicBezTo>
                <a:cubicBezTo>
                  <a:pt x="1010389" y="57952"/>
                  <a:pt x="1017301" y="60267"/>
                  <a:pt x="1022794" y="64896"/>
                </a:cubicBezTo>
                <a:cubicBezTo>
                  <a:pt x="1028287" y="69525"/>
                  <a:pt x="1031949" y="75277"/>
                  <a:pt x="1033780" y="82152"/>
                </a:cubicBezTo>
                <a:cubicBezTo>
                  <a:pt x="1035245" y="87379"/>
                  <a:pt x="1035977" y="97418"/>
                  <a:pt x="1035977" y="112269"/>
                </a:cubicBezTo>
                <a:lnTo>
                  <a:pt x="1035977" y="162321"/>
                </a:lnTo>
                <a:cubicBezTo>
                  <a:pt x="1035977" y="172209"/>
                  <a:pt x="1036870" y="178365"/>
                  <a:pt x="1038655" y="180792"/>
                </a:cubicBezTo>
                <a:cubicBezTo>
                  <a:pt x="1040440" y="183218"/>
                  <a:pt x="1044171" y="184751"/>
                  <a:pt x="1049847" y="185392"/>
                </a:cubicBezTo>
                <a:lnTo>
                  <a:pt x="1049847" y="190336"/>
                </a:lnTo>
                <a:lnTo>
                  <a:pt x="984892" y="190336"/>
                </a:lnTo>
                <a:lnTo>
                  <a:pt x="984892" y="185392"/>
                </a:lnTo>
                <a:cubicBezTo>
                  <a:pt x="989744" y="184751"/>
                  <a:pt x="993223" y="182737"/>
                  <a:pt x="995328" y="179350"/>
                </a:cubicBezTo>
                <a:cubicBezTo>
                  <a:pt x="996793" y="177061"/>
                  <a:pt x="997526" y="171385"/>
                  <a:pt x="997526" y="162321"/>
                </a:cubicBezTo>
                <a:lnTo>
                  <a:pt x="997526" y="105193"/>
                </a:lnTo>
                <a:cubicBezTo>
                  <a:pt x="997526" y="94664"/>
                  <a:pt x="997114" y="88027"/>
                  <a:pt x="996290" y="85280"/>
                </a:cubicBezTo>
                <a:cubicBezTo>
                  <a:pt x="995466" y="82534"/>
                  <a:pt x="994070" y="80405"/>
                  <a:pt x="992101" y="78895"/>
                </a:cubicBezTo>
                <a:cubicBezTo>
                  <a:pt x="990133" y="77384"/>
                  <a:pt x="987959" y="76629"/>
                  <a:pt x="985578" y="76629"/>
                </a:cubicBezTo>
                <a:cubicBezTo>
                  <a:pt x="977705" y="76629"/>
                  <a:pt x="970381" y="82305"/>
                  <a:pt x="963606" y="93657"/>
                </a:cubicBezTo>
                <a:lnTo>
                  <a:pt x="963606" y="162321"/>
                </a:lnTo>
                <a:cubicBezTo>
                  <a:pt x="963606" y="171934"/>
                  <a:pt x="964498" y="178022"/>
                  <a:pt x="966284" y="180586"/>
                </a:cubicBezTo>
                <a:cubicBezTo>
                  <a:pt x="968069" y="183149"/>
                  <a:pt x="971388" y="184751"/>
                  <a:pt x="976240" y="185392"/>
                </a:cubicBezTo>
                <a:lnTo>
                  <a:pt x="976240" y="190336"/>
                </a:lnTo>
                <a:lnTo>
                  <a:pt x="911284" y="190336"/>
                </a:lnTo>
                <a:lnTo>
                  <a:pt x="911284" y="185392"/>
                </a:lnTo>
                <a:cubicBezTo>
                  <a:pt x="916686" y="184843"/>
                  <a:pt x="920531" y="183103"/>
                  <a:pt x="922820" y="180174"/>
                </a:cubicBezTo>
                <a:cubicBezTo>
                  <a:pt x="924376" y="178159"/>
                  <a:pt x="925154" y="172209"/>
                  <a:pt x="925154" y="162321"/>
                </a:cubicBezTo>
                <a:lnTo>
                  <a:pt x="925154" y="89812"/>
                </a:lnTo>
                <a:cubicBezTo>
                  <a:pt x="925154" y="79990"/>
                  <a:pt x="924261" y="73875"/>
                  <a:pt x="922476" y="71466"/>
                </a:cubicBezTo>
                <a:cubicBezTo>
                  <a:pt x="920691" y="69057"/>
                  <a:pt x="916960" y="67482"/>
                  <a:pt x="911284" y="66741"/>
                </a:cubicBezTo>
                <a:lnTo>
                  <a:pt x="911284" y="61797"/>
                </a:lnTo>
                <a:lnTo>
                  <a:pt x="963606" y="61797"/>
                </a:lnTo>
                <a:close/>
                <a:moveTo>
                  <a:pt x="1237910" y="152021"/>
                </a:moveTo>
                <a:cubicBezTo>
                  <a:pt x="1237910" y="157331"/>
                  <a:pt x="1238208" y="161337"/>
                  <a:pt x="1238803" y="164038"/>
                </a:cubicBezTo>
                <a:cubicBezTo>
                  <a:pt x="1239398" y="166738"/>
                  <a:pt x="1240451" y="168936"/>
                  <a:pt x="1241961" y="170629"/>
                </a:cubicBezTo>
                <a:cubicBezTo>
                  <a:pt x="1243472" y="172323"/>
                  <a:pt x="1245646" y="173651"/>
                  <a:pt x="1248484" y="174612"/>
                </a:cubicBezTo>
                <a:cubicBezTo>
                  <a:pt x="1251322" y="175573"/>
                  <a:pt x="1254893" y="176306"/>
                  <a:pt x="1259196" y="176809"/>
                </a:cubicBezTo>
                <a:cubicBezTo>
                  <a:pt x="1263499" y="177313"/>
                  <a:pt x="1269175" y="177656"/>
                  <a:pt x="1276224" y="177839"/>
                </a:cubicBezTo>
                <a:lnTo>
                  <a:pt x="1276224" y="190336"/>
                </a:lnTo>
                <a:lnTo>
                  <a:pt x="1157711" y="190336"/>
                </a:lnTo>
                <a:lnTo>
                  <a:pt x="1157711" y="177839"/>
                </a:lnTo>
                <a:cubicBezTo>
                  <a:pt x="1167873" y="177381"/>
                  <a:pt x="1175128" y="176763"/>
                  <a:pt x="1179477" y="175985"/>
                </a:cubicBezTo>
                <a:cubicBezTo>
                  <a:pt x="1183826" y="175207"/>
                  <a:pt x="1187145" y="174040"/>
                  <a:pt x="1189433" y="172483"/>
                </a:cubicBezTo>
                <a:cubicBezTo>
                  <a:pt x="1191722" y="170927"/>
                  <a:pt x="1193393" y="168730"/>
                  <a:pt x="1194446" y="165892"/>
                </a:cubicBezTo>
                <a:cubicBezTo>
                  <a:pt x="1195499" y="163053"/>
                  <a:pt x="1196025" y="158430"/>
                  <a:pt x="1196025" y="152021"/>
                </a:cubicBezTo>
                <a:lnTo>
                  <a:pt x="1196025" y="52734"/>
                </a:lnTo>
                <a:cubicBezTo>
                  <a:pt x="1196025" y="48980"/>
                  <a:pt x="1195316" y="46279"/>
                  <a:pt x="1193897" y="44631"/>
                </a:cubicBezTo>
                <a:cubicBezTo>
                  <a:pt x="1192478" y="42983"/>
                  <a:pt x="1190532" y="42160"/>
                  <a:pt x="1188060" y="42160"/>
                </a:cubicBezTo>
                <a:cubicBezTo>
                  <a:pt x="1185771" y="42160"/>
                  <a:pt x="1182544" y="43212"/>
                  <a:pt x="1178379" y="45318"/>
                </a:cubicBezTo>
                <a:cubicBezTo>
                  <a:pt x="1174213" y="47424"/>
                  <a:pt x="1167369" y="51727"/>
                  <a:pt x="1157848" y="58227"/>
                </a:cubicBezTo>
                <a:lnTo>
                  <a:pt x="1149471" y="43670"/>
                </a:lnTo>
                <a:lnTo>
                  <a:pt x="1221156" y="687"/>
                </a:lnTo>
                <a:lnTo>
                  <a:pt x="1238734" y="687"/>
                </a:lnTo>
                <a:cubicBezTo>
                  <a:pt x="1238185" y="9476"/>
                  <a:pt x="1237910" y="21652"/>
                  <a:pt x="1237910" y="37216"/>
                </a:cubicBezTo>
                <a:lnTo>
                  <a:pt x="1237910" y="1520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">
            <a:extLst xmlns:a="http://schemas.openxmlformats.org/drawingml/2006/main">
              <a:ext uri="{FF2B5EF4-FFF2-40B4-BE49-F238E27FC236}">
                <a16:creationId xmlns:a16="http://schemas.microsoft.com/office/drawing/2014/main" id="{A9AADC15-709C-412B-BCE4-400385EB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815" y="990977"/>
            <a:ext cx="184843" cy="178526"/>
          </a:xfrm>
          <a:custGeom xmlns:a="http://schemas.openxmlformats.org/drawingml/2006/main">
            <a:pathLst>
              <a:path w="184843" h="178526">
                <a:moveTo>
                  <a:pt x="180723" y="0"/>
                </a:moveTo>
                <a:lnTo>
                  <a:pt x="184843" y="7141"/>
                </a:lnTo>
                <a:cubicBezTo>
                  <a:pt x="158018" y="26092"/>
                  <a:pt x="133162" y="50079"/>
                  <a:pt x="110274" y="79101"/>
                </a:cubicBezTo>
                <a:cubicBezTo>
                  <a:pt x="87386" y="108122"/>
                  <a:pt x="70861" y="136549"/>
                  <a:pt x="60699" y="164381"/>
                </a:cubicBezTo>
                <a:lnTo>
                  <a:pt x="54656" y="168363"/>
                </a:lnTo>
                <a:cubicBezTo>
                  <a:pt x="49438" y="171751"/>
                  <a:pt x="44952" y="175138"/>
                  <a:pt x="41198" y="178526"/>
                </a:cubicBezTo>
                <a:cubicBezTo>
                  <a:pt x="40557" y="175230"/>
                  <a:pt x="38772" y="169920"/>
                  <a:pt x="35842" y="162596"/>
                </a:cubicBezTo>
                <a:lnTo>
                  <a:pt x="32684" y="154768"/>
                </a:lnTo>
                <a:cubicBezTo>
                  <a:pt x="25818" y="137831"/>
                  <a:pt x="20027" y="125998"/>
                  <a:pt x="15312" y="119269"/>
                </a:cubicBezTo>
                <a:cubicBezTo>
                  <a:pt x="10597" y="112540"/>
                  <a:pt x="5493" y="108901"/>
                  <a:pt x="0" y="108351"/>
                </a:cubicBezTo>
                <a:cubicBezTo>
                  <a:pt x="7416" y="101485"/>
                  <a:pt x="13870" y="98052"/>
                  <a:pt x="19363" y="98052"/>
                </a:cubicBezTo>
                <a:cubicBezTo>
                  <a:pt x="26962" y="98052"/>
                  <a:pt x="35293" y="108294"/>
                  <a:pt x="44357" y="128779"/>
                </a:cubicBezTo>
                <a:lnTo>
                  <a:pt x="49301" y="139799"/>
                </a:lnTo>
                <a:cubicBezTo>
                  <a:pt x="65505" y="110777"/>
                  <a:pt x="85074" y="84044"/>
                  <a:pt x="108008" y="59600"/>
                </a:cubicBezTo>
                <a:cubicBezTo>
                  <a:pt x="130942" y="35156"/>
                  <a:pt x="155180" y="15289"/>
                  <a:pt x="180723" y="0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">
            <a:extLst xmlns:a="http://schemas.openxmlformats.org/drawingml/2006/main">
              <a:ext uri="{FF2B5EF4-FFF2-40B4-BE49-F238E27FC236}">
                <a16:creationId xmlns:a16="http://schemas.microsoft.com/office/drawing/2014/main" id="{0A70D87C-6AF1-471C-94CD-F969B8D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4239" y="1701771"/>
            <a:ext cx="140761" cy="126891"/>
          </a:xfrm>
          <a:custGeom xmlns:a="http://schemas.openxmlformats.org/drawingml/2006/main">
            <a:pathLst>
              <a:path w="140761" h="126891">
                <a:moveTo>
                  <a:pt x="65231" y="88739"/>
                </a:moveTo>
                <a:lnTo>
                  <a:pt x="61797" y="93147"/>
                </a:lnTo>
                <a:cubicBezTo>
                  <a:pt x="44677" y="115643"/>
                  <a:pt x="31356" y="126891"/>
                  <a:pt x="21835" y="126891"/>
                </a:cubicBezTo>
                <a:cubicBezTo>
                  <a:pt x="14694" y="126891"/>
                  <a:pt x="7416" y="121024"/>
                  <a:pt x="0" y="109291"/>
                </a:cubicBezTo>
                <a:cubicBezTo>
                  <a:pt x="2563" y="109855"/>
                  <a:pt x="4532" y="110137"/>
                  <a:pt x="5905" y="110137"/>
                </a:cubicBezTo>
                <a:cubicBezTo>
                  <a:pt x="17898" y="110137"/>
                  <a:pt x="31540" y="100270"/>
                  <a:pt x="46829" y="80538"/>
                </a:cubicBezTo>
                <a:lnTo>
                  <a:pt x="52184" y="73792"/>
                </a:lnTo>
                <a:lnTo>
                  <a:pt x="48339" y="69119"/>
                </a:lnTo>
                <a:cubicBezTo>
                  <a:pt x="29846" y="47590"/>
                  <a:pt x="20599" y="32475"/>
                  <a:pt x="20599" y="23775"/>
                </a:cubicBezTo>
                <a:cubicBezTo>
                  <a:pt x="20599" y="17544"/>
                  <a:pt x="25634" y="9619"/>
                  <a:pt x="35705" y="0"/>
                </a:cubicBezTo>
                <a:cubicBezTo>
                  <a:pt x="39917" y="18883"/>
                  <a:pt x="48705" y="36712"/>
                  <a:pt x="62072" y="53489"/>
                </a:cubicBezTo>
                <a:lnTo>
                  <a:pt x="65093" y="57338"/>
                </a:lnTo>
                <a:lnTo>
                  <a:pt x="70861" y="50348"/>
                </a:lnTo>
                <a:cubicBezTo>
                  <a:pt x="89721" y="27036"/>
                  <a:pt x="104735" y="15381"/>
                  <a:pt x="115904" y="15381"/>
                </a:cubicBezTo>
                <a:cubicBezTo>
                  <a:pt x="121397" y="15381"/>
                  <a:pt x="125929" y="18077"/>
                  <a:pt x="129500" y="23470"/>
                </a:cubicBezTo>
                <a:cubicBezTo>
                  <a:pt x="130141" y="24386"/>
                  <a:pt x="131056" y="25666"/>
                  <a:pt x="132246" y="27311"/>
                </a:cubicBezTo>
                <a:cubicBezTo>
                  <a:pt x="118056" y="33708"/>
                  <a:pt x="102172" y="46641"/>
                  <a:pt x="84594" y="66110"/>
                </a:cubicBezTo>
                <a:lnTo>
                  <a:pt x="78963" y="72419"/>
                </a:lnTo>
                <a:lnTo>
                  <a:pt x="83083" y="76942"/>
                </a:lnTo>
                <a:cubicBezTo>
                  <a:pt x="99745" y="95227"/>
                  <a:pt x="115126" y="104369"/>
                  <a:pt x="129225" y="104369"/>
                </a:cubicBezTo>
                <a:cubicBezTo>
                  <a:pt x="133345" y="104369"/>
                  <a:pt x="137190" y="103911"/>
                  <a:pt x="140761" y="102996"/>
                </a:cubicBezTo>
                <a:cubicBezTo>
                  <a:pt x="136183" y="112517"/>
                  <a:pt x="132361" y="118742"/>
                  <a:pt x="129294" y="121672"/>
                </a:cubicBezTo>
                <a:cubicBezTo>
                  <a:pt x="126227" y="124602"/>
                  <a:pt x="122038" y="126067"/>
                  <a:pt x="116728" y="126067"/>
                </a:cubicBezTo>
                <a:cubicBezTo>
                  <a:pt x="105193" y="126067"/>
                  <a:pt x="90178" y="115957"/>
                  <a:pt x="71685" y="95739"/>
                </a:cubicBezTo>
                <a:lnTo>
                  <a:pt x="65231" y="88739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">
            <a:extLst xmlns:a="http://schemas.openxmlformats.org/drawingml/2006/main">
              <a:ext uri="{FF2B5EF4-FFF2-40B4-BE49-F238E27FC236}">
                <a16:creationId xmlns:a16="http://schemas.microsoft.com/office/drawing/2014/main" id="{42451BD3-2029-44E9-83FE-CE3A67AA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3003" y="1655000"/>
            <a:ext cx="184843" cy="178526"/>
          </a:xfrm>
          <a:custGeom xmlns:a="http://schemas.openxmlformats.org/drawingml/2006/main">
            <a:pathLst>
              <a:path w="184843" h="178526">
                <a:moveTo>
                  <a:pt x="180723" y="0"/>
                </a:moveTo>
                <a:lnTo>
                  <a:pt x="184843" y="7141"/>
                </a:lnTo>
                <a:cubicBezTo>
                  <a:pt x="158018" y="26092"/>
                  <a:pt x="133162" y="50079"/>
                  <a:pt x="110274" y="79101"/>
                </a:cubicBezTo>
                <a:cubicBezTo>
                  <a:pt x="87386" y="108122"/>
                  <a:pt x="70861" y="136549"/>
                  <a:pt x="60699" y="164381"/>
                </a:cubicBezTo>
                <a:lnTo>
                  <a:pt x="54656" y="168363"/>
                </a:lnTo>
                <a:cubicBezTo>
                  <a:pt x="49438" y="171751"/>
                  <a:pt x="44952" y="175138"/>
                  <a:pt x="41198" y="178526"/>
                </a:cubicBezTo>
                <a:cubicBezTo>
                  <a:pt x="40557" y="175230"/>
                  <a:pt x="38772" y="169920"/>
                  <a:pt x="35842" y="162596"/>
                </a:cubicBezTo>
                <a:lnTo>
                  <a:pt x="32684" y="154768"/>
                </a:lnTo>
                <a:cubicBezTo>
                  <a:pt x="25818" y="137831"/>
                  <a:pt x="20027" y="125998"/>
                  <a:pt x="15312" y="119269"/>
                </a:cubicBezTo>
                <a:cubicBezTo>
                  <a:pt x="10597" y="112540"/>
                  <a:pt x="5493" y="108901"/>
                  <a:pt x="0" y="108351"/>
                </a:cubicBezTo>
                <a:cubicBezTo>
                  <a:pt x="7416" y="101485"/>
                  <a:pt x="13870" y="98052"/>
                  <a:pt x="19363" y="98052"/>
                </a:cubicBezTo>
                <a:cubicBezTo>
                  <a:pt x="26962" y="98052"/>
                  <a:pt x="35293" y="108294"/>
                  <a:pt x="44357" y="128779"/>
                </a:cubicBezTo>
                <a:lnTo>
                  <a:pt x="49301" y="139799"/>
                </a:lnTo>
                <a:cubicBezTo>
                  <a:pt x="65505" y="110777"/>
                  <a:pt x="85074" y="84044"/>
                  <a:pt x="108008" y="59600"/>
                </a:cubicBezTo>
                <a:cubicBezTo>
                  <a:pt x="130942" y="35156"/>
                  <a:pt x="155180" y="15289"/>
                  <a:pt x="180723" y="0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">
            <a:extLst xmlns:a="http://schemas.openxmlformats.org/drawingml/2006/main">
              <a:ext uri="{FF2B5EF4-FFF2-40B4-BE49-F238E27FC236}">
                <a16:creationId xmlns:a16="http://schemas.microsoft.com/office/drawing/2014/main" id="{FB25C7D0-B8A6-45EC-BB66-ECF3F43A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645" y="1035778"/>
            <a:ext cx="140761" cy="126891"/>
          </a:xfrm>
          <a:custGeom xmlns:a="http://schemas.openxmlformats.org/drawingml/2006/main">
            <a:pathLst>
              <a:path w="140761" h="126891">
                <a:moveTo>
                  <a:pt x="65231" y="88739"/>
                </a:moveTo>
                <a:lnTo>
                  <a:pt x="61797" y="93147"/>
                </a:lnTo>
                <a:cubicBezTo>
                  <a:pt x="44677" y="115643"/>
                  <a:pt x="31356" y="126891"/>
                  <a:pt x="21835" y="126891"/>
                </a:cubicBezTo>
                <a:cubicBezTo>
                  <a:pt x="14694" y="126891"/>
                  <a:pt x="7416" y="121024"/>
                  <a:pt x="0" y="109291"/>
                </a:cubicBezTo>
                <a:cubicBezTo>
                  <a:pt x="2563" y="109855"/>
                  <a:pt x="4532" y="110137"/>
                  <a:pt x="5905" y="110137"/>
                </a:cubicBezTo>
                <a:cubicBezTo>
                  <a:pt x="17898" y="110137"/>
                  <a:pt x="31540" y="100270"/>
                  <a:pt x="46829" y="80538"/>
                </a:cubicBezTo>
                <a:lnTo>
                  <a:pt x="52184" y="73792"/>
                </a:lnTo>
                <a:lnTo>
                  <a:pt x="48339" y="69119"/>
                </a:lnTo>
                <a:cubicBezTo>
                  <a:pt x="29846" y="47590"/>
                  <a:pt x="20599" y="32475"/>
                  <a:pt x="20599" y="23775"/>
                </a:cubicBezTo>
                <a:cubicBezTo>
                  <a:pt x="20599" y="17544"/>
                  <a:pt x="25634" y="9619"/>
                  <a:pt x="35705" y="0"/>
                </a:cubicBezTo>
                <a:cubicBezTo>
                  <a:pt x="39917" y="18883"/>
                  <a:pt x="48705" y="36712"/>
                  <a:pt x="62072" y="53489"/>
                </a:cubicBezTo>
                <a:lnTo>
                  <a:pt x="65093" y="57338"/>
                </a:lnTo>
                <a:lnTo>
                  <a:pt x="70861" y="50348"/>
                </a:lnTo>
                <a:cubicBezTo>
                  <a:pt x="89721" y="27036"/>
                  <a:pt x="104735" y="15381"/>
                  <a:pt x="115904" y="15381"/>
                </a:cubicBezTo>
                <a:cubicBezTo>
                  <a:pt x="121397" y="15381"/>
                  <a:pt x="125929" y="18077"/>
                  <a:pt x="129500" y="23470"/>
                </a:cubicBezTo>
                <a:cubicBezTo>
                  <a:pt x="130141" y="24386"/>
                  <a:pt x="131056" y="25666"/>
                  <a:pt x="132246" y="27311"/>
                </a:cubicBezTo>
                <a:cubicBezTo>
                  <a:pt x="118056" y="33708"/>
                  <a:pt x="102172" y="46641"/>
                  <a:pt x="84594" y="66110"/>
                </a:cubicBezTo>
                <a:lnTo>
                  <a:pt x="78963" y="72419"/>
                </a:lnTo>
                <a:lnTo>
                  <a:pt x="83083" y="76942"/>
                </a:lnTo>
                <a:cubicBezTo>
                  <a:pt x="99745" y="95227"/>
                  <a:pt x="115126" y="104369"/>
                  <a:pt x="129225" y="104369"/>
                </a:cubicBezTo>
                <a:cubicBezTo>
                  <a:pt x="133345" y="104369"/>
                  <a:pt x="137190" y="103911"/>
                  <a:pt x="140761" y="102996"/>
                </a:cubicBezTo>
                <a:cubicBezTo>
                  <a:pt x="136183" y="112517"/>
                  <a:pt x="132361" y="118742"/>
                  <a:pt x="129294" y="121672"/>
                </a:cubicBezTo>
                <a:cubicBezTo>
                  <a:pt x="126227" y="124602"/>
                  <a:pt x="122038" y="126067"/>
                  <a:pt x="116728" y="126067"/>
                </a:cubicBezTo>
                <a:cubicBezTo>
                  <a:pt x="105193" y="126067"/>
                  <a:pt x="90178" y="115957"/>
                  <a:pt x="71685" y="95739"/>
                </a:cubicBezTo>
                <a:lnTo>
                  <a:pt x="65231" y="88739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">
            <a:extLst xmlns:a="http://schemas.openxmlformats.org/drawingml/2006/main">
              <a:ext uri="{FF2B5EF4-FFF2-40B4-BE49-F238E27FC236}">
                <a16:creationId xmlns:a16="http://schemas.microsoft.com/office/drawing/2014/main" id="{DDB31F2C-67B4-4B5C-85BC-D4A679BC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0131" y="1030154"/>
            <a:ext cx="140761" cy="126891"/>
          </a:xfrm>
          <a:custGeom xmlns:a="http://schemas.openxmlformats.org/drawingml/2006/main">
            <a:pathLst>
              <a:path w="140761" h="126891">
                <a:moveTo>
                  <a:pt x="65231" y="88739"/>
                </a:moveTo>
                <a:lnTo>
                  <a:pt x="61797" y="93147"/>
                </a:lnTo>
                <a:cubicBezTo>
                  <a:pt x="44677" y="115643"/>
                  <a:pt x="31356" y="126891"/>
                  <a:pt x="21835" y="126891"/>
                </a:cubicBezTo>
                <a:cubicBezTo>
                  <a:pt x="14694" y="126891"/>
                  <a:pt x="7416" y="121024"/>
                  <a:pt x="0" y="109291"/>
                </a:cubicBezTo>
                <a:cubicBezTo>
                  <a:pt x="2563" y="109855"/>
                  <a:pt x="4532" y="110137"/>
                  <a:pt x="5905" y="110137"/>
                </a:cubicBezTo>
                <a:cubicBezTo>
                  <a:pt x="17898" y="110137"/>
                  <a:pt x="31540" y="100270"/>
                  <a:pt x="46829" y="80538"/>
                </a:cubicBezTo>
                <a:lnTo>
                  <a:pt x="52184" y="73792"/>
                </a:lnTo>
                <a:lnTo>
                  <a:pt x="48339" y="69119"/>
                </a:lnTo>
                <a:cubicBezTo>
                  <a:pt x="29846" y="47590"/>
                  <a:pt x="20599" y="32475"/>
                  <a:pt x="20599" y="23775"/>
                </a:cubicBezTo>
                <a:cubicBezTo>
                  <a:pt x="20599" y="17544"/>
                  <a:pt x="25634" y="9619"/>
                  <a:pt x="35705" y="0"/>
                </a:cubicBezTo>
                <a:cubicBezTo>
                  <a:pt x="39917" y="18883"/>
                  <a:pt x="48705" y="36712"/>
                  <a:pt x="62072" y="53489"/>
                </a:cubicBezTo>
                <a:lnTo>
                  <a:pt x="65093" y="57338"/>
                </a:lnTo>
                <a:lnTo>
                  <a:pt x="70861" y="50348"/>
                </a:lnTo>
                <a:cubicBezTo>
                  <a:pt x="89721" y="27036"/>
                  <a:pt x="104735" y="15381"/>
                  <a:pt x="115904" y="15381"/>
                </a:cubicBezTo>
                <a:cubicBezTo>
                  <a:pt x="121397" y="15381"/>
                  <a:pt x="125929" y="18077"/>
                  <a:pt x="129500" y="23470"/>
                </a:cubicBezTo>
                <a:cubicBezTo>
                  <a:pt x="130141" y="24386"/>
                  <a:pt x="131056" y="25666"/>
                  <a:pt x="132246" y="27311"/>
                </a:cubicBezTo>
                <a:cubicBezTo>
                  <a:pt x="118056" y="33708"/>
                  <a:pt x="102172" y="46641"/>
                  <a:pt x="84594" y="66110"/>
                </a:cubicBezTo>
                <a:lnTo>
                  <a:pt x="78963" y="72419"/>
                </a:lnTo>
                <a:lnTo>
                  <a:pt x="83083" y="76942"/>
                </a:lnTo>
                <a:cubicBezTo>
                  <a:pt x="99745" y="95227"/>
                  <a:pt x="115126" y="104369"/>
                  <a:pt x="129225" y="104369"/>
                </a:cubicBezTo>
                <a:cubicBezTo>
                  <a:pt x="133345" y="104369"/>
                  <a:pt x="137190" y="103911"/>
                  <a:pt x="140761" y="102996"/>
                </a:cubicBezTo>
                <a:cubicBezTo>
                  <a:pt x="136183" y="112517"/>
                  <a:pt x="132361" y="118742"/>
                  <a:pt x="129294" y="121672"/>
                </a:cubicBezTo>
                <a:cubicBezTo>
                  <a:pt x="126227" y="124602"/>
                  <a:pt x="122038" y="126067"/>
                  <a:pt x="116728" y="126067"/>
                </a:cubicBezTo>
                <a:cubicBezTo>
                  <a:pt x="105193" y="126067"/>
                  <a:pt x="90178" y="115957"/>
                  <a:pt x="71685" y="95739"/>
                </a:cubicBezTo>
                <a:lnTo>
                  <a:pt x="65231" y="88739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">
            <a:extLst xmlns:a="http://schemas.openxmlformats.org/drawingml/2006/main">
              <a:ext uri="{FF2B5EF4-FFF2-40B4-BE49-F238E27FC236}">
                <a16:creationId xmlns:a16="http://schemas.microsoft.com/office/drawing/2014/main" id="{B6FA9612-8B08-4C62-B33E-611ACCD8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0131" y="1704864"/>
            <a:ext cx="140761" cy="126891"/>
          </a:xfrm>
          <a:custGeom xmlns:a="http://schemas.openxmlformats.org/drawingml/2006/main">
            <a:pathLst>
              <a:path w="140761" h="126891">
                <a:moveTo>
                  <a:pt x="65231" y="88739"/>
                </a:moveTo>
                <a:lnTo>
                  <a:pt x="61797" y="93147"/>
                </a:lnTo>
                <a:cubicBezTo>
                  <a:pt x="44677" y="115643"/>
                  <a:pt x="31356" y="126891"/>
                  <a:pt x="21835" y="126891"/>
                </a:cubicBezTo>
                <a:cubicBezTo>
                  <a:pt x="14694" y="126891"/>
                  <a:pt x="7416" y="121024"/>
                  <a:pt x="0" y="109291"/>
                </a:cubicBezTo>
                <a:cubicBezTo>
                  <a:pt x="2563" y="109855"/>
                  <a:pt x="4532" y="110137"/>
                  <a:pt x="5905" y="110137"/>
                </a:cubicBezTo>
                <a:cubicBezTo>
                  <a:pt x="17898" y="110137"/>
                  <a:pt x="31540" y="100270"/>
                  <a:pt x="46829" y="80538"/>
                </a:cubicBezTo>
                <a:lnTo>
                  <a:pt x="52184" y="73792"/>
                </a:lnTo>
                <a:lnTo>
                  <a:pt x="48339" y="69119"/>
                </a:lnTo>
                <a:cubicBezTo>
                  <a:pt x="29846" y="47590"/>
                  <a:pt x="20599" y="32475"/>
                  <a:pt x="20599" y="23775"/>
                </a:cubicBezTo>
                <a:cubicBezTo>
                  <a:pt x="20599" y="17544"/>
                  <a:pt x="25634" y="9619"/>
                  <a:pt x="35705" y="0"/>
                </a:cubicBezTo>
                <a:cubicBezTo>
                  <a:pt x="39917" y="18883"/>
                  <a:pt x="48705" y="36712"/>
                  <a:pt x="62072" y="53489"/>
                </a:cubicBezTo>
                <a:lnTo>
                  <a:pt x="65093" y="57338"/>
                </a:lnTo>
                <a:lnTo>
                  <a:pt x="70861" y="50348"/>
                </a:lnTo>
                <a:cubicBezTo>
                  <a:pt x="89721" y="27036"/>
                  <a:pt x="104735" y="15381"/>
                  <a:pt x="115904" y="15381"/>
                </a:cubicBezTo>
                <a:cubicBezTo>
                  <a:pt x="121397" y="15381"/>
                  <a:pt x="125929" y="18077"/>
                  <a:pt x="129500" y="23470"/>
                </a:cubicBezTo>
                <a:cubicBezTo>
                  <a:pt x="130141" y="24386"/>
                  <a:pt x="131056" y="25666"/>
                  <a:pt x="132246" y="27311"/>
                </a:cubicBezTo>
                <a:cubicBezTo>
                  <a:pt x="118056" y="33708"/>
                  <a:pt x="102172" y="46641"/>
                  <a:pt x="84594" y="66110"/>
                </a:cubicBezTo>
                <a:lnTo>
                  <a:pt x="78963" y="72419"/>
                </a:lnTo>
                <a:lnTo>
                  <a:pt x="83083" y="76942"/>
                </a:lnTo>
                <a:cubicBezTo>
                  <a:pt x="99745" y="95227"/>
                  <a:pt x="115126" y="104369"/>
                  <a:pt x="129225" y="104369"/>
                </a:cubicBezTo>
                <a:cubicBezTo>
                  <a:pt x="133345" y="104369"/>
                  <a:pt x="137190" y="103911"/>
                  <a:pt x="140761" y="102996"/>
                </a:cubicBezTo>
                <a:cubicBezTo>
                  <a:pt x="136183" y="112517"/>
                  <a:pt x="132361" y="118742"/>
                  <a:pt x="129294" y="121672"/>
                </a:cubicBezTo>
                <a:cubicBezTo>
                  <a:pt x="126227" y="124602"/>
                  <a:pt x="122038" y="126067"/>
                  <a:pt x="116728" y="126067"/>
                </a:cubicBezTo>
                <a:cubicBezTo>
                  <a:pt x="105193" y="126067"/>
                  <a:pt x="90178" y="115957"/>
                  <a:pt x="71685" y="95739"/>
                </a:cubicBezTo>
                <a:lnTo>
                  <a:pt x="65231" y="88739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Iteration𝒕">
            <a:extLst xmlns:a="http://schemas.openxmlformats.org/drawingml/2006/main">
              <a:ext uri="{FF2B5EF4-FFF2-40B4-BE49-F238E27FC236}">
                <a16:creationId xmlns:a16="http://schemas.microsoft.com/office/drawing/2014/main" id="{6B5FE5E0-08F3-40AB-9190-D87B29AD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93" y="4430867"/>
            <a:ext cx="1240794" cy="194181"/>
          </a:xfrm>
          <a:custGeom xmlns:a="http://schemas.openxmlformats.org/drawingml/2006/main">
            <a:pathLst>
              <a:path w="1240794" h="194181">
                <a:moveTo>
                  <a:pt x="97365" y="185392"/>
                </a:moveTo>
                <a:lnTo>
                  <a:pt x="97365" y="190336"/>
                </a:lnTo>
                <a:lnTo>
                  <a:pt x="0" y="190336"/>
                </a:lnTo>
                <a:lnTo>
                  <a:pt x="0" y="185392"/>
                </a:lnTo>
                <a:lnTo>
                  <a:pt x="6180" y="185392"/>
                </a:lnTo>
                <a:cubicBezTo>
                  <a:pt x="11581" y="185392"/>
                  <a:pt x="15930" y="184426"/>
                  <a:pt x="19226" y="182495"/>
                </a:cubicBezTo>
                <a:cubicBezTo>
                  <a:pt x="21606" y="181205"/>
                  <a:pt x="23437" y="178996"/>
                  <a:pt x="24719" y="175869"/>
                </a:cubicBezTo>
                <a:cubicBezTo>
                  <a:pt x="25726" y="173661"/>
                  <a:pt x="26230" y="167863"/>
                  <a:pt x="26230" y="158476"/>
                </a:cubicBezTo>
                <a:lnTo>
                  <a:pt x="26230" y="35980"/>
                </a:lnTo>
                <a:cubicBezTo>
                  <a:pt x="26230" y="26410"/>
                  <a:pt x="25726" y="20429"/>
                  <a:pt x="24719" y="18037"/>
                </a:cubicBezTo>
                <a:cubicBezTo>
                  <a:pt x="23712" y="15642"/>
                  <a:pt x="21675" y="13548"/>
                  <a:pt x="18608" y="11754"/>
                </a:cubicBezTo>
                <a:cubicBezTo>
                  <a:pt x="15541" y="9961"/>
                  <a:pt x="11398" y="9064"/>
                  <a:pt x="6180" y="9064"/>
                </a:cubicBezTo>
                <a:lnTo>
                  <a:pt x="0" y="9064"/>
                </a:lnTo>
                <a:lnTo>
                  <a:pt x="0" y="4120"/>
                </a:lnTo>
                <a:lnTo>
                  <a:pt x="97365" y="4120"/>
                </a:lnTo>
                <a:lnTo>
                  <a:pt x="97365" y="9064"/>
                </a:lnTo>
                <a:lnTo>
                  <a:pt x="91185" y="9064"/>
                </a:lnTo>
                <a:cubicBezTo>
                  <a:pt x="85784" y="9064"/>
                  <a:pt x="81435" y="10029"/>
                  <a:pt x="78139" y="11960"/>
                </a:cubicBezTo>
                <a:cubicBezTo>
                  <a:pt x="75759" y="13251"/>
                  <a:pt x="73882" y="15459"/>
                  <a:pt x="72509" y="18586"/>
                </a:cubicBezTo>
                <a:cubicBezTo>
                  <a:pt x="71502" y="20795"/>
                  <a:pt x="70998" y="26593"/>
                  <a:pt x="70998" y="35980"/>
                </a:cubicBezTo>
                <a:lnTo>
                  <a:pt x="70998" y="158476"/>
                </a:lnTo>
                <a:cubicBezTo>
                  <a:pt x="70998" y="168046"/>
                  <a:pt x="71525" y="174028"/>
                  <a:pt x="72578" y="176423"/>
                </a:cubicBezTo>
                <a:cubicBezTo>
                  <a:pt x="73630" y="178815"/>
                  <a:pt x="75690" y="180907"/>
                  <a:pt x="78757" y="182701"/>
                </a:cubicBezTo>
                <a:cubicBezTo>
                  <a:pt x="81824" y="184495"/>
                  <a:pt x="85967" y="185392"/>
                  <a:pt x="91185" y="185392"/>
                </a:cubicBezTo>
                <a:lnTo>
                  <a:pt x="97365" y="185392"/>
                </a:lnTo>
                <a:close/>
                <a:moveTo>
                  <a:pt x="163552" y="14557"/>
                </a:moveTo>
                <a:lnTo>
                  <a:pt x="163552" y="61797"/>
                </a:lnTo>
                <a:lnTo>
                  <a:pt x="194038" y="61797"/>
                </a:lnTo>
                <a:lnTo>
                  <a:pt x="194038" y="75255"/>
                </a:lnTo>
                <a:lnTo>
                  <a:pt x="163552" y="75255"/>
                </a:lnTo>
                <a:lnTo>
                  <a:pt x="163552" y="154708"/>
                </a:lnTo>
                <a:cubicBezTo>
                  <a:pt x="163552" y="162144"/>
                  <a:pt x="163895" y="166940"/>
                  <a:pt x="164582" y="169097"/>
                </a:cubicBezTo>
                <a:cubicBezTo>
                  <a:pt x="165268" y="171254"/>
                  <a:pt x="166481" y="173000"/>
                  <a:pt x="168221" y="174333"/>
                </a:cubicBezTo>
                <a:cubicBezTo>
                  <a:pt x="169960" y="175663"/>
                  <a:pt x="171562" y="176328"/>
                  <a:pt x="173027" y="176328"/>
                </a:cubicBezTo>
                <a:cubicBezTo>
                  <a:pt x="178978" y="176328"/>
                  <a:pt x="184609" y="171751"/>
                  <a:pt x="189919" y="162596"/>
                </a:cubicBezTo>
                <a:lnTo>
                  <a:pt x="194038" y="165647"/>
                </a:lnTo>
                <a:cubicBezTo>
                  <a:pt x="186623" y="183388"/>
                  <a:pt x="174584" y="192258"/>
                  <a:pt x="157921" y="192258"/>
                </a:cubicBezTo>
                <a:cubicBezTo>
                  <a:pt x="149773" y="192258"/>
                  <a:pt x="142884" y="189985"/>
                  <a:pt x="137254" y="185439"/>
                </a:cubicBezTo>
                <a:cubicBezTo>
                  <a:pt x="131623" y="180890"/>
                  <a:pt x="128030" y="175813"/>
                  <a:pt x="126473" y="170209"/>
                </a:cubicBezTo>
                <a:cubicBezTo>
                  <a:pt x="125558" y="167085"/>
                  <a:pt x="125100" y="158632"/>
                  <a:pt x="125100" y="144850"/>
                </a:cubicBezTo>
                <a:lnTo>
                  <a:pt x="125100" y="75255"/>
                </a:lnTo>
                <a:lnTo>
                  <a:pt x="108346" y="75255"/>
                </a:lnTo>
                <a:lnTo>
                  <a:pt x="108346" y="70436"/>
                </a:lnTo>
                <a:cubicBezTo>
                  <a:pt x="119882" y="62271"/>
                  <a:pt x="129700" y="53692"/>
                  <a:pt x="137803" y="44700"/>
                </a:cubicBezTo>
                <a:cubicBezTo>
                  <a:pt x="145905" y="35708"/>
                  <a:pt x="152978" y="25660"/>
                  <a:pt x="159020" y="14557"/>
                </a:cubicBezTo>
                <a:lnTo>
                  <a:pt x="163552" y="14557"/>
                </a:lnTo>
                <a:close/>
                <a:moveTo>
                  <a:pt x="315022" y="121397"/>
                </a:moveTo>
                <a:lnTo>
                  <a:pt x="244573" y="121397"/>
                </a:lnTo>
                <a:cubicBezTo>
                  <a:pt x="245397" y="138472"/>
                  <a:pt x="249928" y="151966"/>
                  <a:pt x="258168" y="161879"/>
                </a:cubicBezTo>
                <a:cubicBezTo>
                  <a:pt x="264485" y="169498"/>
                  <a:pt x="272084" y="173307"/>
                  <a:pt x="280964" y="173307"/>
                </a:cubicBezTo>
                <a:cubicBezTo>
                  <a:pt x="286458" y="173307"/>
                  <a:pt x="291447" y="171774"/>
                  <a:pt x="295933" y="168707"/>
                </a:cubicBezTo>
                <a:cubicBezTo>
                  <a:pt x="300419" y="165640"/>
                  <a:pt x="305226" y="160124"/>
                  <a:pt x="310353" y="152159"/>
                </a:cubicBezTo>
                <a:lnTo>
                  <a:pt x="315022" y="155180"/>
                </a:lnTo>
                <a:cubicBezTo>
                  <a:pt x="308064" y="169371"/>
                  <a:pt x="300373" y="179418"/>
                  <a:pt x="291951" y="185323"/>
                </a:cubicBezTo>
                <a:cubicBezTo>
                  <a:pt x="283528" y="191228"/>
                  <a:pt x="273778" y="194181"/>
                  <a:pt x="262700" y="194181"/>
                </a:cubicBezTo>
                <a:cubicBezTo>
                  <a:pt x="243657" y="194181"/>
                  <a:pt x="229238" y="186850"/>
                  <a:pt x="219442" y="172187"/>
                </a:cubicBezTo>
                <a:cubicBezTo>
                  <a:pt x="211568" y="160366"/>
                  <a:pt x="207632" y="145703"/>
                  <a:pt x="207632" y="128199"/>
                </a:cubicBezTo>
                <a:cubicBezTo>
                  <a:pt x="207632" y="106753"/>
                  <a:pt x="213422" y="89685"/>
                  <a:pt x="225004" y="76993"/>
                </a:cubicBezTo>
                <a:cubicBezTo>
                  <a:pt x="236585" y="64299"/>
                  <a:pt x="250157" y="57952"/>
                  <a:pt x="265721" y="57952"/>
                </a:cubicBezTo>
                <a:cubicBezTo>
                  <a:pt x="278721" y="57952"/>
                  <a:pt x="290005" y="63285"/>
                  <a:pt x="299572" y="73951"/>
                </a:cubicBezTo>
                <a:cubicBezTo>
                  <a:pt x="309140" y="84617"/>
                  <a:pt x="314289" y="100432"/>
                  <a:pt x="315022" y="121397"/>
                </a:cubicBezTo>
                <a:moveTo>
                  <a:pt x="281239" y="112334"/>
                </a:moveTo>
                <a:cubicBezTo>
                  <a:pt x="281239" y="97594"/>
                  <a:pt x="280438" y="87478"/>
                  <a:pt x="278836" y="81984"/>
                </a:cubicBezTo>
                <a:cubicBezTo>
                  <a:pt x="277234" y="76491"/>
                  <a:pt x="274739" y="72326"/>
                  <a:pt x="271352" y="69488"/>
                </a:cubicBezTo>
                <a:cubicBezTo>
                  <a:pt x="269429" y="67840"/>
                  <a:pt x="266866" y="67016"/>
                  <a:pt x="263661" y="67016"/>
                </a:cubicBezTo>
                <a:cubicBezTo>
                  <a:pt x="258901" y="67016"/>
                  <a:pt x="255010" y="69350"/>
                  <a:pt x="251988" y="74019"/>
                </a:cubicBezTo>
                <a:cubicBezTo>
                  <a:pt x="246587" y="82168"/>
                  <a:pt x="243886" y="93337"/>
                  <a:pt x="243886" y="107527"/>
                </a:cubicBezTo>
                <a:lnTo>
                  <a:pt x="243886" y="112334"/>
                </a:lnTo>
                <a:lnTo>
                  <a:pt x="281239" y="112334"/>
                </a:lnTo>
                <a:close/>
                <a:moveTo>
                  <a:pt x="385174" y="61797"/>
                </a:moveTo>
                <a:lnTo>
                  <a:pt x="385174" y="90911"/>
                </a:lnTo>
                <a:cubicBezTo>
                  <a:pt x="393689" y="77636"/>
                  <a:pt x="401150" y="68824"/>
                  <a:pt x="407559" y="64475"/>
                </a:cubicBezTo>
                <a:cubicBezTo>
                  <a:pt x="413967" y="60127"/>
                  <a:pt x="420147" y="57952"/>
                  <a:pt x="426098" y="57952"/>
                </a:cubicBezTo>
                <a:cubicBezTo>
                  <a:pt x="431225" y="57952"/>
                  <a:pt x="435322" y="59537"/>
                  <a:pt x="438389" y="62707"/>
                </a:cubicBezTo>
                <a:cubicBezTo>
                  <a:pt x="441456" y="65877"/>
                  <a:pt x="442989" y="70356"/>
                  <a:pt x="442989" y="76144"/>
                </a:cubicBezTo>
                <a:cubicBezTo>
                  <a:pt x="442989" y="82301"/>
                  <a:pt x="441501" y="87080"/>
                  <a:pt x="438526" y="90482"/>
                </a:cubicBezTo>
                <a:cubicBezTo>
                  <a:pt x="435551" y="93880"/>
                  <a:pt x="431957" y="95580"/>
                  <a:pt x="427746" y="95580"/>
                </a:cubicBezTo>
                <a:cubicBezTo>
                  <a:pt x="422894" y="95580"/>
                  <a:pt x="418682" y="94024"/>
                  <a:pt x="415112" y="90911"/>
                </a:cubicBezTo>
                <a:cubicBezTo>
                  <a:pt x="411541" y="87798"/>
                  <a:pt x="409436" y="86059"/>
                  <a:pt x="408795" y="85692"/>
                </a:cubicBezTo>
                <a:cubicBezTo>
                  <a:pt x="407879" y="85143"/>
                  <a:pt x="406826" y="84868"/>
                  <a:pt x="405636" y="84868"/>
                </a:cubicBezTo>
                <a:cubicBezTo>
                  <a:pt x="402981" y="84868"/>
                  <a:pt x="400463" y="85875"/>
                  <a:pt x="398083" y="87890"/>
                </a:cubicBezTo>
                <a:cubicBezTo>
                  <a:pt x="394330" y="91002"/>
                  <a:pt x="391491" y="95443"/>
                  <a:pt x="389569" y="101210"/>
                </a:cubicBezTo>
                <a:cubicBezTo>
                  <a:pt x="386639" y="110091"/>
                  <a:pt x="385174" y="119887"/>
                  <a:pt x="385174" y="130598"/>
                </a:cubicBezTo>
                <a:lnTo>
                  <a:pt x="385174" y="160124"/>
                </a:lnTo>
                <a:lnTo>
                  <a:pt x="385312" y="167814"/>
                </a:lnTo>
                <a:cubicBezTo>
                  <a:pt x="385312" y="173033"/>
                  <a:pt x="385632" y="176374"/>
                  <a:pt x="386273" y="177839"/>
                </a:cubicBezTo>
                <a:cubicBezTo>
                  <a:pt x="387372" y="180311"/>
                  <a:pt x="388997" y="182119"/>
                  <a:pt x="391148" y="183263"/>
                </a:cubicBezTo>
                <a:cubicBezTo>
                  <a:pt x="393300" y="184408"/>
                  <a:pt x="396939" y="185117"/>
                  <a:pt x="402066" y="185392"/>
                </a:cubicBezTo>
                <a:lnTo>
                  <a:pt x="402066" y="190336"/>
                </a:lnTo>
                <a:lnTo>
                  <a:pt x="332715" y="190336"/>
                </a:lnTo>
                <a:lnTo>
                  <a:pt x="332715" y="185392"/>
                </a:lnTo>
                <a:cubicBezTo>
                  <a:pt x="338300" y="184934"/>
                  <a:pt x="342076" y="183401"/>
                  <a:pt x="344045" y="180792"/>
                </a:cubicBezTo>
                <a:cubicBezTo>
                  <a:pt x="346013" y="178182"/>
                  <a:pt x="346997" y="171293"/>
                  <a:pt x="346997" y="160124"/>
                </a:cubicBezTo>
                <a:lnTo>
                  <a:pt x="346997" y="88988"/>
                </a:lnTo>
                <a:cubicBezTo>
                  <a:pt x="346997" y="81618"/>
                  <a:pt x="346631" y="76921"/>
                  <a:pt x="345899" y="74895"/>
                </a:cubicBezTo>
                <a:cubicBezTo>
                  <a:pt x="344983" y="72314"/>
                  <a:pt x="343656" y="70426"/>
                  <a:pt x="341916" y="69230"/>
                </a:cubicBezTo>
                <a:cubicBezTo>
                  <a:pt x="340177" y="68031"/>
                  <a:pt x="337110" y="67202"/>
                  <a:pt x="332715" y="66741"/>
                </a:cubicBezTo>
                <a:lnTo>
                  <a:pt x="332715" y="61797"/>
                </a:lnTo>
                <a:lnTo>
                  <a:pt x="385174" y="61797"/>
                </a:lnTo>
                <a:close/>
                <a:moveTo>
                  <a:pt x="528357" y="171385"/>
                </a:moveTo>
                <a:cubicBezTo>
                  <a:pt x="512702" y="185300"/>
                  <a:pt x="498649" y="192258"/>
                  <a:pt x="486198" y="192258"/>
                </a:cubicBezTo>
                <a:cubicBezTo>
                  <a:pt x="478874" y="192258"/>
                  <a:pt x="472785" y="189848"/>
                  <a:pt x="467933" y="185027"/>
                </a:cubicBezTo>
                <a:cubicBezTo>
                  <a:pt x="463081" y="180204"/>
                  <a:pt x="460655" y="174164"/>
                  <a:pt x="460655" y="166909"/>
                </a:cubicBezTo>
                <a:cubicBezTo>
                  <a:pt x="460655" y="157078"/>
                  <a:pt x="464866" y="148236"/>
                  <a:pt x="473289" y="140383"/>
                </a:cubicBezTo>
                <a:cubicBezTo>
                  <a:pt x="481712" y="132530"/>
                  <a:pt x="500068" y="122081"/>
                  <a:pt x="528357" y="109038"/>
                </a:cubicBezTo>
                <a:lnTo>
                  <a:pt x="528357" y="96129"/>
                </a:lnTo>
                <a:cubicBezTo>
                  <a:pt x="528357" y="86425"/>
                  <a:pt x="527831" y="80314"/>
                  <a:pt x="526778" y="77796"/>
                </a:cubicBezTo>
                <a:cubicBezTo>
                  <a:pt x="525725" y="75278"/>
                  <a:pt x="523734" y="73081"/>
                  <a:pt x="520804" y="71204"/>
                </a:cubicBezTo>
                <a:cubicBezTo>
                  <a:pt x="517874" y="69327"/>
                  <a:pt x="514579" y="68389"/>
                  <a:pt x="510917" y="68389"/>
                </a:cubicBezTo>
                <a:cubicBezTo>
                  <a:pt x="504966" y="68389"/>
                  <a:pt x="500068" y="69717"/>
                  <a:pt x="496223" y="72372"/>
                </a:cubicBezTo>
                <a:cubicBezTo>
                  <a:pt x="493842" y="74019"/>
                  <a:pt x="492652" y="75942"/>
                  <a:pt x="492652" y="78139"/>
                </a:cubicBezTo>
                <a:cubicBezTo>
                  <a:pt x="492652" y="80062"/>
                  <a:pt x="493934" y="82442"/>
                  <a:pt x="496497" y="85280"/>
                </a:cubicBezTo>
                <a:cubicBezTo>
                  <a:pt x="499976" y="89217"/>
                  <a:pt x="501716" y="93016"/>
                  <a:pt x="501716" y="96679"/>
                </a:cubicBezTo>
                <a:cubicBezTo>
                  <a:pt x="501716" y="101165"/>
                  <a:pt x="500045" y="104987"/>
                  <a:pt x="496703" y="108145"/>
                </a:cubicBezTo>
                <a:cubicBezTo>
                  <a:pt x="493362" y="111304"/>
                  <a:pt x="488990" y="112883"/>
                  <a:pt x="483588" y="112883"/>
                </a:cubicBezTo>
                <a:cubicBezTo>
                  <a:pt x="477821" y="112883"/>
                  <a:pt x="472991" y="111144"/>
                  <a:pt x="469100" y="107665"/>
                </a:cubicBezTo>
                <a:cubicBezTo>
                  <a:pt x="465209" y="104186"/>
                  <a:pt x="463264" y="100112"/>
                  <a:pt x="463264" y="95443"/>
                </a:cubicBezTo>
                <a:cubicBezTo>
                  <a:pt x="463264" y="88851"/>
                  <a:pt x="465873" y="82557"/>
                  <a:pt x="471092" y="76560"/>
                </a:cubicBezTo>
                <a:cubicBezTo>
                  <a:pt x="476310" y="70563"/>
                  <a:pt x="483588" y="65963"/>
                  <a:pt x="492927" y="62759"/>
                </a:cubicBezTo>
                <a:cubicBezTo>
                  <a:pt x="502265" y="59554"/>
                  <a:pt x="511969" y="57952"/>
                  <a:pt x="522040" y="57952"/>
                </a:cubicBezTo>
                <a:cubicBezTo>
                  <a:pt x="534216" y="57952"/>
                  <a:pt x="543852" y="60546"/>
                  <a:pt x="550948" y="65733"/>
                </a:cubicBezTo>
                <a:cubicBezTo>
                  <a:pt x="558043" y="70917"/>
                  <a:pt x="562643" y="76537"/>
                  <a:pt x="564749" y="82594"/>
                </a:cubicBezTo>
                <a:cubicBezTo>
                  <a:pt x="566031" y="86448"/>
                  <a:pt x="566672" y="95302"/>
                  <a:pt x="566672" y="109158"/>
                </a:cubicBezTo>
                <a:lnTo>
                  <a:pt x="566672" y="159124"/>
                </a:lnTo>
                <a:cubicBezTo>
                  <a:pt x="566672" y="164997"/>
                  <a:pt x="566900" y="168692"/>
                  <a:pt x="567358" y="170209"/>
                </a:cubicBezTo>
                <a:cubicBezTo>
                  <a:pt x="567816" y="171722"/>
                  <a:pt x="568503" y="172847"/>
                  <a:pt x="569418" y="173582"/>
                </a:cubicBezTo>
                <a:cubicBezTo>
                  <a:pt x="570334" y="174314"/>
                  <a:pt x="571386" y="174681"/>
                  <a:pt x="572577" y="174681"/>
                </a:cubicBezTo>
                <a:cubicBezTo>
                  <a:pt x="574957" y="174681"/>
                  <a:pt x="577383" y="172987"/>
                  <a:pt x="579855" y="169599"/>
                </a:cubicBezTo>
                <a:lnTo>
                  <a:pt x="583975" y="172895"/>
                </a:lnTo>
                <a:cubicBezTo>
                  <a:pt x="579397" y="179670"/>
                  <a:pt x="574659" y="184591"/>
                  <a:pt x="569761" y="187658"/>
                </a:cubicBezTo>
                <a:cubicBezTo>
                  <a:pt x="564863" y="190725"/>
                  <a:pt x="559302" y="192258"/>
                  <a:pt x="553076" y="192258"/>
                </a:cubicBezTo>
                <a:cubicBezTo>
                  <a:pt x="545752" y="192258"/>
                  <a:pt x="540030" y="190530"/>
                  <a:pt x="535910" y="187074"/>
                </a:cubicBezTo>
                <a:cubicBezTo>
                  <a:pt x="531790" y="183618"/>
                  <a:pt x="529273" y="178388"/>
                  <a:pt x="528357" y="171385"/>
                </a:cubicBezTo>
                <a:moveTo>
                  <a:pt x="528357" y="161222"/>
                </a:moveTo>
                <a:lnTo>
                  <a:pt x="528357" y="118265"/>
                </a:lnTo>
                <a:cubicBezTo>
                  <a:pt x="517279" y="124796"/>
                  <a:pt x="509040" y="131789"/>
                  <a:pt x="503638" y="139241"/>
                </a:cubicBezTo>
                <a:cubicBezTo>
                  <a:pt x="500068" y="144208"/>
                  <a:pt x="498282" y="149222"/>
                  <a:pt x="498282" y="154283"/>
                </a:cubicBezTo>
                <a:cubicBezTo>
                  <a:pt x="498282" y="158514"/>
                  <a:pt x="499793" y="162241"/>
                  <a:pt x="502814" y="165462"/>
                </a:cubicBezTo>
                <a:cubicBezTo>
                  <a:pt x="505103" y="167946"/>
                  <a:pt x="508307" y="169187"/>
                  <a:pt x="512427" y="169187"/>
                </a:cubicBezTo>
                <a:cubicBezTo>
                  <a:pt x="517005" y="169187"/>
                  <a:pt x="522315" y="166532"/>
                  <a:pt x="528357" y="161222"/>
                </a:cubicBezTo>
                <a:close/>
                <a:moveTo>
                  <a:pt x="649068" y="14557"/>
                </a:moveTo>
                <a:lnTo>
                  <a:pt x="649068" y="61797"/>
                </a:lnTo>
                <a:lnTo>
                  <a:pt x="679555" y="61797"/>
                </a:lnTo>
                <a:lnTo>
                  <a:pt x="679555" y="75255"/>
                </a:lnTo>
                <a:lnTo>
                  <a:pt x="649068" y="75255"/>
                </a:lnTo>
                <a:lnTo>
                  <a:pt x="649068" y="154708"/>
                </a:lnTo>
                <a:cubicBezTo>
                  <a:pt x="649068" y="162144"/>
                  <a:pt x="649411" y="166940"/>
                  <a:pt x="650098" y="169097"/>
                </a:cubicBezTo>
                <a:cubicBezTo>
                  <a:pt x="650784" y="171254"/>
                  <a:pt x="651997" y="173000"/>
                  <a:pt x="653737" y="174333"/>
                </a:cubicBezTo>
                <a:cubicBezTo>
                  <a:pt x="655476" y="175663"/>
                  <a:pt x="657079" y="176328"/>
                  <a:pt x="658543" y="176328"/>
                </a:cubicBezTo>
                <a:cubicBezTo>
                  <a:pt x="664494" y="176328"/>
                  <a:pt x="670125" y="171751"/>
                  <a:pt x="675435" y="162596"/>
                </a:cubicBezTo>
                <a:lnTo>
                  <a:pt x="679555" y="165647"/>
                </a:lnTo>
                <a:cubicBezTo>
                  <a:pt x="672139" y="183388"/>
                  <a:pt x="660100" y="192258"/>
                  <a:pt x="643437" y="192258"/>
                </a:cubicBezTo>
                <a:cubicBezTo>
                  <a:pt x="635289" y="192258"/>
                  <a:pt x="628400" y="189985"/>
                  <a:pt x="622770" y="185439"/>
                </a:cubicBezTo>
                <a:cubicBezTo>
                  <a:pt x="617139" y="180890"/>
                  <a:pt x="613546" y="175813"/>
                  <a:pt x="611989" y="170209"/>
                </a:cubicBezTo>
                <a:cubicBezTo>
                  <a:pt x="611074" y="167085"/>
                  <a:pt x="610616" y="158632"/>
                  <a:pt x="610616" y="144850"/>
                </a:cubicBezTo>
                <a:lnTo>
                  <a:pt x="610616" y="75255"/>
                </a:lnTo>
                <a:lnTo>
                  <a:pt x="593862" y="75255"/>
                </a:lnTo>
                <a:lnTo>
                  <a:pt x="593862" y="70436"/>
                </a:lnTo>
                <a:cubicBezTo>
                  <a:pt x="605398" y="62271"/>
                  <a:pt x="615217" y="53692"/>
                  <a:pt x="623319" y="44700"/>
                </a:cubicBezTo>
                <a:cubicBezTo>
                  <a:pt x="631421" y="35708"/>
                  <a:pt x="638494" y="25660"/>
                  <a:pt x="644536" y="14557"/>
                </a:cubicBezTo>
                <a:lnTo>
                  <a:pt x="649068" y="14557"/>
                </a:lnTo>
                <a:close/>
                <a:moveTo>
                  <a:pt x="722673" y="0"/>
                </a:moveTo>
                <a:cubicBezTo>
                  <a:pt x="728624" y="0"/>
                  <a:pt x="733659" y="2090"/>
                  <a:pt x="737779" y="6270"/>
                </a:cubicBezTo>
                <a:cubicBezTo>
                  <a:pt x="741899" y="10447"/>
                  <a:pt x="743959" y="15475"/>
                  <a:pt x="743959" y="21354"/>
                </a:cubicBezTo>
                <a:cubicBezTo>
                  <a:pt x="743959" y="27234"/>
                  <a:pt x="741876" y="32240"/>
                  <a:pt x="737711" y="36375"/>
                </a:cubicBezTo>
                <a:cubicBezTo>
                  <a:pt x="733545" y="40506"/>
                  <a:pt x="728532" y="42572"/>
                  <a:pt x="722673" y="42572"/>
                </a:cubicBezTo>
                <a:cubicBezTo>
                  <a:pt x="716814" y="42572"/>
                  <a:pt x="711824" y="40506"/>
                  <a:pt x="707704" y="36375"/>
                </a:cubicBezTo>
                <a:cubicBezTo>
                  <a:pt x="703585" y="32240"/>
                  <a:pt x="701525" y="27234"/>
                  <a:pt x="701525" y="21354"/>
                </a:cubicBezTo>
                <a:cubicBezTo>
                  <a:pt x="701525" y="15475"/>
                  <a:pt x="703585" y="10447"/>
                  <a:pt x="707704" y="6270"/>
                </a:cubicBezTo>
                <a:cubicBezTo>
                  <a:pt x="711824" y="2090"/>
                  <a:pt x="716814" y="0"/>
                  <a:pt x="722673" y="0"/>
                </a:cubicBezTo>
                <a:moveTo>
                  <a:pt x="741899" y="61797"/>
                </a:moveTo>
                <a:lnTo>
                  <a:pt x="741899" y="163694"/>
                </a:lnTo>
                <a:cubicBezTo>
                  <a:pt x="741899" y="172758"/>
                  <a:pt x="742952" y="178549"/>
                  <a:pt x="745058" y="181066"/>
                </a:cubicBezTo>
                <a:cubicBezTo>
                  <a:pt x="747163" y="183584"/>
                  <a:pt x="751283" y="185026"/>
                  <a:pt x="757417" y="185392"/>
                </a:cubicBezTo>
                <a:lnTo>
                  <a:pt x="757417" y="190336"/>
                </a:lnTo>
                <a:lnTo>
                  <a:pt x="688067" y="190336"/>
                </a:lnTo>
                <a:lnTo>
                  <a:pt x="688067" y="185392"/>
                </a:lnTo>
                <a:cubicBezTo>
                  <a:pt x="693743" y="185209"/>
                  <a:pt x="697954" y="183561"/>
                  <a:pt x="700701" y="180448"/>
                </a:cubicBezTo>
                <a:cubicBezTo>
                  <a:pt x="702532" y="178343"/>
                  <a:pt x="703447" y="172758"/>
                  <a:pt x="703447" y="163694"/>
                </a:cubicBezTo>
                <a:lnTo>
                  <a:pt x="703447" y="88714"/>
                </a:lnTo>
                <a:cubicBezTo>
                  <a:pt x="703447" y="79535"/>
                  <a:pt x="702394" y="73672"/>
                  <a:pt x="700289" y="71123"/>
                </a:cubicBezTo>
                <a:cubicBezTo>
                  <a:pt x="698183" y="68574"/>
                  <a:pt x="694109" y="67113"/>
                  <a:pt x="688067" y="66741"/>
                </a:cubicBezTo>
                <a:lnTo>
                  <a:pt x="688067" y="61797"/>
                </a:lnTo>
                <a:lnTo>
                  <a:pt x="741899" y="61797"/>
                </a:lnTo>
                <a:close/>
                <a:moveTo>
                  <a:pt x="831085" y="57952"/>
                </a:moveTo>
                <a:cubicBezTo>
                  <a:pt x="842254" y="57952"/>
                  <a:pt x="852645" y="60839"/>
                  <a:pt x="862258" y="66612"/>
                </a:cubicBezTo>
                <a:cubicBezTo>
                  <a:pt x="871871" y="72386"/>
                  <a:pt x="879173" y="80588"/>
                  <a:pt x="884162" y="91220"/>
                </a:cubicBezTo>
                <a:cubicBezTo>
                  <a:pt x="889152" y="101851"/>
                  <a:pt x="891646" y="113490"/>
                  <a:pt x="891646" y="126135"/>
                </a:cubicBezTo>
                <a:cubicBezTo>
                  <a:pt x="891646" y="144371"/>
                  <a:pt x="887023" y="159630"/>
                  <a:pt x="877776" y="171913"/>
                </a:cubicBezTo>
                <a:cubicBezTo>
                  <a:pt x="866607" y="186758"/>
                  <a:pt x="851181" y="194181"/>
                  <a:pt x="831497" y="194181"/>
                </a:cubicBezTo>
                <a:cubicBezTo>
                  <a:pt x="812180" y="194181"/>
                  <a:pt x="797302" y="187399"/>
                  <a:pt x="786866" y="173835"/>
                </a:cubicBezTo>
                <a:cubicBezTo>
                  <a:pt x="776429" y="160271"/>
                  <a:pt x="771210" y="144554"/>
                  <a:pt x="771210" y="126685"/>
                </a:cubicBezTo>
                <a:cubicBezTo>
                  <a:pt x="771210" y="108266"/>
                  <a:pt x="776543" y="92205"/>
                  <a:pt x="787209" y="78504"/>
                </a:cubicBezTo>
                <a:cubicBezTo>
                  <a:pt x="797875" y="64803"/>
                  <a:pt x="812500" y="57952"/>
                  <a:pt x="831085" y="57952"/>
                </a:cubicBezTo>
                <a:moveTo>
                  <a:pt x="831634" y="67565"/>
                </a:moveTo>
                <a:cubicBezTo>
                  <a:pt x="826965" y="67565"/>
                  <a:pt x="822960" y="69330"/>
                  <a:pt x="819618" y="72861"/>
                </a:cubicBezTo>
                <a:cubicBezTo>
                  <a:pt x="816277" y="76388"/>
                  <a:pt x="814079" y="83353"/>
                  <a:pt x="813026" y="93756"/>
                </a:cubicBezTo>
                <a:cubicBezTo>
                  <a:pt x="811974" y="104159"/>
                  <a:pt x="811447" y="118618"/>
                  <a:pt x="811447" y="137134"/>
                </a:cubicBezTo>
                <a:cubicBezTo>
                  <a:pt x="811447" y="146942"/>
                  <a:pt x="812088" y="156108"/>
                  <a:pt x="813370" y="164634"/>
                </a:cubicBezTo>
                <a:cubicBezTo>
                  <a:pt x="814377" y="171140"/>
                  <a:pt x="816528" y="176090"/>
                  <a:pt x="819824" y="179483"/>
                </a:cubicBezTo>
                <a:cubicBezTo>
                  <a:pt x="823120" y="182873"/>
                  <a:pt x="826874" y="184568"/>
                  <a:pt x="831085" y="184568"/>
                </a:cubicBezTo>
                <a:cubicBezTo>
                  <a:pt x="835205" y="184568"/>
                  <a:pt x="838638" y="183422"/>
                  <a:pt x="841385" y="181131"/>
                </a:cubicBezTo>
                <a:cubicBezTo>
                  <a:pt x="844955" y="178015"/>
                  <a:pt x="847335" y="173661"/>
                  <a:pt x="848526" y="168067"/>
                </a:cubicBezTo>
                <a:cubicBezTo>
                  <a:pt x="850357" y="159361"/>
                  <a:pt x="851272" y="141763"/>
                  <a:pt x="851272" y="115274"/>
                </a:cubicBezTo>
                <a:cubicBezTo>
                  <a:pt x="851272" y="99693"/>
                  <a:pt x="850402" y="88992"/>
                  <a:pt x="848663" y="83173"/>
                </a:cubicBezTo>
                <a:cubicBezTo>
                  <a:pt x="846923" y="77351"/>
                  <a:pt x="844360" y="73111"/>
                  <a:pt x="840973" y="70453"/>
                </a:cubicBezTo>
                <a:cubicBezTo>
                  <a:pt x="838592" y="68528"/>
                  <a:pt x="835480" y="67565"/>
                  <a:pt x="831634" y="67565"/>
                </a:cubicBezTo>
                <a:close/>
                <a:moveTo>
                  <a:pt x="963606" y="61797"/>
                </a:moveTo>
                <a:lnTo>
                  <a:pt x="963606" y="78551"/>
                </a:lnTo>
                <a:cubicBezTo>
                  <a:pt x="970198" y="71362"/>
                  <a:pt x="976515" y="66132"/>
                  <a:pt x="982557" y="62862"/>
                </a:cubicBezTo>
                <a:cubicBezTo>
                  <a:pt x="988599" y="59589"/>
                  <a:pt x="995100" y="57952"/>
                  <a:pt x="1002058" y="57952"/>
                </a:cubicBezTo>
                <a:cubicBezTo>
                  <a:pt x="1010389" y="57952"/>
                  <a:pt x="1017301" y="60267"/>
                  <a:pt x="1022794" y="64896"/>
                </a:cubicBezTo>
                <a:cubicBezTo>
                  <a:pt x="1028287" y="69525"/>
                  <a:pt x="1031949" y="75277"/>
                  <a:pt x="1033780" y="82152"/>
                </a:cubicBezTo>
                <a:cubicBezTo>
                  <a:pt x="1035245" y="87379"/>
                  <a:pt x="1035977" y="97418"/>
                  <a:pt x="1035977" y="112269"/>
                </a:cubicBezTo>
                <a:lnTo>
                  <a:pt x="1035977" y="162321"/>
                </a:lnTo>
                <a:cubicBezTo>
                  <a:pt x="1035977" y="172209"/>
                  <a:pt x="1036870" y="178365"/>
                  <a:pt x="1038655" y="180792"/>
                </a:cubicBezTo>
                <a:cubicBezTo>
                  <a:pt x="1040441" y="183218"/>
                  <a:pt x="1044171" y="184751"/>
                  <a:pt x="1049847" y="185392"/>
                </a:cubicBezTo>
                <a:lnTo>
                  <a:pt x="1049847" y="190336"/>
                </a:lnTo>
                <a:lnTo>
                  <a:pt x="984892" y="190336"/>
                </a:lnTo>
                <a:lnTo>
                  <a:pt x="984892" y="185392"/>
                </a:lnTo>
                <a:cubicBezTo>
                  <a:pt x="989744" y="184751"/>
                  <a:pt x="993223" y="182737"/>
                  <a:pt x="995328" y="179350"/>
                </a:cubicBezTo>
                <a:cubicBezTo>
                  <a:pt x="996793" y="177061"/>
                  <a:pt x="997526" y="171385"/>
                  <a:pt x="997526" y="162321"/>
                </a:cubicBezTo>
                <a:lnTo>
                  <a:pt x="997526" y="105193"/>
                </a:lnTo>
                <a:cubicBezTo>
                  <a:pt x="997526" y="94664"/>
                  <a:pt x="997114" y="88027"/>
                  <a:pt x="996290" y="85280"/>
                </a:cubicBezTo>
                <a:cubicBezTo>
                  <a:pt x="995466" y="82534"/>
                  <a:pt x="994070" y="80405"/>
                  <a:pt x="992101" y="78895"/>
                </a:cubicBezTo>
                <a:cubicBezTo>
                  <a:pt x="990133" y="77384"/>
                  <a:pt x="987959" y="76629"/>
                  <a:pt x="985578" y="76629"/>
                </a:cubicBezTo>
                <a:cubicBezTo>
                  <a:pt x="977705" y="76629"/>
                  <a:pt x="970381" y="82305"/>
                  <a:pt x="963606" y="93657"/>
                </a:cubicBezTo>
                <a:lnTo>
                  <a:pt x="963606" y="162321"/>
                </a:lnTo>
                <a:cubicBezTo>
                  <a:pt x="963606" y="171934"/>
                  <a:pt x="964498" y="178022"/>
                  <a:pt x="966284" y="180586"/>
                </a:cubicBezTo>
                <a:cubicBezTo>
                  <a:pt x="968069" y="183149"/>
                  <a:pt x="971388" y="184751"/>
                  <a:pt x="976240" y="185392"/>
                </a:cubicBezTo>
                <a:lnTo>
                  <a:pt x="976240" y="190336"/>
                </a:lnTo>
                <a:lnTo>
                  <a:pt x="911284" y="190336"/>
                </a:lnTo>
                <a:lnTo>
                  <a:pt x="911284" y="185392"/>
                </a:lnTo>
                <a:cubicBezTo>
                  <a:pt x="916686" y="184843"/>
                  <a:pt x="920531" y="183103"/>
                  <a:pt x="922820" y="180174"/>
                </a:cubicBezTo>
                <a:cubicBezTo>
                  <a:pt x="924376" y="178159"/>
                  <a:pt x="925154" y="172209"/>
                  <a:pt x="925154" y="162321"/>
                </a:cubicBezTo>
                <a:lnTo>
                  <a:pt x="925154" y="89812"/>
                </a:lnTo>
                <a:cubicBezTo>
                  <a:pt x="925154" y="79990"/>
                  <a:pt x="924262" y="73875"/>
                  <a:pt x="922476" y="71466"/>
                </a:cubicBezTo>
                <a:cubicBezTo>
                  <a:pt x="920691" y="69057"/>
                  <a:pt x="916960" y="67482"/>
                  <a:pt x="911284" y="66741"/>
                </a:cubicBezTo>
                <a:lnTo>
                  <a:pt x="911284" y="61797"/>
                </a:lnTo>
                <a:lnTo>
                  <a:pt x="963606" y="61797"/>
                </a:lnTo>
                <a:close/>
                <a:moveTo>
                  <a:pt x="1230632" y="165342"/>
                </a:moveTo>
                <a:cubicBezTo>
                  <a:pt x="1221385" y="175504"/>
                  <a:pt x="1212893" y="182577"/>
                  <a:pt x="1205157" y="186559"/>
                </a:cubicBezTo>
                <a:cubicBezTo>
                  <a:pt x="1197421" y="190542"/>
                  <a:pt x="1188289" y="192533"/>
                  <a:pt x="1177760" y="192533"/>
                </a:cubicBezTo>
                <a:cubicBezTo>
                  <a:pt x="1167324" y="192533"/>
                  <a:pt x="1159313" y="189855"/>
                  <a:pt x="1153728" y="184499"/>
                </a:cubicBezTo>
                <a:cubicBezTo>
                  <a:pt x="1148144" y="179144"/>
                  <a:pt x="1145351" y="171751"/>
                  <a:pt x="1145351" y="162321"/>
                </a:cubicBezTo>
                <a:cubicBezTo>
                  <a:pt x="1145351" y="158018"/>
                  <a:pt x="1145672" y="153921"/>
                  <a:pt x="1146312" y="150030"/>
                </a:cubicBezTo>
                <a:cubicBezTo>
                  <a:pt x="1146953" y="146139"/>
                  <a:pt x="1148281" y="139754"/>
                  <a:pt x="1150295" y="130873"/>
                </a:cubicBezTo>
                <a:lnTo>
                  <a:pt x="1164440" y="71273"/>
                </a:lnTo>
                <a:lnTo>
                  <a:pt x="1143017" y="71273"/>
                </a:lnTo>
                <a:lnTo>
                  <a:pt x="1145626" y="60149"/>
                </a:lnTo>
                <a:cubicBezTo>
                  <a:pt x="1152034" y="60149"/>
                  <a:pt x="1156887" y="59554"/>
                  <a:pt x="1160183" y="58364"/>
                </a:cubicBezTo>
                <a:cubicBezTo>
                  <a:pt x="1163478" y="57174"/>
                  <a:pt x="1166248" y="55389"/>
                  <a:pt x="1168491" y="53008"/>
                </a:cubicBezTo>
                <a:cubicBezTo>
                  <a:pt x="1170734" y="50628"/>
                  <a:pt x="1172908" y="47012"/>
                  <a:pt x="1175014" y="42160"/>
                </a:cubicBezTo>
                <a:cubicBezTo>
                  <a:pt x="1177120" y="37307"/>
                  <a:pt x="1179592" y="29846"/>
                  <a:pt x="1182430" y="19775"/>
                </a:cubicBezTo>
                <a:lnTo>
                  <a:pt x="1215388" y="19775"/>
                </a:lnTo>
                <a:lnTo>
                  <a:pt x="1207423" y="54107"/>
                </a:lnTo>
                <a:lnTo>
                  <a:pt x="1240794" y="54107"/>
                </a:lnTo>
                <a:lnTo>
                  <a:pt x="1237086" y="71273"/>
                </a:lnTo>
                <a:lnTo>
                  <a:pt x="1203441" y="71273"/>
                </a:lnTo>
                <a:lnTo>
                  <a:pt x="1190120" y="126204"/>
                </a:lnTo>
                <a:cubicBezTo>
                  <a:pt x="1187831" y="135634"/>
                  <a:pt x="1186252" y="142798"/>
                  <a:pt x="1185382" y="147696"/>
                </a:cubicBezTo>
                <a:cubicBezTo>
                  <a:pt x="1184512" y="152594"/>
                  <a:pt x="1184078" y="156736"/>
                  <a:pt x="1184078" y="160124"/>
                </a:cubicBezTo>
                <a:cubicBezTo>
                  <a:pt x="1184078" y="164427"/>
                  <a:pt x="1184856" y="167562"/>
                  <a:pt x="1186412" y="169531"/>
                </a:cubicBezTo>
                <a:cubicBezTo>
                  <a:pt x="1187968" y="171499"/>
                  <a:pt x="1190257" y="172483"/>
                  <a:pt x="1193278" y="172483"/>
                </a:cubicBezTo>
                <a:cubicBezTo>
                  <a:pt x="1197398" y="172483"/>
                  <a:pt x="1201633" y="171018"/>
                  <a:pt x="1205981" y="168089"/>
                </a:cubicBezTo>
                <a:cubicBezTo>
                  <a:pt x="1210330" y="165159"/>
                  <a:pt x="1215022" y="160627"/>
                  <a:pt x="1220057" y="154493"/>
                </a:cubicBezTo>
                <a:lnTo>
                  <a:pt x="1230632" y="1653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Iteration𝑻">
            <a:extLst xmlns:a="http://schemas.openxmlformats.org/drawingml/2006/main">
              <a:ext uri="{FF2B5EF4-FFF2-40B4-BE49-F238E27FC236}">
                <a16:creationId xmlns:a16="http://schemas.microsoft.com/office/drawing/2014/main" id="{AAFBB354-8900-435E-8D18-1B025D63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8" y="6732589"/>
            <a:ext cx="1298197" cy="194181"/>
          </a:xfrm>
          <a:custGeom xmlns:a="http://schemas.openxmlformats.org/drawingml/2006/main">
            <a:pathLst>
              <a:path w="1298197" h="194181">
                <a:moveTo>
                  <a:pt x="97365" y="185392"/>
                </a:moveTo>
                <a:lnTo>
                  <a:pt x="97365" y="190336"/>
                </a:lnTo>
                <a:lnTo>
                  <a:pt x="0" y="190336"/>
                </a:lnTo>
                <a:lnTo>
                  <a:pt x="0" y="185392"/>
                </a:lnTo>
                <a:lnTo>
                  <a:pt x="6180" y="185392"/>
                </a:lnTo>
                <a:cubicBezTo>
                  <a:pt x="11581" y="185392"/>
                  <a:pt x="15930" y="184426"/>
                  <a:pt x="19226" y="182495"/>
                </a:cubicBezTo>
                <a:cubicBezTo>
                  <a:pt x="21606" y="181205"/>
                  <a:pt x="23437" y="178996"/>
                  <a:pt x="24719" y="175869"/>
                </a:cubicBezTo>
                <a:cubicBezTo>
                  <a:pt x="25726" y="173661"/>
                  <a:pt x="26230" y="167863"/>
                  <a:pt x="26230" y="158476"/>
                </a:cubicBezTo>
                <a:lnTo>
                  <a:pt x="26230" y="35980"/>
                </a:lnTo>
                <a:cubicBezTo>
                  <a:pt x="26230" y="26410"/>
                  <a:pt x="25726" y="20429"/>
                  <a:pt x="24719" y="18037"/>
                </a:cubicBezTo>
                <a:cubicBezTo>
                  <a:pt x="23712" y="15642"/>
                  <a:pt x="21675" y="13548"/>
                  <a:pt x="18608" y="11754"/>
                </a:cubicBezTo>
                <a:cubicBezTo>
                  <a:pt x="15541" y="9961"/>
                  <a:pt x="11398" y="9064"/>
                  <a:pt x="6180" y="9064"/>
                </a:cubicBezTo>
                <a:lnTo>
                  <a:pt x="0" y="9064"/>
                </a:lnTo>
                <a:lnTo>
                  <a:pt x="0" y="4120"/>
                </a:lnTo>
                <a:lnTo>
                  <a:pt x="97365" y="4120"/>
                </a:lnTo>
                <a:lnTo>
                  <a:pt x="97365" y="9064"/>
                </a:lnTo>
                <a:lnTo>
                  <a:pt x="91185" y="9064"/>
                </a:lnTo>
                <a:cubicBezTo>
                  <a:pt x="85784" y="9064"/>
                  <a:pt x="81435" y="10029"/>
                  <a:pt x="78139" y="11960"/>
                </a:cubicBezTo>
                <a:cubicBezTo>
                  <a:pt x="75759" y="13251"/>
                  <a:pt x="73882" y="15459"/>
                  <a:pt x="72509" y="18586"/>
                </a:cubicBezTo>
                <a:cubicBezTo>
                  <a:pt x="71502" y="20795"/>
                  <a:pt x="70998" y="26593"/>
                  <a:pt x="70998" y="35980"/>
                </a:cubicBezTo>
                <a:lnTo>
                  <a:pt x="70998" y="158476"/>
                </a:lnTo>
                <a:cubicBezTo>
                  <a:pt x="70998" y="168046"/>
                  <a:pt x="71525" y="174028"/>
                  <a:pt x="72578" y="176423"/>
                </a:cubicBezTo>
                <a:cubicBezTo>
                  <a:pt x="73630" y="178815"/>
                  <a:pt x="75690" y="180907"/>
                  <a:pt x="78757" y="182701"/>
                </a:cubicBezTo>
                <a:cubicBezTo>
                  <a:pt x="81824" y="184495"/>
                  <a:pt x="85967" y="185392"/>
                  <a:pt x="91185" y="185392"/>
                </a:cubicBezTo>
                <a:lnTo>
                  <a:pt x="97365" y="185392"/>
                </a:lnTo>
                <a:close/>
                <a:moveTo>
                  <a:pt x="163552" y="14557"/>
                </a:moveTo>
                <a:lnTo>
                  <a:pt x="163552" y="61797"/>
                </a:lnTo>
                <a:lnTo>
                  <a:pt x="194038" y="61797"/>
                </a:lnTo>
                <a:lnTo>
                  <a:pt x="194038" y="75255"/>
                </a:lnTo>
                <a:lnTo>
                  <a:pt x="163552" y="75255"/>
                </a:lnTo>
                <a:lnTo>
                  <a:pt x="163552" y="154708"/>
                </a:lnTo>
                <a:cubicBezTo>
                  <a:pt x="163552" y="162144"/>
                  <a:pt x="163895" y="166940"/>
                  <a:pt x="164582" y="169097"/>
                </a:cubicBezTo>
                <a:cubicBezTo>
                  <a:pt x="165268" y="171254"/>
                  <a:pt x="166481" y="173000"/>
                  <a:pt x="168221" y="174333"/>
                </a:cubicBezTo>
                <a:cubicBezTo>
                  <a:pt x="169960" y="175663"/>
                  <a:pt x="171562" y="176328"/>
                  <a:pt x="173027" y="176328"/>
                </a:cubicBezTo>
                <a:cubicBezTo>
                  <a:pt x="178978" y="176328"/>
                  <a:pt x="184609" y="171751"/>
                  <a:pt x="189919" y="162596"/>
                </a:cubicBezTo>
                <a:lnTo>
                  <a:pt x="194038" y="165647"/>
                </a:lnTo>
                <a:cubicBezTo>
                  <a:pt x="186623" y="183388"/>
                  <a:pt x="174584" y="192258"/>
                  <a:pt x="157921" y="192258"/>
                </a:cubicBezTo>
                <a:cubicBezTo>
                  <a:pt x="149773" y="192258"/>
                  <a:pt x="142884" y="189985"/>
                  <a:pt x="137254" y="185439"/>
                </a:cubicBezTo>
                <a:cubicBezTo>
                  <a:pt x="131623" y="180890"/>
                  <a:pt x="128030" y="175813"/>
                  <a:pt x="126473" y="170209"/>
                </a:cubicBezTo>
                <a:cubicBezTo>
                  <a:pt x="125558" y="167085"/>
                  <a:pt x="125100" y="158632"/>
                  <a:pt x="125100" y="144850"/>
                </a:cubicBezTo>
                <a:lnTo>
                  <a:pt x="125100" y="75255"/>
                </a:lnTo>
                <a:lnTo>
                  <a:pt x="108346" y="75255"/>
                </a:lnTo>
                <a:lnTo>
                  <a:pt x="108346" y="70436"/>
                </a:lnTo>
                <a:cubicBezTo>
                  <a:pt x="119882" y="62271"/>
                  <a:pt x="129701" y="53692"/>
                  <a:pt x="137803" y="44700"/>
                </a:cubicBezTo>
                <a:cubicBezTo>
                  <a:pt x="145905" y="35708"/>
                  <a:pt x="152978" y="25660"/>
                  <a:pt x="159020" y="14557"/>
                </a:cubicBezTo>
                <a:lnTo>
                  <a:pt x="163552" y="14557"/>
                </a:lnTo>
                <a:close/>
                <a:moveTo>
                  <a:pt x="315022" y="121397"/>
                </a:moveTo>
                <a:lnTo>
                  <a:pt x="244573" y="121397"/>
                </a:lnTo>
                <a:cubicBezTo>
                  <a:pt x="245397" y="138472"/>
                  <a:pt x="249929" y="151966"/>
                  <a:pt x="258168" y="161879"/>
                </a:cubicBezTo>
                <a:cubicBezTo>
                  <a:pt x="264485" y="169498"/>
                  <a:pt x="272084" y="173307"/>
                  <a:pt x="280965" y="173307"/>
                </a:cubicBezTo>
                <a:cubicBezTo>
                  <a:pt x="286458" y="173307"/>
                  <a:pt x="291447" y="171774"/>
                  <a:pt x="295933" y="168707"/>
                </a:cubicBezTo>
                <a:cubicBezTo>
                  <a:pt x="300419" y="165640"/>
                  <a:pt x="305226" y="160124"/>
                  <a:pt x="310353" y="152159"/>
                </a:cubicBezTo>
                <a:lnTo>
                  <a:pt x="315022" y="155180"/>
                </a:lnTo>
                <a:cubicBezTo>
                  <a:pt x="308064" y="169371"/>
                  <a:pt x="300374" y="179418"/>
                  <a:pt x="291951" y="185323"/>
                </a:cubicBezTo>
                <a:cubicBezTo>
                  <a:pt x="283528" y="191228"/>
                  <a:pt x="273778" y="194181"/>
                  <a:pt x="262700" y="194181"/>
                </a:cubicBezTo>
                <a:cubicBezTo>
                  <a:pt x="243657" y="194181"/>
                  <a:pt x="229238" y="186850"/>
                  <a:pt x="219442" y="172187"/>
                </a:cubicBezTo>
                <a:cubicBezTo>
                  <a:pt x="211568" y="160366"/>
                  <a:pt x="207632" y="145703"/>
                  <a:pt x="207632" y="128199"/>
                </a:cubicBezTo>
                <a:cubicBezTo>
                  <a:pt x="207632" y="106753"/>
                  <a:pt x="213422" y="89685"/>
                  <a:pt x="225004" y="76993"/>
                </a:cubicBezTo>
                <a:cubicBezTo>
                  <a:pt x="236585" y="64299"/>
                  <a:pt x="250157" y="57952"/>
                  <a:pt x="265721" y="57952"/>
                </a:cubicBezTo>
                <a:cubicBezTo>
                  <a:pt x="278722" y="57952"/>
                  <a:pt x="290005" y="63285"/>
                  <a:pt x="299572" y="73951"/>
                </a:cubicBezTo>
                <a:cubicBezTo>
                  <a:pt x="309140" y="84617"/>
                  <a:pt x="314289" y="100432"/>
                  <a:pt x="315022" y="121397"/>
                </a:cubicBezTo>
                <a:moveTo>
                  <a:pt x="281239" y="112334"/>
                </a:moveTo>
                <a:cubicBezTo>
                  <a:pt x="281239" y="97594"/>
                  <a:pt x="280438" y="87478"/>
                  <a:pt x="278836" y="81984"/>
                </a:cubicBezTo>
                <a:cubicBezTo>
                  <a:pt x="277234" y="76491"/>
                  <a:pt x="274739" y="72326"/>
                  <a:pt x="271352" y="69488"/>
                </a:cubicBezTo>
                <a:cubicBezTo>
                  <a:pt x="269429" y="67840"/>
                  <a:pt x="266866" y="67016"/>
                  <a:pt x="263661" y="67016"/>
                </a:cubicBezTo>
                <a:cubicBezTo>
                  <a:pt x="258901" y="67016"/>
                  <a:pt x="255010" y="69350"/>
                  <a:pt x="251989" y="74019"/>
                </a:cubicBezTo>
                <a:cubicBezTo>
                  <a:pt x="246587" y="82168"/>
                  <a:pt x="243886" y="93337"/>
                  <a:pt x="243886" y="107527"/>
                </a:cubicBezTo>
                <a:lnTo>
                  <a:pt x="243886" y="112334"/>
                </a:lnTo>
                <a:lnTo>
                  <a:pt x="281239" y="112334"/>
                </a:lnTo>
                <a:close/>
                <a:moveTo>
                  <a:pt x="385174" y="61797"/>
                </a:moveTo>
                <a:lnTo>
                  <a:pt x="385174" y="90911"/>
                </a:lnTo>
                <a:cubicBezTo>
                  <a:pt x="393689" y="77636"/>
                  <a:pt x="401150" y="68824"/>
                  <a:pt x="407559" y="64475"/>
                </a:cubicBezTo>
                <a:cubicBezTo>
                  <a:pt x="413967" y="60127"/>
                  <a:pt x="420147" y="57952"/>
                  <a:pt x="426098" y="57952"/>
                </a:cubicBezTo>
                <a:cubicBezTo>
                  <a:pt x="431225" y="57952"/>
                  <a:pt x="435322" y="59537"/>
                  <a:pt x="438389" y="62707"/>
                </a:cubicBezTo>
                <a:cubicBezTo>
                  <a:pt x="441456" y="65877"/>
                  <a:pt x="442989" y="70356"/>
                  <a:pt x="442989" y="76144"/>
                </a:cubicBezTo>
                <a:cubicBezTo>
                  <a:pt x="442989" y="82301"/>
                  <a:pt x="441501" y="87080"/>
                  <a:pt x="438526" y="90482"/>
                </a:cubicBezTo>
                <a:cubicBezTo>
                  <a:pt x="435551" y="93880"/>
                  <a:pt x="431957" y="95580"/>
                  <a:pt x="427746" y="95580"/>
                </a:cubicBezTo>
                <a:cubicBezTo>
                  <a:pt x="422894" y="95580"/>
                  <a:pt x="418682" y="94024"/>
                  <a:pt x="415112" y="90911"/>
                </a:cubicBezTo>
                <a:cubicBezTo>
                  <a:pt x="411541" y="87798"/>
                  <a:pt x="409436" y="86059"/>
                  <a:pt x="408795" y="85692"/>
                </a:cubicBezTo>
                <a:cubicBezTo>
                  <a:pt x="407879" y="85143"/>
                  <a:pt x="406826" y="84868"/>
                  <a:pt x="405636" y="84868"/>
                </a:cubicBezTo>
                <a:cubicBezTo>
                  <a:pt x="402981" y="84868"/>
                  <a:pt x="400463" y="85875"/>
                  <a:pt x="398083" y="87890"/>
                </a:cubicBezTo>
                <a:cubicBezTo>
                  <a:pt x="394329" y="91002"/>
                  <a:pt x="391491" y="95443"/>
                  <a:pt x="389569" y="101210"/>
                </a:cubicBezTo>
                <a:cubicBezTo>
                  <a:pt x="386639" y="110091"/>
                  <a:pt x="385174" y="119887"/>
                  <a:pt x="385174" y="130598"/>
                </a:cubicBezTo>
                <a:lnTo>
                  <a:pt x="385174" y="160124"/>
                </a:lnTo>
                <a:lnTo>
                  <a:pt x="385312" y="167814"/>
                </a:lnTo>
                <a:cubicBezTo>
                  <a:pt x="385312" y="173033"/>
                  <a:pt x="385632" y="176374"/>
                  <a:pt x="386273" y="177839"/>
                </a:cubicBezTo>
                <a:cubicBezTo>
                  <a:pt x="387372" y="180311"/>
                  <a:pt x="388997" y="182119"/>
                  <a:pt x="391148" y="183263"/>
                </a:cubicBezTo>
                <a:cubicBezTo>
                  <a:pt x="393300" y="184408"/>
                  <a:pt x="396939" y="185117"/>
                  <a:pt x="402066" y="185392"/>
                </a:cubicBezTo>
                <a:lnTo>
                  <a:pt x="402066" y="190336"/>
                </a:lnTo>
                <a:lnTo>
                  <a:pt x="332715" y="190336"/>
                </a:lnTo>
                <a:lnTo>
                  <a:pt x="332715" y="185392"/>
                </a:lnTo>
                <a:cubicBezTo>
                  <a:pt x="338300" y="184934"/>
                  <a:pt x="342076" y="183401"/>
                  <a:pt x="344045" y="180792"/>
                </a:cubicBezTo>
                <a:cubicBezTo>
                  <a:pt x="346013" y="178182"/>
                  <a:pt x="346997" y="171293"/>
                  <a:pt x="346997" y="160124"/>
                </a:cubicBezTo>
                <a:lnTo>
                  <a:pt x="346997" y="88988"/>
                </a:lnTo>
                <a:cubicBezTo>
                  <a:pt x="346997" y="81618"/>
                  <a:pt x="346631" y="76921"/>
                  <a:pt x="345899" y="74895"/>
                </a:cubicBezTo>
                <a:cubicBezTo>
                  <a:pt x="344983" y="72314"/>
                  <a:pt x="343656" y="70426"/>
                  <a:pt x="341916" y="69230"/>
                </a:cubicBezTo>
                <a:cubicBezTo>
                  <a:pt x="340177" y="68031"/>
                  <a:pt x="337110" y="67202"/>
                  <a:pt x="332715" y="66741"/>
                </a:cubicBezTo>
                <a:lnTo>
                  <a:pt x="332715" y="61797"/>
                </a:lnTo>
                <a:lnTo>
                  <a:pt x="385174" y="61797"/>
                </a:lnTo>
                <a:close/>
                <a:moveTo>
                  <a:pt x="528357" y="171385"/>
                </a:moveTo>
                <a:cubicBezTo>
                  <a:pt x="512702" y="185300"/>
                  <a:pt x="498648" y="192258"/>
                  <a:pt x="486197" y="192258"/>
                </a:cubicBezTo>
                <a:cubicBezTo>
                  <a:pt x="478873" y="192258"/>
                  <a:pt x="472785" y="189848"/>
                  <a:pt x="467933" y="185027"/>
                </a:cubicBezTo>
                <a:cubicBezTo>
                  <a:pt x="463081" y="180204"/>
                  <a:pt x="460655" y="174164"/>
                  <a:pt x="460655" y="166909"/>
                </a:cubicBezTo>
                <a:cubicBezTo>
                  <a:pt x="460655" y="157078"/>
                  <a:pt x="464866" y="148236"/>
                  <a:pt x="473289" y="140383"/>
                </a:cubicBezTo>
                <a:cubicBezTo>
                  <a:pt x="481711" y="132530"/>
                  <a:pt x="500067" y="122081"/>
                  <a:pt x="528357" y="109038"/>
                </a:cubicBezTo>
                <a:lnTo>
                  <a:pt x="528357" y="96129"/>
                </a:lnTo>
                <a:cubicBezTo>
                  <a:pt x="528357" y="86425"/>
                  <a:pt x="527831" y="80314"/>
                  <a:pt x="526778" y="77796"/>
                </a:cubicBezTo>
                <a:cubicBezTo>
                  <a:pt x="525725" y="75278"/>
                  <a:pt x="523734" y="73081"/>
                  <a:pt x="520804" y="71204"/>
                </a:cubicBezTo>
                <a:cubicBezTo>
                  <a:pt x="517874" y="69327"/>
                  <a:pt x="514578" y="68389"/>
                  <a:pt x="510916" y="68389"/>
                </a:cubicBezTo>
                <a:cubicBezTo>
                  <a:pt x="504966" y="68389"/>
                  <a:pt x="500067" y="69717"/>
                  <a:pt x="496222" y="72372"/>
                </a:cubicBezTo>
                <a:cubicBezTo>
                  <a:pt x="493842" y="74019"/>
                  <a:pt x="492652" y="75942"/>
                  <a:pt x="492652" y="78139"/>
                </a:cubicBezTo>
                <a:cubicBezTo>
                  <a:pt x="492652" y="80062"/>
                  <a:pt x="493934" y="82442"/>
                  <a:pt x="496497" y="85280"/>
                </a:cubicBezTo>
                <a:cubicBezTo>
                  <a:pt x="499976" y="89217"/>
                  <a:pt x="501715" y="93016"/>
                  <a:pt x="501715" y="96679"/>
                </a:cubicBezTo>
                <a:cubicBezTo>
                  <a:pt x="501715" y="101165"/>
                  <a:pt x="500045" y="104987"/>
                  <a:pt x="496703" y="108145"/>
                </a:cubicBezTo>
                <a:cubicBezTo>
                  <a:pt x="493361" y="111304"/>
                  <a:pt x="488990" y="112883"/>
                  <a:pt x="483588" y="112883"/>
                </a:cubicBezTo>
                <a:cubicBezTo>
                  <a:pt x="477820" y="112883"/>
                  <a:pt x="472991" y="111144"/>
                  <a:pt x="469100" y="107665"/>
                </a:cubicBezTo>
                <a:cubicBezTo>
                  <a:pt x="465209" y="104186"/>
                  <a:pt x="463264" y="100112"/>
                  <a:pt x="463264" y="95443"/>
                </a:cubicBezTo>
                <a:cubicBezTo>
                  <a:pt x="463264" y="88851"/>
                  <a:pt x="465873" y="82557"/>
                  <a:pt x="471091" y="76560"/>
                </a:cubicBezTo>
                <a:cubicBezTo>
                  <a:pt x="476310" y="70563"/>
                  <a:pt x="483588" y="65963"/>
                  <a:pt x="492926" y="62759"/>
                </a:cubicBezTo>
                <a:cubicBezTo>
                  <a:pt x="502265" y="59554"/>
                  <a:pt x="511969" y="57952"/>
                  <a:pt x="522040" y="57952"/>
                </a:cubicBezTo>
                <a:cubicBezTo>
                  <a:pt x="534216" y="57952"/>
                  <a:pt x="543852" y="60546"/>
                  <a:pt x="550947" y="65733"/>
                </a:cubicBezTo>
                <a:cubicBezTo>
                  <a:pt x="558043" y="70917"/>
                  <a:pt x="562643" y="76537"/>
                  <a:pt x="564749" y="82594"/>
                </a:cubicBezTo>
                <a:cubicBezTo>
                  <a:pt x="566030" y="86448"/>
                  <a:pt x="566671" y="95302"/>
                  <a:pt x="566671" y="109158"/>
                </a:cubicBezTo>
                <a:lnTo>
                  <a:pt x="566671" y="159124"/>
                </a:lnTo>
                <a:cubicBezTo>
                  <a:pt x="566671" y="164997"/>
                  <a:pt x="566900" y="168692"/>
                  <a:pt x="567358" y="170209"/>
                </a:cubicBezTo>
                <a:cubicBezTo>
                  <a:pt x="567816" y="171722"/>
                  <a:pt x="568502" y="172847"/>
                  <a:pt x="569418" y="173582"/>
                </a:cubicBezTo>
                <a:cubicBezTo>
                  <a:pt x="570333" y="174314"/>
                  <a:pt x="571386" y="174681"/>
                  <a:pt x="572576" y="174681"/>
                </a:cubicBezTo>
                <a:cubicBezTo>
                  <a:pt x="574957" y="174681"/>
                  <a:pt x="577383" y="172987"/>
                  <a:pt x="579855" y="169599"/>
                </a:cubicBezTo>
                <a:lnTo>
                  <a:pt x="583975" y="172895"/>
                </a:lnTo>
                <a:cubicBezTo>
                  <a:pt x="579397" y="179670"/>
                  <a:pt x="574659" y="184591"/>
                  <a:pt x="569761" y="187658"/>
                </a:cubicBezTo>
                <a:cubicBezTo>
                  <a:pt x="564863" y="190725"/>
                  <a:pt x="559301" y="192258"/>
                  <a:pt x="553076" y="192258"/>
                </a:cubicBezTo>
                <a:cubicBezTo>
                  <a:pt x="545752" y="192258"/>
                  <a:pt x="540030" y="190530"/>
                  <a:pt x="535910" y="187074"/>
                </a:cubicBezTo>
                <a:cubicBezTo>
                  <a:pt x="531790" y="183618"/>
                  <a:pt x="529272" y="178388"/>
                  <a:pt x="528357" y="171385"/>
                </a:cubicBezTo>
                <a:moveTo>
                  <a:pt x="528357" y="161222"/>
                </a:moveTo>
                <a:lnTo>
                  <a:pt x="528357" y="118265"/>
                </a:lnTo>
                <a:cubicBezTo>
                  <a:pt x="517279" y="124796"/>
                  <a:pt x="509040" y="131789"/>
                  <a:pt x="503638" y="139241"/>
                </a:cubicBezTo>
                <a:cubicBezTo>
                  <a:pt x="500067" y="144208"/>
                  <a:pt x="498282" y="149222"/>
                  <a:pt x="498282" y="154283"/>
                </a:cubicBezTo>
                <a:cubicBezTo>
                  <a:pt x="498282" y="158514"/>
                  <a:pt x="499793" y="162241"/>
                  <a:pt x="502814" y="165462"/>
                </a:cubicBezTo>
                <a:cubicBezTo>
                  <a:pt x="505103" y="167946"/>
                  <a:pt x="508307" y="169187"/>
                  <a:pt x="512427" y="169187"/>
                </a:cubicBezTo>
                <a:cubicBezTo>
                  <a:pt x="517005" y="169187"/>
                  <a:pt x="522315" y="166532"/>
                  <a:pt x="528357" y="161222"/>
                </a:cubicBezTo>
                <a:close/>
                <a:moveTo>
                  <a:pt x="649068" y="14557"/>
                </a:moveTo>
                <a:lnTo>
                  <a:pt x="649068" y="61797"/>
                </a:lnTo>
                <a:lnTo>
                  <a:pt x="679555" y="61797"/>
                </a:lnTo>
                <a:lnTo>
                  <a:pt x="679555" y="75255"/>
                </a:lnTo>
                <a:lnTo>
                  <a:pt x="649068" y="75255"/>
                </a:lnTo>
                <a:lnTo>
                  <a:pt x="649068" y="154708"/>
                </a:lnTo>
                <a:cubicBezTo>
                  <a:pt x="649068" y="162144"/>
                  <a:pt x="649411" y="166940"/>
                  <a:pt x="650098" y="169097"/>
                </a:cubicBezTo>
                <a:cubicBezTo>
                  <a:pt x="650784" y="171254"/>
                  <a:pt x="651998" y="173000"/>
                  <a:pt x="653737" y="174333"/>
                </a:cubicBezTo>
                <a:cubicBezTo>
                  <a:pt x="655476" y="175663"/>
                  <a:pt x="657079" y="176328"/>
                  <a:pt x="658543" y="176328"/>
                </a:cubicBezTo>
                <a:cubicBezTo>
                  <a:pt x="664494" y="176328"/>
                  <a:pt x="670125" y="171751"/>
                  <a:pt x="675435" y="162596"/>
                </a:cubicBezTo>
                <a:lnTo>
                  <a:pt x="679555" y="165647"/>
                </a:lnTo>
                <a:cubicBezTo>
                  <a:pt x="672139" y="183388"/>
                  <a:pt x="660100" y="192258"/>
                  <a:pt x="643437" y="192258"/>
                </a:cubicBezTo>
                <a:cubicBezTo>
                  <a:pt x="635289" y="192258"/>
                  <a:pt x="628400" y="189985"/>
                  <a:pt x="622770" y="185439"/>
                </a:cubicBezTo>
                <a:cubicBezTo>
                  <a:pt x="617139" y="180890"/>
                  <a:pt x="613546" y="175813"/>
                  <a:pt x="611989" y="170209"/>
                </a:cubicBezTo>
                <a:cubicBezTo>
                  <a:pt x="611074" y="167085"/>
                  <a:pt x="610616" y="158632"/>
                  <a:pt x="610616" y="144850"/>
                </a:cubicBezTo>
                <a:lnTo>
                  <a:pt x="610616" y="75255"/>
                </a:lnTo>
                <a:lnTo>
                  <a:pt x="593862" y="75255"/>
                </a:lnTo>
                <a:lnTo>
                  <a:pt x="593862" y="70436"/>
                </a:lnTo>
                <a:cubicBezTo>
                  <a:pt x="605398" y="62271"/>
                  <a:pt x="615217" y="53692"/>
                  <a:pt x="623319" y="44700"/>
                </a:cubicBezTo>
                <a:cubicBezTo>
                  <a:pt x="631421" y="35708"/>
                  <a:pt x="638494" y="25660"/>
                  <a:pt x="644536" y="14557"/>
                </a:cubicBezTo>
                <a:lnTo>
                  <a:pt x="649068" y="14557"/>
                </a:lnTo>
                <a:close/>
                <a:moveTo>
                  <a:pt x="722673" y="0"/>
                </a:moveTo>
                <a:cubicBezTo>
                  <a:pt x="728624" y="0"/>
                  <a:pt x="733659" y="2090"/>
                  <a:pt x="737779" y="6270"/>
                </a:cubicBezTo>
                <a:cubicBezTo>
                  <a:pt x="741899" y="10447"/>
                  <a:pt x="743959" y="15475"/>
                  <a:pt x="743959" y="21354"/>
                </a:cubicBezTo>
                <a:cubicBezTo>
                  <a:pt x="743959" y="27234"/>
                  <a:pt x="741876" y="32240"/>
                  <a:pt x="737711" y="36375"/>
                </a:cubicBezTo>
                <a:cubicBezTo>
                  <a:pt x="733545" y="40506"/>
                  <a:pt x="728532" y="42572"/>
                  <a:pt x="722673" y="42572"/>
                </a:cubicBezTo>
                <a:cubicBezTo>
                  <a:pt x="716814" y="42572"/>
                  <a:pt x="711824" y="40506"/>
                  <a:pt x="707704" y="36375"/>
                </a:cubicBezTo>
                <a:cubicBezTo>
                  <a:pt x="703585" y="32240"/>
                  <a:pt x="701525" y="27234"/>
                  <a:pt x="701525" y="21354"/>
                </a:cubicBezTo>
                <a:cubicBezTo>
                  <a:pt x="701525" y="15475"/>
                  <a:pt x="703585" y="10447"/>
                  <a:pt x="707704" y="6270"/>
                </a:cubicBezTo>
                <a:cubicBezTo>
                  <a:pt x="711824" y="2090"/>
                  <a:pt x="716814" y="0"/>
                  <a:pt x="722673" y="0"/>
                </a:cubicBezTo>
                <a:moveTo>
                  <a:pt x="741899" y="61797"/>
                </a:moveTo>
                <a:lnTo>
                  <a:pt x="741899" y="163694"/>
                </a:lnTo>
                <a:cubicBezTo>
                  <a:pt x="741899" y="172758"/>
                  <a:pt x="742952" y="178549"/>
                  <a:pt x="745058" y="181066"/>
                </a:cubicBezTo>
                <a:cubicBezTo>
                  <a:pt x="747163" y="183584"/>
                  <a:pt x="751283" y="185026"/>
                  <a:pt x="757417" y="185392"/>
                </a:cubicBezTo>
                <a:lnTo>
                  <a:pt x="757417" y="190336"/>
                </a:lnTo>
                <a:lnTo>
                  <a:pt x="688067" y="190336"/>
                </a:lnTo>
                <a:lnTo>
                  <a:pt x="688067" y="185392"/>
                </a:lnTo>
                <a:cubicBezTo>
                  <a:pt x="693743" y="185209"/>
                  <a:pt x="697954" y="183561"/>
                  <a:pt x="700701" y="180448"/>
                </a:cubicBezTo>
                <a:cubicBezTo>
                  <a:pt x="702532" y="178343"/>
                  <a:pt x="703447" y="172758"/>
                  <a:pt x="703447" y="163694"/>
                </a:cubicBezTo>
                <a:lnTo>
                  <a:pt x="703447" y="88714"/>
                </a:lnTo>
                <a:cubicBezTo>
                  <a:pt x="703447" y="79535"/>
                  <a:pt x="702394" y="73672"/>
                  <a:pt x="700289" y="71123"/>
                </a:cubicBezTo>
                <a:cubicBezTo>
                  <a:pt x="698183" y="68574"/>
                  <a:pt x="694109" y="67113"/>
                  <a:pt x="688067" y="66741"/>
                </a:cubicBezTo>
                <a:lnTo>
                  <a:pt x="688067" y="61797"/>
                </a:lnTo>
                <a:lnTo>
                  <a:pt x="741899" y="61797"/>
                </a:lnTo>
                <a:close/>
                <a:moveTo>
                  <a:pt x="831085" y="57952"/>
                </a:moveTo>
                <a:cubicBezTo>
                  <a:pt x="842254" y="57952"/>
                  <a:pt x="852645" y="60839"/>
                  <a:pt x="862258" y="66612"/>
                </a:cubicBezTo>
                <a:cubicBezTo>
                  <a:pt x="871871" y="72386"/>
                  <a:pt x="879172" y="80588"/>
                  <a:pt x="884162" y="91220"/>
                </a:cubicBezTo>
                <a:cubicBezTo>
                  <a:pt x="889151" y="101851"/>
                  <a:pt x="891646" y="113490"/>
                  <a:pt x="891646" y="126135"/>
                </a:cubicBezTo>
                <a:cubicBezTo>
                  <a:pt x="891646" y="144371"/>
                  <a:pt x="887023" y="159630"/>
                  <a:pt x="877776" y="171913"/>
                </a:cubicBezTo>
                <a:cubicBezTo>
                  <a:pt x="866607" y="186758"/>
                  <a:pt x="851180" y="194181"/>
                  <a:pt x="831497" y="194181"/>
                </a:cubicBezTo>
                <a:cubicBezTo>
                  <a:pt x="812179" y="194181"/>
                  <a:pt x="797302" y="187399"/>
                  <a:pt x="786865" y="173835"/>
                </a:cubicBezTo>
                <a:cubicBezTo>
                  <a:pt x="776428" y="160271"/>
                  <a:pt x="771210" y="144554"/>
                  <a:pt x="771210" y="126685"/>
                </a:cubicBezTo>
                <a:cubicBezTo>
                  <a:pt x="771210" y="108266"/>
                  <a:pt x="776543" y="92205"/>
                  <a:pt x="787209" y="78504"/>
                </a:cubicBezTo>
                <a:cubicBezTo>
                  <a:pt x="797874" y="64803"/>
                  <a:pt x="812500" y="57952"/>
                  <a:pt x="831085" y="57952"/>
                </a:cubicBezTo>
                <a:moveTo>
                  <a:pt x="831634" y="67565"/>
                </a:moveTo>
                <a:cubicBezTo>
                  <a:pt x="826965" y="67565"/>
                  <a:pt x="822960" y="69330"/>
                  <a:pt x="819618" y="72861"/>
                </a:cubicBezTo>
                <a:cubicBezTo>
                  <a:pt x="816276" y="76388"/>
                  <a:pt x="814079" y="83353"/>
                  <a:pt x="813026" y="93756"/>
                </a:cubicBezTo>
                <a:cubicBezTo>
                  <a:pt x="811973" y="104159"/>
                  <a:pt x="811447" y="118618"/>
                  <a:pt x="811447" y="137134"/>
                </a:cubicBezTo>
                <a:cubicBezTo>
                  <a:pt x="811447" y="146942"/>
                  <a:pt x="812088" y="156108"/>
                  <a:pt x="813370" y="164634"/>
                </a:cubicBezTo>
                <a:cubicBezTo>
                  <a:pt x="814377" y="171140"/>
                  <a:pt x="816528" y="176090"/>
                  <a:pt x="819824" y="179483"/>
                </a:cubicBezTo>
                <a:cubicBezTo>
                  <a:pt x="823120" y="182873"/>
                  <a:pt x="826873" y="184568"/>
                  <a:pt x="831085" y="184568"/>
                </a:cubicBezTo>
                <a:cubicBezTo>
                  <a:pt x="835205" y="184568"/>
                  <a:pt x="838638" y="183422"/>
                  <a:pt x="841384" y="181131"/>
                </a:cubicBezTo>
                <a:cubicBezTo>
                  <a:pt x="844955" y="178015"/>
                  <a:pt x="847335" y="173661"/>
                  <a:pt x="848525" y="168067"/>
                </a:cubicBezTo>
                <a:cubicBezTo>
                  <a:pt x="850356" y="159361"/>
                  <a:pt x="851272" y="141763"/>
                  <a:pt x="851272" y="115274"/>
                </a:cubicBezTo>
                <a:cubicBezTo>
                  <a:pt x="851272" y="99693"/>
                  <a:pt x="850402" y="88992"/>
                  <a:pt x="848663" y="83173"/>
                </a:cubicBezTo>
                <a:cubicBezTo>
                  <a:pt x="846923" y="77351"/>
                  <a:pt x="844360" y="73111"/>
                  <a:pt x="840972" y="70453"/>
                </a:cubicBezTo>
                <a:cubicBezTo>
                  <a:pt x="838592" y="68528"/>
                  <a:pt x="835479" y="67565"/>
                  <a:pt x="831634" y="67565"/>
                </a:cubicBezTo>
                <a:close/>
                <a:moveTo>
                  <a:pt x="963606" y="61797"/>
                </a:moveTo>
                <a:lnTo>
                  <a:pt x="963606" y="78551"/>
                </a:lnTo>
                <a:cubicBezTo>
                  <a:pt x="970198" y="71362"/>
                  <a:pt x="976515" y="66132"/>
                  <a:pt x="982557" y="62862"/>
                </a:cubicBezTo>
                <a:cubicBezTo>
                  <a:pt x="988599" y="59589"/>
                  <a:pt x="995100" y="57952"/>
                  <a:pt x="1002058" y="57952"/>
                </a:cubicBezTo>
                <a:cubicBezTo>
                  <a:pt x="1010389" y="57952"/>
                  <a:pt x="1017301" y="60267"/>
                  <a:pt x="1022794" y="64896"/>
                </a:cubicBezTo>
                <a:cubicBezTo>
                  <a:pt x="1028287" y="69525"/>
                  <a:pt x="1031949" y="75277"/>
                  <a:pt x="1033780" y="82152"/>
                </a:cubicBezTo>
                <a:cubicBezTo>
                  <a:pt x="1035245" y="87379"/>
                  <a:pt x="1035977" y="97418"/>
                  <a:pt x="1035977" y="112269"/>
                </a:cubicBezTo>
                <a:lnTo>
                  <a:pt x="1035977" y="162321"/>
                </a:lnTo>
                <a:cubicBezTo>
                  <a:pt x="1035977" y="172209"/>
                  <a:pt x="1036870" y="178365"/>
                  <a:pt x="1038655" y="180792"/>
                </a:cubicBezTo>
                <a:cubicBezTo>
                  <a:pt x="1040441" y="183218"/>
                  <a:pt x="1044171" y="184751"/>
                  <a:pt x="1049848" y="185392"/>
                </a:cubicBezTo>
                <a:lnTo>
                  <a:pt x="1049848" y="190336"/>
                </a:lnTo>
                <a:lnTo>
                  <a:pt x="984892" y="190336"/>
                </a:lnTo>
                <a:lnTo>
                  <a:pt x="984892" y="185392"/>
                </a:lnTo>
                <a:cubicBezTo>
                  <a:pt x="989744" y="184751"/>
                  <a:pt x="993223" y="182737"/>
                  <a:pt x="995329" y="179350"/>
                </a:cubicBezTo>
                <a:cubicBezTo>
                  <a:pt x="996793" y="177061"/>
                  <a:pt x="997526" y="171385"/>
                  <a:pt x="997526" y="162321"/>
                </a:cubicBezTo>
                <a:lnTo>
                  <a:pt x="997526" y="105193"/>
                </a:lnTo>
                <a:cubicBezTo>
                  <a:pt x="997526" y="94664"/>
                  <a:pt x="997114" y="88027"/>
                  <a:pt x="996290" y="85280"/>
                </a:cubicBezTo>
                <a:cubicBezTo>
                  <a:pt x="995466" y="82534"/>
                  <a:pt x="994070" y="80405"/>
                  <a:pt x="992101" y="78895"/>
                </a:cubicBezTo>
                <a:cubicBezTo>
                  <a:pt x="990133" y="77384"/>
                  <a:pt x="987959" y="76629"/>
                  <a:pt x="985578" y="76629"/>
                </a:cubicBezTo>
                <a:cubicBezTo>
                  <a:pt x="977705" y="76629"/>
                  <a:pt x="970381" y="82305"/>
                  <a:pt x="963606" y="93657"/>
                </a:cubicBezTo>
                <a:lnTo>
                  <a:pt x="963606" y="162321"/>
                </a:lnTo>
                <a:cubicBezTo>
                  <a:pt x="963606" y="171934"/>
                  <a:pt x="964499" y="178022"/>
                  <a:pt x="966284" y="180586"/>
                </a:cubicBezTo>
                <a:cubicBezTo>
                  <a:pt x="968069" y="183149"/>
                  <a:pt x="971388" y="184751"/>
                  <a:pt x="976240" y="185392"/>
                </a:cubicBezTo>
                <a:lnTo>
                  <a:pt x="976240" y="190336"/>
                </a:lnTo>
                <a:lnTo>
                  <a:pt x="911284" y="190336"/>
                </a:lnTo>
                <a:lnTo>
                  <a:pt x="911284" y="185392"/>
                </a:lnTo>
                <a:cubicBezTo>
                  <a:pt x="916686" y="184843"/>
                  <a:pt x="920531" y="183103"/>
                  <a:pt x="922820" y="180174"/>
                </a:cubicBezTo>
                <a:cubicBezTo>
                  <a:pt x="924376" y="178159"/>
                  <a:pt x="925154" y="172209"/>
                  <a:pt x="925154" y="162321"/>
                </a:cubicBezTo>
                <a:lnTo>
                  <a:pt x="925154" y="89812"/>
                </a:lnTo>
                <a:cubicBezTo>
                  <a:pt x="925154" y="79990"/>
                  <a:pt x="924262" y="73875"/>
                  <a:pt x="922476" y="71466"/>
                </a:cubicBezTo>
                <a:cubicBezTo>
                  <a:pt x="920691" y="69057"/>
                  <a:pt x="916960" y="67482"/>
                  <a:pt x="911284" y="66741"/>
                </a:cubicBezTo>
                <a:lnTo>
                  <a:pt x="911284" y="61797"/>
                </a:lnTo>
                <a:lnTo>
                  <a:pt x="963606" y="61797"/>
                </a:lnTo>
                <a:close/>
                <a:moveTo>
                  <a:pt x="1298197" y="2884"/>
                </a:moveTo>
                <a:lnTo>
                  <a:pt x="1287348" y="52596"/>
                </a:lnTo>
                <a:lnTo>
                  <a:pt x="1269770" y="52596"/>
                </a:lnTo>
                <a:cubicBezTo>
                  <a:pt x="1269679" y="42434"/>
                  <a:pt x="1269084" y="35316"/>
                  <a:pt x="1267985" y="31242"/>
                </a:cubicBezTo>
                <a:cubicBezTo>
                  <a:pt x="1266886" y="27168"/>
                  <a:pt x="1265124" y="24101"/>
                  <a:pt x="1262698" y="22041"/>
                </a:cubicBezTo>
                <a:cubicBezTo>
                  <a:pt x="1260272" y="19981"/>
                  <a:pt x="1256861" y="18951"/>
                  <a:pt x="1252467" y="18951"/>
                </a:cubicBezTo>
                <a:lnTo>
                  <a:pt x="1240245" y="18951"/>
                </a:lnTo>
                <a:lnTo>
                  <a:pt x="1210719" y="153257"/>
                </a:lnTo>
                <a:cubicBezTo>
                  <a:pt x="1210078" y="156279"/>
                  <a:pt x="1209621" y="158842"/>
                  <a:pt x="1209346" y="160948"/>
                </a:cubicBezTo>
                <a:cubicBezTo>
                  <a:pt x="1209071" y="163053"/>
                  <a:pt x="1208934" y="165846"/>
                  <a:pt x="1208934" y="169325"/>
                </a:cubicBezTo>
                <a:cubicBezTo>
                  <a:pt x="1208934" y="173536"/>
                  <a:pt x="1210010" y="176512"/>
                  <a:pt x="1212161" y="178251"/>
                </a:cubicBezTo>
                <a:cubicBezTo>
                  <a:pt x="1214313" y="179991"/>
                  <a:pt x="1217677" y="180998"/>
                  <a:pt x="1222255" y="181272"/>
                </a:cubicBezTo>
                <a:lnTo>
                  <a:pt x="1220332" y="190336"/>
                </a:lnTo>
                <a:lnTo>
                  <a:pt x="1147411" y="190336"/>
                </a:lnTo>
                <a:lnTo>
                  <a:pt x="1149334" y="181272"/>
                </a:lnTo>
                <a:cubicBezTo>
                  <a:pt x="1153362" y="180723"/>
                  <a:pt x="1156567" y="179533"/>
                  <a:pt x="1158947" y="177702"/>
                </a:cubicBezTo>
                <a:cubicBezTo>
                  <a:pt x="1161327" y="175871"/>
                  <a:pt x="1163319" y="173147"/>
                  <a:pt x="1164921" y="169531"/>
                </a:cubicBezTo>
                <a:cubicBezTo>
                  <a:pt x="1166523" y="165914"/>
                  <a:pt x="1168148" y="160490"/>
                  <a:pt x="1169796" y="153257"/>
                </a:cubicBezTo>
                <a:lnTo>
                  <a:pt x="1199321" y="18951"/>
                </a:lnTo>
                <a:lnTo>
                  <a:pt x="1188335" y="18951"/>
                </a:lnTo>
                <a:cubicBezTo>
                  <a:pt x="1183300" y="18951"/>
                  <a:pt x="1179226" y="19706"/>
                  <a:pt x="1176113" y="21217"/>
                </a:cubicBezTo>
                <a:cubicBezTo>
                  <a:pt x="1173000" y="22728"/>
                  <a:pt x="1169521" y="25886"/>
                  <a:pt x="1165676" y="30693"/>
                </a:cubicBezTo>
                <a:cubicBezTo>
                  <a:pt x="1161831" y="35499"/>
                  <a:pt x="1158123" y="41839"/>
                  <a:pt x="1154552" y="49713"/>
                </a:cubicBezTo>
                <a:lnTo>
                  <a:pt x="1136563" y="49713"/>
                </a:lnTo>
                <a:lnTo>
                  <a:pt x="1146862" y="2884"/>
                </a:lnTo>
                <a:lnTo>
                  <a:pt x="1298197" y="28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">
            <a:extLst xmlns:a="http://schemas.openxmlformats.org/drawingml/2006/main">
              <a:ext uri="{FF2B5EF4-FFF2-40B4-BE49-F238E27FC236}">
                <a16:creationId xmlns:a16="http://schemas.microsoft.com/office/drawing/2014/main" id="{D4B320A2-0421-4407-8D80-AEAFF707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1693" y="3291377"/>
            <a:ext cx="140761" cy="126891"/>
          </a:xfrm>
          <a:custGeom xmlns:a="http://schemas.openxmlformats.org/drawingml/2006/main">
            <a:pathLst>
              <a:path w="140761" h="126891">
                <a:moveTo>
                  <a:pt x="65231" y="88739"/>
                </a:moveTo>
                <a:lnTo>
                  <a:pt x="61797" y="93147"/>
                </a:lnTo>
                <a:cubicBezTo>
                  <a:pt x="44677" y="115643"/>
                  <a:pt x="31356" y="126891"/>
                  <a:pt x="21835" y="126891"/>
                </a:cubicBezTo>
                <a:cubicBezTo>
                  <a:pt x="14694" y="126891"/>
                  <a:pt x="7416" y="121024"/>
                  <a:pt x="0" y="109291"/>
                </a:cubicBezTo>
                <a:cubicBezTo>
                  <a:pt x="2563" y="109855"/>
                  <a:pt x="4532" y="110137"/>
                  <a:pt x="5905" y="110137"/>
                </a:cubicBezTo>
                <a:cubicBezTo>
                  <a:pt x="17898" y="110137"/>
                  <a:pt x="31540" y="100270"/>
                  <a:pt x="46829" y="80538"/>
                </a:cubicBezTo>
                <a:lnTo>
                  <a:pt x="52184" y="73792"/>
                </a:lnTo>
                <a:lnTo>
                  <a:pt x="48339" y="69119"/>
                </a:lnTo>
                <a:cubicBezTo>
                  <a:pt x="29846" y="47590"/>
                  <a:pt x="20599" y="32475"/>
                  <a:pt x="20599" y="23775"/>
                </a:cubicBezTo>
                <a:cubicBezTo>
                  <a:pt x="20599" y="17544"/>
                  <a:pt x="25634" y="9619"/>
                  <a:pt x="35705" y="0"/>
                </a:cubicBezTo>
                <a:cubicBezTo>
                  <a:pt x="39917" y="18883"/>
                  <a:pt x="48705" y="36712"/>
                  <a:pt x="62072" y="53489"/>
                </a:cubicBezTo>
                <a:lnTo>
                  <a:pt x="65093" y="57338"/>
                </a:lnTo>
                <a:lnTo>
                  <a:pt x="70861" y="50348"/>
                </a:lnTo>
                <a:cubicBezTo>
                  <a:pt x="89721" y="27036"/>
                  <a:pt x="104735" y="15381"/>
                  <a:pt x="115904" y="15381"/>
                </a:cubicBezTo>
                <a:cubicBezTo>
                  <a:pt x="121397" y="15381"/>
                  <a:pt x="125929" y="18077"/>
                  <a:pt x="129500" y="23470"/>
                </a:cubicBezTo>
                <a:cubicBezTo>
                  <a:pt x="130141" y="24386"/>
                  <a:pt x="131056" y="25666"/>
                  <a:pt x="132246" y="27311"/>
                </a:cubicBezTo>
                <a:cubicBezTo>
                  <a:pt x="118056" y="33708"/>
                  <a:pt x="102172" y="46641"/>
                  <a:pt x="84594" y="66110"/>
                </a:cubicBezTo>
                <a:lnTo>
                  <a:pt x="78963" y="72419"/>
                </a:lnTo>
                <a:lnTo>
                  <a:pt x="83083" y="76942"/>
                </a:lnTo>
                <a:cubicBezTo>
                  <a:pt x="99745" y="95227"/>
                  <a:pt x="115126" y="104369"/>
                  <a:pt x="129225" y="104369"/>
                </a:cubicBezTo>
                <a:cubicBezTo>
                  <a:pt x="133345" y="104369"/>
                  <a:pt x="137190" y="103911"/>
                  <a:pt x="140761" y="102996"/>
                </a:cubicBezTo>
                <a:cubicBezTo>
                  <a:pt x="136183" y="112517"/>
                  <a:pt x="132361" y="118742"/>
                  <a:pt x="129294" y="121672"/>
                </a:cubicBezTo>
                <a:cubicBezTo>
                  <a:pt x="126227" y="124602"/>
                  <a:pt x="122038" y="126067"/>
                  <a:pt x="116728" y="126067"/>
                </a:cubicBezTo>
                <a:cubicBezTo>
                  <a:pt x="105193" y="126067"/>
                  <a:pt x="90178" y="115957"/>
                  <a:pt x="71685" y="95739"/>
                </a:cubicBezTo>
                <a:lnTo>
                  <a:pt x="65231" y="88739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">
            <a:extLst xmlns:a="http://schemas.openxmlformats.org/drawingml/2006/main">
              <a:ext uri="{FF2B5EF4-FFF2-40B4-BE49-F238E27FC236}">
                <a16:creationId xmlns:a16="http://schemas.microsoft.com/office/drawing/2014/main" id="{142A079D-A1F4-4B91-92C1-3BC863FD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1693" y="4014462"/>
            <a:ext cx="140761" cy="126891"/>
          </a:xfrm>
          <a:custGeom xmlns:a="http://schemas.openxmlformats.org/drawingml/2006/main">
            <a:pathLst>
              <a:path w="140761" h="126891">
                <a:moveTo>
                  <a:pt x="65231" y="88739"/>
                </a:moveTo>
                <a:lnTo>
                  <a:pt x="61797" y="93147"/>
                </a:lnTo>
                <a:cubicBezTo>
                  <a:pt x="44677" y="115643"/>
                  <a:pt x="31356" y="126891"/>
                  <a:pt x="21835" y="126891"/>
                </a:cubicBezTo>
                <a:cubicBezTo>
                  <a:pt x="14694" y="126891"/>
                  <a:pt x="7416" y="121024"/>
                  <a:pt x="0" y="109291"/>
                </a:cubicBezTo>
                <a:cubicBezTo>
                  <a:pt x="2563" y="109855"/>
                  <a:pt x="4532" y="110137"/>
                  <a:pt x="5905" y="110137"/>
                </a:cubicBezTo>
                <a:cubicBezTo>
                  <a:pt x="17898" y="110137"/>
                  <a:pt x="31540" y="100270"/>
                  <a:pt x="46829" y="80538"/>
                </a:cubicBezTo>
                <a:lnTo>
                  <a:pt x="52184" y="73792"/>
                </a:lnTo>
                <a:lnTo>
                  <a:pt x="48339" y="69119"/>
                </a:lnTo>
                <a:cubicBezTo>
                  <a:pt x="29846" y="47590"/>
                  <a:pt x="20599" y="32475"/>
                  <a:pt x="20599" y="23775"/>
                </a:cubicBezTo>
                <a:cubicBezTo>
                  <a:pt x="20599" y="17544"/>
                  <a:pt x="25634" y="9619"/>
                  <a:pt x="35705" y="0"/>
                </a:cubicBezTo>
                <a:cubicBezTo>
                  <a:pt x="39917" y="18883"/>
                  <a:pt x="48705" y="36712"/>
                  <a:pt x="62072" y="53489"/>
                </a:cubicBezTo>
                <a:lnTo>
                  <a:pt x="65093" y="57338"/>
                </a:lnTo>
                <a:lnTo>
                  <a:pt x="70861" y="50348"/>
                </a:lnTo>
                <a:cubicBezTo>
                  <a:pt x="89721" y="27036"/>
                  <a:pt x="104735" y="15381"/>
                  <a:pt x="115904" y="15381"/>
                </a:cubicBezTo>
                <a:cubicBezTo>
                  <a:pt x="121397" y="15381"/>
                  <a:pt x="125929" y="18077"/>
                  <a:pt x="129500" y="23470"/>
                </a:cubicBezTo>
                <a:cubicBezTo>
                  <a:pt x="130141" y="24386"/>
                  <a:pt x="131056" y="25666"/>
                  <a:pt x="132246" y="27311"/>
                </a:cubicBezTo>
                <a:cubicBezTo>
                  <a:pt x="118056" y="33708"/>
                  <a:pt x="102172" y="46641"/>
                  <a:pt x="84594" y="66110"/>
                </a:cubicBezTo>
                <a:lnTo>
                  <a:pt x="78963" y="72419"/>
                </a:lnTo>
                <a:lnTo>
                  <a:pt x="83083" y="76942"/>
                </a:lnTo>
                <a:cubicBezTo>
                  <a:pt x="99745" y="95227"/>
                  <a:pt x="115126" y="104369"/>
                  <a:pt x="129225" y="104369"/>
                </a:cubicBezTo>
                <a:cubicBezTo>
                  <a:pt x="133345" y="104369"/>
                  <a:pt x="137190" y="103911"/>
                  <a:pt x="140761" y="102996"/>
                </a:cubicBezTo>
                <a:cubicBezTo>
                  <a:pt x="136183" y="112517"/>
                  <a:pt x="132361" y="118742"/>
                  <a:pt x="129294" y="121672"/>
                </a:cubicBezTo>
                <a:cubicBezTo>
                  <a:pt x="126227" y="124602"/>
                  <a:pt x="122038" y="126067"/>
                  <a:pt x="116728" y="126067"/>
                </a:cubicBezTo>
                <a:cubicBezTo>
                  <a:pt x="105193" y="126067"/>
                  <a:pt x="90178" y="115957"/>
                  <a:pt x="71685" y="95739"/>
                </a:cubicBezTo>
                <a:lnTo>
                  <a:pt x="65231" y="88739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3A7C8-89F6-48BA-9232-D10E8E05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1" y="51919"/>
            <a:ext cx="14351685" cy="10"/>
          </a:xfrm>
          <a:custGeom xmlns:a="http://schemas.openxmlformats.org/drawingml/2006/main">
            <a:pathLst>
              <a:path w="14351685" h="1" fill="none">
                <a:moveTo>
                  <a:pt x="0" y="0"/>
                </a:moveTo>
                <a:lnTo>
                  <a:pt x="143516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0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E5230-7CB3-4197-AC68-ABF93EF1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1" y="4975612"/>
            <a:ext cx="14328779" cy="8094"/>
          </a:xfrm>
          <a:custGeom xmlns:a="http://schemas.openxmlformats.org/drawingml/2006/main">
            <a:pathLst>
              <a:path w="14328779" h="8094" fill="none">
                <a:moveTo>
                  <a:pt x="0" y="8094"/>
                </a:moveTo>
                <a:lnTo>
                  <a:pt x="143287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0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65" name="Text ">
            <a:extLst xmlns:a="http://schemas.openxmlformats.org/drawingml/2006/main">
              <a:ext uri="{FF2B5EF4-FFF2-40B4-BE49-F238E27FC236}">
                <a16:creationId xmlns:a16="http://schemas.microsoft.com/office/drawing/2014/main" id="{8C776C98-4B8F-4E88-B0C4-A95A6102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9867" y="6265596"/>
            <a:ext cx="140761" cy="126891"/>
          </a:xfrm>
          <a:custGeom xmlns:a="http://schemas.openxmlformats.org/drawingml/2006/main">
            <a:pathLst>
              <a:path w="140761" h="126891">
                <a:moveTo>
                  <a:pt x="65231" y="88739"/>
                </a:moveTo>
                <a:lnTo>
                  <a:pt x="61797" y="93147"/>
                </a:lnTo>
                <a:cubicBezTo>
                  <a:pt x="44677" y="115643"/>
                  <a:pt x="31356" y="126891"/>
                  <a:pt x="21835" y="126891"/>
                </a:cubicBezTo>
                <a:cubicBezTo>
                  <a:pt x="14694" y="126891"/>
                  <a:pt x="7416" y="121024"/>
                  <a:pt x="0" y="109291"/>
                </a:cubicBezTo>
                <a:cubicBezTo>
                  <a:pt x="2563" y="109855"/>
                  <a:pt x="4532" y="110137"/>
                  <a:pt x="5905" y="110137"/>
                </a:cubicBezTo>
                <a:cubicBezTo>
                  <a:pt x="17898" y="110137"/>
                  <a:pt x="31540" y="100270"/>
                  <a:pt x="46829" y="80538"/>
                </a:cubicBezTo>
                <a:lnTo>
                  <a:pt x="52184" y="73792"/>
                </a:lnTo>
                <a:lnTo>
                  <a:pt x="48339" y="69119"/>
                </a:lnTo>
                <a:cubicBezTo>
                  <a:pt x="29846" y="47590"/>
                  <a:pt x="20599" y="32475"/>
                  <a:pt x="20599" y="23775"/>
                </a:cubicBezTo>
                <a:cubicBezTo>
                  <a:pt x="20599" y="17544"/>
                  <a:pt x="25634" y="9619"/>
                  <a:pt x="35705" y="0"/>
                </a:cubicBezTo>
                <a:cubicBezTo>
                  <a:pt x="39917" y="18883"/>
                  <a:pt x="48705" y="36712"/>
                  <a:pt x="62072" y="53489"/>
                </a:cubicBezTo>
                <a:lnTo>
                  <a:pt x="65093" y="57338"/>
                </a:lnTo>
                <a:lnTo>
                  <a:pt x="70861" y="50348"/>
                </a:lnTo>
                <a:cubicBezTo>
                  <a:pt x="89721" y="27036"/>
                  <a:pt x="104735" y="15381"/>
                  <a:pt x="115904" y="15381"/>
                </a:cubicBezTo>
                <a:cubicBezTo>
                  <a:pt x="121397" y="15381"/>
                  <a:pt x="125929" y="18077"/>
                  <a:pt x="129500" y="23470"/>
                </a:cubicBezTo>
                <a:cubicBezTo>
                  <a:pt x="130141" y="24386"/>
                  <a:pt x="131056" y="25666"/>
                  <a:pt x="132246" y="27311"/>
                </a:cubicBezTo>
                <a:cubicBezTo>
                  <a:pt x="118056" y="33708"/>
                  <a:pt x="102172" y="46641"/>
                  <a:pt x="84594" y="66110"/>
                </a:cubicBezTo>
                <a:lnTo>
                  <a:pt x="78963" y="72419"/>
                </a:lnTo>
                <a:lnTo>
                  <a:pt x="83083" y="76942"/>
                </a:lnTo>
                <a:cubicBezTo>
                  <a:pt x="99745" y="95227"/>
                  <a:pt x="115126" y="104369"/>
                  <a:pt x="129225" y="104369"/>
                </a:cubicBezTo>
                <a:cubicBezTo>
                  <a:pt x="133345" y="104369"/>
                  <a:pt x="137190" y="103911"/>
                  <a:pt x="140761" y="102996"/>
                </a:cubicBezTo>
                <a:cubicBezTo>
                  <a:pt x="136183" y="112517"/>
                  <a:pt x="132361" y="118742"/>
                  <a:pt x="129294" y="121672"/>
                </a:cubicBezTo>
                <a:cubicBezTo>
                  <a:pt x="126227" y="124602"/>
                  <a:pt x="122038" y="126067"/>
                  <a:pt x="116728" y="126067"/>
                </a:cubicBezTo>
                <a:cubicBezTo>
                  <a:pt x="105193" y="126067"/>
                  <a:pt x="90178" y="115957"/>
                  <a:pt x="71685" y="95739"/>
                </a:cubicBezTo>
                <a:lnTo>
                  <a:pt x="65231" y="88739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D334E-6BD7-4CF9-B203-54CAAE52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1" y="7049334"/>
            <a:ext cx="14328779" cy="10"/>
          </a:xfrm>
          <a:custGeom xmlns:a="http://schemas.openxmlformats.org/drawingml/2006/main">
            <a:pathLst>
              <a:path w="14328779" h="1" fill="none">
                <a:moveTo>
                  <a:pt x="0" y="0"/>
                </a:moveTo>
                <a:lnTo>
                  <a:pt x="143287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0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17DD7-400C-4787-BE8F-483CB7D2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5434979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FE8FB-F67D-4BAA-8C80-D1C3BF28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5434979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66536-1879-47DC-8F18-CF19A940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947" y="5485603"/>
            <a:ext cx="161248" cy="170623"/>
          </a:xfrm>
          <a:custGeom xmlns:a="http://schemas.openxmlformats.org/drawingml/2006/main">
            <a:pathLst>
              <a:path w="161248" h="170623">
                <a:moveTo>
                  <a:pt x="0" y="85311"/>
                </a:moveTo>
                <a:cubicBezTo>
                  <a:pt x="0" y="38203"/>
                  <a:pt x="36093" y="0"/>
                  <a:pt x="80624" y="0"/>
                </a:cubicBezTo>
                <a:cubicBezTo>
                  <a:pt x="125155" y="0"/>
                  <a:pt x="161248" y="38203"/>
                  <a:pt x="161248" y="85311"/>
                </a:cubicBezTo>
                <a:cubicBezTo>
                  <a:pt x="161248" y="132420"/>
                  <a:pt x="125155" y="170623"/>
                  <a:pt x="80624" y="170623"/>
                </a:cubicBezTo>
                <a:cubicBezTo>
                  <a:pt x="36093" y="170623"/>
                  <a:pt x="0" y="132420"/>
                  <a:pt x="0" y="853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8BE20-E397-43A5-99AD-45398D12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947" y="5485603"/>
            <a:ext cx="161248" cy="170623"/>
          </a:xfrm>
          <a:custGeom xmlns:a="http://schemas.openxmlformats.org/drawingml/2006/main">
            <a:pathLst>
              <a:path w="161248" h="170623" fill="none">
                <a:moveTo>
                  <a:pt x="0" y="85311"/>
                </a:moveTo>
                <a:cubicBezTo>
                  <a:pt x="0" y="38203"/>
                  <a:pt x="36093" y="0"/>
                  <a:pt x="80624" y="0"/>
                </a:cubicBezTo>
                <a:cubicBezTo>
                  <a:pt x="125155" y="0"/>
                  <a:pt x="161248" y="38203"/>
                  <a:pt x="161248" y="85311"/>
                </a:cubicBezTo>
                <a:cubicBezTo>
                  <a:pt x="161248" y="132420"/>
                  <a:pt x="125155" y="170623"/>
                  <a:pt x="80624" y="170623"/>
                </a:cubicBezTo>
                <a:cubicBezTo>
                  <a:pt x="36093" y="170623"/>
                  <a:pt x="0" y="132420"/>
                  <a:pt x="0" y="853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6F402-7DCA-4646-8650-0A596D41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066" y="5431229"/>
            <a:ext cx="159373" cy="168748"/>
          </a:xfrm>
          <a:custGeom xmlns:a="http://schemas.openxmlformats.org/drawingml/2006/main">
            <a:pathLst>
              <a:path w="159373" h="168748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4FF6E-1C1A-40E3-9DD7-8B149E66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066" y="5431229"/>
            <a:ext cx="159373" cy="168748"/>
          </a:xfrm>
          <a:custGeom xmlns:a="http://schemas.openxmlformats.org/drawingml/2006/main">
            <a:pathLst>
              <a:path w="159373" h="168748" fill="none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77999-E8A6-42D4-945D-20973BF0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5793099"/>
            <a:ext cx="159373" cy="168748"/>
          </a:xfrm>
          <a:custGeom xmlns:a="http://schemas.openxmlformats.org/drawingml/2006/main">
            <a:pathLst>
              <a:path w="159373" h="168748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BDE0E-3717-43AE-B1F2-19E5C764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5793099"/>
            <a:ext cx="159373" cy="168748"/>
          </a:xfrm>
          <a:custGeom xmlns:a="http://schemas.openxmlformats.org/drawingml/2006/main">
            <a:pathLst>
              <a:path w="159373" h="168748" fill="none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6B582-EB83-4A94-BE2C-1A478410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6154970"/>
            <a:ext cx="159373" cy="170623"/>
          </a:xfrm>
          <a:custGeom xmlns:a="http://schemas.openxmlformats.org/drawingml/2006/main">
            <a:pathLst>
              <a:path w="159373" h="170623">
                <a:moveTo>
                  <a:pt x="0" y="85311"/>
                </a:moveTo>
                <a:cubicBezTo>
                  <a:pt x="0" y="38203"/>
                  <a:pt x="35671" y="0"/>
                  <a:pt x="79687" y="0"/>
                </a:cubicBezTo>
                <a:cubicBezTo>
                  <a:pt x="123702" y="0"/>
                  <a:pt x="159373" y="38203"/>
                  <a:pt x="159373" y="85311"/>
                </a:cubicBezTo>
                <a:cubicBezTo>
                  <a:pt x="159373" y="132420"/>
                  <a:pt x="123702" y="170623"/>
                  <a:pt x="79687" y="170623"/>
                </a:cubicBezTo>
                <a:cubicBezTo>
                  <a:pt x="35671" y="170623"/>
                  <a:pt x="0" y="132420"/>
                  <a:pt x="0" y="853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845C7-C07E-490A-AA25-2C16B81D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6154970"/>
            <a:ext cx="159373" cy="170623"/>
          </a:xfrm>
          <a:custGeom xmlns:a="http://schemas.openxmlformats.org/drawingml/2006/main">
            <a:pathLst>
              <a:path w="159373" h="170623" fill="none">
                <a:moveTo>
                  <a:pt x="0" y="85311"/>
                </a:moveTo>
                <a:cubicBezTo>
                  <a:pt x="0" y="38203"/>
                  <a:pt x="35671" y="0"/>
                  <a:pt x="79687" y="0"/>
                </a:cubicBezTo>
                <a:cubicBezTo>
                  <a:pt x="123702" y="0"/>
                  <a:pt x="159373" y="38203"/>
                  <a:pt x="159373" y="85311"/>
                </a:cubicBezTo>
                <a:cubicBezTo>
                  <a:pt x="159373" y="132420"/>
                  <a:pt x="123702" y="170623"/>
                  <a:pt x="79687" y="170623"/>
                </a:cubicBezTo>
                <a:cubicBezTo>
                  <a:pt x="35671" y="170623"/>
                  <a:pt x="0" y="132420"/>
                  <a:pt x="0" y="853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1D548-B4B6-4B7C-B901-6EAD455B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439" y="5877473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18FF9-A729-40E1-9661-F2E5E36A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439" y="5877473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B06E2-00EC-4579-8EDC-9F9A16C3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575" y="5937472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E0192-DC5B-4BC9-A9C8-2FA3F62F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575" y="5937472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F6226-7783-4C55-9BBE-A4652E56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6154970"/>
            <a:ext cx="161248" cy="170623"/>
          </a:xfrm>
          <a:custGeom xmlns:a="http://schemas.openxmlformats.org/drawingml/2006/main">
            <a:pathLst>
              <a:path w="161248" h="170623">
                <a:moveTo>
                  <a:pt x="0" y="85311"/>
                </a:moveTo>
                <a:cubicBezTo>
                  <a:pt x="0" y="38203"/>
                  <a:pt x="36093" y="0"/>
                  <a:pt x="80624" y="0"/>
                </a:cubicBezTo>
                <a:cubicBezTo>
                  <a:pt x="125155" y="0"/>
                  <a:pt x="161248" y="38203"/>
                  <a:pt x="161248" y="85311"/>
                </a:cubicBezTo>
                <a:cubicBezTo>
                  <a:pt x="161248" y="132420"/>
                  <a:pt x="125155" y="170623"/>
                  <a:pt x="80624" y="170623"/>
                </a:cubicBezTo>
                <a:cubicBezTo>
                  <a:pt x="36093" y="170623"/>
                  <a:pt x="0" y="132420"/>
                  <a:pt x="0" y="853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5EF43-A3D3-485C-85CC-D780136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6154970"/>
            <a:ext cx="161248" cy="170623"/>
          </a:xfrm>
          <a:custGeom xmlns:a="http://schemas.openxmlformats.org/drawingml/2006/main">
            <a:pathLst>
              <a:path w="161248" h="170623" fill="none">
                <a:moveTo>
                  <a:pt x="0" y="85311"/>
                </a:moveTo>
                <a:cubicBezTo>
                  <a:pt x="0" y="38203"/>
                  <a:pt x="36093" y="0"/>
                  <a:pt x="80624" y="0"/>
                </a:cubicBezTo>
                <a:cubicBezTo>
                  <a:pt x="125155" y="0"/>
                  <a:pt x="161248" y="38203"/>
                  <a:pt x="161248" y="85311"/>
                </a:cubicBezTo>
                <a:cubicBezTo>
                  <a:pt x="161248" y="132420"/>
                  <a:pt x="125155" y="170623"/>
                  <a:pt x="80624" y="170623"/>
                </a:cubicBezTo>
                <a:cubicBezTo>
                  <a:pt x="36093" y="170623"/>
                  <a:pt x="0" y="132420"/>
                  <a:pt x="0" y="853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D163E-5BA5-4C6F-9ADC-65E362F0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99" y="6325593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596C1-7A86-4161-871C-E7D5E02C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99" y="6325593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4DC49-1012-4156-B083-8241CE70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827" y="5603726"/>
            <a:ext cx="10" cy="551337"/>
          </a:xfrm>
          <a:custGeom xmlns:a="http://schemas.openxmlformats.org/drawingml/2006/main">
            <a:pathLst>
              <a:path w="1" h="551337" fill="none">
                <a:moveTo>
                  <a:pt x="0" y="0"/>
                </a:moveTo>
                <a:lnTo>
                  <a:pt x="0" y="551337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DBE74-E4DF-465C-BBDF-5C087907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7" y="5579352"/>
            <a:ext cx="240825" cy="382917"/>
          </a:xfrm>
          <a:custGeom xmlns:a="http://schemas.openxmlformats.org/drawingml/2006/main">
            <a:pathLst>
              <a:path w="240825" h="382917" fill="none">
                <a:moveTo>
                  <a:pt x="0" y="0"/>
                </a:moveTo>
                <a:lnTo>
                  <a:pt x="240825" y="382917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37806-8A61-4485-AC2B-CF169F14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452" y="5519353"/>
            <a:ext cx="397183" cy="51156"/>
          </a:xfrm>
          <a:custGeom xmlns:a="http://schemas.openxmlformats.org/drawingml/2006/main">
            <a:pathLst>
              <a:path w="397183" h="51156" fill="none">
                <a:moveTo>
                  <a:pt x="0" y="0"/>
                </a:moveTo>
                <a:lnTo>
                  <a:pt x="397183" y="51156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3DAA6-F525-4021-8CC3-FC91E183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196" y="5515596"/>
            <a:ext cx="316746" cy="55218"/>
          </a:xfrm>
          <a:custGeom xmlns:a="http://schemas.openxmlformats.org/drawingml/2006/main">
            <a:pathLst>
              <a:path w="316746" h="55218" fill="none">
                <a:moveTo>
                  <a:pt x="0" y="55218"/>
                </a:moveTo>
                <a:lnTo>
                  <a:pt x="3167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00000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59807-AF15-491D-9CC9-1676D519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40" y="5575602"/>
            <a:ext cx="103983" cy="302356"/>
          </a:xfrm>
          <a:custGeom xmlns:a="http://schemas.openxmlformats.org/drawingml/2006/main">
            <a:pathLst>
              <a:path w="103983" h="302356" fill="none">
                <a:moveTo>
                  <a:pt x="0" y="0"/>
                </a:moveTo>
                <a:lnTo>
                  <a:pt x="103983" y="302356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8A19E-1C3C-4F80-8985-A84ED6AB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42" y="5877473"/>
            <a:ext cx="210076" cy="84593"/>
          </a:xfrm>
          <a:custGeom xmlns:a="http://schemas.openxmlformats.org/drawingml/2006/main">
            <a:pathLst>
              <a:path w="210076" h="84593" fill="none">
                <a:moveTo>
                  <a:pt x="0" y="0"/>
                </a:moveTo>
                <a:lnTo>
                  <a:pt x="210076" y="84593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FAC266-6E44-4BD6-9B65-BE9FEC3F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39" y="6021846"/>
            <a:ext cx="233638" cy="217982"/>
          </a:xfrm>
          <a:custGeom xmlns:a="http://schemas.openxmlformats.org/drawingml/2006/main">
            <a:pathLst>
              <a:path w="233638" h="217982" fill="none">
                <a:moveTo>
                  <a:pt x="233638" y="0"/>
                </a:moveTo>
                <a:lnTo>
                  <a:pt x="0" y="217982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BC9A4-07A5-49CE-83DA-166747BA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6" y="5629976"/>
            <a:ext cx="444291" cy="549728"/>
          </a:xfrm>
          <a:custGeom xmlns:a="http://schemas.openxmlformats.org/drawingml/2006/main">
            <a:pathLst>
              <a:path w="444291" h="549728" fill="none">
                <a:moveTo>
                  <a:pt x="444291" y="0"/>
                </a:moveTo>
                <a:lnTo>
                  <a:pt x="0" y="549728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E1817-C4EC-49B6-9BED-371CB1F7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7" y="6299343"/>
            <a:ext cx="289246" cy="109374"/>
          </a:xfrm>
          <a:custGeom xmlns:a="http://schemas.openxmlformats.org/drawingml/2006/main">
            <a:pathLst>
              <a:path w="289246" h="109374" fill="none">
                <a:moveTo>
                  <a:pt x="0" y="0"/>
                </a:moveTo>
                <a:lnTo>
                  <a:pt x="289246" y="109374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66797-2F95-40F5-8CF9-C7279367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947" y="6239340"/>
            <a:ext cx="238153" cy="169201"/>
          </a:xfrm>
          <a:custGeom xmlns:a="http://schemas.openxmlformats.org/drawingml/2006/main">
            <a:pathLst>
              <a:path w="238153" h="169201" fill="none">
                <a:moveTo>
                  <a:pt x="0" y="169201"/>
                </a:moveTo>
                <a:lnTo>
                  <a:pt x="2381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27306A-B418-4034-BEF5-FC8DEB3D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7" y="6081839"/>
            <a:ext cx="240825" cy="98343"/>
          </a:xfrm>
          <a:custGeom xmlns:a="http://schemas.openxmlformats.org/drawingml/2006/main">
            <a:pathLst>
              <a:path w="240825" h="98343" fill="none">
                <a:moveTo>
                  <a:pt x="0" y="98343"/>
                </a:moveTo>
                <a:lnTo>
                  <a:pt x="240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52901-7D98-4D19-A352-82C6B1B3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821" y="5629976"/>
            <a:ext cx="153779" cy="187326"/>
          </a:xfrm>
          <a:custGeom xmlns:a="http://schemas.openxmlformats.org/drawingml/2006/main">
            <a:pathLst>
              <a:path w="153779" h="187326" fill="none">
                <a:moveTo>
                  <a:pt x="0" y="0"/>
                </a:moveTo>
                <a:lnTo>
                  <a:pt x="153779" y="187326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A5108-3644-4F2C-B315-306A7EC1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21" y="5575602"/>
            <a:ext cx="543759" cy="446776"/>
          </a:xfrm>
          <a:custGeom xmlns:a="http://schemas.openxmlformats.org/drawingml/2006/main">
            <a:pathLst>
              <a:path w="543759" h="446776" fill="none">
                <a:moveTo>
                  <a:pt x="543759" y="0"/>
                </a:moveTo>
                <a:lnTo>
                  <a:pt x="0" y="446776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041E7-3909-4E60-B65C-415BF46B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199" y="6106221"/>
            <a:ext cx="71968" cy="217982"/>
          </a:xfrm>
          <a:custGeom xmlns:a="http://schemas.openxmlformats.org/drawingml/2006/main">
            <a:pathLst>
              <a:path w="71968" h="217982" fill="none">
                <a:moveTo>
                  <a:pt x="0" y="0"/>
                </a:moveTo>
                <a:lnTo>
                  <a:pt x="71968" y="217982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CA4C0-96A4-4D00-980B-E1F27998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325" y="5937473"/>
            <a:ext cx="342136" cy="387183"/>
          </a:xfrm>
          <a:custGeom xmlns:a="http://schemas.openxmlformats.org/drawingml/2006/main">
            <a:pathLst>
              <a:path w="342136" h="387183" fill="none">
                <a:moveTo>
                  <a:pt x="342136" y="0"/>
                </a:moveTo>
                <a:lnTo>
                  <a:pt x="0" y="387183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DFC56C-886C-4877-97CC-BD44A22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818" y="5961847"/>
            <a:ext cx="10" cy="193201"/>
          </a:xfrm>
          <a:custGeom xmlns:a="http://schemas.openxmlformats.org/drawingml/2006/main">
            <a:pathLst>
              <a:path w="1" h="193201" fill="none">
                <a:moveTo>
                  <a:pt x="0" y="0"/>
                </a:moveTo>
                <a:lnTo>
                  <a:pt x="0" y="193201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7D675-E3AB-4D92-8401-111EE5C4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946" y="5575602"/>
            <a:ext cx="96327" cy="242544"/>
          </a:xfrm>
          <a:custGeom xmlns:a="http://schemas.openxmlformats.org/drawingml/2006/main">
            <a:pathLst>
              <a:path w="96327" h="242544" fill="none">
                <a:moveTo>
                  <a:pt x="96327" y="0"/>
                </a:moveTo>
                <a:lnTo>
                  <a:pt x="0" y="242544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4F18D-6971-462F-BDDE-790586F6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23" y="6021846"/>
            <a:ext cx="310121" cy="217982"/>
          </a:xfrm>
          <a:custGeom xmlns:a="http://schemas.openxmlformats.org/drawingml/2006/main">
            <a:pathLst>
              <a:path w="310121" h="217982" fill="none">
                <a:moveTo>
                  <a:pt x="0" y="0"/>
                </a:moveTo>
                <a:lnTo>
                  <a:pt x="310121" y="217982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5E578-A7B1-4E7C-AB36-18907BD0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494" y="3481253"/>
            <a:ext cx="661867" cy="328121"/>
          </a:xfrm>
          <a:custGeom xmlns:a="http://schemas.openxmlformats.org/drawingml/2006/main">
            <a:pathLst>
              <a:path w="661867" h="328121">
                <a:moveTo>
                  <a:pt x="661867" y="164061"/>
                </a:moveTo>
                <a:lnTo>
                  <a:pt x="497806" y="328121"/>
                </a:lnTo>
                <a:lnTo>
                  <a:pt x="497806" y="246091"/>
                </a:lnTo>
                <a:lnTo>
                  <a:pt x="0" y="246091"/>
                </a:lnTo>
                <a:lnTo>
                  <a:pt x="0" y="82030"/>
                </a:lnTo>
                <a:lnTo>
                  <a:pt x="497806" y="82030"/>
                </a:lnTo>
                <a:lnTo>
                  <a:pt x="497806" y="0"/>
                </a:lnTo>
                <a:lnTo>
                  <a:pt x="661867" y="1640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7A07F-4902-444D-BC97-123588DB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494" y="3481253"/>
            <a:ext cx="661867" cy="328121"/>
          </a:xfrm>
          <a:custGeom xmlns:a="http://schemas.openxmlformats.org/drawingml/2006/main">
            <a:pathLst>
              <a:path w="661867" h="328121" fill="none">
                <a:moveTo>
                  <a:pt x="661867" y="164061"/>
                </a:moveTo>
                <a:lnTo>
                  <a:pt x="497806" y="328121"/>
                </a:lnTo>
                <a:lnTo>
                  <a:pt x="497806" y="246091"/>
                </a:lnTo>
                <a:lnTo>
                  <a:pt x="0" y="246091"/>
                </a:lnTo>
                <a:lnTo>
                  <a:pt x="0" y="82030"/>
                </a:lnTo>
                <a:lnTo>
                  <a:pt x="497806" y="82030"/>
                </a:lnTo>
                <a:lnTo>
                  <a:pt x="497806" y="0"/>
                </a:lnTo>
                <a:lnTo>
                  <a:pt x="661867" y="1640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A5A5A5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3C71E-CB05-47FF-BCDE-BC3A685E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216" y="3481253"/>
            <a:ext cx="661867" cy="328121"/>
          </a:xfrm>
          <a:custGeom xmlns:a="http://schemas.openxmlformats.org/drawingml/2006/main">
            <a:pathLst>
              <a:path w="661867" h="328121">
                <a:moveTo>
                  <a:pt x="0" y="164061"/>
                </a:moveTo>
                <a:lnTo>
                  <a:pt x="164061" y="0"/>
                </a:lnTo>
                <a:lnTo>
                  <a:pt x="164061" y="82030"/>
                </a:lnTo>
                <a:lnTo>
                  <a:pt x="661867" y="82030"/>
                </a:lnTo>
                <a:lnTo>
                  <a:pt x="661867" y="246091"/>
                </a:lnTo>
                <a:lnTo>
                  <a:pt x="164061" y="246091"/>
                </a:lnTo>
                <a:lnTo>
                  <a:pt x="164061" y="328121"/>
                </a:lnTo>
                <a:lnTo>
                  <a:pt x="0" y="1640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8204E-8E4A-449D-A6D6-F987BDA5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216" y="3481253"/>
            <a:ext cx="661867" cy="328121"/>
          </a:xfrm>
          <a:custGeom xmlns:a="http://schemas.openxmlformats.org/drawingml/2006/main">
            <a:pathLst>
              <a:path w="661867" h="328121" fill="none">
                <a:moveTo>
                  <a:pt x="0" y="164061"/>
                </a:moveTo>
                <a:lnTo>
                  <a:pt x="164061" y="0"/>
                </a:lnTo>
                <a:lnTo>
                  <a:pt x="164061" y="82030"/>
                </a:lnTo>
                <a:lnTo>
                  <a:pt x="661867" y="82030"/>
                </a:lnTo>
                <a:lnTo>
                  <a:pt x="661867" y="246091"/>
                </a:lnTo>
                <a:lnTo>
                  <a:pt x="164061" y="246091"/>
                </a:lnTo>
                <a:lnTo>
                  <a:pt x="164061" y="328121"/>
                </a:lnTo>
                <a:lnTo>
                  <a:pt x="0" y="1640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A5A5A5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810D0-F58B-40A9-AD4C-C345C453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310" y="3471877"/>
            <a:ext cx="661867" cy="326246"/>
          </a:xfrm>
          <a:custGeom xmlns:a="http://schemas.openxmlformats.org/drawingml/2006/main">
            <a:pathLst>
              <a:path w="661867" h="326246">
                <a:moveTo>
                  <a:pt x="0" y="163123"/>
                </a:moveTo>
                <a:lnTo>
                  <a:pt x="163123" y="0"/>
                </a:lnTo>
                <a:lnTo>
                  <a:pt x="163123" y="81562"/>
                </a:lnTo>
                <a:lnTo>
                  <a:pt x="661867" y="81562"/>
                </a:lnTo>
                <a:lnTo>
                  <a:pt x="661867" y="244685"/>
                </a:lnTo>
                <a:lnTo>
                  <a:pt x="163123" y="244685"/>
                </a:lnTo>
                <a:lnTo>
                  <a:pt x="163123" y="326246"/>
                </a:lnTo>
                <a:lnTo>
                  <a:pt x="0" y="1631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2257A5-842C-4EF9-A66B-B7EF076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310" y="3471877"/>
            <a:ext cx="661867" cy="326246"/>
          </a:xfrm>
          <a:custGeom xmlns:a="http://schemas.openxmlformats.org/drawingml/2006/main">
            <a:pathLst>
              <a:path w="661867" h="326246" fill="none">
                <a:moveTo>
                  <a:pt x="0" y="163123"/>
                </a:moveTo>
                <a:lnTo>
                  <a:pt x="163123" y="0"/>
                </a:lnTo>
                <a:lnTo>
                  <a:pt x="163123" y="81562"/>
                </a:lnTo>
                <a:lnTo>
                  <a:pt x="661867" y="81562"/>
                </a:lnTo>
                <a:lnTo>
                  <a:pt x="661867" y="244685"/>
                </a:lnTo>
                <a:lnTo>
                  <a:pt x="163123" y="244685"/>
                </a:lnTo>
                <a:lnTo>
                  <a:pt x="163123" y="326246"/>
                </a:lnTo>
                <a:lnTo>
                  <a:pt x="0" y="1631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A5A5A5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62C7C2-E86C-48B7-BB17-BB9A2012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3186881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58BE8-8E6D-40B2-B610-ED9CB555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3186881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E497B-F080-4F57-8879-72D14183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947" y="3237505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E5B0A-5484-46E0-AEC0-BCBED025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947" y="3237505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81A9D-B02B-44F6-9BB1-4815B8A1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066" y="3183131"/>
            <a:ext cx="159373" cy="168748"/>
          </a:xfrm>
          <a:custGeom xmlns:a="http://schemas.openxmlformats.org/drawingml/2006/main">
            <a:pathLst>
              <a:path w="159373" h="168748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88E11-185F-46EB-AD68-9D5F9633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066" y="3183131"/>
            <a:ext cx="159373" cy="168748"/>
          </a:xfrm>
          <a:custGeom xmlns:a="http://schemas.openxmlformats.org/drawingml/2006/main">
            <a:pathLst>
              <a:path w="159373" h="168748" fill="none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5135F-0751-42C5-8FA5-1A31E166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3545002"/>
            <a:ext cx="159373" cy="168748"/>
          </a:xfrm>
          <a:custGeom xmlns:a="http://schemas.openxmlformats.org/drawingml/2006/main">
            <a:pathLst>
              <a:path w="159373" h="168748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9152D-FE1F-47C1-9199-DB353E3C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3545002"/>
            <a:ext cx="159373" cy="168748"/>
          </a:xfrm>
          <a:custGeom xmlns:a="http://schemas.openxmlformats.org/drawingml/2006/main">
            <a:pathLst>
              <a:path w="159373" h="168748" fill="none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BB366-4F9A-416A-A453-34478496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3906872"/>
            <a:ext cx="159373" cy="168748"/>
          </a:xfrm>
          <a:custGeom xmlns:a="http://schemas.openxmlformats.org/drawingml/2006/main">
            <a:pathLst>
              <a:path w="159373" h="168748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0BE4E-DC0F-4C6F-B8F2-AF6666F9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3906872"/>
            <a:ext cx="159373" cy="168748"/>
          </a:xfrm>
          <a:custGeom xmlns:a="http://schemas.openxmlformats.org/drawingml/2006/main">
            <a:pathLst>
              <a:path w="159373" h="168748" fill="none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DC536-95C1-45BC-BA80-A548B170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439" y="3629375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59D35-368D-4CD0-8CF4-AB8D8D04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439" y="3629375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49776-FEE1-4B94-B3E5-325954C3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575" y="3689375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2C677-AB4C-4CAC-BEC9-3B0B7B3A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575" y="3689375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04758-E1B3-4010-B6A7-120AB5F6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3906872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6BA42-9BF0-42DD-BD77-55D02F94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3906872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4011E-B97E-4F92-B1B0-D25F785A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99" y="4075620"/>
            <a:ext cx="161248" cy="170623"/>
          </a:xfrm>
          <a:custGeom xmlns:a="http://schemas.openxmlformats.org/drawingml/2006/main">
            <a:pathLst>
              <a:path w="161248" h="170623">
                <a:moveTo>
                  <a:pt x="0" y="85311"/>
                </a:moveTo>
                <a:cubicBezTo>
                  <a:pt x="0" y="38203"/>
                  <a:pt x="36093" y="0"/>
                  <a:pt x="80624" y="0"/>
                </a:cubicBezTo>
                <a:cubicBezTo>
                  <a:pt x="125155" y="0"/>
                  <a:pt x="161248" y="38203"/>
                  <a:pt x="161248" y="85311"/>
                </a:cubicBezTo>
                <a:cubicBezTo>
                  <a:pt x="161248" y="132420"/>
                  <a:pt x="125155" y="170623"/>
                  <a:pt x="80624" y="170623"/>
                </a:cubicBezTo>
                <a:cubicBezTo>
                  <a:pt x="36093" y="170623"/>
                  <a:pt x="0" y="132420"/>
                  <a:pt x="0" y="853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E7262-1AD0-4BDC-A701-BD709DFF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99" y="4075620"/>
            <a:ext cx="161248" cy="170623"/>
          </a:xfrm>
          <a:custGeom xmlns:a="http://schemas.openxmlformats.org/drawingml/2006/main">
            <a:pathLst>
              <a:path w="161248" h="170623" fill="none">
                <a:moveTo>
                  <a:pt x="0" y="85311"/>
                </a:moveTo>
                <a:cubicBezTo>
                  <a:pt x="0" y="38203"/>
                  <a:pt x="36093" y="0"/>
                  <a:pt x="80624" y="0"/>
                </a:cubicBezTo>
                <a:cubicBezTo>
                  <a:pt x="125155" y="0"/>
                  <a:pt x="161248" y="38203"/>
                  <a:pt x="161248" y="85311"/>
                </a:cubicBezTo>
                <a:cubicBezTo>
                  <a:pt x="161248" y="132420"/>
                  <a:pt x="125155" y="170623"/>
                  <a:pt x="80624" y="170623"/>
                </a:cubicBezTo>
                <a:cubicBezTo>
                  <a:pt x="36093" y="170623"/>
                  <a:pt x="0" y="132420"/>
                  <a:pt x="0" y="853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4D35E-5565-4228-807C-4FDD7C95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827" y="3355629"/>
            <a:ext cx="10" cy="551337"/>
          </a:xfrm>
          <a:custGeom xmlns:a="http://schemas.openxmlformats.org/drawingml/2006/main">
            <a:pathLst>
              <a:path w="1" h="551337" fill="none">
                <a:moveTo>
                  <a:pt x="0" y="0"/>
                </a:moveTo>
                <a:lnTo>
                  <a:pt x="0" y="551337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A3C9B-B943-45C2-81D2-77726FFD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7" y="3331254"/>
            <a:ext cx="240825" cy="382917"/>
          </a:xfrm>
          <a:custGeom xmlns:a="http://schemas.openxmlformats.org/drawingml/2006/main">
            <a:pathLst>
              <a:path w="240825" h="382917" fill="none">
                <a:moveTo>
                  <a:pt x="0" y="0"/>
                </a:moveTo>
                <a:lnTo>
                  <a:pt x="240825" y="382917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AEAA7-9E65-4E40-A8C8-1CA90681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452" y="3271255"/>
            <a:ext cx="397183" cy="51156"/>
          </a:xfrm>
          <a:custGeom xmlns:a="http://schemas.openxmlformats.org/drawingml/2006/main">
            <a:pathLst>
              <a:path w="397183" h="51156" fill="none">
                <a:moveTo>
                  <a:pt x="0" y="0"/>
                </a:moveTo>
                <a:lnTo>
                  <a:pt x="397183" y="51156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10F3B-482A-447B-847A-53027191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196" y="3267497"/>
            <a:ext cx="316746" cy="55218"/>
          </a:xfrm>
          <a:custGeom xmlns:a="http://schemas.openxmlformats.org/drawingml/2006/main">
            <a:pathLst>
              <a:path w="316746" h="55218" fill="none">
                <a:moveTo>
                  <a:pt x="0" y="55218"/>
                </a:moveTo>
                <a:lnTo>
                  <a:pt x="3167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162DC-F6F3-4DEC-81FA-D7315812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40" y="3327504"/>
            <a:ext cx="103983" cy="302371"/>
          </a:xfrm>
          <a:custGeom xmlns:a="http://schemas.openxmlformats.org/drawingml/2006/main">
            <a:pathLst>
              <a:path w="103983" h="302371" fill="none">
                <a:moveTo>
                  <a:pt x="0" y="0"/>
                </a:moveTo>
                <a:lnTo>
                  <a:pt x="103983" y="302371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3BBD0-218B-4286-9091-86B19A01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42" y="3629376"/>
            <a:ext cx="210076" cy="84593"/>
          </a:xfrm>
          <a:custGeom xmlns:a="http://schemas.openxmlformats.org/drawingml/2006/main">
            <a:pathLst>
              <a:path w="210076" h="84593" fill="none">
                <a:moveTo>
                  <a:pt x="0" y="0"/>
                </a:moveTo>
                <a:lnTo>
                  <a:pt x="210076" y="84593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642A7-B5A5-411F-8C84-8ED88486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39" y="3773749"/>
            <a:ext cx="233638" cy="217982"/>
          </a:xfrm>
          <a:custGeom xmlns:a="http://schemas.openxmlformats.org/drawingml/2006/main">
            <a:pathLst>
              <a:path w="233638" h="217982" fill="none">
                <a:moveTo>
                  <a:pt x="233638" y="0"/>
                </a:moveTo>
                <a:lnTo>
                  <a:pt x="0" y="217982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752B9-DBE7-4C81-9870-FAAF67DD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6" y="3381878"/>
            <a:ext cx="444291" cy="549728"/>
          </a:xfrm>
          <a:custGeom xmlns:a="http://schemas.openxmlformats.org/drawingml/2006/main">
            <a:pathLst>
              <a:path w="444291" h="549728" fill="none">
                <a:moveTo>
                  <a:pt x="444291" y="0"/>
                </a:moveTo>
                <a:lnTo>
                  <a:pt x="0" y="549728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FEFBB-B8DC-4951-B97E-6E1D20BC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7" y="4051245"/>
            <a:ext cx="289246" cy="109374"/>
          </a:xfrm>
          <a:custGeom xmlns:a="http://schemas.openxmlformats.org/drawingml/2006/main">
            <a:pathLst>
              <a:path w="289246" h="109374" fill="none">
                <a:moveTo>
                  <a:pt x="0" y="0"/>
                </a:moveTo>
                <a:lnTo>
                  <a:pt x="289246" y="109374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8F048-7F97-498B-8E6D-1139E88D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947" y="3991243"/>
            <a:ext cx="238153" cy="169201"/>
          </a:xfrm>
          <a:custGeom xmlns:a="http://schemas.openxmlformats.org/drawingml/2006/main">
            <a:pathLst>
              <a:path w="238153" h="169201" fill="none">
                <a:moveTo>
                  <a:pt x="0" y="169201"/>
                </a:moveTo>
                <a:lnTo>
                  <a:pt x="2381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BEDE6-CBE8-4FE5-87F0-DB68A4A3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7" y="3833742"/>
            <a:ext cx="240825" cy="98343"/>
          </a:xfrm>
          <a:custGeom xmlns:a="http://schemas.openxmlformats.org/drawingml/2006/main">
            <a:pathLst>
              <a:path w="240825" h="98343" fill="none">
                <a:moveTo>
                  <a:pt x="0" y="98343"/>
                </a:moveTo>
                <a:lnTo>
                  <a:pt x="240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E66DF-0D40-4B05-A94E-235E75AB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821" y="3381878"/>
            <a:ext cx="153779" cy="187326"/>
          </a:xfrm>
          <a:custGeom xmlns:a="http://schemas.openxmlformats.org/drawingml/2006/main">
            <a:pathLst>
              <a:path w="153779" h="187326" fill="none">
                <a:moveTo>
                  <a:pt x="0" y="0"/>
                </a:moveTo>
                <a:lnTo>
                  <a:pt x="153779" y="187326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E7AC9-3DFB-4ABD-9570-EA6B56FA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21" y="3327504"/>
            <a:ext cx="543759" cy="446776"/>
          </a:xfrm>
          <a:custGeom xmlns:a="http://schemas.openxmlformats.org/drawingml/2006/main">
            <a:pathLst>
              <a:path w="543759" h="446776" fill="none">
                <a:moveTo>
                  <a:pt x="543759" y="0"/>
                </a:moveTo>
                <a:lnTo>
                  <a:pt x="0" y="446776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9B8B0-17AB-4189-9EB7-5C82422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199" y="3858122"/>
            <a:ext cx="71968" cy="217982"/>
          </a:xfrm>
          <a:custGeom xmlns:a="http://schemas.openxmlformats.org/drawingml/2006/main">
            <a:pathLst>
              <a:path w="71968" h="217982" fill="none">
                <a:moveTo>
                  <a:pt x="0" y="0"/>
                </a:moveTo>
                <a:lnTo>
                  <a:pt x="71968" y="217982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F8ACC-8729-4656-BCE4-0687E2C4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325" y="3689375"/>
            <a:ext cx="342136" cy="387183"/>
          </a:xfrm>
          <a:custGeom xmlns:a="http://schemas.openxmlformats.org/drawingml/2006/main">
            <a:pathLst>
              <a:path w="342136" h="387183" fill="none">
                <a:moveTo>
                  <a:pt x="342136" y="0"/>
                </a:moveTo>
                <a:lnTo>
                  <a:pt x="0" y="387183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1F9C9-B999-430F-A3AE-794A535F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818" y="3713749"/>
            <a:ext cx="10" cy="193201"/>
          </a:xfrm>
          <a:custGeom xmlns:a="http://schemas.openxmlformats.org/drawingml/2006/main">
            <a:pathLst>
              <a:path w="1" h="193201" fill="none">
                <a:moveTo>
                  <a:pt x="0" y="0"/>
                </a:moveTo>
                <a:lnTo>
                  <a:pt x="0" y="193201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5AE2A-5DAB-4348-AA3C-00C07140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946" y="3327504"/>
            <a:ext cx="96327" cy="242544"/>
          </a:xfrm>
          <a:custGeom xmlns:a="http://schemas.openxmlformats.org/drawingml/2006/main">
            <a:pathLst>
              <a:path w="96327" h="242544" fill="none">
                <a:moveTo>
                  <a:pt x="96327" y="0"/>
                </a:moveTo>
                <a:lnTo>
                  <a:pt x="0" y="242544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AD27E-62F4-4E0E-ABB0-027D3C2E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23" y="3773749"/>
            <a:ext cx="310121" cy="217982"/>
          </a:xfrm>
          <a:custGeom xmlns:a="http://schemas.openxmlformats.org/drawingml/2006/main">
            <a:pathLst>
              <a:path w="310121" h="217982" fill="none">
                <a:moveTo>
                  <a:pt x="0" y="0"/>
                </a:moveTo>
                <a:lnTo>
                  <a:pt x="310121" y="217982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pic>
        <p:nvPicPr>
          <p:cNvPr id="4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823bdc7a845e3"/>
          <a:stretch xmlns:a="http://schemas.openxmlformats.org/drawingml/2006/main"/>
        </p:blipFill>
        <p:spPr>
          <a:xfrm xmlns:a="http://schemas.openxmlformats.org/drawingml/2006/main">
            <a:off x="5969608" y="2917822"/>
            <a:ext cx="1458732" cy="1458732"/>
          </a:xfrm>
          <a:prstGeom xmlns:a="http://schemas.openxmlformats.org/drawingml/2006/main" prst="rect">
            <a:avLst/>
          </a:prstGeom>
        </p:spPr>
      </p:pic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771D5-55F2-452D-9CE4-7D1395FE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494" y="1251904"/>
            <a:ext cx="661867" cy="328121"/>
          </a:xfrm>
          <a:custGeom xmlns:a="http://schemas.openxmlformats.org/drawingml/2006/main">
            <a:pathLst>
              <a:path w="661867" h="328121">
                <a:moveTo>
                  <a:pt x="661867" y="164061"/>
                </a:moveTo>
                <a:lnTo>
                  <a:pt x="497806" y="328121"/>
                </a:lnTo>
                <a:lnTo>
                  <a:pt x="497806" y="246091"/>
                </a:lnTo>
                <a:lnTo>
                  <a:pt x="0" y="246091"/>
                </a:lnTo>
                <a:lnTo>
                  <a:pt x="0" y="82030"/>
                </a:lnTo>
                <a:lnTo>
                  <a:pt x="497806" y="82030"/>
                </a:lnTo>
                <a:lnTo>
                  <a:pt x="497806" y="0"/>
                </a:lnTo>
                <a:lnTo>
                  <a:pt x="661867" y="1640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2E07F-0938-49E0-8B7A-21091BB9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494" y="1251904"/>
            <a:ext cx="661867" cy="328121"/>
          </a:xfrm>
          <a:custGeom xmlns:a="http://schemas.openxmlformats.org/drawingml/2006/main">
            <a:pathLst>
              <a:path w="661867" h="328121" fill="none">
                <a:moveTo>
                  <a:pt x="661867" y="164061"/>
                </a:moveTo>
                <a:lnTo>
                  <a:pt x="497806" y="328121"/>
                </a:lnTo>
                <a:lnTo>
                  <a:pt x="497806" y="246091"/>
                </a:lnTo>
                <a:lnTo>
                  <a:pt x="0" y="246091"/>
                </a:lnTo>
                <a:lnTo>
                  <a:pt x="0" y="82030"/>
                </a:lnTo>
                <a:lnTo>
                  <a:pt x="497806" y="82030"/>
                </a:lnTo>
                <a:lnTo>
                  <a:pt x="497806" y="0"/>
                </a:lnTo>
                <a:lnTo>
                  <a:pt x="661867" y="1640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A5A5A5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DED60-EC38-4181-BC17-4278E832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216" y="1251904"/>
            <a:ext cx="661867" cy="328121"/>
          </a:xfrm>
          <a:custGeom xmlns:a="http://schemas.openxmlformats.org/drawingml/2006/main">
            <a:pathLst>
              <a:path w="661867" h="328121">
                <a:moveTo>
                  <a:pt x="0" y="164061"/>
                </a:moveTo>
                <a:lnTo>
                  <a:pt x="164061" y="0"/>
                </a:lnTo>
                <a:lnTo>
                  <a:pt x="164061" y="82030"/>
                </a:lnTo>
                <a:lnTo>
                  <a:pt x="661867" y="82030"/>
                </a:lnTo>
                <a:lnTo>
                  <a:pt x="661867" y="246091"/>
                </a:lnTo>
                <a:lnTo>
                  <a:pt x="164061" y="246091"/>
                </a:lnTo>
                <a:lnTo>
                  <a:pt x="164061" y="328121"/>
                </a:lnTo>
                <a:lnTo>
                  <a:pt x="0" y="1640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BD463-88D9-457B-9650-7C150663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216" y="1251904"/>
            <a:ext cx="661867" cy="328121"/>
          </a:xfrm>
          <a:custGeom xmlns:a="http://schemas.openxmlformats.org/drawingml/2006/main">
            <a:pathLst>
              <a:path w="661867" h="328121" fill="none">
                <a:moveTo>
                  <a:pt x="0" y="164061"/>
                </a:moveTo>
                <a:lnTo>
                  <a:pt x="164061" y="0"/>
                </a:lnTo>
                <a:lnTo>
                  <a:pt x="164061" y="82030"/>
                </a:lnTo>
                <a:lnTo>
                  <a:pt x="661867" y="82030"/>
                </a:lnTo>
                <a:lnTo>
                  <a:pt x="661867" y="246091"/>
                </a:lnTo>
                <a:lnTo>
                  <a:pt x="164061" y="246091"/>
                </a:lnTo>
                <a:lnTo>
                  <a:pt x="164061" y="328121"/>
                </a:lnTo>
                <a:lnTo>
                  <a:pt x="0" y="1640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A5A5A5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71B5B-8DCD-4C32-A016-2BB0D22F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310" y="1242529"/>
            <a:ext cx="661867" cy="326246"/>
          </a:xfrm>
          <a:custGeom xmlns:a="http://schemas.openxmlformats.org/drawingml/2006/main">
            <a:pathLst>
              <a:path w="661867" h="326246">
                <a:moveTo>
                  <a:pt x="0" y="163123"/>
                </a:moveTo>
                <a:lnTo>
                  <a:pt x="163123" y="0"/>
                </a:lnTo>
                <a:lnTo>
                  <a:pt x="163123" y="81562"/>
                </a:lnTo>
                <a:lnTo>
                  <a:pt x="661867" y="81562"/>
                </a:lnTo>
                <a:lnTo>
                  <a:pt x="661867" y="244685"/>
                </a:lnTo>
                <a:lnTo>
                  <a:pt x="163123" y="244685"/>
                </a:lnTo>
                <a:lnTo>
                  <a:pt x="163123" y="326246"/>
                </a:lnTo>
                <a:lnTo>
                  <a:pt x="0" y="1631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063A5-F619-4C10-ADE4-69461EDF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310" y="1242529"/>
            <a:ext cx="661867" cy="326246"/>
          </a:xfrm>
          <a:custGeom xmlns:a="http://schemas.openxmlformats.org/drawingml/2006/main">
            <a:pathLst>
              <a:path w="661867" h="326246" fill="none">
                <a:moveTo>
                  <a:pt x="0" y="163123"/>
                </a:moveTo>
                <a:lnTo>
                  <a:pt x="163123" y="0"/>
                </a:lnTo>
                <a:lnTo>
                  <a:pt x="163123" y="81562"/>
                </a:lnTo>
                <a:lnTo>
                  <a:pt x="661867" y="81562"/>
                </a:lnTo>
                <a:lnTo>
                  <a:pt x="661867" y="244685"/>
                </a:lnTo>
                <a:lnTo>
                  <a:pt x="163123" y="244685"/>
                </a:lnTo>
                <a:lnTo>
                  <a:pt x="163123" y="326246"/>
                </a:lnTo>
                <a:lnTo>
                  <a:pt x="0" y="1631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A5A5A5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0FD1C-F87D-4B47-B8BC-1A16888E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957533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42B4E-8C0F-4CFF-8700-165C4BD4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957533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FE4CE-0857-47AD-98C1-A03489C3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947" y="1008157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113F9-37E4-4771-8027-71BB70F9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947" y="1008157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51F62-2CDE-4F5D-BD18-1A5D2B1F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066" y="953783"/>
            <a:ext cx="159373" cy="168748"/>
          </a:xfrm>
          <a:custGeom xmlns:a="http://schemas.openxmlformats.org/drawingml/2006/main">
            <a:pathLst>
              <a:path w="159373" h="168748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4DED6-653E-47EA-A5D4-E7D63887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066" y="953783"/>
            <a:ext cx="159373" cy="168748"/>
          </a:xfrm>
          <a:custGeom xmlns:a="http://schemas.openxmlformats.org/drawingml/2006/main">
            <a:pathLst>
              <a:path w="159373" h="168748" fill="none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B2319-4CE9-43FA-B0B8-993B1C59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1315654"/>
            <a:ext cx="159373" cy="168748"/>
          </a:xfrm>
          <a:custGeom xmlns:a="http://schemas.openxmlformats.org/drawingml/2006/main">
            <a:pathLst>
              <a:path w="159373" h="168748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1A26A-0007-4359-A688-9E9B9BD4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1315654"/>
            <a:ext cx="159373" cy="168748"/>
          </a:xfrm>
          <a:custGeom xmlns:a="http://schemas.openxmlformats.org/drawingml/2006/main">
            <a:pathLst>
              <a:path w="159373" h="168748" fill="none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11D29-57D5-4295-870A-EF4B1F42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1677524"/>
            <a:ext cx="159373" cy="168748"/>
          </a:xfrm>
          <a:custGeom xmlns:a="http://schemas.openxmlformats.org/drawingml/2006/main">
            <a:pathLst>
              <a:path w="159373" h="168748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762C6-D712-491C-888C-CD45D0F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69" y="1677524"/>
            <a:ext cx="159373" cy="168748"/>
          </a:xfrm>
          <a:custGeom xmlns:a="http://schemas.openxmlformats.org/drawingml/2006/main">
            <a:pathLst>
              <a:path w="159373" h="168748" fill="none">
                <a:moveTo>
                  <a:pt x="0" y="84374"/>
                </a:moveTo>
                <a:cubicBezTo>
                  <a:pt x="0" y="37781"/>
                  <a:pt x="35671" y="0"/>
                  <a:pt x="79687" y="0"/>
                </a:cubicBezTo>
                <a:cubicBezTo>
                  <a:pt x="123702" y="0"/>
                  <a:pt x="159373" y="37781"/>
                  <a:pt x="159373" y="84374"/>
                </a:cubicBezTo>
                <a:cubicBezTo>
                  <a:pt x="159373" y="130967"/>
                  <a:pt x="123702" y="168748"/>
                  <a:pt x="79687" y="168748"/>
                </a:cubicBezTo>
                <a:cubicBezTo>
                  <a:pt x="35671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1A8F0-A8ED-4600-B60E-7220AE0E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439" y="1400027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E1E77-1D48-4039-BF97-4FFF93A2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439" y="1400027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96A41-4F98-42D7-8F8C-ACDDB5E2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575" y="1460027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A807F-5EEC-4E8B-A8AE-BAD57AE9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575" y="1460027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B4B02-C56B-4D4A-96EA-2FB03F5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1677524"/>
            <a:ext cx="161248" cy="168748"/>
          </a:xfrm>
          <a:custGeom xmlns:a="http://schemas.openxmlformats.org/drawingml/2006/main">
            <a:pathLst>
              <a:path w="161248" h="168748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D57B9-DAF2-45A4-91C7-60D02CDC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4" y="1677524"/>
            <a:ext cx="161248" cy="168748"/>
          </a:xfrm>
          <a:custGeom xmlns:a="http://schemas.openxmlformats.org/drawingml/2006/main">
            <a:pathLst>
              <a:path w="161248" h="168748" fill="none">
                <a:moveTo>
                  <a:pt x="0" y="84374"/>
                </a:moveTo>
                <a:cubicBezTo>
                  <a:pt x="0" y="37781"/>
                  <a:pt x="36093" y="0"/>
                  <a:pt x="80624" y="0"/>
                </a:cubicBezTo>
                <a:cubicBezTo>
                  <a:pt x="125155" y="0"/>
                  <a:pt x="161248" y="37781"/>
                  <a:pt x="161248" y="84374"/>
                </a:cubicBezTo>
                <a:cubicBezTo>
                  <a:pt x="161248" y="130967"/>
                  <a:pt x="125155" y="168748"/>
                  <a:pt x="80624" y="168748"/>
                </a:cubicBezTo>
                <a:cubicBezTo>
                  <a:pt x="36093" y="168748"/>
                  <a:pt x="0" y="130967"/>
                  <a:pt x="0" y="843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C3245-DF25-47AF-A7C4-4D8DDC9A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99" y="1846272"/>
            <a:ext cx="161248" cy="170623"/>
          </a:xfrm>
          <a:custGeom xmlns:a="http://schemas.openxmlformats.org/drawingml/2006/main">
            <a:pathLst>
              <a:path w="161248" h="170623">
                <a:moveTo>
                  <a:pt x="0" y="85311"/>
                </a:moveTo>
                <a:cubicBezTo>
                  <a:pt x="0" y="38203"/>
                  <a:pt x="36093" y="0"/>
                  <a:pt x="80624" y="0"/>
                </a:cubicBezTo>
                <a:cubicBezTo>
                  <a:pt x="125155" y="0"/>
                  <a:pt x="161248" y="38203"/>
                  <a:pt x="161248" y="85311"/>
                </a:cubicBezTo>
                <a:cubicBezTo>
                  <a:pt x="161248" y="132420"/>
                  <a:pt x="125155" y="170623"/>
                  <a:pt x="80624" y="170623"/>
                </a:cubicBezTo>
                <a:cubicBezTo>
                  <a:pt x="36093" y="170623"/>
                  <a:pt x="0" y="132420"/>
                  <a:pt x="0" y="853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75A30-B1F9-4707-91C3-2FFDE680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99" y="1846272"/>
            <a:ext cx="161248" cy="170623"/>
          </a:xfrm>
          <a:custGeom xmlns:a="http://schemas.openxmlformats.org/drawingml/2006/main">
            <a:pathLst>
              <a:path w="161248" h="170623" fill="none">
                <a:moveTo>
                  <a:pt x="0" y="85311"/>
                </a:moveTo>
                <a:cubicBezTo>
                  <a:pt x="0" y="38203"/>
                  <a:pt x="36093" y="0"/>
                  <a:pt x="80624" y="0"/>
                </a:cubicBezTo>
                <a:cubicBezTo>
                  <a:pt x="125155" y="0"/>
                  <a:pt x="161248" y="38203"/>
                  <a:pt x="161248" y="85311"/>
                </a:cubicBezTo>
                <a:cubicBezTo>
                  <a:pt x="161248" y="132420"/>
                  <a:pt x="125155" y="170623"/>
                  <a:pt x="80624" y="170623"/>
                </a:cubicBezTo>
                <a:cubicBezTo>
                  <a:pt x="36093" y="170623"/>
                  <a:pt x="0" y="132420"/>
                  <a:pt x="0" y="853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BA7C8-9A2F-4BE7-9E62-58973E62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827" y="1126280"/>
            <a:ext cx="10" cy="551337"/>
          </a:xfrm>
          <a:custGeom xmlns:a="http://schemas.openxmlformats.org/drawingml/2006/main">
            <a:pathLst>
              <a:path w="1" h="551337" fill="none">
                <a:moveTo>
                  <a:pt x="0" y="0"/>
                </a:moveTo>
                <a:lnTo>
                  <a:pt x="0" y="551337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EB13E-9108-4183-8B19-49A19DF9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7" y="1101906"/>
            <a:ext cx="240825" cy="382917"/>
          </a:xfrm>
          <a:custGeom xmlns:a="http://schemas.openxmlformats.org/drawingml/2006/main">
            <a:pathLst>
              <a:path w="240825" h="382917" fill="none">
                <a:moveTo>
                  <a:pt x="0" y="0"/>
                </a:moveTo>
                <a:lnTo>
                  <a:pt x="240825" y="382917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DB55C-6264-4B46-863A-6A66DFEF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452" y="1041907"/>
            <a:ext cx="397183" cy="51156"/>
          </a:xfrm>
          <a:custGeom xmlns:a="http://schemas.openxmlformats.org/drawingml/2006/main">
            <a:pathLst>
              <a:path w="397183" h="51156" fill="none">
                <a:moveTo>
                  <a:pt x="0" y="0"/>
                </a:moveTo>
                <a:lnTo>
                  <a:pt x="397183" y="51156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36291-EE3D-4AED-B445-45239E8F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196" y="1038149"/>
            <a:ext cx="316746" cy="55218"/>
          </a:xfrm>
          <a:custGeom xmlns:a="http://schemas.openxmlformats.org/drawingml/2006/main">
            <a:pathLst>
              <a:path w="316746" h="55218" fill="none">
                <a:moveTo>
                  <a:pt x="0" y="55218"/>
                </a:moveTo>
                <a:lnTo>
                  <a:pt x="3167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000000"/>
            </a:solidFill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60230-9771-4567-91F8-3CF438CA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40" y="1098156"/>
            <a:ext cx="103983" cy="302371"/>
          </a:xfrm>
          <a:custGeom xmlns:a="http://schemas.openxmlformats.org/drawingml/2006/main">
            <a:pathLst>
              <a:path w="103983" h="302371" fill="none">
                <a:moveTo>
                  <a:pt x="0" y="0"/>
                </a:moveTo>
                <a:lnTo>
                  <a:pt x="103983" y="302371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A91F1-F836-410F-A885-CCFD3C3C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42" y="1400028"/>
            <a:ext cx="210076" cy="84593"/>
          </a:xfrm>
          <a:custGeom xmlns:a="http://schemas.openxmlformats.org/drawingml/2006/main">
            <a:pathLst>
              <a:path w="210076" h="84593" fill="none">
                <a:moveTo>
                  <a:pt x="0" y="0"/>
                </a:moveTo>
                <a:lnTo>
                  <a:pt x="210076" y="84593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56122D-0BA5-4D31-A4F5-D160A168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39" y="1544401"/>
            <a:ext cx="233638" cy="217982"/>
          </a:xfrm>
          <a:custGeom xmlns:a="http://schemas.openxmlformats.org/drawingml/2006/main">
            <a:pathLst>
              <a:path w="233638" h="217982" fill="none">
                <a:moveTo>
                  <a:pt x="233638" y="0"/>
                </a:moveTo>
                <a:lnTo>
                  <a:pt x="0" y="217982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6B019-0ADC-4AA9-8A7B-077CC339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6" y="1152531"/>
            <a:ext cx="444291" cy="549728"/>
          </a:xfrm>
          <a:custGeom xmlns:a="http://schemas.openxmlformats.org/drawingml/2006/main">
            <a:pathLst>
              <a:path w="444291" h="549728" fill="none">
                <a:moveTo>
                  <a:pt x="444291" y="0"/>
                </a:moveTo>
                <a:lnTo>
                  <a:pt x="0" y="549728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A7E794-B48B-4C15-B892-8BA9715A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7" y="1821897"/>
            <a:ext cx="289246" cy="109374"/>
          </a:xfrm>
          <a:custGeom xmlns:a="http://schemas.openxmlformats.org/drawingml/2006/main">
            <a:pathLst>
              <a:path w="289246" h="109374" fill="none">
                <a:moveTo>
                  <a:pt x="0" y="0"/>
                </a:moveTo>
                <a:lnTo>
                  <a:pt x="289246" y="109374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5936C-25CB-42CA-9D0B-71592475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947" y="1761895"/>
            <a:ext cx="238153" cy="169201"/>
          </a:xfrm>
          <a:custGeom xmlns:a="http://schemas.openxmlformats.org/drawingml/2006/main">
            <a:pathLst>
              <a:path w="238153" h="169201" fill="none">
                <a:moveTo>
                  <a:pt x="0" y="169201"/>
                </a:moveTo>
                <a:lnTo>
                  <a:pt x="2381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47391-A8F6-4C7C-94B6-CB46A27B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077" y="1604394"/>
            <a:ext cx="240825" cy="98343"/>
          </a:xfrm>
          <a:custGeom xmlns:a="http://schemas.openxmlformats.org/drawingml/2006/main">
            <a:pathLst>
              <a:path w="240825" h="98343" fill="none">
                <a:moveTo>
                  <a:pt x="0" y="98343"/>
                </a:moveTo>
                <a:lnTo>
                  <a:pt x="240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6023B-E445-45C1-A487-93C2F0C7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821" y="1152531"/>
            <a:ext cx="153779" cy="187326"/>
          </a:xfrm>
          <a:custGeom xmlns:a="http://schemas.openxmlformats.org/drawingml/2006/main">
            <a:pathLst>
              <a:path w="153779" h="187326" fill="none">
                <a:moveTo>
                  <a:pt x="0" y="0"/>
                </a:moveTo>
                <a:lnTo>
                  <a:pt x="153779" y="187326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6E867-800A-4138-B509-E08FC35E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21" y="1098156"/>
            <a:ext cx="543759" cy="446776"/>
          </a:xfrm>
          <a:custGeom xmlns:a="http://schemas.openxmlformats.org/drawingml/2006/main">
            <a:pathLst>
              <a:path w="543759" h="446776" fill="none">
                <a:moveTo>
                  <a:pt x="543759" y="0"/>
                </a:moveTo>
                <a:lnTo>
                  <a:pt x="0" y="446776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7DD24-4EF6-448F-BE5B-FA2A9A6C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199" y="1628775"/>
            <a:ext cx="71968" cy="217982"/>
          </a:xfrm>
          <a:custGeom xmlns:a="http://schemas.openxmlformats.org/drawingml/2006/main">
            <a:pathLst>
              <a:path w="71968" h="217982" fill="none">
                <a:moveTo>
                  <a:pt x="0" y="0"/>
                </a:moveTo>
                <a:lnTo>
                  <a:pt x="71968" y="217982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76306-9659-431C-A59B-5FF0668F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325" y="1460027"/>
            <a:ext cx="342136" cy="387183"/>
          </a:xfrm>
          <a:custGeom xmlns:a="http://schemas.openxmlformats.org/drawingml/2006/main">
            <a:pathLst>
              <a:path w="342136" h="387183" fill="none">
                <a:moveTo>
                  <a:pt x="342136" y="0"/>
                </a:moveTo>
                <a:lnTo>
                  <a:pt x="0" y="387183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7A1B0-BF24-4472-BC08-D14C0635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818" y="1484401"/>
            <a:ext cx="10" cy="193201"/>
          </a:xfrm>
          <a:custGeom xmlns:a="http://schemas.openxmlformats.org/drawingml/2006/main">
            <a:pathLst>
              <a:path w="1" h="193201" fill="none">
                <a:moveTo>
                  <a:pt x="0" y="0"/>
                </a:moveTo>
                <a:lnTo>
                  <a:pt x="0" y="193201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D5AAD-7837-4906-A9BA-DE883E95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946" y="1098156"/>
            <a:ext cx="96327" cy="242544"/>
          </a:xfrm>
          <a:custGeom xmlns:a="http://schemas.openxmlformats.org/drawingml/2006/main">
            <a:pathLst>
              <a:path w="96327" h="242544" fill="none">
                <a:moveTo>
                  <a:pt x="96327" y="0"/>
                </a:moveTo>
                <a:lnTo>
                  <a:pt x="0" y="242544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E6974-DF8B-4F4C-8ACC-112EEA9F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23" y="1544401"/>
            <a:ext cx="310121" cy="217982"/>
          </a:xfrm>
          <a:custGeom xmlns:a="http://schemas.openxmlformats.org/drawingml/2006/main">
            <a:pathLst>
              <a:path w="310121" h="217982" fill="none">
                <a:moveTo>
                  <a:pt x="0" y="0"/>
                </a:moveTo>
                <a:lnTo>
                  <a:pt x="310121" y="217982"/>
                </a:lnTo>
              </a:path>
            </a:pathLst>
          </a:custGeom>
          <a:noFill xmlns:a="http://schemas.openxmlformats.org/drawingml/2006/main"/>
          <a:ln xmlns:a="http://schemas.openxmlformats.org/drawingml/2006/main" w="15000" cap="flat">
            <a:solidFill>
              <a:srgbClr val="000000"/>
            </a:solidFill>
            <a:miter/>
          </a:ln>
        </p:spPr>
      </p:sp>
      <p:pic>
        <p:nvPicPr>
          <p:cNvPr id="4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0a7b0fd964b44"/>
          <a:stretch xmlns:a="http://schemas.openxmlformats.org/drawingml/2006/main"/>
        </p:blipFill>
        <p:spPr>
          <a:xfrm xmlns:a="http://schemas.openxmlformats.org/drawingml/2006/main">
            <a:off x="5969608" y="686599"/>
            <a:ext cx="1458732" cy="1458732"/>
          </a:xfrm>
          <a:prstGeom xmlns:a="http://schemas.openxmlformats.org/drawingml/2006/main" prst="rect">
            <a:avLst/>
          </a:prstGeom>
        </p:spPr>
      </p:pic>
      <p:pic>
        <p:nvPicPr>
          <p:cNvPr id="4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07e36a2324547"/>
          <a:stretch xmlns:a="http://schemas.openxmlformats.org/drawingml/2006/main"/>
        </p:blipFill>
        <p:spPr>
          <a:xfrm xmlns:a="http://schemas.openxmlformats.org/drawingml/2006/main">
            <a:off x="629733" y="3816873"/>
            <a:ext cx="1121117" cy="335621"/>
          </a:xfrm>
          <a:prstGeom xmlns:a="http://schemas.openxmlformats.org/drawingml/2006/main" prst="rect">
            <a:avLst/>
          </a:prstGeom>
        </p:spPr>
      </p:pic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81E60-1499-4E0F-B98E-52C4A63C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8" y="3872810"/>
            <a:ext cx="1124986" cy="55937"/>
          </a:xfrm>
          <a:custGeom xmlns:a="http://schemas.openxmlformats.org/drawingml/2006/main">
            <a:pathLst>
              <a:path w="1124986" h="55937" fill="none">
                <a:moveTo>
                  <a:pt x="1124986" y="0"/>
                </a:moveTo>
                <a:cubicBezTo>
                  <a:pt x="1124986" y="30890"/>
                  <a:pt x="873146" y="55937"/>
                  <a:pt x="562493" y="55937"/>
                </a:cubicBezTo>
                <a:cubicBezTo>
                  <a:pt x="251841" y="55937"/>
                  <a:pt x="0" y="3089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A8C83-DBB2-49F8-AD21-D8CAF3E4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8" y="3816873"/>
            <a:ext cx="1124986" cy="335621"/>
          </a:xfrm>
          <a:custGeom xmlns:a="http://schemas.openxmlformats.org/drawingml/2006/main">
            <a:pathLst>
              <a:path w="1124986" h="335621" fill="none">
                <a:moveTo>
                  <a:pt x="0" y="55937"/>
                </a:moveTo>
                <a:cubicBezTo>
                  <a:pt x="0" y="25047"/>
                  <a:pt x="251841" y="0"/>
                  <a:pt x="562493" y="0"/>
                </a:cubicBezTo>
                <a:cubicBezTo>
                  <a:pt x="873146" y="0"/>
                  <a:pt x="1124986" y="25047"/>
                  <a:pt x="1124986" y="55937"/>
                </a:cubicBezTo>
                <a:lnTo>
                  <a:pt x="1124986" y="279684"/>
                </a:lnTo>
                <a:cubicBezTo>
                  <a:pt x="1124986" y="310574"/>
                  <a:pt x="873146" y="335621"/>
                  <a:pt x="562493" y="335621"/>
                </a:cubicBezTo>
                <a:cubicBezTo>
                  <a:pt x="251841" y="335621"/>
                  <a:pt x="0" y="310574"/>
                  <a:pt x="0" y="279684"/>
                </a:cubicBezTo>
                <a:lnTo>
                  <a:pt x="0" y="559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pic>
        <p:nvPicPr>
          <p:cNvPr id="4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7f5157dd448f8"/>
          <a:stretch xmlns:a="http://schemas.openxmlformats.org/drawingml/2006/main"/>
        </p:blipFill>
        <p:spPr>
          <a:xfrm xmlns:a="http://schemas.openxmlformats.org/drawingml/2006/main">
            <a:off x="632865" y="3590001"/>
            <a:ext cx="1114853" cy="333746"/>
          </a:xfrm>
          <a:prstGeom xmlns:a="http://schemas.openxmlformats.org/drawingml/2006/main" prst="rect">
            <a:avLst/>
          </a:prstGeom>
        </p:spPr>
      </p:pic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FAE5C-065A-4BD4-9842-582EAF0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8" y="3645625"/>
            <a:ext cx="1124986" cy="55624"/>
          </a:xfrm>
          <a:custGeom xmlns:a="http://schemas.openxmlformats.org/drawingml/2006/main">
            <a:pathLst>
              <a:path w="1124986" h="55624" fill="none">
                <a:moveTo>
                  <a:pt x="1124986" y="0"/>
                </a:moveTo>
                <a:cubicBezTo>
                  <a:pt x="1124986" y="30718"/>
                  <a:pt x="873146" y="55624"/>
                  <a:pt x="562493" y="55624"/>
                </a:cubicBezTo>
                <a:cubicBezTo>
                  <a:pt x="251841" y="55624"/>
                  <a:pt x="0" y="3071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09E8E-4F98-4042-878A-140AC215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8" y="3590001"/>
            <a:ext cx="1124986" cy="333746"/>
          </a:xfrm>
          <a:custGeom xmlns:a="http://schemas.openxmlformats.org/drawingml/2006/main">
            <a:pathLst>
              <a:path w="1124986" h="333746" fill="none">
                <a:moveTo>
                  <a:pt x="0" y="55624"/>
                </a:moveTo>
                <a:cubicBezTo>
                  <a:pt x="0" y="24906"/>
                  <a:pt x="251841" y="0"/>
                  <a:pt x="562493" y="0"/>
                </a:cubicBezTo>
                <a:cubicBezTo>
                  <a:pt x="873146" y="0"/>
                  <a:pt x="1124986" y="24906"/>
                  <a:pt x="1124986" y="55624"/>
                </a:cubicBezTo>
                <a:lnTo>
                  <a:pt x="1124986" y="278122"/>
                </a:lnTo>
                <a:cubicBezTo>
                  <a:pt x="1124986" y="308840"/>
                  <a:pt x="873146" y="333746"/>
                  <a:pt x="562493" y="333746"/>
                </a:cubicBezTo>
                <a:cubicBezTo>
                  <a:pt x="251841" y="333746"/>
                  <a:pt x="0" y="308840"/>
                  <a:pt x="0" y="278122"/>
                </a:cubicBezTo>
                <a:lnTo>
                  <a:pt x="0" y="556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pic>
        <p:nvPicPr>
          <p:cNvPr id="4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e75913d844f56"/>
          <a:stretch xmlns:a="http://schemas.openxmlformats.org/drawingml/2006/main"/>
        </p:blipFill>
        <p:spPr>
          <a:xfrm xmlns:a="http://schemas.openxmlformats.org/drawingml/2006/main">
            <a:off x="629733" y="3361254"/>
            <a:ext cx="1121117" cy="335621"/>
          </a:xfrm>
          <a:prstGeom xmlns:a="http://schemas.openxmlformats.org/drawingml/2006/main" prst="rect">
            <a:avLst/>
          </a:prstGeom>
        </p:spPr>
      </p:pic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FF248-C8B2-45DF-B8E4-3E3F061B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8" y="3417190"/>
            <a:ext cx="1124986" cy="55937"/>
          </a:xfrm>
          <a:custGeom xmlns:a="http://schemas.openxmlformats.org/drawingml/2006/main">
            <a:pathLst>
              <a:path w="1124986" h="55937" fill="none">
                <a:moveTo>
                  <a:pt x="1124986" y="0"/>
                </a:moveTo>
                <a:cubicBezTo>
                  <a:pt x="1124986" y="30890"/>
                  <a:pt x="873146" y="55937"/>
                  <a:pt x="562493" y="55937"/>
                </a:cubicBezTo>
                <a:cubicBezTo>
                  <a:pt x="251841" y="55937"/>
                  <a:pt x="0" y="3089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04B3B-C58A-4F30-9DF3-3E7C8626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8" y="3361254"/>
            <a:ext cx="1124986" cy="335621"/>
          </a:xfrm>
          <a:custGeom xmlns:a="http://schemas.openxmlformats.org/drawingml/2006/main">
            <a:pathLst>
              <a:path w="1124986" h="335621" fill="none">
                <a:moveTo>
                  <a:pt x="0" y="55937"/>
                </a:moveTo>
                <a:cubicBezTo>
                  <a:pt x="0" y="25047"/>
                  <a:pt x="251841" y="0"/>
                  <a:pt x="562493" y="0"/>
                </a:cubicBezTo>
                <a:cubicBezTo>
                  <a:pt x="873146" y="0"/>
                  <a:pt x="1124986" y="25047"/>
                  <a:pt x="1124986" y="55937"/>
                </a:cubicBezTo>
                <a:lnTo>
                  <a:pt x="1124986" y="279684"/>
                </a:lnTo>
                <a:cubicBezTo>
                  <a:pt x="1124986" y="310574"/>
                  <a:pt x="873146" y="335621"/>
                  <a:pt x="562493" y="335621"/>
                </a:cubicBezTo>
                <a:cubicBezTo>
                  <a:pt x="251841" y="335621"/>
                  <a:pt x="0" y="310574"/>
                  <a:pt x="0" y="279684"/>
                </a:cubicBezTo>
                <a:lnTo>
                  <a:pt x="0" y="559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pic>
        <p:nvPicPr>
          <p:cNvPr id="4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f2eac41644f4f"/>
          <a:stretch xmlns:a="http://schemas.openxmlformats.org/drawingml/2006/main"/>
        </p:blipFill>
        <p:spPr>
          <a:xfrm xmlns:a="http://schemas.openxmlformats.org/drawingml/2006/main">
            <a:off x="629733" y="3134382"/>
            <a:ext cx="1121117" cy="335621"/>
          </a:xfrm>
          <a:prstGeom xmlns:a="http://schemas.openxmlformats.org/drawingml/2006/main" prst="rect">
            <a:avLst/>
          </a:prstGeom>
        </p:spPr>
      </p:pic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07CE5-86F9-4E76-A217-E92FEB0F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8" y="3190318"/>
            <a:ext cx="1124986" cy="55937"/>
          </a:xfrm>
          <a:custGeom xmlns:a="http://schemas.openxmlformats.org/drawingml/2006/main">
            <a:pathLst>
              <a:path w="1124986" h="55937" fill="none">
                <a:moveTo>
                  <a:pt x="1124986" y="0"/>
                </a:moveTo>
                <a:cubicBezTo>
                  <a:pt x="1124986" y="30890"/>
                  <a:pt x="873146" y="55937"/>
                  <a:pt x="562493" y="55937"/>
                </a:cubicBezTo>
                <a:cubicBezTo>
                  <a:pt x="251841" y="55937"/>
                  <a:pt x="0" y="3089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2B2B7-54D4-4914-8210-05B2A69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8" y="3134382"/>
            <a:ext cx="1124986" cy="335621"/>
          </a:xfrm>
          <a:custGeom xmlns:a="http://schemas.openxmlformats.org/drawingml/2006/main">
            <a:pathLst>
              <a:path w="1124986" h="335621" fill="none">
                <a:moveTo>
                  <a:pt x="0" y="55937"/>
                </a:moveTo>
                <a:cubicBezTo>
                  <a:pt x="0" y="25047"/>
                  <a:pt x="251841" y="0"/>
                  <a:pt x="562493" y="0"/>
                </a:cubicBezTo>
                <a:cubicBezTo>
                  <a:pt x="873146" y="0"/>
                  <a:pt x="1124986" y="25047"/>
                  <a:pt x="1124986" y="55937"/>
                </a:cubicBezTo>
                <a:lnTo>
                  <a:pt x="1124986" y="279684"/>
                </a:lnTo>
                <a:cubicBezTo>
                  <a:pt x="1124986" y="310574"/>
                  <a:pt x="873146" y="335621"/>
                  <a:pt x="562493" y="335621"/>
                </a:cubicBezTo>
                <a:cubicBezTo>
                  <a:pt x="251841" y="335621"/>
                  <a:pt x="0" y="310574"/>
                  <a:pt x="0" y="279684"/>
                </a:cubicBezTo>
                <a:lnTo>
                  <a:pt x="0" y="559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9C61F-FBC9-46E5-B4F2-1E91C3A3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785" y="3040633"/>
            <a:ext cx="692367" cy="260653"/>
          </a:xfrm>
          <a:custGeom xmlns:a="http://schemas.openxmlformats.org/drawingml/2006/main">
            <a:pathLst>
              <a:path w="692367" h="260653" fill="none">
                <a:moveTo>
                  <a:pt x="692367" y="0"/>
                </a:moveTo>
                <a:lnTo>
                  <a:pt x="0" y="260653"/>
                </a:ln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7BE0F-41F9-4FC4-A477-8C852E21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785" y="3985618"/>
            <a:ext cx="692367" cy="303590"/>
          </a:xfrm>
          <a:custGeom xmlns:a="http://schemas.openxmlformats.org/drawingml/2006/main">
            <a:pathLst>
              <a:path w="692367" h="303590" fill="none">
                <a:moveTo>
                  <a:pt x="692367" y="3035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pic>
        <p:nvPicPr>
          <p:cNvPr id="4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e52709c574ea3"/>
          <a:stretch xmlns:a="http://schemas.openxmlformats.org/drawingml/2006/main"/>
        </p:blipFill>
        <p:spPr>
          <a:xfrm xmlns:a="http://schemas.openxmlformats.org/drawingml/2006/main">
            <a:off x="621615" y="1596900"/>
            <a:ext cx="1114853" cy="333746"/>
          </a:xfrm>
          <a:prstGeom xmlns:a="http://schemas.openxmlformats.org/drawingml/2006/main" prst="rect">
            <a:avLst/>
          </a:prstGeom>
        </p:spPr>
      </p:pic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B685B8-CF38-4BDA-A33B-65C2D0EB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1652525"/>
            <a:ext cx="1124986" cy="55624"/>
          </a:xfrm>
          <a:custGeom xmlns:a="http://schemas.openxmlformats.org/drawingml/2006/main">
            <a:pathLst>
              <a:path w="1124986" h="55624" fill="none">
                <a:moveTo>
                  <a:pt x="1124986" y="0"/>
                </a:moveTo>
                <a:cubicBezTo>
                  <a:pt x="1124986" y="30718"/>
                  <a:pt x="873146" y="55624"/>
                  <a:pt x="562493" y="55624"/>
                </a:cubicBezTo>
                <a:cubicBezTo>
                  <a:pt x="251841" y="55624"/>
                  <a:pt x="0" y="3071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CA9CA-D2E7-48BD-8200-904D5D50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1596900"/>
            <a:ext cx="1124986" cy="333746"/>
          </a:xfrm>
          <a:custGeom xmlns:a="http://schemas.openxmlformats.org/drawingml/2006/main">
            <a:pathLst>
              <a:path w="1124986" h="333746" fill="none">
                <a:moveTo>
                  <a:pt x="0" y="55624"/>
                </a:moveTo>
                <a:cubicBezTo>
                  <a:pt x="0" y="24906"/>
                  <a:pt x="251841" y="0"/>
                  <a:pt x="562493" y="0"/>
                </a:cubicBezTo>
                <a:cubicBezTo>
                  <a:pt x="873146" y="0"/>
                  <a:pt x="1124986" y="24906"/>
                  <a:pt x="1124986" y="55624"/>
                </a:cubicBezTo>
                <a:lnTo>
                  <a:pt x="1124986" y="278122"/>
                </a:lnTo>
                <a:cubicBezTo>
                  <a:pt x="1124986" y="308840"/>
                  <a:pt x="873146" y="333746"/>
                  <a:pt x="562493" y="333746"/>
                </a:cubicBezTo>
                <a:cubicBezTo>
                  <a:pt x="251841" y="333746"/>
                  <a:pt x="0" y="308840"/>
                  <a:pt x="0" y="278122"/>
                </a:cubicBezTo>
                <a:lnTo>
                  <a:pt x="0" y="556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pic>
        <p:nvPicPr>
          <p:cNvPr id="4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4bf8259fb4304"/>
          <a:stretch xmlns:a="http://schemas.openxmlformats.org/drawingml/2006/main"/>
        </p:blipFill>
        <p:spPr>
          <a:xfrm xmlns:a="http://schemas.openxmlformats.org/drawingml/2006/main">
            <a:off x="618483" y="1368153"/>
            <a:ext cx="1121117" cy="335621"/>
          </a:xfrm>
          <a:prstGeom xmlns:a="http://schemas.openxmlformats.org/drawingml/2006/main" prst="rect">
            <a:avLst/>
          </a:prstGeom>
        </p:spPr>
      </p:pic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B6207-8816-4C21-A4A8-58EBE8FE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1424089"/>
            <a:ext cx="1124986" cy="55937"/>
          </a:xfrm>
          <a:custGeom xmlns:a="http://schemas.openxmlformats.org/drawingml/2006/main">
            <a:pathLst>
              <a:path w="1124986" h="55937" fill="none">
                <a:moveTo>
                  <a:pt x="1124986" y="0"/>
                </a:moveTo>
                <a:cubicBezTo>
                  <a:pt x="1124986" y="30890"/>
                  <a:pt x="873146" y="55937"/>
                  <a:pt x="562493" y="55937"/>
                </a:cubicBezTo>
                <a:cubicBezTo>
                  <a:pt x="251841" y="55937"/>
                  <a:pt x="0" y="3089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AF0D9-61F3-4137-B093-631A2E0F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1368153"/>
            <a:ext cx="1124986" cy="335621"/>
          </a:xfrm>
          <a:custGeom xmlns:a="http://schemas.openxmlformats.org/drawingml/2006/main">
            <a:pathLst>
              <a:path w="1124986" h="335621" fill="none">
                <a:moveTo>
                  <a:pt x="0" y="55937"/>
                </a:moveTo>
                <a:cubicBezTo>
                  <a:pt x="0" y="25047"/>
                  <a:pt x="251841" y="0"/>
                  <a:pt x="562493" y="0"/>
                </a:cubicBezTo>
                <a:cubicBezTo>
                  <a:pt x="873146" y="0"/>
                  <a:pt x="1124986" y="25047"/>
                  <a:pt x="1124986" y="55937"/>
                </a:cubicBezTo>
                <a:lnTo>
                  <a:pt x="1124986" y="279684"/>
                </a:lnTo>
                <a:cubicBezTo>
                  <a:pt x="1124986" y="310574"/>
                  <a:pt x="873146" y="335621"/>
                  <a:pt x="562493" y="335621"/>
                </a:cubicBezTo>
                <a:cubicBezTo>
                  <a:pt x="251841" y="335621"/>
                  <a:pt x="0" y="310574"/>
                  <a:pt x="0" y="279684"/>
                </a:cubicBezTo>
                <a:lnTo>
                  <a:pt x="0" y="559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pic>
        <p:nvPicPr>
          <p:cNvPr id="4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19ac591144d00"/>
          <a:stretch xmlns:a="http://schemas.openxmlformats.org/drawingml/2006/main"/>
        </p:blipFill>
        <p:spPr>
          <a:xfrm xmlns:a="http://schemas.openxmlformats.org/drawingml/2006/main">
            <a:off x="621615" y="1141281"/>
            <a:ext cx="1114853" cy="333746"/>
          </a:xfrm>
          <a:prstGeom xmlns:a="http://schemas.openxmlformats.org/drawingml/2006/main" prst="rect">
            <a:avLst/>
          </a:prstGeom>
        </p:spPr>
      </p:pic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BB425-43FF-4B67-9DB7-45CD4D60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1196905"/>
            <a:ext cx="1124986" cy="55624"/>
          </a:xfrm>
          <a:custGeom xmlns:a="http://schemas.openxmlformats.org/drawingml/2006/main">
            <a:pathLst>
              <a:path w="1124986" h="55624" fill="none">
                <a:moveTo>
                  <a:pt x="1124986" y="0"/>
                </a:moveTo>
                <a:cubicBezTo>
                  <a:pt x="1124986" y="30718"/>
                  <a:pt x="873146" y="55624"/>
                  <a:pt x="562493" y="55624"/>
                </a:cubicBezTo>
                <a:cubicBezTo>
                  <a:pt x="251841" y="55624"/>
                  <a:pt x="0" y="3071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B36EF-25FB-47EA-A7E0-0E10EF4E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1141282"/>
            <a:ext cx="1124986" cy="333746"/>
          </a:xfrm>
          <a:custGeom xmlns:a="http://schemas.openxmlformats.org/drawingml/2006/main">
            <a:pathLst>
              <a:path w="1124986" h="333746" fill="none">
                <a:moveTo>
                  <a:pt x="0" y="55624"/>
                </a:moveTo>
                <a:cubicBezTo>
                  <a:pt x="0" y="24906"/>
                  <a:pt x="251841" y="0"/>
                  <a:pt x="562493" y="0"/>
                </a:cubicBezTo>
                <a:cubicBezTo>
                  <a:pt x="873146" y="0"/>
                  <a:pt x="1124986" y="24906"/>
                  <a:pt x="1124986" y="55624"/>
                </a:cubicBezTo>
                <a:lnTo>
                  <a:pt x="1124986" y="278122"/>
                </a:lnTo>
                <a:cubicBezTo>
                  <a:pt x="1124986" y="308840"/>
                  <a:pt x="873146" y="333746"/>
                  <a:pt x="562493" y="333746"/>
                </a:cubicBezTo>
                <a:cubicBezTo>
                  <a:pt x="251841" y="333746"/>
                  <a:pt x="0" y="308840"/>
                  <a:pt x="0" y="278122"/>
                </a:cubicBezTo>
                <a:lnTo>
                  <a:pt x="0" y="556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pic>
        <p:nvPicPr>
          <p:cNvPr id="4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fd8a3ff25462b"/>
          <a:stretch xmlns:a="http://schemas.openxmlformats.org/drawingml/2006/main"/>
        </p:blipFill>
        <p:spPr>
          <a:xfrm xmlns:a="http://schemas.openxmlformats.org/drawingml/2006/main">
            <a:off x="618483" y="912534"/>
            <a:ext cx="1121117" cy="335621"/>
          </a:xfrm>
          <a:prstGeom xmlns:a="http://schemas.openxmlformats.org/drawingml/2006/main" prst="rect">
            <a:avLst/>
          </a:prstGeom>
        </p:spPr>
      </p:pic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ED5143-3FDE-4981-977C-C2942B7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968470"/>
            <a:ext cx="1124986" cy="55937"/>
          </a:xfrm>
          <a:custGeom xmlns:a="http://schemas.openxmlformats.org/drawingml/2006/main">
            <a:pathLst>
              <a:path w="1124986" h="55937" fill="none">
                <a:moveTo>
                  <a:pt x="1124986" y="0"/>
                </a:moveTo>
                <a:cubicBezTo>
                  <a:pt x="1124986" y="30890"/>
                  <a:pt x="873146" y="55937"/>
                  <a:pt x="562493" y="55937"/>
                </a:cubicBezTo>
                <a:cubicBezTo>
                  <a:pt x="251841" y="55937"/>
                  <a:pt x="0" y="3089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D24E8-97AB-41CA-AEB6-C40B3FC9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48" y="912534"/>
            <a:ext cx="1124986" cy="335621"/>
          </a:xfrm>
          <a:custGeom xmlns:a="http://schemas.openxmlformats.org/drawingml/2006/main">
            <a:pathLst>
              <a:path w="1124986" h="335621" fill="none">
                <a:moveTo>
                  <a:pt x="0" y="55937"/>
                </a:moveTo>
                <a:cubicBezTo>
                  <a:pt x="0" y="25047"/>
                  <a:pt x="251841" y="0"/>
                  <a:pt x="562493" y="0"/>
                </a:cubicBezTo>
                <a:cubicBezTo>
                  <a:pt x="873146" y="0"/>
                  <a:pt x="1124986" y="25047"/>
                  <a:pt x="1124986" y="55937"/>
                </a:cubicBezTo>
                <a:lnTo>
                  <a:pt x="1124986" y="279684"/>
                </a:lnTo>
                <a:cubicBezTo>
                  <a:pt x="1124986" y="310574"/>
                  <a:pt x="873146" y="335621"/>
                  <a:pt x="562493" y="335621"/>
                </a:cubicBezTo>
                <a:cubicBezTo>
                  <a:pt x="251841" y="335621"/>
                  <a:pt x="0" y="310574"/>
                  <a:pt x="0" y="279684"/>
                </a:cubicBezTo>
                <a:lnTo>
                  <a:pt x="0" y="559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527B5-32EC-488F-8843-A675A82F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1" y="2731261"/>
            <a:ext cx="14328779" cy="10"/>
          </a:xfrm>
          <a:custGeom xmlns:a="http://schemas.openxmlformats.org/drawingml/2006/main">
            <a:pathLst>
              <a:path w="14328779" h="1" fill="none">
                <a:moveTo>
                  <a:pt x="0" y="0"/>
                </a:moveTo>
                <a:lnTo>
                  <a:pt x="143287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0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0928E-C1F2-4C23-B880-502D1EA4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1" y="582537"/>
            <a:ext cx="14351685" cy="10"/>
          </a:xfrm>
          <a:custGeom xmlns:a="http://schemas.openxmlformats.org/drawingml/2006/main">
            <a:pathLst>
              <a:path w="14351685" h="1" fill="none">
                <a:moveTo>
                  <a:pt x="0" y="0"/>
                </a:moveTo>
                <a:lnTo>
                  <a:pt x="143516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0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41D31-9708-47C5-875B-3F6CD0A5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1" y="4741237"/>
            <a:ext cx="14328779" cy="10"/>
          </a:xfrm>
          <a:custGeom xmlns:a="http://schemas.openxmlformats.org/drawingml/2006/main">
            <a:pathLst>
              <a:path w="14328779" h="1" fill="none">
                <a:moveTo>
                  <a:pt x="0" y="0"/>
                </a:moveTo>
                <a:lnTo>
                  <a:pt x="143287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0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218" name="Text …">
            <a:extLst xmlns:a="http://schemas.openxmlformats.org/drawingml/2006/main">
              <a:ext uri="{FF2B5EF4-FFF2-40B4-BE49-F238E27FC236}">
                <a16:creationId xmlns:a16="http://schemas.microsoft.com/office/drawing/2014/main" id="{04F8AAB1-D0C1-492F-BBEB-2F1B4667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342" y="2607669"/>
            <a:ext cx="233182" cy="46142"/>
          </a:xfrm>
          <a:custGeom xmlns:a="http://schemas.openxmlformats.org/drawingml/2006/main">
            <a:pathLst>
              <a:path w="233182" h="46142">
                <a:moveTo>
                  <a:pt x="22796" y="0"/>
                </a:moveTo>
                <a:cubicBezTo>
                  <a:pt x="29205" y="0"/>
                  <a:pt x="34629" y="2250"/>
                  <a:pt x="39070" y="6751"/>
                </a:cubicBezTo>
                <a:cubicBezTo>
                  <a:pt x="43510" y="11248"/>
                  <a:pt x="45730" y="16665"/>
                  <a:pt x="45730" y="23002"/>
                </a:cubicBezTo>
                <a:cubicBezTo>
                  <a:pt x="45730" y="29339"/>
                  <a:pt x="43487" y="34735"/>
                  <a:pt x="39001" y="39190"/>
                </a:cubicBezTo>
                <a:cubicBezTo>
                  <a:pt x="34515" y="43642"/>
                  <a:pt x="29113" y="45867"/>
                  <a:pt x="22796" y="45867"/>
                </a:cubicBezTo>
                <a:cubicBezTo>
                  <a:pt x="16479" y="45867"/>
                  <a:pt x="11101" y="43642"/>
                  <a:pt x="6660" y="39190"/>
                </a:cubicBezTo>
                <a:cubicBezTo>
                  <a:pt x="2220" y="34735"/>
                  <a:pt x="0" y="29339"/>
                  <a:pt x="0" y="23002"/>
                </a:cubicBezTo>
                <a:cubicBezTo>
                  <a:pt x="0" y="16665"/>
                  <a:pt x="2220" y="11248"/>
                  <a:pt x="6660" y="6751"/>
                </a:cubicBezTo>
                <a:cubicBezTo>
                  <a:pt x="11101" y="2250"/>
                  <a:pt x="16479" y="0"/>
                  <a:pt x="22796" y="0"/>
                </a:cubicBezTo>
                <a:moveTo>
                  <a:pt x="116591" y="275"/>
                </a:moveTo>
                <a:cubicBezTo>
                  <a:pt x="122908" y="275"/>
                  <a:pt x="128287" y="2495"/>
                  <a:pt x="132727" y="6935"/>
                </a:cubicBezTo>
                <a:cubicBezTo>
                  <a:pt x="137167" y="11375"/>
                  <a:pt x="139387" y="16754"/>
                  <a:pt x="139387" y="23071"/>
                </a:cubicBezTo>
                <a:cubicBezTo>
                  <a:pt x="139387" y="29388"/>
                  <a:pt x="137167" y="34767"/>
                  <a:pt x="132727" y="39207"/>
                </a:cubicBezTo>
                <a:cubicBezTo>
                  <a:pt x="128287" y="43647"/>
                  <a:pt x="122908" y="45867"/>
                  <a:pt x="116591" y="45867"/>
                </a:cubicBezTo>
                <a:cubicBezTo>
                  <a:pt x="110274" y="45867"/>
                  <a:pt x="104895" y="43647"/>
                  <a:pt x="100455" y="39207"/>
                </a:cubicBezTo>
                <a:cubicBezTo>
                  <a:pt x="96015" y="34767"/>
                  <a:pt x="93795" y="29388"/>
                  <a:pt x="93795" y="23071"/>
                </a:cubicBezTo>
                <a:cubicBezTo>
                  <a:pt x="93795" y="16754"/>
                  <a:pt x="96015" y="11375"/>
                  <a:pt x="100455" y="6935"/>
                </a:cubicBezTo>
                <a:cubicBezTo>
                  <a:pt x="104895" y="2495"/>
                  <a:pt x="110274" y="275"/>
                  <a:pt x="116591" y="275"/>
                </a:cubicBezTo>
                <a:moveTo>
                  <a:pt x="210386" y="549"/>
                </a:moveTo>
                <a:cubicBezTo>
                  <a:pt x="216794" y="549"/>
                  <a:pt x="222196" y="2769"/>
                  <a:pt x="226590" y="7210"/>
                </a:cubicBezTo>
                <a:cubicBezTo>
                  <a:pt x="230985" y="11650"/>
                  <a:pt x="233182" y="17029"/>
                  <a:pt x="233182" y="23346"/>
                </a:cubicBezTo>
                <a:cubicBezTo>
                  <a:pt x="233182" y="29663"/>
                  <a:pt x="230962" y="35041"/>
                  <a:pt x="226522" y="39482"/>
                </a:cubicBezTo>
                <a:cubicBezTo>
                  <a:pt x="222081" y="43922"/>
                  <a:pt x="216703" y="46142"/>
                  <a:pt x="210386" y="46142"/>
                </a:cubicBezTo>
                <a:cubicBezTo>
                  <a:pt x="204069" y="46142"/>
                  <a:pt x="198690" y="43922"/>
                  <a:pt x="194250" y="39482"/>
                </a:cubicBezTo>
                <a:cubicBezTo>
                  <a:pt x="189809" y="35041"/>
                  <a:pt x="187589" y="29663"/>
                  <a:pt x="187589" y="23346"/>
                </a:cubicBezTo>
                <a:cubicBezTo>
                  <a:pt x="187589" y="17029"/>
                  <a:pt x="189809" y="11650"/>
                  <a:pt x="194250" y="7210"/>
                </a:cubicBezTo>
                <a:cubicBezTo>
                  <a:pt x="198690" y="2769"/>
                  <a:pt x="204069" y="549"/>
                  <a:pt x="210386" y="5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…">
            <a:extLst xmlns:a="http://schemas.openxmlformats.org/drawingml/2006/main">
              <a:ext uri="{FF2B5EF4-FFF2-40B4-BE49-F238E27FC236}">
                <a16:creationId xmlns:a16="http://schemas.microsoft.com/office/drawing/2014/main" id="{F655E30B-5EF6-4BD9-A02F-2934453E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154" y="4843860"/>
            <a:ext cx="233182" cy="46142"/>
          </a:xfrm>
          <a:custGeom xmlns:a="http://schemas.openxmlformats.org/drawingml/2006/main">
            <a:pathLst>
              <a:path w="233182" h="46142">
                <a:moveTo>
                  <a:pt x="22796" y="0"/>
                </a:moveTo>
                <a:cubicBezTo>
                  <a:pt x="29205" y="0"/>
                  <a:pt x="34629" y="2250"/>
                  <a:pt x="39070" y="6751"/>
                </a:cubicBezTo>
                <a:cubicBezTo>
                  <a:pt x="43510" y="11248"/>
                  <a:pt x="45730" y="16665"/>
                  <a:pt x="45730" y="23002"/>
                </a:cubicBezTo>
                <a:cubicBezTo>
                  <a:pt x="45730" y="29339"/>
                  <a:pt x="43487" y="34735"/>
                  <a:pt x="39001" y="39190"/>
                </a:cubicBezTo>
                <a:cubicBezTo>
                  <a:pt x="34515" y="43642"/>
                  <a:pt x="29113" y="45867"/>
                  <a:pt x="22796" y="45867"/>
                </a:cubicBezTo>
                <a:cubicBezTo>
                  <a:pt x="16479" y="45867"/>
                  <a:pt x="11101" y="43642"/>
                  <a:pt x="6660" y="39190"/>
                </a:cubicBezTo>
                <a:cubicBezTo>
                  <a:pt x="2220" y="34735"/>
                  <a:pt x="0" y="29339"/>
                  <a:pt x="0" y="23002"/>
                </a:cubicBezTo>
                <a:cubicBezTo>
                  <a:pt x="0" y="16665"/>
                  <a:pt x="2220" y="11248"/>
                  <a:pt x="6660" y="6751"/>
                </a:cubicBezTo>
                <a:cubicBezTo>
                  <a:pt x="11101" y="2250"/>
                  <a:pt x="16479" y="0"/>
                  <a:pt x="22796" y="0"/>
                </a:cubicBezTo>
                <a:moveTo>
                  <a:pt x="116591" y="275"/>
                </a:moveTo>
                <a:cubicBezTo>
                  <a:pt x="122908" y="275"/>
                  <a:pt x="128287" y="2495"/>
                  <a:pt x="132727" y="6935"/>
                </a:cubicBezTo>
                <a:cubicBezTo>
                  <a:pt x="137167" y="11375"/>
                  <a:pt x="139387" y="16754"/>
                  <a:pt x="139387" y="23071"/>
                </a:cubicBezTo>
                <a:cubicBezTo>
                  <a:pt x="139387" y="29388"/>
                  <a:pt x="137167" y="34767"/>
                  <a:pt x="132727" y="39207"/>
                </a:cubicBezTo>
                <a:cubicBezTo>
                  <a:pt x="128287" y="43647"/>
                  <a:pt x="122908" y="45867"/>
                  <a:pt x="116591" y="45867"/>
                </a:cubicBezTo>
                <a:cubicBezTo>
                  <a:pt x="110274" y="45867"/>
                  <a:pt x="104895" y="43647"/>
                  <a:pt x="100455" y="39207"/>
                </a:cubicBezTo>
                <a:cubicBezTo>
                  <a:pt x="96015" y="34767"/>
                  <a:pt x="93795" y="29388"/>
                  <a:pt x="93795" y="23071"/>
                </a:cubicBezTo>
                <a:cubicBezTo>
                  <a:pt x="93795" y="16754"/>
                  <a:pt x="96015" y="11375"/>
                  <a:pt x="100455" y="6935"/>
                </a:cubicBezTo>
                <a:cubicBezTo>
                  <a:pt x="104895" y="2495"/>
                  <a:pt x="110274" y="275"/>
                  <a:pt x="116591" y="275"/>
                </a:cubicBezTo>
                <a:moveTo>
                  <a:pt x="210386" y="549"/>
                </a:moveTo>
                <a:cubicBezTo>
                  <a:pt x="216794" y="549"/>
                  <a:pt x="222196" y="2769"/>
                  <a:pt x="226590" y="7210"/>
                </a:cubicBezTo>
                <a:cubicBezTo>
                  <a:pt x="230985" y="11650"/>
                  <a:pt x="233182" y="17029"/>
                  <a:pt x="233182" y="23346"/>
                </a:cubicBezTo>
                <a:cubicBezTo>
                  <a:pt x="233182" y="29663"/>
                  <a:pt x="230962" y="35041"/>
                  <a:pt x="226522" y="39482"/>
                </a:cubicBezTo>
                <a:cubicBezTo>
                  <a:pt x="222081" y="43922"/>
                  <a:pt x="216703" y="46142"/>
                  <a:pt x="210386" y="46142"/>
                </a:cubicBezTo>
                <a:cubicBezTo>
                  <a:pt x="204069" y="46142"/>
                  <a:pt x="198690" y="43922"/>
                  <a:pt x="194250" y="39482"/>
                </a:cubicBezTo>
                <a:cubicBezTo>
                  <a:pt x="189809" y="35041"/>
                  <a:pt x="187589" y="29663"/>
                  <a:pt x="187589" y="23346"/>
                </a:cubicBezTo>
                <a:cubicBezTo>
                  <a:pt x="187589" y="17029"/>
                  <a:pt x="189809" y="11650"/>
                  <a:pt x="194250" y="7210"/>
                </a:cubicBezTo>
                <a:cubicBezTo>
                  <a:pt x="198690" y="2769"/>
                  <a:pt x="204069" y="549"/>
                  <a:pt x="210386" y="5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">
            <a:extLst xmlns:a="http://schemas.openxmlformats.org/drawingml/2006/main">
              <a:ext uri="{FF2B5EF4-FFF2-40B4-BE49-F238E27FC236}">
                <a16:creationId xmlns:a16="http://schemas.microsoft.com/office/drawing/2014/main" id="{FB320558-831C-4BCC-BDAE-9C287473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4649" y="3967430"/>
            <a:ext cx="184843" cy="178526"/>
          </a:xfrm>
          <a:custGeom xmlns:a="http://schemas.openxmlformats.org/drawingml/2006/main">
            <a:pathLst>
              <a:path w="184843" h="178526">
                <a:moveTo>
                  <a:pt x="180723" y="0"/>
                </a:moveTo>
                <a:lnTo>
                  <a:pt x="184843" y="7141"/>
                </a:lnTo>
                <a:cubicBezTo>
                  <a:pt x="158018" y="26092"/>
                  <a:pt x="133162" y="50079"/>
                  <a:pt x="110274" y="79101"/>
                </a:cubicBezTo>
                <a:cubicBezTo>
                  <a:pt x="87386" y="108122"/>
                  <a:pt x="70861" y="136549"/>
                  <a:pt x="60699" y="164381"/>
                </a:cubicBezTo>
                <a:lnTo>
                  <a:pt x="54656" y="168363"/>
                </a:lnTo>
                <a:cubicBezTo>
                  <a:pt x="49438" y="171751"/>
                  <a:pt x="44952" y="175138"/>
                  <a:pt x="41198" y="178526"/>
                </a:cubicBezTo>
                <a:cubicBezTo>
                  <a:pt x="40557" y="175230"/>
                  <a:pt x="38772" y="169920"/>
                  <a:pt x="35842" y="162596"/>
                </a:cubicBezTo>
                <a:lnTo>
                  <a:pt x="32684" y="154768"/>
                </a:lnTo>
                <a:cubicBezTo>
                  <a:pt x="25818" y="137831"/>
                  <a:pt x="20027" y="125998"/>
                  <a:pt x="15312" y="119269"/>
                </a:cubicBezTo>
                <a:cubicBezTo>
                  <a:pt x="10597" y="112540"/>
                  <a:pt x="5493" y="108901"/>
                  <a:pt x="0" y="108351"/>
                </a:cubicBezTo>
                <a:cubicBezTo>
                  <a:pt x="7416" y="101485"/>
                  <a:pt x="13870" y="98052"/>
                  <a:pt x="19363" y="98052"/>
                </a:cubicBezTo>
                <a:cubicBezTo>
                  <a:pt x="26962" y="98052"/>
                  <a:pt x="35293" y="108294"/>
                  <a:pt x="44357" y="128779"/>
                </a:cubicBezTo>
                <a:lnTo>
                  <a:pt x="49301" y="139799"/>
                </a:lnTo>
                <a:cubicBezTo>
                  <a:pt x="65505" y="110777"/>
                  <a:pt x="85074" y="84044"/>
                  <a:pt x="108008" y="59600"/>
                </a:cubicBezTo>
                <a:cubicBezTo>
                  <a:pt x="130942" y="35156"/>
                  <a:pt x="155180" y="15289"/>
                  <a:pt x="180723" y="0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W">
            <a:extLst xmlns:a="http://schemas.openxmlformats.org/drawingml/2006/main">
              <a:ext uri="{FF2B5EF4-FFF2-40B4-BE49-F238E27FC236}">
                <a16:creationId xmlns:a16="http://schemas.microsoft.com/office/drawing/2014/main" id="{5F3D2031-4D85-4BD4-8CB6-76151170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709" y="7172880"/>
            <a:ext cx="180382" cy="148462"/>
          </a:xfrm>
          <a:custGeom xmlns:a="http://schemas.openxmlformats.org/drawingml/2006/main">
            <a:pathLst>
              <a:path w="180382" h="148462">
                <a:moveTo>
                  <a:pt x="2999" y="148462"/>
                </a:moveTo>
                <a:lnTo>
                  <a:pt x="15532" y="27509"/>
                </a:lnTo>
                <a:cubicBezTo>
                  <a:pt x="16032" y="22849"/>
                  <a:pt x="16282" y="19265"/>
                  <a:pt x="16282" y="16757"/>
                </a:cubicBezTo>
                <a:cubicBezTo>
                  <a:pt x="16282" y="12599"/>
                  <a:pt x="15103" y="9446"/>
                  <a:pt x="12747" y="7297"/>
                </a:cubicBezTo>
                <a:cubicBezTo>
                  <a:pt x="10390" y="5146"/>
                  <a:pt x="6141" y="3999"/>
                  <a:pt x="0" y="3856"/>
                </a:cubicBezTo>
                <a:lnTo>
                  <a:pt x="1178" y="0"/>
                </a:lnTo>
                <a:lnTo>
                  <a:pt x="55593" y="0"/>
                </a:lnTo>
                <a:lnTo>
                  <a:pt x="54415" y="3856"/>
                </a:lnTo>
                <a:cubicBezTo>
                  <a:pt x="47131" y="3785"/>
                  <a:pt x="42150" y="5094"/>
                  <a:pt x="39472" y="7783"/>
                </a:cubicBezTo>
                <a:cubicBezTo>
                  <a:pt x="36794" y="10469"/>
                  <a:pt x="34955" y="17045"/>
                  <a:pt x="33956" y="27509"/>
                </a:cubicBezTo>
                <a:lnTo>
                  <a:pt x="25922" y="105860"/>
                </a:lnTo>
                <a:lnTo>
                  <a:pt x="81086" y="20767"/>
                </a:lnTo>
                <a:cubicBezTo>
                  <a:pt x="81158" y="19330"/>
                  <a:pt x="81193" y="18109"/>
                  <a:pt x="81193" y="17105"/>
                </a:cubicBezTo>
                <a:cubicBezTo>
                  <a:pt x="81193" y="13084"/>
                  <a:pt x="80015" y="9996"/>
                  <a:pt x="77659" y="7843"/>
                </a:cubicBezTo>
                <a:cubicBezTo>
                  <a:pt x="75302" y="5687"/>
                  <a:pt x="70232" y="4358"/>
                  <a:pt x="62448" y="3856"/>
                </a:cubicBezTo>
                <a:lnTo>
                  <a:pt x="63305" y="0"/>
                </a:lnTo>
                <a:lnTo>
                  <a:pt x="122112" y="0"/>
                </a:lnTo>
                <a:lnTo>
                  <a:pt x="120933" y="3856"/>
                </a:lnTo>
                <a:cubicBezTo>
                  <a:pt x="114149" y="3928"/>
                  <a:pt x="109579" y="4502"/>
                  <a:pt x="107223" y="5580"/>
                </a:cubicBezTo>
                <a:cubicBezTo>
                  <a:pt x="105509" y="6372"/>
                  <a:pt x="104063" y="7649"/>
                  <a:pt x="102884" y="9409"/>
                </a:cubicBezTo>
                <a:cubicBezTo>
                  <a:pt x="101706" y="11170"/>
                  <a:pt x="100760" y="14170"/>
                  <a:pt x="100046" y="18410"/>
                </a:cubicBezTo>
                <a:cubicBezTo>
                  <a:pt x="99832" y="19624"/>
                  <a:pt x="98957" y="27902"/>
                  <a:pt x="97421" y="43244"/>
                </a:cubicBezTo>
                <a:cubicBezTo>
                  <a:pt x="95886" y="58587"/>
                  <a:pt x="93583" y="79462"/>
                  <a:pt x="90513" y="105870"/>
                </a:cubicBezTo>
                <a:lnTo>
                  <a:pt x="136465" y="36071"/>
                </a:lnTo>
                <a:cubicBezTo>
                  <a:pt x="141464" y="28410"/>
                  <a:pt x="144606" y="23041"/>
                  <a:pt x="145891" y="19964"/>
                </a:cubicBezTo>
                <a:cubicBezTo>
                  <a:pt x="147177" y="16886"/>
                  <a:pt x="147819" y="14273"/>
                  <a:pt x="147819" y="12124"/>
                </a:cubicBezTo>
                <a:cubicBezTo>
                  <a:pt x="147819" y="10120"/>
                  <a:pt x="146962" y="8348"/>
                  <a:pt x="145248" y="6809"/>
                </a:cubicBezTo>
                <a:cubicBezTo>
                  <a:pt x="143535" y="5269"/>
                  <a:pt x="140607" y="4285"/>
                  <a:pt x="136465" y="3856"/>
                </a:cubicBezTo>
                <a:lnTo>
                  <a:pt x="137322" y="0"/>
                </a:lnTo>
                <a:lnTo>
                  <a:pt x="180382" y="0"/>
                </a:lnTo>
                <a:lnTo>
                  <a:pt x="179311" y="3856"/>
                </a:lnTo>
                <a:cubicBezTo>
                  <a:pt x="175526" y="4142"/>
                  <a:pt x="172170" y="5072"/>
                  <a:pt x="169242" y="6648"/>
                </a:cubicBezTo>
                <a:cubicBezTo>
                  <a:pt x="166315" y="8223"/>
                  <a:pt x="162851" y="11230"/>
                  <a:pt x="158852" y="15669"/>
                </a:cubicBezTo>
                <a:cubicBezTo>
                  <a:pt x="156567" y="18246"/>
                  <a:pt x="151854" y="25047"/>
                  <a:pt x="144713" y="36071"/>
                </a:cubicBezTo>
                <a:lnTo>
                  <a:pt x="71767" y="148462"/>
                </a:lnTo>
                <a:lnTo>
                  <a:pt x="67804" y="148462"/>
                </a:lnTo>
                <a:lnTo>
                  <a:pt x="79587" y="36071"/>
                </a:lnTo>
                <a:lnTo>
                  <a:pt x="6641" y="148462"/>
                </a:lnTo>
                <a:lnTo>
                  <a:pt x="2999" y="148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eado">
            <a:extLst xmlns:a="http://schemas.openxmlformats.org/drawingml/2006/main">
              <a:ext uri="{FF2B5EF4-FFF2-40B4-BE49-F238E27FC236}">
                <a16:creationId xmlns:a16="http://schemas.microsoft.com/office/drawing/2014/main" id="{46C36010-1C8E-4FA0-8ABA-BD66524F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67" y="7165811"/>
            <a:ext cx="469468" cy="154889"/>
          </a:xfrm>
          <a:custGeom xmlns:a="http://schemas.openxmlformats.org/drawingml/2006/main">
            <a:pathLst>
              <a:path w="469468" h="154889">
                <a:moveTo>
                  <a:pt x="19281" y="112043"/>
                </a:moveTo>
                <a:cubicBezTo>
                  <a:pt x="18781" y="115602"/>
                  <a:pt x="18531" y="118556"/>
                  <a:pt x="18531" y="120903"/>
                </a:cubicBezTo>
                <a:cubicBezTo>
                  <a:pt x="18531" y="127236"/>
                  <a:pt x="20780" y="132628"/>
                  <a:pt x="25279" y="137078"/>
                </a:cubicBezTo>
                <a:cubicBezTo>
                  <a:pt x="29778" y="141525"/>
                  <a:pt x="35241" y="143749"/>
                  <a:pt x="41668" y="143749"/>
                </a:cubicBezTo>
                <a:cubicBezTo>
                  <a:pt x="46809" y="143749"/>
                  <a:pt x="51755" y="142699"/>
                  <a:pt x="56503" y="140599"/>
                </a:cubicBezTo>
                <a:cubicBezTo>
                  <a:pt x="61252" y="138497"/>
                  <a:pt x="68304" y="133850"/>
                  <a:pt x="77659" y="126657"/>
                </a:cubicBezTo>
                <a:lnTo>
                  <a:pt x="79908" y="129764"/>
                </a:lnTo>
                <a:cubicBezTo>
                  <a:pt x="62984" y="146514"/>
                  <a:pt x="46845" y="154889"/>
                  <a:pt x="31492" y="154889"/>
                </a:cubicBezTo>
                <a:cubicBezTo>
                  <a:pt x="21066" y="154889"/>
                  <a:pt x="13211" y="151601"/>
                  <a:pt x="7927" y="145024"/>
                </a:cubicBezTo>
                <a:cubicBezTo>
                  <a:pt x="2642" y="138448"/>
                  <a:pt x="0" y="131192"/>
                  <a:pt x="0" y="123256"/>
                </a:cubicBezTo>
                <a:cubicBezTo>
                  <a:pt x="0" y="112605"/>
                  <a:pt x="3285" y="101704"/>
                  <a:pt x="9855" y="90553"/>
                </a:cubicBezTo>
                <a:cubicBezTo>
                  <a:pt x="16424" y="79399"/>
                  <a:pt x="24672" y="70731"/>
                  <a:pt x="34598" y="64547"/>
                </a:cubicBezTo>
                <a:cubicBezTo>
                  <a:pt x="44524" y="58363"/>
                  <a:pt x="54736" y="55272"/>
                  <a:pt x="65233" y="55272"/>
                </a:cubicBezTo>
                <a:cubicBezTo>
                  <a:pt x="72803" y="55272"/>
                  <a:pt x="78408" y="56812"/>
                  <a:pt x="82050" y="59894"/>
                </a:cubicBezTo>
                <a:cubicBezTo>
                  <a:pt x="85692" y="62976"/>
                  <a:pt x="87513" y="66632"/>
                  <a:pt x="87513" y="70864"/>
                </a:cubicBezTo>
                <a:cubicBezTo>
                  <a:pt x="87513" y="76813"/>
                  <a:pt x="85157" y="82511"/>
                  <a:pt x="80444" y="87958"/>
                </a:cubicBezTo>
                <a:cubicBezTo>
                  <a:pt x="74231" y="95055"/>
                  <a:pt x="65090" y="100789"/>
                  <a:pt x="53022" y="105161"/>
                </a:cubicBezTo>
                <a:cubicBezTo>
                  <a:pt x="45024" y="108100"/>
                  <a:pt x="33777" y="110394"/>
                  <a:pt x="19281" y="112043"/>
                </a:cubicBezTo>
                <a:moveTo>
                  <a:pt x="20031" y="106687"/>
                </a:moveTo>
                <a:cubicBezTo>
                  <a:pt x="30599" y="105471"/>
                  <a:pt x="39204" y="103395"/>
                  <a:pt x="45845" y="100461"/>
                </a:cubicBezTo>
                <a:cubicBezTo>
                  <a:pt x="54629" y="96524"/>
                  <a:pt x="61216" y="91818"/>
                  <a:pt x="65608" y="86342"/>
                </a:cubicBezTo>
                <a:cubicBezTo>
                  <a:pt x="70000" y="80865"/>
                  <a:pt x="72196" y="75658"/>
                  <a:pt x="72196" y="70720"/>
                </a:cubicBezTo>
                <a:cubicBezTo>
                  <a:pt x="72196" y="67714"/>
                  <a:pt x="71250" y="65280"/>
                  <a:pt x="69357" y="63419"/>
                </a:cubicBezTo>
                <a:cubicBezTo>
                  <a:pt x="67465" y="61558"/>
                  <a:pt x="64769" y="60627"/>
                  <a:pt x="61270" y="60627"/>
                </a:cubicBezTo>
                <a:cubicBezTo>
                  <a:pt x="53986" y="60627"/>
                  <a:pt x="46256" y="64510"/>
                  <a:pt x="38080" y="72276"/>
                </a:cubicBezTo>
                <a:cubicBezTo>
                  <a:pt x="29903" y="80042"/>
                  <a:pt x="23887" y="91512"/>
                  <a:pt x="20031" y="106687"/>
                </a:cubicBezTo>
                <a:close/>
                <a:moveTo>
                  <a:pt x="249841" y="55272"/>
                </a:moveTo>
                <a:lnTo>
                  <a:pt x="228953" y="128006"/>
                </a:lnTo>
                <a:lnTo>
                  <a:pt x="226597" y="137781"/>
                </a:lnTo>
                <a:cubicBezTo>
                  <a:pt x="226382" y="138698"/>
                  <a:pt x="226275" y="139473"/>
                  <a:pt x="226275" y="140107"/>
                </a:cubicBezTo>
                <a:cubicBezTo>
                  <a:pt x="226275" y="141250"/>
                  <a:pt x="226632" y="142249"/>
                  <a:pt x="227346" y="143106"/>
                </a:cubicBezTo>
                <a:cubicBezTo>
                  <a:pt x="227918" y="143749"/>
                  <a:pt x="228632" y="144070"/>
                  <a:pt x="229489" y="144070"/>
                </a:cubicBezTo>
                <a:cubicBezTo>
                  <a:pt x="230417" y="144070"/>
                  <a:pt x="231631" y="143499"/>
                  <a:pt x="233131" y="142356"/>
                </a:cubicBezTo>
                <a:cubicBezTo>
                  <a:pt x="235916" y="140285"/>
                  <a:pt x="239629" y="136001"/>
                  <a:pt x="244271" y="129503"/>
                </a:cubicBezTo>
                <a:lnTo>
                  <a:pt x="247912" y="132073"/>
                </a:lnTo>
                <a:cubicBezTo>
                  <a:pt x="242985" y="139500"/>
                  <a:pt x="237915" y="145159"/>
                  <a:pt x="232702" y="149051"/>
                </a:cubicBezTo>
                <a:cubicBezTo>
                  <a:pt x="227489" y="152943"/>
                  <a:pt x="222669" y="154889"/>
                  <a:pt x="218242" y="154889"/>
                </a:cubicBezTo>
                <a:cubicBezTo>
                  <a:pt x="215171" y="154889"/>
                  <a:pt x="212868" y="154121"/>
                  <a:pt x="211333" y="152586"/>
                </a:cubicBezTo>
                <a:cubicBezTo>
                  <a:pt x="209797" y="151051"/>
                  <a:pt x="209030" y="148819"/>
                  <a:pt x="209030" y="145891"/>
                </a:cubicBezTo>
                <a:cubicBezTo>
                  <a:pt x="209030" y="142392"/>
                  <a:pt x="209815" y="137786"/>
                  <a:pt x="211386" y="132073"/>
                </a:cubicBezTo>
                <a:lnTo>
                  <a:pt x="213636" y="123775"/>
                </a:lnTo>
                <a:cubicBezTo>
                  <a:pt x="204281" y="136091"/>
                  <a:pt x="195676" y="144698"/>
                  <a:pt x="187821" y="149597"/>
                </a:cubicBezTo>
                <a:cubicBezTo>
                  <a:pt x="182179" y="153125"/>
                  <a:pt x="176645" y="154889"/>
                  <a:pt x="171218" y="154889"/>
                </a:cubicBezTo>
                <a:cubicBezTo>
                  <a:pt x="166005" y="154889"/>
                  <a:pt x="161506" y="152726"/>
                  <a:pt x="157721" y="148402"/>
                </a:cubicBezTo>
                <a:cubicBezTo>
                  <a:pt x="153937" y="144077"/>
                  <a:pt x="152044" y="138125"/>
                  <a:pt x="152044" y="130547"/>
                </a:cubicBezTo>
                <a:cubicBezTo>
                  <a:pt x="152044" y="119182"/>
                  <a:pt x="155454" y="107190"/>
                  <a:pt x="162274" y="94573"/>
                </a:cubicBezTo>
                <a:cubicBezTo>
                  <a:pt x="169093" y="81956"/>
                  <a:pt x="177752" y="71858"/>
                  <a:pt x="188249" y="64279"/>
                </a:cubicBezTo>
                <a:cubicBezTo>
                  <a:pt x="196461" y="58274"/>
                  <a:pt x="204209" y="55272"/>
                  <a:pt x="211493" y="55272"/>
                </a:cubicBezTo>
                <a:cubicBezTo>
                  <a:pt x="215849" y="55272"/>
                  <a:pt x="219473" y="56424"/>
                  <a:pt x="222365" y="58729"/>
                </a:cubicBezTo>
                <a:cubicBezTo>
                  <a:pt x="225258" y="61035"/>
                  <a:pt x="227453" y="64852"/>
                  <a:pt x="228953" y="70181"/>
                </a:cubicBezTo>
                <a:lnTo>
                  <a:pt x="232809" y="57842"/>
                </a:lnTo>
                <a:lnTo>
                  <a:pt x="249841" y="55272"/>
                </a:lnTo>
                <a:moveTo>
                  <a:pt x="211707" y="60627"/>
                </a:moveTo>
                <a:cubicBezTo>
                  <a:pt x="207137" y="60627"/>
                  <a:pt x="202281" y="62779"/>
                  <a:pt x="197140" y="67081"/>
                </a:cubicBezTo>
                <a:cubicBezTo>
                  <a:pt x="189856" y="73173"/>
                  <a:pt x="183375" y="82205"/>
                  <a:pt x="177698" y="94178"/>
                </a:cubicBezTo>
                <a:cubicBezTo>
                  <a:pt x="172021" y="106150"/>
                  <a:pt x="169183" y="116976"/>
                  <a:pt x="169183" y="126654"/>
                </a:cubicBezTo>
                <a:cubicBezTo>
                  <a:pt x="169183" y="131530"/>
                  <a:pt x="170397" y="135384"/>
                  <a:pt x="172825" y="138216"/>
                </a:cubicBezTo>
                <a:cubicBezTo>
                  <a:pt x="175253" y="141048"/>
                  <a:pt x="178038" y="142463"/>
                  <a:pt x="181180" y="142463"/>
                </a:cubicBezTo>
                <a:cubicBezTo>
                  <a:pt x="188963" y="142463"/>
                  <a:pt x="197425" y="136693"/>
                  <a:pt x="206566" y="125151"/>
                </a:cubicBezTo>
                <a:cubicBezTo>
                  <a:pt x="218777" y="109809"/>
                  <a:pt x="224883" y="94072"/>
                  <a:pt x="224883" y="77940"/>
                </a:cubicBezTo>
                <a:cubicBezTo>
                  <a:pt x="224883" y="71848"/>
                  <a:pt x="223704" y="67439"/>
                  <a:pt x="221348" y="64714"/>
                </a:cubicBezTo>
                <a:cubicBezTo>
                  <a:pt x="218991" y="61990"/>
                  <a:pt x="215778" y="60627"/>
                  <a:pt x="211707" y="60627"/>
                </a:cubicBezTo>
                <a:close/>
                <a:moveTo>
                  <a:pt x="376150" y="0"/>
                </a:moveTo>
                <a:lnTo>
                  <a:pt x="339302" y="126396"/>
                </a:lnTo>
                <a:cubicBezTo>
                  <a:pt x="337303" y="133252"/>
                  <a:pt x="336303" y="137750"/>
                  <a:pt x="336303" y="139893"/>
                </a:cubicBezTo>
                <a:cubicBezTo>
                  <a:pt x="336303" y="140607"/>
                  <a:pt x="336607" y="141285"/>
                  <a:pt x="337214" y="141928"/>
                </a:cubicBezTo>
                <a:cubicBezTo>
                  <a:pt x="337821" y="142571"/>
                  <a:pt x="338445" y="142892"/>
                  <a:pt x="339088" y="142892"/>
                </a:cubicBezTo>
                <a:cubicBezTo>
                  <a:pt x="340016" y="142892"/>
                  <a:pt x="341123" y="142428"/>
                  <a:pt x="342409" y="141499"/>
                </a:cubicBezTo>
                <a:cubicBezTo>
                  <a:pt x="344837" y="139786"/>
                  <a:pt x="348907" y="135501"/>
                  <a:pt x="354620" y="128646"/>
                </a:cubicBezTo>
                <a:lnTo>
                  <a:pt x="358262" y="130895"/>
                </a:lnTo>
                <a:cubicBezTo>
                  <a:pt x="353120" y="138036"/>
                  <a:pt x="347925" y="143820"/>
                  <a:pt x="342676" y="148248"/>
                </a:cubicBezTo>
                <a:cubicBezTo>
                  <a:pt x="337428" y="152675"/>
                  <a:pt x="332518" y="154889"/>
                  <a:pt x="327948" y="154889"/>
                </a:cubicBezTo>
                <a:cubicBezTo>
                  <a:pt x="325520" y="154889"/>
                  <a:pt x="323521" y="154032"/>
                  <a:pt x="321950" y="152318"/>
                </a:cubicBezTo>
                <a:cubicBezTo>
                  <a:pt x="320379" y="150604"/>
                  <a:pt x="319593" y="148176"/>
                  <a:pt x="319593" y="145034"/>
                </a:cubicBezTo>
                <a:cubicBezTo>
                  <a:pt x="319593" y="140964"/>
                  <a:pt x="320664" y="135501"/>
                  <a:pt x="322807" y="128646"/>
                </a:cubicBezTo>
                <a:lnTo>
                  <a:pt x="326984" y="115852"/>
                </a:lnTo>
                <a:cubicBezTo>
                  <a:pt x="316630" y="131649"/>
                  <a:pt x="307203" y="142581"/>
                  <a:pt x="298706" y="148646"/>
                </a:cubicBezTo>
                <a:cubicBezTo>
                  <a:pt x="292850" y="152808"/>
                  <a:pt x="287244" y="154889"/>
                  <a:pt x="281889" y="154889"/>
                </a:cubicBezTo>
                <a:cubicBezTo>
                  <a:pt x="276461" y="154889"/>
                  <a:pt x="271730" y="152477"/>
                  <a:pt x="267696" y="147652"/>
                </a:cubicBezTo>
                <a:cubicBezTo>
                  <a:pt x="263661" y="142825"/>
                  <a:pt x="261644" y="136265"/>
                  <a:pt x="261644" y="127973"/>
                </a:cubicBezTo>
                <a:cubicBezTo>
                  <a:pt x="261644" y="117321"/>
                  <a:pt x="265036" y="105956"/>
                  <a:pt x="271820" y="93877"/>
                </a:cubicBezTo>
                <a:cubicBezTo>
                  <a:pt x="278604" y="81795"/>
                  <a:pt x="287566" y="71965"/>
                  <a:pt x="298706" y="64386"/>
                </a:cubicBezTo>
                <a:cubicBezTo>
                  <a:pt x="307489" y="58310"/>
                  <a:pt x="315558" y="55272"/>
                  <a:pt x="322914" y="55272"/>
                </a:cubicBezTo>
                <a:cubicBezTo>
                  <a:pt x="326770" y="55272"/>
                  <a:pt x="330090" y="56049"/>
                  <a:pt x="332875" y="57605"/>
                </a:cubicBezTo>
                <a:cubicBezTo>
                  <a:pt x="335660" y="59158"/>
                  <a:pt x="338410" y="61735"/>
                  <a:pt x="341123" y="65337"/>
                </a:cubicBezTo>
                <a:lnTo>
                  <a:pt x="351621" y="28299"/>
                </a:lnTo>
                <a:cubicBezTo>
                  <a:pt x="352406" y="25603"/>
                  <a:pt x="353049" y="23454"/>
                  <a:pt x="353549" y="21852"/>
                </a:cubicBezTo>
                <a:cubicBezTo>
                  <a:pt x="354406" y="18968"/>
                  <a:pt x="354834" y="16591"/>
                  <a:pt x="354834" y="14718"/>
                </a:cubicBezTo>
                <a:cubicBezTo>
                  <a:pt x="354834" y="13205"/>
                  <a:pt x="354299" y="11944"/>
                  <a:pt x="353227" y="10936"/>
                </a:cubicBezTo>
                <a:cubicBezTo>
                  <a:pt x="351728" y="9715"/>
                  <a:pt x="349800" y="9105"/>
                  <a:pt x="347443" y="9105"/>
                </a:cubicBezTo>
                <a:cubicBezTo>
                  <a:pt x="345801" y="9105"/>
                  <a:pt x="343087" y="9355"/>
                  <a:pt x="339302" y="9855"/>
                </a:cubicBezTo>
                <a:lnTo>
                  <a:pt x="339302" y="5998"/>
                </a:lnTo>
                <a:lnTo>
                  <a:pt x="376150" y="0"/>
                </a:lnTo>
                <a:moveTo>
                  <a:pt x="336410" y="75918"/>
                </a:moveTo>
                <a:cubicBezTo>
                  <a:pt x="336410" y="71323"/>
                  <a:pt x="335089" y="67627"/>
                  <a:pt x="332447" y="64828"/>
                </a:cubicBezTo>
                <a:cubicBezTo>
                  <a:pt x="329805" y="62028"/>
                  <a:pt x="326449" y="60627"/>
                  <a:pt x="322378" y="60627"/>
                </a:cubicBezTo>
                <a:cubicBezTo>
                  <a:pt x="313380" y="60627"/>
                  <a:pt x="304008" y="68093"/>
                  <a:pt x="294260" y="83024"/>
                </a:cubicBezTo>
                <a:cubicBezTo>
                  <a:pt x="284513" y="97956"/>
                  <a:pt x="279639" y="112241"/>
                  <a:pt x="279639" y="125881"/>
                </a:cubicBezTo>
                <a:cubicBezTo>
                  <a:pt x="279639" y="131265"/>
                  <a:pt x="280817" y="135376"/>
                  <a:pt x="283174" y="138212"/>
                </a:cubicBezTo>
                <a:cubicBezTo>
                  <a:pt x="285530" y="141046"/>
                  <a:pt x="288351" y="142463"/>
                  <a:pt x="291636" y="142463"/>
                </a:cubicBezTo>
                <a:cubicBezTo>
                  <a:pt x="299063" y="142463"/>
                  <a:pt x="308382" y="134387"/>
                  <a:pt x="319593" y="118235"/>
                </a:cubicBezTo>
                <a:cubicBezTo>
                  <a:pt x="330805" y="102083"/>
                  <a:pt x="336410" y="87977"/>
                  <a:pt x="336410" y="75918"/>
                </a:cubicBezTo>
                <a:close/>
                <a:moveTo>
                  <a:pt x="469468" y="88835"/>
                </a:moveTo>
                <a:cubicBezTo>
                  <a:pt x="469468" y="99558"/>
                  <a:pt x="466630" y="110174"/>
                  <a:pt x="460953" y="120682"/>
                </a:cubicBezTo>
                <a:cubicBezTo>
                  <a:pt x="455275" y="131191"/>
                  <a:pt x="447367" y="139519"/>
                  <a:pt x="437226" y="145667"/>
                </a:cubicBezTo>
                <a:cubicBezTo>
                  <a:pt x="427086" y="151815"/>
                  <a:pt x="417232" y="154889"/>
                  <a:pt x="407663" y="154889"/>
                </a:cubicBezTo>
                <a:cubicBezTo>
                  <a:pt x="397879" y="154889"/>
                  <a:pt x="389899" y="151761"/>
                  <a:pt x="383722" y="145506"/>
                </a:cubicBezTo>
                <a:cubicBezTo>
                  <a:pt x="377545" y="139251"/>
                  <a:pt x="374457" y="131155"/>
                  <a:pt x="374457" y="121218"/>
                </a:cubicBezTo>
                <a:cubicBezTo>
                  <a:pt x="374457" y="110709"/>
                  <a:pt x="377474" y="100165"/>
                  <a:pt x="383508" y="89585"/>
                </a:cubicBezTo>
                <a:cubicBezTo>
                  <a:pt x="389542" y="79005"/>
                  <a:pt x="397612" y="70641"/>
                  <a:pt x="407716" y="64494"/>
                </a:cubicBezTo>
                <a:cubicBezTo>
                  <a:pt x="417821" y="58346"/>
                  <a:pt x="427586" y="55272"/>
                  <a:pt x="437012" y="55272"/>
                </a:cubicBezTo>
                <a:cubicBezTo>
                  <a:pt x="446438" y="55272"/>
                  <a:pt x="454204" y="58381"/>
                  <a:pt x="460310" y="64601"/>
                </a:cubicBezTo>
                <a:cubicBezTo>
                  <a:pt x="466415" y="70820"/>
                  <a:pt x="469468" y="78898"/>
                  <a:pt x="469468" y="88835"/>
                </a:cubicBezTo>
                <a:moveTo>
                  <a:pt x="451687" y="81267"/>
                </a:moveTo>
                <a:cubicBezTo>
                  <a:pt x="451687" y="74601"/>
                  <a:pt x="450062" y="69496"/>
                  <a:pt x="446813" y="65950"/>
                </a:cubicBezTo>
                <a:cubicBezTo>
                  <a:pt x="443564" y="62401"/>
                  <a:pt x="439369" y="60627"/>
                  <a:pt x="434227" y="60627"/>
                </a:cubicBezTo>
                <a:cubicBezTo>
                  <a:pt x="423730" y="60627"/>
                  <a:pt x="414072" y="68171"/>
                  <a:pt x="405253" y="83259"/>
                </a:cubicBezTo>
                <a:cubicBezTo>
                  <a:pt x="396433" y="98344"/>
                  <a:pt x="392024" y="113340"/>
                  <a:pt x="392024" y="128247"/>
                </a:cubicBezTo>
                <a:cubicBezTo>
                  <a:pt x="392024" y="135056"/>
                  <a:pt x="393738" y="140306"/>
                  <a:pt x="397165" y="143997"/>
                </a:cubicBezTo>
                <a:cubicBezTo>
                  <a:pt x="400593" y="147688"/>
                  <a:pt x="404913" y="149533"/>
                  <a:pt x="410126" y="149533"/>
                </a:cubicBezTo>
                <a:cubicBezTo>
                  <a:pt x="420195" y="149533"/>
                  <a:pt x="429639" y="142026"/>
                  <a:pt x="438458" y="127012"/>
                </a:cubicBezTo>
                <a:cubicBezTo>
                  <a:pt x="447277" y="111996"/>
                  <a:pt x="451687" y="96748"/>
                  <a:pt x="451687" y="81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ptPo">
            <a:extLst xmlns:a="http://schemas.openxmlformats.org/drawingml/2006/main">
              <a:ext uri="{FF2B5EF4-FFF2-40B4-BE49-F238E27FC236}">
                <a16:creationId xmlns:a16="http://schemas.microsoft.com/office/drawing/2014/main" id="{CDFADEDC-AC4F-4CDE-9693-A14B0321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652" y="7172880"/>
            <a:ext cx="479955" cy="192165"/>
          </a:xfrm>
          <a:custGeom xmlns:a="http://schemas.openxmlformats.org/drawingml/2006/main">
            <a:pathLst>
              <a:path w="479955" h="192165">
                <a:moveTo>
                  <a:pt x="72731" y="48202"/>
                </a:moveTo>
                <a:lnTo>
                  <a:pt x="65340" y="72929"/>
                </a:lnTo>
                <a:cubicBezTo>
                  <a:pt x="73124" y="63755"/>
                  <a:pt x="80069" y="57340"/>
                  <a:pt x="86174" y="53685"/>
                </a:cubicBezTo>
                <a:cubicBezTo>
                  <a:pt x="92280" y="50030"/>
                  <a:pt x="98510" y="48202"/>
                  <a:pt x="104866" y="48202"/>
                </a:cubicBezTo>
                <a:cubicBezTo>
                  <a:pt x="111221" y="48202"/>
                  <a:pt x="116649" y="50722"/>
                  <a:pt x="121148" y="55764"/>
                </a:cubicBezTo>
                <a:cubicBezTo>
                  <a:pt x="125646" y="60802"/>
                  <a:pt x="127896" y="67361"/>
                  <a:pt x="127896" y="75439"/>
                </a:cubicBezTo>
                <a:cubicBezTo>
                  <a:pt x="127896" y="91165"/>
                  <a:pt x="121505" y="107160"/>
                  <a:pt x="108722" y="123424"/>
                </a:cubicBezTo>
                <a:cubicBezTo>
                  <a:pt x="95940" y="139687"/>
                  <a:pt x="81051" y="147819"/>
                  <a:pt x="64055" y="147819"/>
                </a:cubicBezTo>
                <a:cubicBezTo>
                  <a:pt x="60484" y="147819"/>
                  <a:pt x="57325" y="147430"/>
                  <a:pt x="54575" y="146651"/>
                </a:cubicBezTo>
                <a:cubicBezTo>
                  <a:pt x="51826" y="145872"/>
                  <a:pt x="48738" y="144492"/>
                  <a:pt x="45310" y="142510"/>
                </a:cubicBezTo>
                <a:lnTo>
                  <a:pt x="37490" y="170099"/>
                </a:lnTo>
                <a:cubicBezTo>
                  <a:pt x="35919" y="175558"/>
                  <a:pt x="35134" y="179114"/>
                  <a:pt x="35134" y="180767"/>
                </a:cubicBezTo>
                <a:cubicBezTo>
                  <a:pt x="35134" y="182347"/>
                  <a:pt x="35544" y="183694"/>
                  <a:pt x="36366" y="184808"/>
                </a:cubicBezTo>
                <a:cubicBezTo>
                  <a:pt x="37187" y="185921"/>
                  <a:pt x="38526" y="186782"/>
                  <a:pt x="40383" y="187392"/>
                </a:cubicBezTo>
                <a:cubicBezTo>
                  <a:pt x="42239" y="188003"/>
                  <a:pt x="45917" y="188309"/>
                  <a:pt x="51415" y="188309"/>
                </a:cubicBezTo>
                <a:lnTo>
                  <a:pt x="50451" y="192165"/>
                </a:lnTo>
                <a:lnTo>
                  <a:pt x="0" y="192165"/>
                </a:lnTo>
                <a:lnTo>
                  <a:pt x="1071" y="188309"/>
                </a:lnTo>
                <a:cubicBezTo>
                  <a:pt x="7712" y="188021"/>
                  <a:pt x="12193" y="186872"/>
                  <a:pt x="14514" y="184861"/>
                </a:cubicBezTo>
                <a:cubicBezTo>
                  <a:pt x="16835" y="182853"/>
                  <a:pt x="19281" y="177289"/>
                  <a:pt x="21852" y="168171"/>
                </a:cubicBezTo>
                <a:lnTo>
                  <a:pt x="48952" y="74338"/>
                </a:lnTo>
                <a:cubicBezTo>
                  <a:pt x="50594" y="68449"/>
                  <a:pt x="51415" y="64796"/>
                  <a:pt x="51415" y="63379"/>
                </a:cubicBezTo>
                <a:cubicBezTo>
                  <a:pt x="51415" y="61462"/>
                  <a:pt x="50862" y="59971"/>
                  <a:pt x="49755" y="58907"/>
                </a:cubicBezTo>
                <a:cubicBezTo>
                  <a:pt x="48648" y="57840"/>
                  <a:pt x="46952" y="57307"/>
                  <a:pt x="44667" y="57307"/>
                </a:cubicBezTo>
                <a:cubicBezTo>
                  <a:pt x="42596" y="57307"/>
                  <a:pt x="39704" y="57557"/>
                  <a:pt x="35991" y="58057"/>
                </a:cubicBezTo>
                <a:lnTo>
                  <a:pt x="35991" y="53772"/>
                </a:lnTo>
                <a:lnTo>
                  <a:pt x="72731" y="48202"/>
                </a:lnTo>
                <a:moveTo>
                  <a:pt x="47773" y="133951"/>
                </a:moveTo>
                <a:cubicBezTo>
                  <a:pt x="52201" y="139198"/>
                  <a:pt x="58164" y="141821"/>
                  <a:pt x="65662" y="141821"/>
                </a:cubicBezTo>
                <a:cubicBezTo>
                  <a:pt x="69375" y="141821"/>
                  <a:pt x="73160" y="140786"/>
                  <a:pt x="77016" y="138718"/>
                </a:cubicBezTo>
                <a:cubicBezTo>
                  <a:pt x="80872" y="136649"/>
                  <a:pt x="84639" y="133583"/>
                  <a:pt x="88317" y="129519"/>
                </a:cubicBezTo>
                <a:cubicBezTo>
                  <a:pt x="91994" y="125453"/>
                  <a:pt x="95297" y="120764"/>
                  <a:pt x="98225" y="115450"/>
                </a:cubicBezTo>
                <a:cubicBezTo>
                  <a:pt x="101153" y="110137"/>
                  <a:pt x="103777" y="103879"/>
                  <a:pt x="106098" y="96675"/>
                </a:cubicBezTo>
                <a:cubicBezTo>
                  <a:pt x="108419" y="89471"/>
                  <a:pt x="109579" y="82339"/>
                  <a:pt x="109579" y="75279"/>
                </a:cubicBezTo>
                <a:cubicBezTo>
                  <a:pt x="109579" y="69575"/>
                  <a:pt x="108276" y="65208"/>
                  <a:pt x="105669" y="62177"/>
                </a:cubicBezTo>
                <a:cubicBezTo>
                  <a:pt x="103063" y="59144"/>
                  <a:pt x="100010" y="57628"/>
                  <a:pt x="96511" y="57628"/>
                </a:cubicBezTo>
                <a:cubicBezTo>
                  <a:pt x="88799" y="57628"/>
                  <a:pt x="81176" y="62056"/>
                  <a:pt x="73642" y="70910"/>
                </a:cubicBezTo>
                <a:cubicBezTo>
                  <a:pt x="66108" y="79763"/>
                  <a:pt x="60592" y="90125"/>
                  <a:pt x="57093" y="101997"/>
                </a:cubicBezTo>
                <a:lnTo>
                  <a:pt x="47773" y="133951"/>
                </a:lnTo>
                <a:close/>
                <a:moveTo>
                  <a:pt x="191757" y="21852"/>
                </a:moveTo>
                <a:lnTo>
                  <a:pt x="183402" y="50773"/>
                </a:lnTo>
                <a:lnTo>
                  <a:pt x="200219" y="50773"/>
                </a:lnTo>
                <a:lnTo>
                  <a:pt x="198398" y="57628"/>
                </a:lnTo>
                <a:lnTo>
                  <a:pt x="181688" y="57628"/>
                </a:lnTo>
                <a:lnTo>
                  <a:pt x="163264" y="120836"/>
                </a:lnTo>
                <a:cubicBezTo>
                  <a:pt x="161265" y="127631"/>
                  <a:pt x="160265" y="132031"/>
                  <a:pt x="160265" y="134035"/>
                </a:cubicBezTo>
                <a:cubicBezTo>
                  <a:pt x="160265" y="135247"/>
                  <a:pt x="160551" y="136173"/>
                  <a:pt x="161122" y="136813"/>
                </a:cubicBezTo>
                <a:cubicBezTo>
                  <a:pt x="161693" y="137454"/>
                  <a:pt x="162372" y="137774"/>
                  <a:pt x="163157" y="137774"/>
                </a:cubicBezTo>
                <a:cubicBezTo>
                  <a:pt x="164943" y="137774"/>
                  <a:pt x="167299" y="136528"/>
                  <a:pt x="170227" y="134035"/>
                </a:cubicBezTo>
                <a:cubicBezTo>
                  <a:pt x="171941" y="132607"/>
                  <a:pt x="175761" y="128215"/>
                  <a:pt x="181688" y="120860"/>
                </a:cubicBezTo>
                <a:lnTo>
                  <a:pt x="185223" y="123538"/>
                </a:lnTo>
                <a:cubicBezTo>
                  <a:pt x="178653" y="133100"/>
                  <a:pt x="172441" y="139840"/>
                  <a:pt x="166585" y="143759"/>
                </a:cubicBezTo>
                <a:cubicBezTo>
                  <a:pt x="162586" y="146466"/>
                  <a:pt x="158551" y="147819"/>
                  <a:pt x="154481" y="147819"/>
                </a:cubicBezTo>
                <a:cubicBezTo>
                  <a:pt x="151339" y="147819"/>
                  <a:pt x="148768" y="146837"/>
                  <a:pt x="146769" y="144874"/>
                </a:cubicBezTo>
                <a:cubicBezTo>
                  <a:pt x="144769" y="142910"/>
                  <a:pt x="143769" y="140393"/>
                  <a:pt x="143769" y="137322"/>
                </a:cubicBezTo>
                <a:cubicBezTo>
                  <a:pt x="143769" y="133466"/>
                  <a:pt x="144912" y="127574"/>
                  <a:pt x="147197" y="119648"/>
                </a:cubicBezTo>
                <a:lnTo>
                  <a:pt x="165085" y="57628"/>
                </a:lnTo>
                <a:lnTo>
                  <a:pt x="148911" y="57628"/>
                </a:lnTo>
                <a:lnTo>
                  <a:pt x="149982" y="53384"/>
                </a:lnTo>
                <a:cubicBezTo>
                  <a:pt x="157837" y="51217"/>
                  <a:pt x="164371" y="48017"/>
                  <a:pt x="169584" y="43783"/>
                </a:cubicBezTo>
                <a:cubicBezTo>
                  <a:pt x="174797" y="39550"/>
                  <a:pt x="180617" y="32240"/>
                  <a:pt x="187044" y="21852"/>
                </a:cubicBezTo>
                <a:lnTo>
                  <a:pt x="191757" y="21852"/>
                </a:lnTo>
                <a:close/>
                <a:moveTo>
                  <a:pt x="279656" y="0"/>
                </a:moveTo>
                <a:lnTo>
                  <a:pt x="336856" y="0"/>
                </a:lnTo>
                <a:cubicBezTo>
                  <a:pt x="351852" y="0"/>
                  <a:pt x="363063" y="3227"/>
                  <a:pt x="370490" y="9681"/>
                </a:cubicBezTo>
                <a:cubicBezTo>
                  <a:pt x="377916" y="16134"/>
                  <a:pt x="381630" y="23996"/>
                  <a:pt x="381630" y="33266"/>
                </a:cubicBezTo>
                <a:cubicBezTo>
                  <a:pt x="381630" y="40612"/>
                  <a:pt x="379273" y="47744"/>
                  <a:pt x="374560" y="54662"/>
                </a:cubicBezTo>
                <a:cubicBezTo>
                  <a:pt x="369847" y="61578"/>
                  <a:pt x="362849" y="67194"/>
                  <a:pt x="353566" y="71510"/>
                </a:cubicBezTo>
                <a:cubicBezTo>
                  <a:pt x="344282" y="75823"/>
                  <a:pt x="334249" y="77980"/>
                  <a:pt x="323466" y="77980"/>
                </a:cubicBezTo>
                <a:cubicBezTo>
                  <a:pt x="316754" y="77980"/>
                  <a:pt x="308220" y="76758"/>
                  <a:pt x="297866" y="74315"/>
                </a:cubicBezTo>
                <a:lnTo>
                  <a:pt x="286297" y="114078"/>
                </a:lnTo>
                <a:cubicBezTo>
                  <a:pt x="283583" y="123542"/>
                  <a:pt x="282227" y="129779"/>
                  <a:pt x="282227" y="132790"/>
                </a:cubicBezTo>
                <a:cubicBezTo>
                  <a:pt x="282227" y="135084"/>
                  <a:pt x="283191" y="136984"/>
                  <a:pt x="285119" y="138490"/>
                </a:cubicBezTo>
                <a:cubicBezTo>
                  <a:pt x="287047" y="139994"/>
                  <a:pt x="291653" y="140962"/>
                  <a:pt x="298937" y="141392"/>
                </a:cubicBezTo>
                <a:lnTo>
                  <a:pt x="297866" y="145248"/>
                </a:lnTo>
                <a:lnTo>
                  <a:pt x="240130" y="145248"/>
                </a:lnTo>
                <a:lnTo>
                  <a:pt x="241309" y="141392"/>
                </a:lnTo>
                <a:cubicBezTo>
                  <a:pt x="248878" y="141392"/>
                  <a:pt x="254145" y="140084"/>
                  <a:pt x="257108" y="137466"/>
                </a:cubicBezTo>
                <a:cubicBezTo>
                  <a:pt x="260072" y="134848"/>
                  <a:pt x="263267" y="127624"/>
                  <a:pt x="266695" y="115792"/>
                </a:cubicBezTo>
                <a:lnTo>
                  <a:pt x="290689" y="33018"/>
                </a:lnTo>
                <a:cubicBezTo>
                  <a:pt x="293545" y="23083"/>
                  <a:pt x="294973" y="16437"/>
                  <a:pt x="294973" y="13078"/>
                </a:cubicBezTo>
                <a:cubicBezTo>
                  <a:pt x="294973" y="10577"/>
                  <a:pt x="293956" y="8503"/>
                  <a:pt x="291921" y="6859"/>
                </a:cubicBezTo>
                <a:cubicBezTo>
                  <a:pt x="289885" y="5214"/>
                  <a:pt x="285404" y="4213"/>
                  <a:pt x="278478" y="3856"/>
                </a:cubicBezTo>
                <a:lnTo>
                  <a:pt x="279656" y="0"/>
                </a:lnTo>
                <a:moveTo>
                  <a:pt x="299686" y="67640"/>
                </a:moveTo>
                <a:cubicBezTo>
                  <a:pt x="307756" y="69677"/>
                  <a:pt x="314254" y="70696"/>
                  <a:pt x="319181" y="70696"/>
                </a:cubicBezTo>
                <a:cubicBezTo>
                  <a:pt x="326965" y="70696"/>
                  <a:pt x="334053" y="69095"/>
                  <a:pt x="340444" y="65893"/>
                </a:cubicBezTo>
                <a:cubicBezTo>
                  <a:pt x="346835" y="62690"/>
                  <a:pt x="351834" y="57887"/>
                  <a:pt x="355440" y="51482"/>
                </a:cubicBezTo>
                <a:cubicBezTo>
                  <a:pt x="359046" y="45076"/>
                  <a:pt x="360849" y="38421"/>
                  <a:pt x="360849" y="31519"/>
                </a:cubicBezTo>
                <a:cubicBezTo>
                  <a:pt x="360849" y="24331"/>
                  <a:pt x="358636" y="18638"/>
                  <a:pt x="354208" y="14440"/>
                </a:cubicBezTo>
                <a:cubicBezTo>
                  <a:pt x="349781" y="10241"/>
                  <a:pt x="343068" y="8141"/>
                  <a:pt x="334071" y="8141"/>
                </a:cubicBezTo>
                <a:cubicBezTo>
                  <a:pt x="329215" y="8141"/>
                  <a:pt x="323323" y="8747"/>
                  <a:pt x="316396" y="9958"/>
                </a:cubicBezTo>
                <a:lnTo>
                  <a:pt x="299686" y="67640"/>
                </a:lnTo>
                <a:close/>
                <a:moveTo>
                  <a:pt x="479955" y="81766"/>
                </a:moveTo>
                <a:cubicBezTo>
                  <a:pt x="479955" y="92489"/>
                  <a:pt x="477116" y="103104"/>
                  <a:pt x="471439" y="113613"/>
                </a:cubicBezTo>
                <a:cubicBezTo>
                  <a:pt x="465762" y="124121"/>
                  <a:pt x="457853" y="132449"/>
                  <a:pt x="447713" y="138597"/>
                </a:cubicBezTo>
                <a:cubicBezTo>
                  <a:pt x="437573" y="144745"/>
                  <a:pt x="427718" y="147819"/>
                  <a:pt x="418149" y="147819"/>
                </a:cubicBezTo>
                <a:cubicBezTo>
                  <a:pt x="408366" y="147819"/>
                  <a:pt x="400386" y="144692"/>
                  <a:pt x="394209" y="138437"/>
                </a:cubicBezTo>
                <a:cubicBezTo>
                  <a:pt x="388032" y="132182"/>
                  <a:pt x="384943" y="124085"/>
                  <a:pt x="384943" y="114148"/>
                </a:cubicBezTo>
                <a:cubicBezTo>
                  <a:pt x="384943" y="103640"/>
                  <a:pt x="387960" y="93096"/>
                  <a:pt x="393995" y="82516"/>
                </a:cubicBezTo>
                <a:cubicBezTo>
                  <a:pt x="400029" y="71936"/>
                  <a:pt x="408098" y="63572"/>
                  <a:pt x="418203" y="57424"/>
                </a:cubicBezTo>
                <a:cubicBezTo>
                  <a:pt x="428307" y="51276"/>
                  <a:pt x="438073" y="48202"/>
                  <a:pt x="447499" y="48202"/>
                </a:cubicBezTo>
                <a:cubicBezTo>
                  <a:pt x="456925" y="48202"/>
                  <a:pt x="464691" y="51312"/>
                  <a:pt x="470796" y="57531"/>
                </a:cubicBezTo>
                <a:cubicBezTo>
                  <a:pt x="476902" y="63750"/>
                  <a:pt x="479955" y="71829"/>
                  <a:pt x="479955" y="81766"/>
                </a:cubicBezTo>
                <a:moveTo>
                  <a:pt x="462174" y="74197"/>
                </a:moveTo>
                <a:cubicBezTo>
                  <a:pt x="462174" y="67532"/>
                  <a:pt x="460549" y="62426"/>
                  <a:pt x="457300" y="58880"/>
                </a:cubicBezTo>
                <a:cubicBezTo>
                  <a:pt x="454051" y="55332"/>
                  <a:pt x="449855" y="53558"/>
                  <a:pt x="444714" y="53558"/>
                </a:cubicBezTo>
                <a:cubicBezTo>
                  <a:pt x="434216" y="53558"/>
                  <a:pt x="424558" y="61102"/>
                  <a:pt x="415739" y="76189"/>
                </a:cubicBezTo>
                <a:cubicBezTo>
                  <a:pt x="406920" y="91275"/>
                  <a:pt x="402510" y="106271"/>
                  <a:pt x="402510" y="121178"/>
                </a:cubicBezTo>
                <a:cubicBezTo>
                  <a:pt x="402510" y="127986"/>
                  <a:pt x="404224" y="133236"/>
                  <a:pt x="407652" y="136927"/>
                </a:cubicBezTo>
                <a:cubicBezTo>
                  <a:pt x="411080" y="140618"/>
                  <a:pt x="415400" y="142463"/>
                  <a:pt x="420613" y="142463"/>
                </a:cubicBezTo>
                <a:cubicBezTo>
                  <a:pt x="430682" y="142463"/>
                  <a:pt x="440126" y="134956"/>
                  <a:pt x="448945" y="119942"/>
                </a:cubicBezTo>
                <a:cubicBezTo>
                  <a:pt x="457764" y="104926"/>
                  <a:pt x="462174" y="89678"/>
                  <a:pt x="462174" y="741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pe">
            <a:extLst xmlns:a="http://schemas.openxmlformats.org/drawingml/2006/main">
              <a:ext uri="{FF2B5EF4-FFF2-40B4-BE49-F238E27FC236}">
                <a16:creationId xmlns:a16="http://schemas.microsoft.com/office/drawing/2014/main" id="{70AE0081-24AC-4801-883B-71DAFDBF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524" y="7221082"/>
            <a:ext cx="229141" cy="143963"/>
          </a:xfrm>
          <a:custGeom xmlns:a="http://schemas.openxmlformats.org/drawingml/2006/main">
            <a:pathLst>
              <a:path w="229141" h="143963">
                <a:moveTo>
                  <a:pt x="72731" y="0"/>
                </a:moveTo>
                <a:lnTo>
                  <a:pt x="65340" y="24727"/>
                </a:lnTo>
                <a:cubicBezTo>
                  <a:pt x="73124" y="15553"/>
                  <a:pt x="80069" y="9138"/>
                  <a:pt x="86174" y="5483"/>
                </a:cubicBezTo>
                <a:cubicBezTo>
                  <a:pt x="92280" y="1828"/>
                  <a:pt x="98510" y="0"/>
                  <a:pt x="104866" y="0"/>
                </a:cubicBezTo>
                <a:cubicBezTo>
                  <a:pt x="111221" y="0"/>
                  <a:pt x="116649" y="2521"/>
                  <a:pt x="121148" y="7562"/>
                </a:cubicBezTo>
                <a:cubicBezTo>
                  <a:pt x="125646" y="12601"/>
                  <a:pt x="127896" y="19159"/>
                  <a:pt x="127896" y="27237"/>
                </a:cubicBezTo>
                <a:cubicBezTo>
                  <a:pt x="127896" y="42963"/>
                  <a:pt x="121505" y="58958"/>
                  <a:pt x="108722" y="75222"/>
                </a:cubicBezTo>
                <a:cubicBezTo>
                  <a:pt x="95940" y="91485"/>
                  <a:pt x="81051" y="99617"/>
                  <a:pt x="64055" y="99617"/>
                </a:cubicBezTo>
                <a:cubicBezTo>
                  <a:pt x="60484" y="99617"/>
                  <a:pt x="57325" y="99228"/>
                  <a:pt x="54575" y="98449"/>
                </a:cubicBezTo>
                <a:cubicBezTo>
                  <a:pt x="51826" y="97670"/>
                  <a:pt x="48738" y="96290"/>
                  <a:pt x="45310" y="94308"/>
                </a:cubicBezTo>
                <a:lnTo>
                  <a:pt x="37490" y="121897"/>
                </a:lnTo>
                <a:cubicBezTo>
                  <a:pt x="35919" y="127356"/>
                  <a:pt x="35134" y="130912"/>
                  <a:pt x="35134" y="132565"/>
                </a:cubicBezTo>
                <a:cubicBezTo>
                  <a:pt x="35134" y="134145"/>
                  <a:pt x="35544" y="135492"/>
                  <a:pt x="36366" y="136606"/>
                </a:cubicBezTo>
                <a:cubicBezTo>
                  <a:pt x="37187" y="137719"/>
                  <a:pt x="38526" y="138581"/>
                  <a:pt x="40383" y="139190"/>
                </a:cubicBezTo>
                <a:cubicBezTo>
                  <a:pt x="42239" y="139801"/>
                  <a:pt x="45917" y="140107"/>
                  <a:pt x="51415" y="140107"/>
                </a:cubicBezTo>
                <a:lnTo>
                  <a:pt x="50451" y="143963"/>
                </a:lnTo>
                <a:lnTo>
                  <a:pt x="0" y="143963"/>
                </a:lnTo>
                <a:lnTo>
                  <a:pt x="1071" y="140107"/>
                </a:lnTo>
                <a:cubicBezTo>
                  <a:pt x="7712" y="139819"/>
                  <a:pt x="12193" y="138670"/>
                  <a:pt x="14514" y="136659"/>
                </a:cubicBezTo>
                <a:cubicBezTo>
                  <a:pt x="16835" y="134651"/>
                  <a:pt x="19281" y="129087"/>
                  <a:pt x="21852" y="119969"/>
                </a:cubicBezTo>
                <a:lnTo>
                  <a:pt x="48952" y="26136"/>
                </a:lnTo>
                <a:cubicBezTo>
                  <a:pt x="50594" y="20247"/>
                  <a:pt x="51415" y="16594"/>
                  <a:pt x="51415" y="15177"/>
                </a:cubicBezTo>
                <a:cubicBezTo>
                  <a:pt x="51415" y="13260"/>
                  <a:pt x="50862" y="11769"/>
                  <a:pt x="49755" y="10705"/>
                </a:cubicBezTo>
                <a:cubicBezTo>
                  <a:pt x="48648" y="9638"/>
                  <a:pt x="46952" y="9105"/>
                  <a:pt x="44667" y="9105"/>
                </a:cubicBezTo>
                <a:cubicBezTo>
                  <a:pt x="42596" y="9105"/>
                  <a:pt x="39704" y="9355"/>
                  <a:pt x="35991" y="9855"/>
                </a:cubicBezTo>
                <a:lnTo>
                  <a:pt x="35991" y="5570"/>
                </a:lnTo>
                <a:lnTo>
                  <a:pt x="72731" y="0"/>
                </a:lnTo>
                <a:moveTo>
                  <a:pt x="47773" y="85749"/>
                </a:moveTo>
                <a:cubicBezTo>
                  <a:pt x="52201" y="90996"/>
                  <a:pt x="58164" y="93619"/>
                  <a:pt x="65662" y="93619"/>
                </a:cubicBezTo>
                <a:cubicBezTo>
                  <a:pt x="69375" y="93619"/>
                  <a:pt x="73160" y="92585"/>
                  <a:pt x="77016" y="90516"/>
                </a:cubicBezTo>
                <a:cubicBezTo>
                  <a:pt x="80872" y="88447"/>
                  <a:pt x="84639" y="85381"/>
                  <a:pt x="88317" y="81317"/>
                </a:cubicBezTo>
                <a:cubicBezTo>
                  <a:pt x="91994" y="77251"/>
                  <a:pt x="95297" y="72562"/>
                  <a:pt x="98225" y="67248"/>
                </a:cubicBezTo>
                <a:cubicBezTo>
                  <a:pt x="101153" y="61935"/>
                  <a:pt x="103777" y="55677"/>
                  <a:pt x="106098" y="48473"/>
                </a:cubicBezTo>
                <a:cubicBezTo>
                  <a:pt x="108419" y="41270"/>
                  <a:pt x="109579" y="34137"/>
                  <a:pt x="109579" y="27077"/>
                </a:cubicBezTo>
                <a:cubicBezTo>
                  <a:pt x="109579" y="21373"/>
                  <a:pt x="108276" y="17006"/>
                  <a:pt x="105669" y="13975"/>
                </a:cubicBezTo>
                <a:cubicBezTo>
                  <a:pt x="103063" y="10943"/>
                  <a:pt x="100010" y="9426"/>
                  <a:pt x="96511" y="9426"/>
                </a:cubicBezTo>
                <a:cubicBezTo>
                  <a:pt x="88799" y="9426"/>
                  <a:pt x="81176" y="13854"/>
                  <a:pt x="73642" y="22708"/>
                </a:cubicBezTo>
                <a:cubicBezTo>
                  <a:pt x="66108" y="31561"/>
                  <a:pt x="60592" y="41923"/>
                  <a:pt x="57093" y="53795"/>
                </a:cubicBezTo>
                <a:lnTo>
                  <a:pt x="47773" y="85749"/>
                </a:lnTo>
                <a:close/>
                <a:moveTo>
                  <a:pt x="160908" y="56771"/>
                </a:moveTo>
                <a:cubicBezTo>
                  <a:pt x="160408" y="60331"/>
                  <a:pt x="160158" y="63284"/>
                  <a:pt x="160158" y="65632"/>
                </a:cubicBezTo>
                <a:cubicBezTo>
                  <a:pt x="160158" y="71965"/>
                  <a:pt x="162408" y="77356"/>
                  <a:pt x="166907" y="81806"/>
                </a:cubicBezTo>
                <a:cubicBezTo>
                  <a:pt x="171405" y="86254"/>
                  <a:pt x="176868" y="88477"/>
                  <a:pt x="183295" y="88477"/>
                </a:cubicBezTo>
                <a:cubicBezTo>
                  <a:pt x="188437" y="88477"/>
                  <a:pt x="193382" y="87427"/>
                  <a:pt x="198131" y="85327"/>
                </a:cubicBezTo>
                <a:cubicBezTo>
                  <a:pt x="202879" y="83225"/>
                  <a:pt x="209931" y="78578"/>
                  <a:pt x="219286" y="71386"/>
                </a:cubicBezTo>
                <a:lnTo>
                  <a:pt x="221535" y="74492"/>
                </a:lnTo>
                <a:cubicBezTo>
                  <a:pt x="204611" y="91242"/>
                  <a:pt x="188472" y="99617"/>
                  <a:pt x="173119" y="99617"/>
                </a:cubicBezTo>
                <a:cubicBezTo>
                  <a:pt x="162693" y="99617"/>
                  <a:pt x="154838" y="96329"/>
                  <a:pt x="149554" y="89753"/>
                </a:cubicBezTo>
                <a:cubicBezTo>
                  <a:pt x="144269" y="83176"/>
                  <a:pt x="141627" y="75920"/>
                  <a:pt x="141627" y="67985"/>
                </a:cubicBezTo>
                <a:cubicBezTo>
                  <a:pt x="141627" y="57334"/>
                  <a:pt x="144912" y="46432"/>
                  <a:pt x="151482" y="35281"/>
                </a:cubicBezTo>
                <a:cubicBezTo>
                  <a:pt x="158052" y="24128"/>
                  <a:pt x="166300" y="15459"/>
                  <a:pt x="176226" y="9276"/>
                </a:cubicBezTo>
                <a:cubicBezTo>
                  <a:pt x="186152" y="3092"/>
                  <a:pt x="196363" y="0"/>
                  <a:pt x="206861" y="0"/>
                </a:cubicBezTo>
                <a:cubicBezTo>
                  <a:pt x="214430" y="0"/>
                  <a:pt x="220036" y="1541"/>
                  <a:pt x="223678" y="4623"/>
                </a:cubicBezTo>
                <a:cubicBezTo>
                  <a:pt x="227320" y="7704"/>
                  <a:pt x="229141" y="11361"/>
                  <a:pt x="229141" y="15592"/>
                </a:cubicBezTo>
                <a:cubicBezTo>
                  <a:pt x="229141" y="21541"/>
                  <a:pt x="226784" y="27240"/>
                  <a:pt x="222071" y="32687"/>
                </a:cubicBezTo>
                <a:cubicBezTo>
                  <a:pt x="215858" y="39783"/>
                  <a:pt x="206718" y="45517"/>
                  <a:pt x="194649" y="49889"/>
                </a:cubicBezTo>
                <a:cubicBezTo>
                  <a:pt x="186651" y="52828"/>
                  <a:pt x="175404" y="55122"/>
                  <a:pt x="160908" y="56771"/>
                </a:cubicBezTo>
                <a:moveTo>
                  <a:pt x="161658" y="51415"/>
                </a:moveTo>
                <a:cubicBezTo>
                  <a:pt x="172227" y="50199"/>
                  <a:pt x="180832" y="48124"/>
                  <a:pt x="187473" y="45189"/>
                </a:cubicBezTo>
                <a:cubicBezTo>
                  <a:pt x="196256" y="41253"/>
                  <a:pt x="202844" y="36546"/>
                  <a:pt x="207235" y="31070"/>
                </a:cubicBezTo>
                <a:cubicBezTo>
                  <a:pt x="211627" y="25594"/>
                  <a:pt x="213823" y="20387"/>
                  <a:pt x="213823" y="15448"/>
                </a:cubicBezTo>
                <a:cubicBezTo>
                  <a:pt x="213823" y="12442"/>
                  <a:pt x="212877" y="10009"/>
                  <a:pt x="210985" y="8147"/>
                </a:cubicBezTo>
                <a:cubicBezTo>
                  <a:pt x="209092" y="6286"/>
                  <a:pt x="206396" y="5356"/>
                  <a:pt x="202897" y="5356"/>
                </a:cubicBezTo>
                <a:cubicBezTo>
                  <a:pt x="195613" y="5356"/>
                  <a:pt x="187883" y="9239"/>
                  <a:pt x="179707" y="17005"/>
                </a:cubicBezTo>
                <a:cubicBezTo>
                  <a:pt x="171530" y="24770"/>
                  <a:pt x="165514" y="36241"/>
                  <a:pt x="161658" y="514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yeimagesthatareinthepublicdomaintore">
            <a:extLst xmlns:a="http://schemas.openxmlformats.org/drawingml/2006/main">
              <a:ext uri="{FF2B5EF4-FFF2-40B4-BE49-F238E27FC236}">
                <a16:creationId xmlns:a16="http://schemas.microsoft.com/office/drawing/2014/main" id="{7AAD0D90-185E-44E4-9599-B7CBA097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240" y="7165811"/>
            <a:ext cx="3931718" cy="199663"/>
          </a:xfrm>
          <a:custGeom xmlns:a="http://schemas.openxmlformats.org/drawingml/2006/main">
            <a:pathLst>
              <a:path w="3931718" h="199663">
                <a:moveTo>
                  <a:pt x="52594" y="55272"/>
                </a:moveTo>
                <a:cubicBezTo>
                  <a:pt x="55022" y="59411"/>
                  <a:pt x="56700" y="63283"/>
                  <a:pt x="57628" y="66887"/>
                </a:cubicBezTo>
                <a:cubicBezTo>
                  <a:pt x="58556" y="70491"/>
                  <a:pt x="59485" y="77575"/>
                  <a:pt x="60413" y="88139"/>
                </a:cubicBezTo>
                <a:lnTo>
                  <a:pt x="65126" y="140810"/>
                </a:lnTo>
                <a:cubicBezTo>
                  <a:pt x="69411" y="135671"/>
                  <a:pt x="75623" y="127534"/>
                  <a:pt x="83764" y="116401"/>
                </a:cubicBezTo>
                <a:cubicBezTo>
                  <a:pt x="87692" y="110976"/>
                  <a:pt x="92548" y="103590"/>
                  <a:pt x="98332" y="94241"/>
                </a:cubicBezTo>
                <a:cubicBezTo>
                  <a:pt x="101831" y="88531"/>
                  <a:pt x="103973" y="84534"/>
                  <a:pt x="104759" y="82251"/>
                </a:cubicBezTo>
                <a:cubicBezTo>
                  <a:pt x="105187" y="81109"/>
                  <a:pt x="105402" y="79930"/>
                  <a:pt x="105402" y="78716"/>
                </a:cubicBezTo>
                <a:cubicBezTo>
                  <a:pt x="105402" y="77931"/>
                  <a:pt x="105152" y="77289"/>
                  <a:pt x="104652" y="76792"/>
                </a:cubicBezTo>
                <a:cubicBezTo>
                  <a:pt x="104152" y="76292"/>
                  <a:pt x="102849" y="75703"/>
                  <a:pt x="100742" y="75024"/>
                </a:cubicBezTo>
                <a:cubicBezTo>
                  <a:pt x="98635" y="74346"/>
                  <a:pt x="96886" y="73097"/>
                  <a:pt x="95493" y="71279"/>
                </a:cubicBezTo>
                <a:cubicBezTo>
                  <a:pt x="94101" y="69458"/>
                  <a:pt x="93405" y="67369"/>
                  <a:pt x="93405" y="65012"/>
                </a:cubicBezTo>
                <a:cubicBezTo>
                  <a:pt x="93405" y="62087"/>
                  <a:pt x="94262" y="59732"/>
                  <a:pt x="95975" y="57949"/>
                </a:cubicBezTo>
                <a:cubicBezTo>
                  <a:pt x="97689" y="56164"/>
                  <a:pt x="99832" y="55272"/>
                  <a:pt x="102402" y="55272"/>
                </a:cubicBezTo>
                <a:cubicBezTo>
                  <a:pt x="105544" y="55272"/>
                  <a:pt x="108222" y="56577"/>
                  <a:pt x="110436" y="59188"/>
                </a:cubicBezTo>
                <a:cubicBezTo>
                  <a:pt x="112650" y="61797"/>
                  <a:pt x="113757" y="65388"/>
                  <a:pt x="113757" y="69963"/>
                </a:cubicBezTo>
                <a:cubicBezTo>
                  <a:pt x="113757" y="75611"/>
                  <a:pt x="111828" y="82064"/>
                  <a:pt x="107972" y="89321"/>
                </a:cubicBezTo>
                <a:cubicBezTo>
                  <a:pt x="104116" y="96578"/>
                  <a:pt x="96690" y="107713"/>
                  <a:pt x="85692" y="122727"/>
                </a:cubicBezTo>
                <a:cubicBezTo>
                  <a:pt x="74695" y="137741"/>
                  <a:pt x="61377" y="154103"/>
                  <a:pt x="45738" y="171813"/>
                </a:cubicBezTo>
                <a:cubicBezTo>
                  <a:pt x="34955" y="184024"/>
                  <a:pt x="26957" y="191719"/>
                  <a:pt x="21744" y="194896"/>
                </a:cubicBezTo>
                <a:cubicBezTo>
                  <a:pt x="16531" y="198074"/>
                  <a:pt x="12068" y="199663"/>
                  <a:pt x="8355" y="199663"/>
                </a:cubicBezTo>
                <a:cubicBezTo>
                  <a:pt x="6141" y="199663"/>
                  <a:pt x="4195" y="198820"/>
                  <a:pt x="2517" y="197133"/>
                </a:cubicBezTo>
                <a:cubicBezTo>
                  <a:pt x="839" y="195445"/>
                  <a:pt x="0" y="193488"/>
                  <a:pt x="0" y="191261"/>
                </a:cubicBezTo>
                <a:cubicBezTo>
                  <a:pt x="0" y="188461"/>
                  <a:pt x="1160" y="185911"/>
                  <a:pt x="3481" y="183613"/>
                </a:cubicBezTo>
                <a:cubicBezTo>
                  <a:pt x="5802" y="181316"/>
                  <a:pt x="8319" y="180168"/>
                  <a:pt x="11033" y="180168"/>
                </a:cubicBezTo>
                <a:cubicBezTo>
                  <a:pt x="12461" y="180168"/>
                  <a:pt x="13639" y="180489"/>
                  <a:pt x="14568" y="181132"/>
                </a:cubicBezTo>
                <a:cubicBezTo>
                  <a:pt x="15139" y="181489"/>
                  <a:pt x="15764" y="182507"/>
                  <a:pt x="16442" y="184185"/>
                </a:cubicBezTo>
                <a:cubicBezTo>
                  <a:pt x="17121" y="185863"/>
                  <a:pt x="17745" y="186988"/>
                  <a:pt x="18317" y="187559"/>
                </a:cubicBezTo>
                <a:cubicBezTo>
                  <a:pt x="18674" y="187916"/>
                  <a:pt x="19102" y="188095"/>
                  <a:pt x="19602" y="188095"/>
                </a:cubicBezTo>
                <a:cubicBezTo>
                  <a:pt x="20031" y="188095"/>
                  <a:pt x="20780" y="187740"/>
                  <a:pt x="21852" y="187030"/>
                </a:cubicBezTo>
                <a:cubicBezTo>
                  <a:pt x="25779" y="184616"/>
                  <a:pt x="30349" y="180782"/>
                  <a:pt x="35562" y="175529"/>
                </a:cubicBezTo>
                <a:cubicBezTo>
                  <a:pt x="42418" y="168571"/>
                  <a:pt x="47488" y="162841"/>
                  <a:pt x="50773" y="158340"/>
                </a:cubicBezTo>
                <a:lnTo>
                  <a:pt x="44774" y="90489"/>
                </a:lnTo>
                <a:cubicBezTo>
                  <a:pt x="43774" y="79289"/>
                  <a:pt x="42275" y="72476"/>
                  <a:pt x="40275" y="70050"/>
                </a:cubicBezTo>
                <a:cubicBezTo>
                  <a:pt x="38276" y="67624"/>
                  <a:pt x="34920" y="66412"/>
                  <a:pt x="30207" y="66412"/>
                </a:cubicBezTo>
                <a:cubicBezTo>
                  <a:pt x="28707" y="66412"/>
                  <a:pt x="26029" y="66626"/>
                  <a:pt x="22173" y="67054"/>
                </a:cubicBezTo>
                <a:lnTo>
                  <a:pt x="21209" y="62984"/>
                </a:lnTo>
                <a:lnTo>
                  <a:pt x="52594" y="55272"/>
                </a:lnTo>
                <a:close/>
                <a:moveTo>
                  <a:pt x="141192" y="112043"/>
                </a:moveTo>
                <a:cubicBezTo>
                  <a:pt x="140692" y="115602"/>
                  <a:pt x="140443" y="118556"/>
                  <a:pt x="140443" y="120903"/>
                </a:cubicBezTo>
                <a:cubicBezTo>
                  <a:pt x="140443" y="127236"/>
                  <a:pt x="142692" y="132628"/>
                  <a:pt x="147191" y="137078"/>
                </a:cubicBezTo>
                <a:cubicBezTo>
                  <a:pt x="151690" y="141525"/>
                  <a:pt x="157153" y="143749"/>
                  <a:pt x="163579" y="143749"/>
                </a:cubicBezTo>
                <a:cubicBezTo>
                  <a:pt x="168721" y="143749"/>
                  <a:pt x="173666" y="142699"/>
                  <a:pt x="178415" y="140599"/>
                </a:cubicBezTo>
                <a:cubicBezTo>
                  <a:pt x="183164" y="138497"/>
                  <a:pt x="190216" y="133850"/>
                  <a:pt x="199570" y="126657"/>
                </a:cubicBezTo>
                <a:lnTo>
                  <a:pt x="201820" y="129764"/>
                </a:lnTo>
                <a:cubicBezTo>
                  <a:pt x="184895" y="146514"/>
                  <a:pt x="168757" y="154889"/>
                  <a:pt x="153404" y="154889"/>
                </a:cubicBezTo>
                <a:cubicBezTo>
                  <a:pt x="142978" y="154889"/>
                  <a:pt x="135122" y="151601"/>
                  <a:pt x="129838" y="145024"/>
                </a:cubicBezTo>
                <a:cubicBezTo>
                  <a:pt x="124554" y="138448"/>
                  <a:pt x="121912" y="131192"/>
                  <a:pt x="121912" y="123256"/>
                </a:cubicBezTo>
                <a:cubicBezTo>
                  <a:pt x="121912" y="112605"/>
                  <a:pt x="125196" y="101704"/>
                  <a:pt x="131766" y="90553"/>
                </a:cubicBezTo>
                <a:cubicBezTo>
                  <a:pt x="138336" y="79399"/>
                  <a:pt x="146584" y="70731"/>
                  <a:pt x="156510" y="64547"/>
                </a:cubicBezTo>
                <a:cubicBezTo>
                  <a:pt x="166436" y="58363"/>
                  <a:pt x="176648" y="55272"/>
                  <a:pt x="187145" y="55272"/>
                </a:cubicBezTo>
                <a:cubicBezTo>
                  <a:pt x="194714" y="55272"/>
                  <a:pt x="200320" y="56812"/>
                  <a:pt x="203962" y="59894"/>
                </a:cubicBezTo>
                <a:cubicBezTo>
                  <a:pt x="207604" y="62976"/>
                  <a:pt x="209425" y="66632"/>
                  <a:pt x="209425" y="70864"/>
                </a:cubicBezTo>
                <a:cubicBezTo>
                  <a:pt x="209425" y="76813"/>
                  <a:pt x="207068" y="82511"/>
                  <a:pt x="202355" y="87958"/>
                </a:cubicBezTo>
                <a:cubicBezTo>
                  <a:pt x="196143" y="95055"/>
                  <a:pt x="187002" y="100789"/>
                  <a:pt x="174934" y="105161"/>
                </a:cubicBezTo>
                <a:cubicBezTo>
                  <a:pt x="166936" y="108100"/>
                  <a:pt x="155689" y="110394"/>
                  <a:pt x="141192" y="112043"/>
                </a:cubicBezTo>
                <a:moveTo>
                  <a:pt x="141942" y="106687"/>
                </a:moveTo>
                <a:cubicBezTo>
                  <a:pt x="152511" y="105471"/>
                  <a:pt x="161116" y="103395"/>
                  <a:pt x="167757" y="100461"/>
                </a:cubicBezTo>
                <a:cubicBezTo>
                  <a:pt x="176540" y="96524"/>
                  <a:pt x="183128" y="91818"/>
                  <a:pt x="187520" y="86342"/>
                </a:cubicBezTo>
                <a:cubicBezTo>
                  <a:pt x="191911" y="80865"/>
                  <a:pt x="194107" y="75658"/>
                  <a:pt x="194107" y="70720"/>
                </a:cubicBezTo>
                <a:cubicBezTo>
                  <a:pt x="194107" y="67714"/>
                  <a:pt x="193161" y="65280"/>
                  <a:pt x="191269" y="63419"/>
                </a:cubicBezTo>
                <a:cubicBezTo>
                  <a:pt x="189376" y="61558"/>
                  <a:pt x="186681" y="60627"/>
                  <a:pt x="183182" y="60627"/>
                </a:cubicBezTo>
                <a:cubicBezTo>
                  <a:pt x="175898" y="60627"/>
                  <a:pt x="168168" y="64510"/>
                  <a:pt x="159991" y="72276"/>
                </a:cubicBezTo>
                <a:cubicBezTo>
                  <a:pt x="151815" y="80042"/>
                  <a:pt x="145798" y="91512"/>
                  <a:pt x="141942" y="106687"/>
                </a:cubicBezTo>
                <a:close/>
                <a:moveTo>
                  <a:pt x="314056" y="12640"/>
                </a:moveTo>
                <a:cubicBezTo>
                  <a:pt x="317055" y="12640"/>
                  <a:pt x="319590" y="13675"/>
                  <a:pt x="321661" y="15746"/>
                </a:cubicBezTo>
                <a:cubicBezTo>
                  <a:pt x="323732" y="17817"/>
                  <a:pt x="324768" y="20352"/>
                  <a:pt x="324768" y="23351"/>
                </a:cubicBezTo>
                <a:cubicBezTo>
                  <a:pt x="324768" y="26279"/>
                  <a:pt x="323714" y="28796"/>
                  <a:pt x="321608" y="30903"/>
                </a:cubicBezTo>
                <a:cubicBezTo>
                  <a:pt x="319501" y="33009"/>
                  <a:pt x="316984" y="34063"/>
                  <a:pt x="314056" y="34063"/>
                </a:cubicBezTo>
                <a:cubicBezTo>
                  <a:pt x="311128" y="34063"/>
                  <a:pt x="308611" y="33009"/>
                  <a:pt x="306504" y="30903"/>
                </a:cubicBezTo>
                <a:cubicBezTo>
                  <a:pt x="304398" y="28796"/>
                  <a:pt x="303345" y="26279"/>
                  <a:pt x="303345" y="23351"/>
                </a:cubicBezTo>
                <a:cubicBezTo>
                  <a:pt x="303345" y="20352"/>
                  <a:pt x="304380" y="17817"/>
                  <a:pt x="306451" y="15746"/>
                </a:cubicBezTo>
                <a:cubicBezTo>
                  <a:pt x="308522" y="13675"/>
                  <a:pt x="311057" y="12640"/>
                  <a:pt x="314056" y="12640"/>
                </a:cubicBezTo>
                <a:moveTo>
                  <a:pt x="315449" y="55272"/>
                </a:moveTo>
                <a:lnTo>
                  <a:pt x="294240" y="130396"/>
                </a:lnTo>
                <a:cubicBezTo>
                  <a:pt x="292812" y="135469"/>
                  <a:pt x="292097" y="138505"/>
                  <a:pt x="292097" y="139504"/>
                </a:cubicBezTo>
                <a:cubicBezTo>
                  <a:pt x="292097" y="140651"/>
                  <a:pt x="292437" y="141584"/>
                  <a:pt x="293115" y="142303"/>
                </a:cubicBezTo>
                <a:cubicBezTo>
                  <a:pt x="293793" y="143019"/>
                  <a:pt x="294597" y="143377"/>
                  <a:pt x="295525" y="143377"/>
                </a:cubicBezTo>
                <a:cubicBezTo>
                  <a:pt x="296596" y="143377"/>
                  <a:pt x="297882" y="142804"/>
                  <a:pt x="299381" y="141657"/>
                </a:cubicBezTo>
                <a:cubicBezTo>
                  <a:pt x="303452" y="138437"/>
                  <a:pt x="307558" y="133863"/>
                  <a:pt x="311700" y="127936"/>
                </a:cubicBezTo>
                <a:lnTo>
                  <a:pt x="315449" y="130400"/>
                </a:lnTo>
                <a:cubicBezTo>
                  <a:pt x="310593" y="137833"/>
                  <a:pt x="304880" y="144096"/>
                  <a:pt x="298310" y="149188"/>
                </a:cubicBezTo>
                <a:cubicBezTo>
                  <a:pt x="293454" y="152989"/>
                  <a:pt x="288813" y="154889"/>
                  <a:pt x="284385" y="154889"/>
                </a:cubicBezTo>
                <a:cubicBezTo>
                  <a:pt x="281457" y="154889"/>
                  <a:pt x="279065" y="154014"/>
                  <a:pt x="277208" y="152265"/>
                </a:cubicBezTo>
                <a:cubicBezTo>
                  <a:pt x="275352" y="150515"/>
                  <a:pt x="274423" y="148319"/>
                  <a:pt x="274423" y="145677"/>
                </a:cubicBezTo>
                <a:cubicBezTo>
                  <a:pt x="274423" y="143030"/>
                  <a:pt x="275316" y="138631"/>
                  <a:pt x="277101" y="132478"/>
                </a:cubicBezTo>
                <a:lnTo>
                  <a:pt x="291026" y="84407"/>
                </a:lnTo>
                <a:cubicBezTo>
                  <a:pt x="293311" y="76596"/>
                  <a:pt x="294454" y="71697"/>
                  <a:pt x="294454" y="69709"/>
                </a:cubicBezTo>
                <a:cubicBezTo>
                  <a:pt x="294454" y="68147"/>
                  <a:pt x="293901" y="66868"/>
                  <a:pt x="292794" y="65873"/>
                </a:cubicBezTo>
                <a:cubicBezTo>
                  <a:pt x="291687" y="64875"/>
                  <a:pt x="290169" y="64376"/>
                  <a:pt x="288241" y="64376"/>
                </a:cubicBezTo>
                <a:cubicBezTo>
                  <a:pt x="286670" y="64376"/>
                  <a:pt x="283421" y="64769"/>
                  <a:pt x="278494" y="65555"/>
                </a:cubicBezTo>
                <a:lnTo>
                  <a:pt x="278494" y="61270"/>
                </a:lnTo>
                <a:lnTo>
                  <a:pt x="315449" y="55272"/>
                </a:lnTo>
                <a:close/>
                <a:moveTo>
                  <a:pt x="374419" y="55272"/>
                </a:moveTo>
                <a:lnTo>
                  <a:pt x="360494" y="103627"/>
                </a:lnTo>
                <a:cubicBezTo>
                  <a:pt x="366707" y="92262"/>
                  <a:pt x="371991" y="83721"/>
                  <a:pt x="376347" y="78003"/>
                </a:cubicBezTo>
                <a:cubicBezTo>
                  <a:pt x="383131" y="69140"/>
                  <a:pt x="389737" y="62706"/>
                  <a:pt x="396164" y="58703"/>
                </a:cubicBezTo>
                <a:cubicBezTo>
                  <a:pt x="399949" y="56415"/>
                  <a:pt x="403912" y="55272"/>
                  <a:pt x="408054" y="55272"/>
                </a:cubicBezTo>
                <a:cubicBezTo>
                  <a:pt x="411624" y="55272"/>
                  <a:pt x="414588" y="56426"/>
                  <a:pt x="416944" y="58736"/>
                </a:cubicBezTo>
                <a:cubicBezTo>
                  <a:pt x="419301" y="61044"/>
                  <a:pt x="420479" y="64001"/>
                  <a:pt x="420479" y="67610"/>
                </a:cubicBezTo>
                <a:cubicBezTo>
                  <a:pt x="420479" y="71102"/>
                  <a:pt x="419658" y="75665"/>
                  <a:pt x="418015" y="81297"/>
                </a:cubicBezTo>
                <a:lnTo>
                  <a:pt x="410410" y="108461"/>
                </a:lnTo>
                <a:cubicBezTo>
                  <a:pt x="422050" y="86656"/>
                  <a:pt x="433083" y="71357"/>
                  <a:pt x="443509" y="62562"/>
                </a:cubicBezTo>
                <a:cubicBezTo>
                  <a:pt x="449293" y="57702"/>
                  <a:pt x="455006" y="55272"/>
                  <a:pt x="460647" y="55272"/>
                </a:cubicBezTo>
                <a:cubicBezTo>
                  <a:pt x="463932" y="55272"/>
                  <a:pt x="466628" y="56403"/>
                  <a:pt x="468734" y="58666"/>
                </a:cubicBezTo>
                <a:cubicBezTo>
                  <a:pt x="470841" y="60926"/>
                  <a:pt x="471894" y="64427"/>
                  <a:pt x="471894" y="69166"/>
                </a:cubicBezTo>
                <a:cubicBezTo>
                  <a:pt x="471894" y="73310"/>
                  <a:pt x="471252" y="77704"/>
                  <a:pt x="469966" y="82348"/>
                </a:cubicBezTo>
                <a:lnTo>
                  <a:pt x="458184" y="124040"/>
                </a:lnTo>
                <a:cubicBezTo>
                  <a:pt x="455613" y="133113"/>
                  <a:pt x="454327" y="138150"/>
                  <a:pt x="454327" y="139150"/>
                </a:cubicBezTo>
                <a:cubicBezTo>
                  <a:pt x="454327" y="140149"/>
                  <a:pt x="454649" y="141006"/>
                  <a:pt x="455292" y="141720"/>
                </a:cubicBezTo>
                <a:cubicBezTo>
                  <a:pt x="455720" y="142220"/>
                  <a:pt x="456291" y="142470"/>
                  <a:pt x="457005" y="142470"/>
                </a:cubicBezTo>
                <a:cubicBezTo>
                  <a:pt x="457719" y="142470"/>
                  <a:pt x="458969" y="141792"/>
                  <a:pt x="460754" y="140435"/>
                </a:cubicBezTo>
                <a:cubicBezTo>
                  <a:pt x="464825" y="137293"/>
                  <a:pt x="468645" y="133151"/>
                  <a:pt x="472216" y="128010"/>
                </a:cubicBezTo>
                <a:lnTo>
                  <a:pt x="475751" y="130259"/>
                </a:lnTo>
                <a:cubicBezTo>
                  <a:pt x="473965" y="133115"/>
                  <a:pt x="470805" y="137043"/>
                  <a:pt x="466271" y="142042"/>
                </a:cubicBezTo>
                <a:cubicBezTo>
                  <a:pt x="461736" y="147038"/>
                  <a:pt x="457862" y="150429"/>
                  <a:pt x="454649" y="152214"/>
                </a:cubicBezTo>
                <a:cubicBezTo>
                  <a:pt x="451435" y="153997"/>
                  <a:pt x="448472" y="154889"/>
                  <a:pt x="445758" y="154889"/>
                </a:cubicBezTo>
                <a:cubicBezTo>
                  <a:pt x="443259" y="154889"/>
                  <a:pt x="441170" y="154032"/>
                  <a:pt x="439492" y="152318"/>
                </a:cubicBezTo>
                <a:cubicBezTo>
                  <a:pt x="437814" y="150604"/>
                  <a:pt x="436975" y="148498"/>
                  <a:pt x="436975" y="145998"/>
                </a:cubicBezTo>
                <a:cubicBezTo>
                  <a:pt x="436975" y="142571"/>
                  <a:pt x="438439" y="135680"/>
                  <a:pt x="441367" y="125325"/>
                </a:cubicBezTo>
                <a:lnTo>
                  <a:pt x="451114" y="90941"/>
                </a:lnTo>
                <a:cubicBezTo>
                  <a:pt x="453328" y="83014"/>
                  <a:pt x="454506" y="78623"/>
                  <a:pt x="454649" y="77766"/>
                </a:cubicBezTo>
                <a:cubicBezTo>
                  <a:pt x="454863" y="76409"/>
                  <a:pt x="454970" y="75088"/>
                  <a:pt x="454970" y="73803"/>
                </a:cubicBezTo>
                <a:cubicBezTo>
                  <a:pt x="454970" y="72017"/>
                  <a:pt x="454577" y="70625"/>
                  <a:pt x="453792" y="69625"/>
                </a:cubicBezTo>
                <a:cubicBezTo>
                  <a:pt x="452935" y="68625"/>
                  <a:pt x="451971" y="68125"/>
                  <a:pt x="450900" y="68125"/>
                </a:cubicBezTo>
                <a:cubicBezTo>
                  <a:pt x="447901" y="68125"/>
                  <a:pt x="444723" y="69661"/>
                  <a:pt x="441367" y="72731"/>
                </a:cubicBezTo>
                <a:cubicBezTo>
                  <a:pt x="431512" y="81800"/>
                  <a:pt x="422300" y="94511"/>
                  <a:pt x="413731" y="110864"/>
                </a:cubicBezTo>
                <a:cubicBezTo>
                  <a:pt x="408089" y="121647"/>
                  <a:pt x="402805" y="135465"/>
                  <a:pt x="397878" y="152318"/>
                </a:cubicBezTo>
                <a:lnTo>
                  <a:pt x="381703" y="152318"/>
                </a:lnTo>
                <a:lnTo>
                  <a:pt x="400020" y="87430"/>
                </a:lnTo>
                <a:cubicBezTo>
                  <a:pt x="402019" y="80422"/>
                  <a:pt x="403019" y="75740"/>
                  <a:pt x="403019" y="73381"/>
                </a:cubicBezTo>
                <a:cubicBezTo>
                  <a:pt x="403019" y="71450"/>
                  <a:pt x="402626" y="70021"/>
                  <a:pt x="401841" y="69093"/>
                </a:cubicBezTo>
                <a:cubicBezTo>
                  <a:pt x="401055" y="68162"/>
                  <a:pt x="400091" y="67697"/>
                  <a:pt x="398949" y="67697"/>
                </a:cubicBezTo>
                <a:cubicBezTo>
                  <a:pt x="396592" y="67697"/>
                  <a:pt x="394093" y="68555"/>
                  <a:pt x="391451" y="70271"/>
                </a:cubicBezTo>
                <a:cubicBezTo>
                  <a:pt x="387166" y="73061"/>
                  <a:pt x="381650" y="79031"/>
                  <a:pt x="374901" y="88183"/>
                </a:cubicBezTo>
                <a:cubicBezTo>
                  <a:pt x="368153" y="97334"/>
                  <a:pt x="362922" y="106093"/>
                  <a:pt x="359209" y="114460"/>
                </a:cubicBezTo>
                <a:cubicBezTo>
                  <a:pt x="357424" y="118392"/>
                  <a:pt x="353175" y="131011"/>
                  <a:pt x="346462" y="152318"/>
                </a:cubicBezTo>
                <a:lnTo>
                  <a:pt x="330609" y="152318"/>
                </a:lnTo>
                <a:lnTo>
                  <a:pt x="350426" y="82907"/>
                </a:lnTo>
                <a:lnTo>
                  <a:pt x="352996" y="73910"/>
                </a:lnTo>
                <a:cubicBezTo>
                  <a:pt x="353496" y="72535"/>
                  <a:pt x="353746" y="71522"/>
                  <a:pt x="353746" y="70870"/>
                </a:cubicBezTo>
                <a:cubicBezTo>
                  <a:pt x="353746" y="69277"/>
                  <a:pt x="353032" y="67850"/>
                  <a:pt x="351604" y="66589"/>
                </a:cubicBezTo>
                <a:cubicBezTo>
                  <a:pt x="350176" y="65328"/>
                  <a:pt x="348355" y="64698"/>
                  <a:pt x="346141" y="64698"/>
                </a:cubicBezTo>
                <a:cubicBezTo>
                  <a:pt x="345213" y="64698"/>
                  <a:pt x="342642" y="65126"/>
                  <a:pt x="338429" y="65983"/>
                </a:cubicBezTo>
                <a:lnTo>
                  <a:pt x="337465" y="62127"/>
                </a:lnTo>
                <a:lnTo>
                  <a:pt x="374419" y="55272"/>
                </a:lnTo>
                <a:close/>
                <a:moveTo>
                  <a:pt x="587308" y="55272"/>
                </a:moveTo>
                <a:lnTo>
                  <a:pt x="566420" y="128006"/>
                </a:lnTo>
                <a:lnTo>
                  <a:pt x="564064" y="137781"/>
                </a:lnTo>
                <a:cubicBezTo>
                  <a:pt x="563849" y="138698"/>
                  <a:pt x="563742" y="139473"/>
                  <a:pt x="563742" y="140107"/>
                </a:cubicBezTo>
                <a:cubicBezTo>
                  <a:pt x="563742" y="141250"/>
                  <a:pt x="564099" y="142249"/>
                  <a:pt x="564814" y="143106"/>
                </a:cubicBezTo>
                <a:cubicBezTo>
                  <a:pt x="565385" y="143749"/>
                  <a:pt x="566099" y="144070"/>
                  <a:pt x="566956" y="144070"/>
                </a:cubicBezTo>
                <a:cubicBezTo>
                  <a:pt x="567884" y="144070"/>
                  <a:pt x="569098" y="143499"/>
                  <a:pt x="570598" y="142356"/>
                </a:cubicBezTo>
                <a:cubicBezTo>
                  <a:pt x="573383" y="140285"/>
                  <a:pt x="577096" y="136001"/>
                  <a:pt x="581738" y="129503"/>
                </a:cubicBezTo>
                <a:lnTo>
                  <a:pt x="585380" y="132073"/>
                </a:lnTo>
                <a:cubicBezTo>
                  <a:pt x="580452" y="139500"/>
                  <a:pt x="575382" y="145159"/>
                  <a:pt x="570169" y="149051"/>
                </a:cubicBezTo>
                <a:cubicBezTo>
                  <a:pt x="564956" y="152943"/>
                  <a:pt x="560136" y="154889"/>
                  <a:pt x="555709" y="154889"/>
                </a:cubicBezTo>
                <a:cubicBezTo>
                  <a:pt x="552638" y="154889"/>
                  <a:pt x="550335" y="154121"/>
                  <a:pt x="548800" y="152586"/>
                </a:cubicBezTo>
                <a:cubicBezTo>
                  <a:pt x="547264" y="151051"/>
                  <a:pt x="546497" y="148819"/>
                  <a:pt x="546497" y="145891"/>
                </a:cubicBezTo>
                <a:cubicBezTo>
                  <a:pt x="546497" y="142392"/>
                  <a:pt x="547282" y="137786"/>
                  <a:pt x="548853" y="132073"/>
                </a:cubicBezTo>
                <a:lnTo>
                  <a:pt x="551103" y="123775"/>
                </a:lnTo>
                <a:cubicBezTo>
                  <a:pt x="541748" y="136091"/>
                  <a:pt x="533143" y="144698"/>
                  <a:pt x="525288" y="149597"/>
                </a:cubicBezTo>
                <a:cubicBezTo>
                  <a:pt x="519647" y="153125"/>
                  <a:pt x="514112" y="154889"/>
                  <a:pt x="508685" y="154889"/>
                </a:cubicBezTo>
                <a:cubicBezTo>
                  <a:pt x="503472" y="154889"/>
                  <a:pt x="498973" y="152726"/>
                  <a:pt x="495188" y="148402"/>
                </a:cubicBezTo>
                <a:cubicBezTo>
                  <a:pt x="491404" y="144077"/>
                  <a:pt x="489511" y="138125"/>
                  <a:pt x="489511" y="130547"/>
                </a:cubicBezTo>
                <a:cubicBezTo>
                  <a:pt x="489511" y="119182"/>
                  <a:pt x="492921" y="107190"/>
                  <a:pt x="499741" y="94573"/>
                </a:cubicBezTo>
                <a:cubicBezTo>
                  <a:pt x="506561" y="81956"/>
                  <a:pt x="515219" y="71858"/>
                  <a:pt x="525716" y="64279"/>
                </a:cubicBezTo>
                <a:cubicBezTo>
                  <a:pt x="533929" y="58274"/>
                  <a:pt x="541677" y="55272"/>
                  <a:pt x="548960" y="55272"/>
                </a:cubicBezTo>
                <a:cubicBezTo>
                  <a:pt x="553316" y="55272"/>
                  <a:pt x="556941" y="56424"/>
                  <a:pt x="559833" y="58729"/>
                </a:cubicBezTo>
                <a:cubicBezTo>
                  <a:pt x="562725" y="61035"/>
                  <a:pt x="564921" y="64852"/>
                  <a:pt x="566420" y="70181"/>
                </a:cubicBezTo>
                <a:lnTo>
                  <a:pt x="570276" y="57842"/>
                </a:lnTo>
                <a:lnTo>
                  <a:pt x="587308" y="55272"/>
                </a:lnTo>
                <a:moveTo>
                  <a:pt x="549175" y="60627"/>
                </a:moveTo>
                <a:cubicBezTo>
                  <a:pt x="544604" y="60627"/>
                  <a:pt x="539748" y="62779"/>
                  <a:pt x="534607" y="67081"/>
                </a:cubicBezTo>
                <a:cubicBezTo>
                  <a:pt x="527323" y="73173"/>
                  <a:pt x="520843" y="82205"/>
                  <a:pt x="515166" y="94178"/>
                </a:cubicBezTo>
                <a:cubicBezTo>
                  <a:pt x="509488" y="106150"/>
                  <a:pt x="506650" y="116976"/>
                  <a:pt x="506650" y="126654"/>
                </a:cubicBezTo>
                <a:cubicBezTo>
                  <a:pt x="506650" y="131530"/>
                  <a:pt x="507864" y="135384"/>
                  <a:pt x="510292" y="138216"/>
                </a:cubicBezTo>
                <a:cubicBezTo>
                  <a:pt x="512720" y="141048"/>
                  <a:pt x="515505" y="142463"/>
                  <a:pt x="518647" y="142463"/>
                </a:cubicBezTo>
                <a:cubicBezTo>
                  <a:pt x="526430" y="142463"/>
                  <a:pt x="534893" y="136693"/>
                  <a:pt x="544033" y="125151"/>
                </a:cubicBezTo>
                <a:cubicBezTo>
                  <a:pt x="556244" y="109809"/>
                  <a:pt x="562350" y="94072"/>
                  <a:pt x="562350" y="77940"/>
                </a:cubicBezTo>
                <a:cubicBezTo>
                  <a:pt x="562350" y="71848"/>
                  <a:pt x="561172" y="67439"/>
                  <a:pt x="558815" y="64714"/>
                </a:cubicBezTo>
                <a:cubicBezTo>
                  <a:pt x="556459" y="61990"/>
                  <a:pt x="553245" y="60627"/>
                  <a:pt x="549175" y="60627"/>
                </a:cubicBezTo>
                <a:close/>
                <a:moveTo>
                  <a:pt x="709226" y="61913"/>
                </a:moveTo>
                <a:lnTo>
                  <a:pt x="706119" y="73053"/>
                </a:lnTo>
                <a:lnTo>
                  <a:pt x="688231" y="73053"/>
                </a:lnTo>
                <a:cubicBezTo>
                  <a:pt x="689588" y="76909"/>
                  <a:pt x="690266" y="80515"/>
                  <a:pt x="690266" y="83871"/>
                </a:cubicBezTo>
                <a:cubicBezTo>
                  <a:pt x="690266" y="93298"/>
                  <a:pt x="686267" y="101688"/>
                  <a:pt x="678269" y="109043"/>
                </a:cubicBezTo>
                <a:cubicBezTo>
                  <a:pt x="670200" y="116399"/>
                  <a:pt x="659131" y="120469"/>
                  <a:pt x="645064" y="121255"/>
                </a:cubicBezTo>
                <a:cubicBezTo>
                  <a:pt x="637494" y="123553"/>
                  <a:pt x="631817" y="126282"/>
                  <a:pt x="628032" y="129442"/>
                </a:cubicBezTo>
                <a:cubicBezTo>
                  <a:pt x="626604" y="130592"/>
                  <a:pt x="625890" y="131776"/>
                  <a:pt x="625890" y="132997"/>
                </a:cubicBezTo>
                <a:cubicBezTo>
                  <a:pt x="625890" y="134434"/>
                  <a:pt x="626533" y="135745"/>
                  <a:pt x="627818" y="136930"/>
                </a:cubicBezTo>
                <a:cubicBezTo>
                  <a:pt x="629103" y="138115"/>
                  <a:pt x="632353" y="139318"/>
                  <a:pt x="637566" y="140539"/>
                </a:cubicBezTo>
                <a:lnTo>
                  <a:pt x="658346" y="145319"/>
                </a:lnTo>
                <a:cubicBezTo>
                  <a:pt x="669843" y="148008"/>
                  <a:pt x="677448" y="151211"/>
                  <a:pt x="681161" y="154929"/>
                </a:cubicBezTo>
                <a:cubicBezTo>
                  <a:pt x="684803" y="158720"/>
                  <a:pt x="686624" y="163083"/>
                  <a:pt x="686624" y="168017"/>
                </a:cubicBezTo>
                <a:cubicBezTo>
                  <a:pt x="686624" y="173882"/>
                  <a:pt x="684464" y="179245"/>
                  <a:pt x="680144" y="184108"/>
                </a:cubicBezTo>
                <a:cubicBezTo>
                  <a:pt x="675824" y="188971"/>
                  <a:pt x="669504" y="192779"/>
                  <a:pt x="661184" y="195532"/>
                </a:cubicBezTo>
                <a:cubicBezTo>
                  <a:pt x="652865" y="198286"/>
                  <a:pt x="643671" y="199663"/>
                  <a:pt x="633602" y="199663"/>
                </a:cubicBezTo>
                <a:cubicBezTo>
                  <a:pt x="624747" y="199663"/>
                  <a:pt x="616678" y="198608"/>
                  <a:pt x="609394" y="196497"/>
                </a:cubicBezTo>
                <a:cubicBezTo>
                  <a:pt x="602110" y="194388"/>
                  <a:pt x="596897" y="191546"/>
                  <a:pt x="593755" y="187971"/>
                </a:cubicBezTo>
                <a:cubicBezTo>
                  <a:pt x="590613" y="184396"/>
                  <a:pt x="589042" y="180714"/>
                  <a:pt x="589042" y="176925"/>
                </a:cubicBezTo>
                <a:cubicBezTo>
                  <a:pt x="589042" y="173849"/>
                  <a:pt x="590060" y="170649"/>
                  <a:pt x="592095" y="167324"/>
                </a:cubicBezTo>
                <a:cubicBezTo>
                  <a:pt x="594130" y="163999"/>
                  <a:pt x="596683" y="161264"/>
                  <a:pt x="599754" y="159120"/>
                </a:cubicBezTo>
                <a:cubicBezTo>
                  <a:pt x="601682" y="157761"/>
                  <a:pt x="607145" y="154543"/>
                  <a:pt x="616142" y="149466"/>
                </a:cubicBezTo>
                <a:cubicBezTo>
                  <a:pt x="612858" y="146891"/>
                  <a:pt x="611215" y="144066"/>
                  <a:pt x="611215" y="140991"/>
                </a:cubicBezTo>
                <a:cubicBezTo>
                  <a:pt x="611215" y="138132"/>
                  <a:pt x="612661" y="135094"/>
                  <a:pt x="615553" y="131876"/>
                </a:cubicBezTo>
                <a:cubicBezTo>
                  <a:pt x="618445" y="128656"/>
                  <a:pt x="624569" y="125115"/>
                  <a:pt x="633924" y="121255"/>
                </a:cubicBezTo>
                <a:cubicBezTo>
                  <a:pt x="626068" y="119755"/>
                  <a:pt x="619838" y="116470"/>
                  <a:pt x="615232" y="111400"/>
                </a:cubicBezTo>
                <a:cubicBezTo>
                  <a:pt x="610626" y="106330"/>
                  <a:pt x="608323" y="100688"/>
                  <a:pt x="608323" y="94476"/>
                </a:cubicBezTo>
                <a:cubicBezTo>
                  <a:pt x="608323" y="84336"/>
                  <a:pt x="612768" y="75266"/>
                  <a:pt x="621659" y="67268"/>
                </a:cubicBezTo>
                <a:cubicBezTo>
                  <a:pt x="630549" y="59271"/>
                  <a:pt x="642386" y="55272"/>
                  <a:pt x="657168" y="55272"/>
                </a:cubicBezTo>
                <a:cubicBezTo>
                  <a:pt x="662523" y="55272"/>
                  <a:pt x="666915" y="55807"/>
                  <a:pt x="670343" y="56878"/>
                </a:cubicBezTo>
                <a:cubicBezTo>
                  <a:pt x="673771" y="57949"/>
                  <a:pt x="677091" y="59628"/>
                  <a:pt x="680305" y="61913"/>
                </a:cubicBezTo>
                <a:lnTo>
                  <a:pt x="709226" y="61913"/>
                </a:lnTo>
                <a:moveTo>
                  <a:pt x="672057" y="78733"/>
                </a:moveTo>
                <a:cubicBezTo>
                  <a:pt x="672057" y="73052"/>
                  <a:pt x="670468" y="68578"/>
                  <a:pt x="667290" y="65314"/>
                </a:cubicBezTo>
                <a:cubicBezTo>
                  <a:pt x="664112" y="62047"/>
                  <a:pt x="659953" y="60413"/>
                  <a:pt x="654811" y="60413"/>
                </a:cubicBezTo>
                <a:cubicBezTo>
                  <a:pt x="646742" y="60413"/>
                  <a:pt x="640083" y="64442"/>
                  <a:pt x="634834" y="72500"/>
                </a:cubicBezTo>
                <a:cubicBezTo>
                  <a:pt x="629585" y="80559"/>
                  <a:pt x="626961" y="88955"/>
                  <a:pt x="626961" y="97689"/>
                </a:cubicBezTo>
                <a:cubicBezTo>
                  <a:pt x="626961" y="103157"/>
                  <a:pt x="628639" y="107630"/>
                  <a:pt x="631995" y="111109"/>
                </a:cubicBezTo>
                <a:cubicBezTo>
                  <a:pt x="635352" y="114588"/>
                  <a:pt x="639422" y="116327"/>
                  <a:pt x="644207" y="116327"/>
                </a:cubicBezTo>
                <a:cubicBezTo>
                  <a:pt x="647991" y="116327"/>
                  <a:pt x="651651" y="115299"/>
                  <a:pt x="655186" y="113241"/>
                </a:cubicBezTo>
                <a:cubicBezTo>
                  <a:pt x="658721" y="111181"/>
                  <a:pt x="661702" y="108341"/>
                  <a:pt x="664130" y="104719"/>
                </a:cubicBezTo>
                <a:cubicBezTo>
                  <a:pt x="666558" y="101097"/>
                  <a:pt x="668486" y="96482"/>
                  <a:pt x="669914" y="90874"/>
                </a:cubicBezTo>
                <a:cubicBezTo>
                  <a:pt x="671343" y="85264"/>
                  <a:pt x="672057" y="81217"/>
                  <a:pt x="672057" y="78733"/>
                </a:cubicBezTo>
                <a:moveTo>
                  <a:pt x="620748" y="152254"/>
                </a:moveTo>
                <a:cubicBezTo>
                  <a:pt x="614964" y="154901"/>
                  <a:pt x="610590" y="158299"/>
                  <a:pt x="607627" y="162447"/>
                </a:cubicBezTo>
                <a:cubicBezTo>
                  <a:pt x="604663" y="166596"/>
                  <a:pt x="603181" y="170672"/>
                  <a:pt x="603181" y="174675"/>
                </a:cubicBezTo>
                <a:cubicBezTo>
                  <a:pt x="603181" y="179397"/>
                  <a:pt x="605324" y="183296"/>
                  <a:pt x="609608" y="186371"/>
                </a:cubicBezTo>
                <a:cubicBezTo>
                  <a:pt x="615750" y="190805"/>
                  <a:pt x="624747" y="193022"/>
                  <a:pt x="636601" y="193022"/>
                </a:cubicBezTo>
                <a:cubicBezTo>
                  <a:pt x="646813" y="193022"/>
                  <a:pt x="655543" y="191287"/>
                  <a:pt x="662791" y="187817"/>
                </a:cubicBezTo>
                <a:cubicBezTo>
                  <a:pt x="670039" y="184349"/>
                  <a:pt x="673663" y="179861"/>
                  <a:pt x="673663" y="174354"/>
                </a:cubicBezTo>
                <a:cubicBezTo>
                  <a:pt x="673663" y="171564"/>
                  <a:pt x="672324" y="168918"/>
                  <a:pt x="669647" y="166414"/>
                </a:cubicBezTo>
                <a:cubicBezTo>
                  <a:pt x="666969" y="163910"/>
                  <a:pt x="661774" y="161871"/>
                  <a:pt x="654061" y="160298"/>
                </a:cubicBezTo>
                <a:cubicBezTo>
                  <a:pt x="649848" y="159441"/>
                  <a:pt x="638744" y="156760"/>
                  <a:pt x="620748" y="152254"/>
                </a:cubicBezTo>
                <a:close/>
                <a:moveTo>
                  <a:pt x="731633" y="112043"/>
                </a:moveTo>
                <a:cubicBezTo>
                  <a:pt x="731133" y="115602"/>
                  <a:pt x="730884" y="118556"/>
                  <a:pt x="730884" y="120903"/>
                </a:cubicBezTo>
                <a:cubicBezTo>
                  <a:pt x="730884" y="127236"/>
                  <a:pt x="733133" y="132628"/>
                  <a:pt x="737632" y="137078"/>
                </a:cubicBezTo>
                <a:cubicBezTo>
                  <a:pt x="742131" y="141525"/>
                  <a:pt x="747594" y="143749"/>
                  <a:pt x="754020" y="143749"/>
                </a:cubicBezTo>
                <a:cubicBezTo>
                  <a:pt x="759162" y="143749"/>
                  <a:pt x="764107" y="142699"/>
                  <a:pt x="768856" y="140599"/>
                </a:cubicBezTo>
                <a:cubicBezTo>
                  <a:pt x="773605" y="138497"/>
                  <a:pt x="780657" y="133850"/>
                  <a:pt x="790011" y="126657"/>
                </a:cubicBezTo>
                <a:lnTo>
                  <a:pt x="792261" y="129764"/>
                </a:lnTo>
                <a:cubicBezTo>
                  <a:pt x="775336" y="146514"/>
                  <a:pt x="759198" y="154889"/>
                  <a:pt x="743845" y="154889"/>
                </a:cubicBezTo>
                <a:cubicBezTo>
                  <a:pt x="733419" y="154889"/>
                  <a:pt x="725563" y="151601"/>
                  <a:pt x="720279" y="145024"/>
                </a:cubicBezTo>
                <a:cubicBezTo>
                  <a:pt x="714995" y="138448"/>
                  <a:pt x="712353" y="131192"/>
                  <a:pt x="712353" y="123256"/>
                </a:cubicBezTo>
                <a:cubicBezTo>
                  <a:pt x="712353" y="112605"/>
                  <a:pt x="715637" y="101704"/>
                  <a:pt x="722207" y="90553"/>
                </a:cubicBezTo>
                <a:cubicBezTo>
                  <a:pt x="728777" y="79399"/>
                  <a:pt x="737025" y="70731"/>
                  <a:pt x="746951" y="64547"/>
                </a:cubicBezTo>
                <a:cubicBezTo>
                  <a:pt x="756877" y="58363"/>
                  <a:pt x="767089" y="55272"/>
                  <a:pt x="777586" y="55272"/>
                </a:cubicBezTo>
                <a:cubicBezTo>
                  <a:pt x="785155" y="55272"/>
                  <a:pt x="790761" y="56812"/>
                  <a:pt x="794403" y="59894"/>
                </a:cubicBezTo>
                <a:cubicBezTo>
                  <a:pt x="798045" y="62976"/>
                  <a:pt x="799866" y="66632"/>
                  <a:pt x="799866" y="70864"/>
                </a:cubicBezTo>
                <a:cubicBezTo>
                  <a:pt x="799866" y="76813"/>
                  <a:pt x="797509" y="82511"/>
                  <a:pt x="792796" y="87958"/>
                </a:cubicBezTo>
                <a:cubicBezTo>
                  <a:pt x="786584" y="95055"/>
                  <a:pt x="777443" y="100789"/>
                  <a:pt x="765375" y="105161"/>
                </a:cubicBezTo>
                <a:cubicBezTo>
                  <a:pt x="757377" y="108100"/>
                  <a:pt x="746130" y="110394"/>
                  <a:pt x="731633" y="112043"/>
                </a:cubicBezTo>
                <a:moveTo>
                  <a:pt x="732383" y="106687"/>
                </a:moveTo>
                <a:cubicBezTo>
                  <a:pt x="742952" y="105471"/>
                  <a:pt x="751557" y="103395"/>
                  <a:pt x="758198" y="100461"/>
                </a:cubicBezTo>
                <a:cubicBezTo>
                  <a:pt x="766981" y="96524"/>
                  <a:pt x="773569" y="91818"/>
                  <a:pt x="777961" y="86342"/>
                </a:cubicBezTo>
                <a:cubicBezTo>
                  <a:pt x="782352" y="80865"/>
                  <a:pt x="784548" y="75658"/>
                  <a:pt x="784548" y="70720"/>
                </a:cubicBezTo>
                <a:cubicBezTo>
                  <a:pt x="784548" y="67714"/>
                  <a:pt x="783602" y="65280"/>
                  <a:pt x="781710" y="63419"/>
                </a:cubicBezTo>
                <a:cubicBezTo>
                  <a:pt x="779817" y="61558"/>
                  <a:pt x="777122" y="60627"/>
                  <a:pt x="773623" y="60627"/>
                </a:cubicBezTo>
                <a:cubicBezTo>
                  <a:pt x="766339" y="60627"/>
                  <a:pt x="758609" y="64510"/>
                  <a:pt x="750432" y="72276"/>
                </a:cubicBezTo>
                <a:cubicBezTo>
                  <a:pt x="742256" y="80042"/>
                  <a:pt x="736239" y="91512"/>
                  <a:pt x="732383" y="106687"/>
                </a:cubicBezTo>
                <a:close/>
                <a:moveTo>
                  <a:pt x="882595" y="55272"/>
                </a:moveTo>
                <a:lnTo>
                  <a:pt x="876061" y="88263"/>
                </a:lnTo>
                <a:lnTo>
                  <a:pt x="872098" y="88263"/>
                </a:lnTo>
                <a:cubicBezTo>
                  <a:pt x="871741" y="78618"/>
                  <a:pt x="869705" y="71601"/>
                  <a:pt x="865992" y="67212"/>
                </a:cubicBezTo>
                <a:cubicBezTo>
                  <a:pt x="862279" y="62822"/>
                  <a:pt x="857673" y="60627"/>
                  <a:pt x="852174" y="60627"/>
                </a:cubicBezTo>
                <a:cubicBezTo>
                  <a:pt x="847747" y="60627"/>
                  <a:pt x="844230" y="61845"/>
                  <a:pt x="841623" y="64279"/>
                </a:cubicBezTo>
                <a:cubicBezTo>
                  <a:pt x="839017" y="66712"/>
                  <a:pt x="837714" y="69645"/>
                  <a:pt x="837714" y="73079"/>
                </a:cubicBezTo>
                <a:cubicBezTo>
                  <a:pt x="837714" y="75443"/>
                  <a:pt x="838231" y="77698"/>
                  <a:pt x="839267" y="79844"/>
                </a:cubicBezTo>
                <a:cubicBezTo>
                  <a:pt x="840302" y="81991"/>
                  <a:pt x="842570" y="84997"/>
                  <a:pt x="846069" y="88862"/>
                </a:cubicBezTo>
                <a:cubicBezTo>
                  <a:pt x="855352" y="99027"/>
                  <a:pt x="861350" y="106686"/>
                  <a:pt x="864064" y="111839"/>
                </a:cubicBezTo>
                <a:cubicBezTo>
                  <a:pt x="866778" y="116991"/>
                  <a:pt x="868134" y="121858"/>
                  <a:pt x="868134" y="126440"/>
                </a:cubicBezTo>
                <a:cubicBezTo>
                  <a:pt x="868134" y="133882"/>
                  <a:pt x="865046" y="140484"/>
                  <a:pt x="858869" y="146246"/>
                </a:cubicBezTo>
                <a:cubicBezTo>
                  <a:pt x="852692" y="152008"/>
                  <a:pt x="844890" y="154889"/>
                  <a:pt x="835464" y="154889"/>
                </a:cubicBezTo>
                <a:cubicBezTo>
                  <a:pt x="830323" y="154889"/>
                  <a:pt x="824396" y="153675"/>
                  <a:pt x="817683" y="151247"/>
                </a:cubicBezTo>
                <a:cubicBezTo>
                  <a:pt x="815327" y="150390"/>
                  <a:pt x="813506" y="149962"/>
                  <a:pt x="812220" y="149962"/>
                </a:cubicBezTo>
                <a:cubicBezTo>
                  <a:pt x="809007" y="149962"/>
                  <a:pt x="806579" y="151604"/>
                  <a:pt x="804936" y="154889"/>
                </a:cubicBezTo>
                <a:lnTo>
                  <a:pt x="800973" y="154889"/>
                </a:lnTo>
                <a:lnTo>
                  <a:pt x="807507" y="119969"/>
                </a:lnTo>
                <a:lnTo>
                  <a:pt x="811470" y="119969"/>
                </a:lnTo>
                <a:cubicBezTo>
                  <a:pt x="811899" y="130902"/>
                  <a:pt x="814148" y="138634"/>
                  <a:pt x="818219" y="143166"/>
                </a:cubicBezTo>
                <a:cubicBezTo>
                  <a:pt x="822289" y="147697"/>
                  <a:pt x="827859" y="149962"/>
                  <a:pt x="834929" y="149962"/>
                </a:cubicBezTo>
                <a:cubicBezTo>
                  <a:pt x="840356" y="149962"/>
                  <a:pt x="844658" y="148443"/>
                  <a:pt x="847836" y="145406"/>
                </a:cubicBezTo>
                <a:cubicBezTo>
                  <a:pt x="851014" y="142366"/>
                  <a:pt x="852603" y="138631"/>
                  <a:pt x="852603" y="134199"/>
                </a:cubicBezTo>
                <a:cubicBezTo>
                  <a:pt x="852603" y="131338"/>
                  <a:pt x="852031" y="128692"/>
                  <a:pt x="850889" y="126262"/>
                </a:cubicBezTo>
                <a:cubicBezTo>
                  <a:pt x="848889" y="121973"/>
                  <a:pt x="844694" y="116039"/>
                  <a:pt x="838303" y="108461"/>
                </a:cubicBezTo>
                <a:cubicBezTo>
                  <a:pt x="831912" y="100883"/>
                  <a:pt x="827805" y="95199"/>
                  <a:pt x="825984" y="91410"/>
                </a:cubicBezTo>
                <a:cubicBezTo>
                  <a:pt x="824164" y="87620"/>
                  <a:pt x="823253" y="83831"/>
                  <a:pt x="823253" y="80042"/>
                </a:cubicBezTo>
                <a:cubicBezTo>
                  <a:pt x="823253" y="73108"/>
                  <a:pt x="825770" y="67247"/>
                  <a:pt x="830805" y="62458"/>
                </a:cubicBezTo>
                <a:cubicBezTo>
                  <a:pt x="835839" y="57667"/>
                  <a:pt x="842320" y="55272"/>
                  <a:pt x="850246" y="55272"/>
                </a:cubicBezTo>
                <a:cubicBezTo>
                  <a:pt x="852531" y="55272"/>
                  <a:pt x="854602" y="55453"/>
                  <a:pt x="856459" y="55817"/>
                </a:cubicBezTo>
                <a:cubicBezTo>
                  <a:pt x="857459" y="56036"/>
                  <a:pt x="859797" y="56857"/>
                  <a:pt x="863475" y="58281"/>
                </a:cubicBezTo>
                <a:cubicBezTo>
                  <a:pt x="867153" y="59702"/>
                  <a:pt x="869598" y="60413"/>
                  <a:pt x="870812" y="60413"/>
                </a:cubicBezTo>
                <a:cubicBezTo>
                  <a:pt x="873883" y="60413"/>
                  <a:pt x="876454" y="58699"/>
                  <a:pt x="878525" y="55272"/>
                </a:cubicBezTo>
                <a:lnTo>
                  <a:pt x="882595" y="55272"/>
                </a:lnTo>
                <a:close/>
                <a:moveTo>
                  <a:pt x="998637" y="28921"/>
                </a:moveTo>
                <a:lnTo>
                  <a:pt x="990282" y="57842"/>
                </a:lnTo>
                <a:lnTo>
                  <a:pt x="1007099" y="57842"/>
                </a:lnTo>
                <a:lnTo>
                  <a:pt x="1005278" y="64698"/>
                </a:lnTo>
                <a:lnTo>
                  <a:pt x="988568" y="64698"/>
                </a:lnTo>
                <a:lnTo>
                  <a:pt x="970145" y="127906"/>
                </a:lnTo>
                <a:cubicBezTo>
                  <a:pt x="968145" y="134701"/>
                  <a:pt x="967145" y="139101"/>
                  <a:pt x="967145" y="141104"/>
                </a:cubicBezTo>
                <a:cubicBezTo>
                  <a:pt x="967145" y="142316"/>
                  <a:pt x="967431" y="143242"/>
                  <a:pt x="968002" y="143883"/>
                </a:cubicBezTo>
                <a:cubicBezTo>
                  <a:pt x="968573" y="144523"/>
                  <a:pt x="969252" y="144843"/>
                  <a:pt x="970037" y="144843"/>
                </a:cubicBezTo>
                <a:cubicBezTo>
                  <a:pt x="971823" y="144843"/>
                  <a:pt x="974179" y="143597"/>
                  <a:pt x="977107" y="141104"/>
                </a:cubicBezTo>
                <a:cubicBezTo>
                  <a:pt x="978821" y="139676"/>
                  <a:pt x="982641" y="135285"/>
                  <a:pt x="988568" y="127929"/>
                </a:cubicBezTo>
                <a:lnTo>
                  <a:pt x="992103" y="130607"/>
                </a:lnTo>
                <a:cubicBezTo>
                  <a:pt x="985533" y="140169"/>
                  <a:pt x="979321" y="146910"/>
                  <a:pt x="973465" y="150829"/>
                </a:cubicBezTo>
                <a:cubicBezTo>
                  <a:pt x="969466" y="153535"/>
                  <a:pt x="965431" y="154889"/>
                  <a:pt x="961361" y="154889"/>
                </a:cubicBezTo>
                <a:cubicBezTo>
                  <a:pt x="958219" y="154889"/>
                  <a:pt x="955648" y="153907"/>
                  <a:pt x="953649" y="151943"/>
                </a:cubicBezTo>
                <a:cubicBezTo>
                  <a:pt x="951649" y="149979"/>
                  <a:pt x="950650" y="147462"/>
                  <a:pt x="950650" y="144392"/>
                </a:cubicBezTo>
                <a:cubicBezTo>
                  <a:pt x="950650" y="140535"/>
                  <a:pt x="951792" y="134644"/>
                  <a:pt x="954077" y="126718"/>
                </a:cubicBezTo>
                <a:lnTo>
                  <a:pt x="971965" y="64698"/>
                </a:lnTo>
                <a:lnTo>
                  <a:pt x="955791" y="64698"/>
                </a:lnTo>
                <a:lnTo>
                  <a:pt x="956862" y="60453"/>
                </a:lnTo>
                <a:cubicBezTo>
                  <a:pt x="964717" y="58286"/>
                  <a:pt x="971251" y="55086"/>
                  <a:pt x="976464" y="50853"/>
                </a:cubicBezTo>
                <a:cubicBezTo>
                  <a:pt x="981677" y="46620"/>
                  <a:pt x="987497" y="39309"/>
                  <a:pt x="993924" y="28921"/>
                </a:cubicBezTo>
                <a:lnTo>
                  <a:pt x="998637" y="28921"/>
                </a:lnTo>
                <a:close/>
                <a:moveTo>
                  <a:pt x="1067891" y="0"/>
                </a:moveTo>
                <a:lnTo>
                  <a:pt x="1037792" y="103711"/>
                </a:lnTo>
                <a:cubicBezTo>
                  <a:pt x="1050789" y="84221"/>
                  <a:pt x="1060929" y="71275"/>
                  <a:pt x="1068213" y="64875"/>
                </a:cubicBezTo>
                <a:cubicBezTo>
                  <a:pt x="1075497" y="58473"/>
                  <a:pt x="1082459" y="55272"/>
                  <a:pt x="1089100" y="55272"/>
                </a:cubicBezTo>
                <a:cubicBezTo>
                  <a:pt x="1092528" y="55272"/>
                  <a:pt x="1095384" y="56461"/>
                  <a:pt x="1097669" y="58840"/>
                </a:cubicBezTo>
                <a:cubicBezTo>
                  <a:pt x="1099955" y="61216"/>
                  <a:pt x="1101097" y="64386"/>
                  <a:pt x="1101097" y="68350"/>
                </a:cubicBezTo>
                <a:cubicBezTo>
                  <a:pt x="1101097" y="73063"/>
                  <a:pt x="1100097" y="78774"/>
                  <a:pt x="1098098" y="85485"/>
                </a:cubicBezTo>
                <a:lnTo>
                  <a:pt x="1085030" y="130359"/>
                </a:lnTo>
                <a:cubicBezTo>
                  <a:pt x="1083387" y="135787"/>
                  <a:pt x="1082566" y="138786"/>
                  <a:pt x="1082566" y="139357"/>
                </a:cubicBezTo>
                <a:cubicBezTo>
                  <a:pt x="1082566" y="140357"/>
                  <a:pt x="1082870" y="141178"/>
                  <a:pt x="1083477" y="141821"/>
                </a:cubicBezTo>
                <a:cubicBezTo>
                  <a:pt x="1084084" y="142463"/>
                  <a:pt x="1084780" y="142785"/>
                  <a:pt x="1085565" y="142785"/>
                </a:cubicBezTo>
                <a:cubicBezTo>
                  <a:pt x="1086494" y="142785"/>
                  <a:pt x="1087565" y="142321"/>
                  <a:pt x="1088779" y="141392"/>
                </a:cubicBezTo>
                <a:cubicBezTo>
                  <a:pt x="1092849" y="138250"/>
                  <a:pt x="1096884" y="133894"/>
                  <a:pt x="1100883" y="128324"/>
                </a:cubicBezTo>
                <a:lnTo>
                  <a:pt x="1104203" y="130359"/>
                </a:lnTo>
                <a:cubicBezTo>
                  <a:pt x="1101776" y="134144"/>
                  <a:pt x="1098401" y="138304"/>
                  <a:pt x="1094081" y="142838"/>
                </a:cubicBezTo>
                <a:cubicBezTo>
                  <a:pt x="1089761" y="147373"/>
                  <a:pt x="1086047" y="150515"/>
                  <a:pt x="1082941" y="152265"/>
                </a:cubicBezTo>
                <a:cubicBezTo>
                  <a:pt x="1079835" y="154014"/>
                  <a:pt x="1077068" y="154889"/>
                  <a:pt x="1074640" y="154889"/>
                </a:cubicBezTo>
                <a:cubicBezTo>
                  <a:pt x="1071997" y="154889"/>
                  <a:pt x="1069837" y="154050"/>
                  <a:pt x="1068159" y="152372"/>
                </a:cubicBezTo>
                <a:cubicBezTo>
                  <a:pt x="1066481" y="150694"/>
                  <a:pt x="1065642" y="148533"/>
                  <a:pt x="1065642" y="145891"/>
                </a:cubicBezTo>
                <a:cubicBezTo>
                  <a:pt x="1065642" y="142749"/>
                  <a:pt x="1066892" y="136893"/>
                  <a:pt x="1069391" y="128324"/>
                </a:cubicBezTo>
                <a:lnTo>
                  <a:pt x="1081709" y="85478"/>
                </a:lnTo>
                <a:cubicBezTo>
                  <a:pt x="1083280" y="80122"/>
                  <a:pt x="1084066" y="75909"/>
                  <a:pt x="1084066" y="72838"/>
                </a:cubicBezTo>
                <a:cubicBezTo>
                  <a:pt x="1084066" y="71410"/>
                  <a:pt x="1083619" y="70268"/>
                  <a:pt x="1082727" y="69411"/>
                </a:cubicBezTo>
                <a:cubicBezTo>
                  <a:pt x="1081834" y="68554"/>
                  <a:pt x="1080674" y="68125"/>
                  <a:pt x="1079246" y="68125"/>
                </a:cubicBezTo>
                <a:cubicBezTo>
                  <a:pt x="1077175" y="68125"/>
                  <a:pt x="1074818" y="68911"/>
                  <a:pt x="1072176" y="70482"/>
                </a:cubicBezTo>
                <a:cubicBezTo>
                  <a:pt x="1067320" y="73481"/>
                  <a:pt x="1061714" y="79052"/>
                  <a:pt x="1055359" y="87195"/>
                </a:cubicBezTo>
                <a:cubicBezTo>
                  <a:pt x="1053645" y="89409"/>
                  <a:pt x="1047932" y="98338"/>
                  <a:pt x="1038220" y="113981"/>
                </a:cubicBezTo>
                <a:cubicBezTo>
                  <a:pt x="1035221" y="118980"/>
                  <a:pt x="1032758" y="124432"/>
                  <a:pt x="1030829" y="130339"/>
                </a:cubicBezTo>
                <a:lnTo>
                  <a:pt x="1023974" y="152318"/>
                </a:lnTo>
                <a:lnTo>
                  <a:pt x="1007907" y="152318"/>
                </a:lnTo>
                <a:lnTo>
                  <a:pt x="1043148" y="29564"/>
                </a:lnTo>
                <a:lnTo>
                  <a:pt x="1046897" y="16355"/>
                </a:lnTo>
                <a:cubicBezTo>
                  <a:pt x="1046897" y="14510"/>
                  <a:pt x="1046129" y="12876"/>
                  <a:pt x="1044594" y="11455"/>
                </a:cubicBezTo>
                <a:cubicBezTo>
                  <a:pt x="1043058" y="10031"/>
                  <a:pt x="1041184" y="9319"/>
                  <a:pt x="1038970" y="9319"/>
                </a:cubicBezTo>
                <a:cubicBezTo>
                  <a:pt x="1037685" y="9319"/>
                  <a:pt x="1035721" y="9533"/>
                  <a:pt x="1033079" y="9962"/>
                </a:cubicBezTo>
                <a:lnTo>
                  <a:pt x="1030829" y="10283"/>
                </a:lnTo>
                <a:lnTo>
                  <a:pt x="1030829" y="5998"/>
                </a:lnTo>
                <a:lnTo>
                  <a:pt x="1067891" y="0"/>
                </a:lnTo>
                <a:close/>
                <a:moveTo>
                  <a:pt x="1217017" y="55272"/>
                </a:moveTo>
                <a:lnTo>
                  <a:pt x="1196129" y="128006"/>
                </a:lnTo>
                <a:lnTo>
                  <a:pt x="1193773" y="137781"/>
                </a:lnTo>
                <a:cubicBezTo>
                  <a:pt x="1193558" y="138698"/>
                  <a:pt x="1193451" y="139473"/>
                  <a:pt x="1193451" y="140107"/>
                </a:cubicBezTo>
                <a:cubicBezTo>
                  <a:pt x="1193451" y="141250"/>
                  <a:pt x="1193808" y="142249"/>
                  <a:pt x="1194522" y="143106"/>
                </a:cubicBezTo>
                <a:cubicBezTo>
                  <a:pt x="1195094" y="143749"/>
                  <a:pt x="1195808" y="144070"/>
                  <a:pt x="1196665" y="144070"/>
                </a:cubicBezTo>
                <a:cubicBezTo>
                  <a:pt x="1197593" y="144070"/>
                  <a:pt x="1198807" y="143499"/>
                  <a:pt x="1200307" y="142356"/>
                </a:cubicBezTo>
                <a:cubicBezTo>
                  <a:pt x="1203092" y="140285"/>
                  <a:pt x="1206805" y="136001"/>
                  <a:pt x="1211447" y="129503"/>
                </a:cubicBezTo>
                <a:lnTo>
                  <a:pt x="1215089" y="132073"/>
                </a:lnTo>
                <a:cubicBezTo>
                  <a:pt x="1210161" y="139500"/>
                  <a:pt x="1205091" y="145159"/>
                  <a:pt x="1199878" y="149051"/>
                </a:cubicBezTo>
                <a:cubicBezTo>
                  <a:pt x="1194665" y="152943"/>
                  <a:pt x="1189845" y="154889"/>
                  <a:pt x="1185418" y="154889"/>
                </a:cubicBezTo>
                <a:cubicBezTo>
                  <a:pt x="1182347" y="154889"/>
                  <a:pt x="1180044" y="154121"/>
                  <a:pt x="1178509" y="152586"/>
                </a:cubicBezTo>
                <a:cubicBezTo>
                  <a:pt x="1176973" y="151051"/>
                  <a:pt x="1176206" y="148819"/>
                  <a:pt x="1176206" y="145891"/>
                </a:cubicBezTo>
                <a:cubicBezTo>
                  <a:pt x="1176206" y="142392"/>
                  <a:pt x="1176991" y="137786"/>
                  <a:pt x="1178562" y="132073"/>
                </a:cubicBezTo>
                <a:lnTo>
                  <a:pt x="1180812" y="123775"/>
                </a:lnTo>
                <a:cubicBezTo>
                  <a:pt x="1171457" y="136091"/>
                  <a:pt x="1162852" y="144698"/>
                  <a:pt x="1154997" y="149597"/>
                </a:cubicBezTo>
                <a:cubicBezTo>
                  <a:pt x="1149356" y="153125"/>
                  <a:pt x="1143821" y="154889"/>
                  <a:pt x="1138394" y="154889"/>
                </a:cubicBezTo>
                <a:cubicBezTo>
                  <a:pt x="1133181" y="154889"/>
                  <a:pt x="1128682" y="152726"/>
                  <a:pt x="1124897" y="148402"/>
                </a:cubicBezTo>
                <a:cubicBezTo>
                  <a:pt x="1121113" y="144077"/>
                  <a:pt x="1119220" y="138125"/>
                  <a:pt x="1119220" y="130547"/>
                </a:cubicBezTo>
                <a:cubicBezTo>
                  <a:pt x="1119220" y="119182"/>
                  <a:pt x="1122630" y="107190"/>
                  <a:pt x="1129450" y="94573"/>
                </a:cubicBezTo>
                <a:cubicBezTo>
                  <a:pt x="1136270" y="81956"/>
                  <a:pt x="1144928" y="71858"/>
                  <a:pt x="1155425" y="64279"/>
                </a:cubicBezTo>
                <a:cubicBezTo>
                  <a:pt x="1163638" y="58274"/>
                  <a:pt x="1171386" y="55272"/>
                  <a:pt x="1178669" y="55272"/>
                </a:cubicBezTo>
                <a:cubicBezTo>
                  <a:pt x="1183025" y="55272"/>
                  <a:pt x="1186650" y="56424"/>
                  <a:pt x="1189542" y="58729"/>
                </a:cubicBezTo>
                <a:cubicBezTo>
                  <a:pt x="1192434" y="61035"/>
                  <a:pt x="1194630" y="64852"/>
                  <a:pt x="1196129" y="70181"/>
                </a:cubicBezTo>
                <a:lnTo>
                  <a:pt x="1199985" y="57842"/>
                </a:lnTo>
                <a:lnTo>
                  <a:pt x="1217017" y="55272"/>
                </a:lnTo>
                <a:moveTo>
                  <a:pt x="1178884" y="60627"/>
                </a:moveTo>
                <a:cubicBezTo>
                  <a:pt x="1174313" y="60627"/>
                  <a:pt x="1169457" y="62779"/>
                  <a:pt x="1164316" y="67081"/>
                </a:cubicBezTo>
                <a:cubicBezTo>
                  <a:pt x="1157032" y="73173"/>
                  <a:pt x="1150552" y="82205"/>
                  <a:pt x="1144875" y="94178"/>
                </a:cubicBezTo>
                <a:cubicBezTo>
                  <a:pt x="1139197" y="106150"/>
                  <a:pt x="1136359" y="116976"/>
                  <a:pt x="1136359" y="126654"/>
                </a:cubicBezTo>
                <a:cubicBezTo>
                  <a:pt x="1136359" y="131530"/>
                  <a:pt x="1137573" y="135384"/>
                  <a:pt x="1140001" y="138216"/>
                </a:cubicBezTo>
                <a:cubicBezTo>
                  <a:pt x="1142429" y="141048"/>
                  <a:pt x="1145214" y="142463"/>
                  <a:pt x="1148356" y="142463"/>
                </a:cubicBezTo>
                <a:cubicBezTo>
                  <a:pt x="1156139" y="142463"/>
                  <a:pt x="1164602" y="136693"/>
                  <a:pt x="1173742" y="125151"/>
                </a:cubicBezTo>
                <a:cubicBezTo>
                  <a:pt x="1185953" y="109809"/>
                  <a:pt x="1192059" y="94072"/>
                  <a:pt x="1192059" y="77940"/>
                </a:cubicBezTo>
                <a:cubicBezTo>
                  <a:pt x="1192059" y="71848"/>
                  <a:pt x="1190881" y="67439"/>
                  <a:pt x="1188524" y="64714"/>
                </a:cubicBezTo>
                <a:cubicBezTo>
                  <a:pt x="1186167" y="61990"/>
                  <a:pt x="1182954" y="60627"/>
                  <a:pt x="1178884" y="60627"/>
                </a:cubicBezTo>
                <a:close/>
                <a:moveTo>
                  <a:pt x="1281628" y="28921"/>
                </a:moveTo>
                <a:lnTo>
                  <a:pt x="1273273" y="57842"/>
                </a:lnTo>
                <a:lnTo>
                  <a:pt x="1290090" y="57842"/>
                </a:lnTo>
                <a:lnTo>
                  <a:pt x="1288269" y="64698"/>
                </a:lnTo>
                <a:lnTo>
                  <a:pt x="1271559" y="64698"/>
                </a:lnTo>
                <a:lnTo>
                  <a:pt x="1253135" y="127906"/>
                </a:lnTo>
                <a:cubicBezTo>
                  <a:pt x="1251136" y="134701"/>
                  <a:pt x="1250136" y="139101"/>
                  <a:pt x="1250136" y="141104"/>
                </a:cubicBezTo>
                <a:cubicBezTo>
                  <a:pt x="1250136" y="142316"/>
                  <a:pt x="1250422" y="143242"/>
                  <a:pt x="1250993" y="143883"/>
                </a:cubicBezTo>
                <a:cubicBezTo>
                  <a:pt x="1251564" y="144523"/>
                  <a:pt x="1252243" y="144843"/>
                  <a:pt x="1253028" y="144843"/>
                </a:cubicBezTo>
                <a:cubicBezTo>
                  <a:pt x="1254813" y="144843"/>
                  <a:pt x="1257170" y="143597"/>
                  <a:pt x="1260098" y="141104"/>
                </a:cubicBezTo>
                <a:cubicBezTo>
                  <a:pt x="1261812" y="139676"/>
                  <a:pt x="1265632" y="135285"/>
                  <a:pt x="1271559" y="127929"/>
                </a:cubicBezTo>
                <a:lnTo>
                  <a:pt x="1275094" y="130607"/>
                </a:lnTo>
                <a:cubicBezTo>
                  <a:pt x="1268524" y="140169"/>
                  <a:pt x="1262312" y="146910"/>
                  <a:pt x="1256456" y="150829"/>
                </a:cubicBezTo>
                <a:cubicBezTo>
                  <a:pt x="1252457" y="153535"/>
                  <a:pt x="1248422" y="154889"/>
                  <a:pt x="1244352" y="154889"/>
                </a:cubicBezTo>
                <a:cubicBezTo>
                  <a:pt x="1241210" y="154889"/>
                  <a:pt x="1238639" y="153907"/>
                  <a:pt x="1236640" y="151943"/>
                </a:cubicBezTo>
                <a:cubicBezTo>
                  <a:pt x="1234640" y="149979"/>
                  <a:pt x="1233640" y="147462"/>
                  <a:pt x="1233640" y="144392"/>
                </a:cubicBezTo>
                <a:cubicBezTo>
                  <a:pt x="1233640" y="140535"/>
                  <a:pt x="1234783" y="134644"/>
                  <a:pt x="1237068" y="126718"/>
                </a:cubicBezTo>
                <a:lnTo>
                  <a:pt x="1254956" y="64698"/>
                </a:lnTo>
                <a:lnTo>
                  <a:pt x="1238782" y="64698"/>
                </a:lnTo>
                <a:lnTo>
                  <a:pt x="1239853" y="60453"/>
                </a:lnTo>
                <a:cubicBezTo>
                  <a:pt x="1247708" y="58286"/>
                  <a:pt x="1254242" y="55086"/>
                  <a:pt x="1259455" y="50853"/>
                </a:cubicBezTo>
                <a:cubicBezTo>
                  <a:pt x="1264668" y="46620"/>
                  <a:pt x="1270488" y="39309"/>
                  <a:pt x="1276915" y="28921"/>
                </a:cubicBezTo>
                <a:lnTo>
                  <a:pt x="1281628" y="28921"/>
                </a:lnTo>
                <a:close/>
                <a:moveTo>
                  <a:pt x="1438188" y="55272"/>
                </a:moveTo>
                <a:lnTo>
                  <a:pt x="1417301" y="128006"/>
                </a:lnTo>
                <a:lnTo>
                  <a:pt x="1414944" y="137781"/>
                </a:lnTo>
                <a:cubicBezTo>
                  <a:pt x="1414730" y="138698"/>
                  <a:pt x="1414623" y="139473"/>
                  <a:pt x="1414623" y="140107"/>
                </a:cubicBezTo>
                <a:cubicBezTo>
                  <a:pt x="1414623" y="141250"/>
                  <a:pt x="1414980" y="142249"/>
                  <a:pt x="1415694" y="143106"/>
                </a:cubicBezTo>
                <a:cubicBezTo>
                  <a:pt x="1416265" y="143749"/>
                  <a:pt x="1416980" y="144070"/>
                  <a:pt x="1417836" y="144070"/>
                </a:cubicBezTo>
                <a:cubicBezTo>
                  <a:pt x="1418765" y="144070"/>
                  <a:pt x="1419979" y="143499"/>
                  <a:pt x="1421478" y="142356"/>
                </a:cubicBezTo>
                <a:cubicBezTo>
                  <a:pt x="1424263" y="140285"/>
                  <a:pt x="1427977" y="136001"/>
                  <a:pt x="1432618" y="129503"/>
                </a:cubicBezTo>
                <a:lnTo>
                  <a:pt x="1436260" y="132073"/>
                </a:lnTo>
                <a:cubicBezTo>
                  <a:pt x="1431333" y="139500"/>
                  <a:pt x="1426263" y="145159"/>
                  <a:pt x="1421050" y="149051"/>
                </a:cubicBezTo>
                <a:cubicBezTo>
                  <a:pt x="1415837" y="152943"/>
                  <a:pt x="1411017" y="154889"/>
                  <a:pt x="1406589" y="154889"/>
                </a:cubicBezTo>
                <a:cubicBezTo>
                  <a:pt x="1403519" y="154889"/>
                  <a:pt x="1401216" y="154121"/>
                  <a:pt x="1399680" y="152586"/>
                </a:cubicBezTo>
                <a:cubicBezTo>
                  <a:pt x="1398145" y="151051"/>
                  <a:pt x="1397377" y="148819"/>
                  <a:pt x="1397377" y="145891"/>
                </a:cubicBezTo>
                <a:cubicBezTo>
                  <a:pt x="1397377" y="142392"/>
                  <a:pt x="1398163" y="137786"/>
                  <a:pt x="1399734" y="132073"/>
                </a:cubicBezTo>
                <a:lnTo>
                  <a:pt x="1401983" y="123775"/>
                </a:lnTo>
                <a:cubicBezTo>
                  <a:pt x="1392629" y="136091"/>
                  <a:pt x="1384024" y="144698"/>
                  <a:pt x="1376169" y="149597"/>
                </a:cubicBezTo>
                <a:cubicBezTo>
                  <a:pt x="1370527" y="153125"/>
                  <a:pt x="1364993" y="154889"/>
                  <a:pt x="1359566" y="154889"/>
                </a:cubicBezTo>
                <a:cubicBezTo>
                  <a:pt x="1354353" y="154889"/>
                  <a:pt x="1349854" y="152726"/>
                  <a:pt x="1346069" y="148402"/>
                </a:cubicBezTo>
                <a:cubicBezTo>
                  <a:pt x="1342284" y="144077"/>
                  <a:pt x="1340392" y="138125"/>
                  <a:pt x="1340392" y="130547"/>
                </a:cubicBezTo>
                <a:cubicBezTo>
                  <a:pt x="1340392" y="119182"/>
                  <a:pt x="1343802" y="107190"/>
                  <a:pt x="1350622" y="94573"/>
                </a:cubicBezTo>
                <a:cubicBezTo>
                  <a:pt x="1357441" y="81956"/>
                  <a:pt x="1366100" y="71858"/>
                  <a:pt x="1376597" y="64279"/>
                </a:cubicBezTo>
                <a:cubicBezTo>
                  <a:pt x="1384809" y="58274"/>
                  <a:pt x="1392557" y="55272"/>
                  <a:pt x="1399841" y="55272"/>
                </a:cubicBezTo>
                <a:cubicBezTo>
                  <a:pt x="1404197" y="55272"/>
                  <a:pt x="1407821" y="56424"/>
                  <a:pt x="1410713" y="58729"/>
                </a:cubicBezTo>
                <a:cubicBezTo>
                  <a:pt x="1413605" y="61035"/>
                  <a:pt x="1415801" y="64852"/>
                  <a:pt x="1417301" y="70181"/>
                </a:cubicBezTo>
                <a:lnTo>
                  <a:pt x="1421157" y="57842"/>
                </a:lnTo>
                <a:lnTo>
                  <a:pt x="1438188" y="55272"/>
                </a:lnTo>
                <a:moveTo>
                  <a:pt x="1400055" y="60627"/>
                </a:moveTo>
                <a:cubicBezTo>
                  <a:pt x="1395485" y="60627"/>
                  <a:pt x="1390629" y="62779"/>
                  <a:pt x="1385488" y="67081"/>
                </a:cubicBezTo>
                <a:cubicBezTo>
                  <a:pt x="1378204" y="73173"/>
                  <a:pt x="1371723" y="82205"/>
                  <a:pt x="1366046" y="94178"/>
                </a:cubicBezTo>
                <a:cubicBezTo>
                  <a:pt x="1360369" y="106150"/>
                  <a:pt x="1357530" y="116976"/>
                  <a:pt x="1357530" y="126654"/>
                </a:cubicBezTo>
                <a:cubicBezTo>
                  <a:pt x="1357530" y="131530"/>
                  <a:pt x="1358744" y="135384"/>
                  <a:pt x="1361172" y="138216"/>
                </a:cubicBezTo>
                <a:cubicBezTo>
                  <a:pt x="1363600" y="141048"/>
                  <a:pt x="1366385" y="142463"/>
                  <a:pt x="1369527" y="142463"/>
                </a:cubicBezTo>
                <a:cubicBezTo>
                  <a:pt x="1377311" y="142463"/>
                  <a:pt x="1385773" y="136693"/>
                  <a:pt x="1394914" y="125151"/>
                </a:cubicBezTo>
                <a:cubicBezTo>
                  <a:pt x="1407125" y="109809"/>
                  <a:pt x="1413230" y="94072"/>
                  <a:pt x="1413230" y="77940"/>
                </a:cubicBezTo>
                <a:cubicBezTo>
                  <a:pt x="1413230" y="71848"/>
                  <a:pt x="1412052" y="67439"/>
                  <a:pt x="1409696" y="64714"/>
                </a:cubicBezTo>
                <a:cubicBezTo>
                  <a:pt x="1407339" y="61990"/>
                  <a:pt x="1404126" y="60627"/>
                  <a:pt x="1400055" y="60627"/>
                </a:cubicBezTo>
                <a:close/>
                <a:moveTo>
                  <a:pt x="1457276" y="61270"/>
                </a:moveTo>
                <a:lnTo>
                  <a:pt x="1494230" y="55272"/>
                </a:lnTo>
                <a:lnTo>
                  <a:pt x="1478806" y="107437"/>
                </a:lnTo>
                <a:cubicBezTo>
                  <a:pt x="1491303" y="86040"/>
                  <a:pt x="1502657" y="71084"/>
                  <a:pt x="1512869" y="62569"/>
                </a:cubicBezTo>
                <a:cubicBezTo>
                  <a:pt x="1518653" y="57704"/>
                  <a:pt x="1523366" y="55272"/>
                  <a:pt x="1527008" y="55272"/>
                </a:cubicBezTo>
                <a:cubicBezTo>
                  <a:pt x="1529364" y="55272"/>
                  <a:pt x="1531221" y="55971"/>
                  <a:pt x="1532578" y="57370"/>
                </a:cubicBezTo>
                <a:cubicBezTo>
                  <a:pt x="1533935" y="58767"/>
                  <a:pt x="1534613" y="60792"/>
                  <a:pt x="1534613" y="63446"/>
                </a:cubicBezTo>
                <a:cubicBezTo>
                  <a:pt x="1534613" y="68177"/>
                  <a:pt x="1533399" y="72693"/>
                  <a:pt x="1530971" y="76996"/>
                </a:cubicBezTo>
                <a:cubicBezTo>
                  <a:pt x="1529257" y="80223"/>
                  <a:pt x="1526794" y="81836"/>
                  <a:pt x="1523580" y="81836"/>
                </a:cubicBezTo>
                <a:cubicBezTo>
                  <a:pt x="1521938" y="81836"/>
                  <a:pt x="1520527" y="81301"/>
                  <a:pt x="1519349" y="80229"/>
                </a:cubicBezTo>
                <a:cubicBezTo>
                  <a:pt x="1518171" y="79158"/>
                  <a:pt x="1517439" y="77516"/>
                  <a:pt x="1517153" y="75302"/>
                </a:cubicBezTo>
                <a:cubicBezTo>
                  <a:pt x="1517010" y="73945"/>
                  <a:pt x="1516689" y="73053"/>
                  <a:pt x="1516189" y="72624"/>
                </a:cubicBezTo>
                <a:cubicBezTo>
                  <a:pt x="1515618" y="72053"/>
                  <a:pt x="1514939" y="71767"/>
                  <a:pt x="1514154" y="71767"/>
                </a:cubicBezTo>
                <a:cubicBezTo>
                  <a:pt x="1512940" y="71767"/>
                  <a:pt x="1511797" y="72053"/>
                  <a:pt x="1510726" y="72624"/>
                </a:cubicBezTo>
                <a:cubicBezTo>
                  <a:pt x="1508870" y="73624"/>
                  <a:pt x="1506049" y="76408"/>
                  <a:pt x="1502264" y="80976"/>
                </a:cubicBezTo>
                <a:cubicBezTo>
                  <a:pt x="1496337" y="87974"/>
                  <a:pt x="1489910" y="97042"/>
                  <a:pt x="1482983" y="108180"/>
                </a:cubicBezTo>
                <a:cubicBezTo>
                  <a:pt x="1479984" y="112891"/>
                  <a:pt x="1477413" y="118210"/>
                  <a:pt x="1475271" y="124137"/>
                </a:cubicBezTo>
                <a:cubicBezTo>
                  <a:pt x="1472272" y="132275"/>
                  <a:pt x="1470558" y="137166"/>
                  <a:pt x="1470129" y="138808"/>
                </a:cubicBezTo>
                <a:lnTo>
                  <a:pt x="1466702" y="152318"/>
                </a:lnTo>
                <a:lnTo>
                  <a:pt x="1450313" y="152318"/>
                </a:lnTo>
                <a:lnTo>
                  <a:pt x="1470129" y="85692"/>
                </a:lnTo>
                <a:cubicBezTo>
                  <a:pt x="1472415" y="77940"/>
                  <a:pt x="1473557" y="72412"/>
                  <a:pt x="1473557" y="69110"/>
                </a:cubicBezTo>
                <a:cubicBezTo>
                  <a:pt x="1473557" y="67817"/>
                  <a:pt x="1473022" y="66741"/>
                  <a:pt x="1471950" y="65879"/>
                </a:cubicBezTo>
                <a:cubicBezTo>
                  <a:pt x="1470522" y="64735"/>
                  <a:pt x="1468630" y="64162"/>
                  <a:pt x="1466273" y="64162"/>
                </a:cubicBezTo>
                <a:cubicBezTo>
                  <a:pt x="1464774" y="64162"/>
                  <a:pt x="1462024" y="64483"/>
                  <a:pt x="1458025" y="65126"/>
                </a:cubicBezTo>
                <a:lnTo>
                  <a:pt x="1457276" y="61270"/>
                </a:lnTo>
                <a:close/>
                <a:moveTo>
                  <a:pt x="1550705" y="112043"/>
                </a:moveTo>
                <a:cubicBezTo>
                  <a:pt x="1550205" y="115602"/>
                  <a:pt x="1549955" y="118556"/>
                  <a:pt x="1549955" y="120903"/>
                </a:cubicBezTo>
                <a:cubicBezTo>
                  <a:pt x="1549955" y="127236"/>
                  <a:pt x="1552205" y="132628"/>
                  <a:pt x="1556704" y="137078"/>
                </a:cubicBezTo>
                <a:cubicBezTo>
                  <a:pt x="1561202" y="141525"/>
                  <a:pt x="1566665" y="143749"/>
                  <a:pt x="1573092" y="143749"/>
                </a:cubicBezTo>
                <a:cubicBezTo>
                  <a:pt x="1578234" y="143749"/>
                  <a:pt x="1583179" y="142699"/>
                  <a:pt x="1587928" y="140599"/>
                </a:cubicBezTo>
                <a:cubicBezTo>
                  <a:pt x="1592677" y="138497"/>
                  <a:pt x="1599728" y="133850"/>
                  <a:pt x="1609083" y="126657"/>
                </a:cubicBezTo>
                <a:lnTo>
                  <a:pt x="1611332" y="129764"/>
                </a:lnTo>
                <a:cubicBezTo>
                  <a:pt x="1594408" y="146514"/>
                  <a:pt x="1578270" y="154889"/>
                  <a:pt x="1562916" y="154889"/>
                </a:cubicBezTo>
                <a:cubicBezTo>
                  <a:pt x="1552490" y="154889"/>
                  <a:pt x="1544635" y="151601"/>
                  <a:pt x="1539351" y="145024"/>
                </a:cubicBezTo>
                <a:cubicBezTo>
                  <a:pt x="1534067" y="138448"/>
                  <a:pt x="1531424" y="131192"/>
                  <a:pt x="1531424" y="123256"/>
                </a:cubicBezTo>
                <a:cubicBezTo>
                  <a:pt x="1531424" y="112605"/>
                  <a:pt x="1534709" y="101704"/>
                  <a:pt x="1541279" y="90553"/>
                </a:cubicBezTo>
                <a:cubicBezTo>
                  <a:pt x="1547849" y="79399"/>
                  <a:pt x="1556097" y="70731"/>
                  <a:pt x="1566023" y="64547"/>
                </a:cubicBezTo>
                <a:cubicBezTo>
                  <a:pt x="1575949" y="58363"/>
                  <a:pt x="1586160" y="55272"/>
                  <a:pt x="1596658" y="55272"/>
                </a:cubicBezTo>
                <a:cubicBezTo>
                  <a:pt x="1604227" y="55272"/>
                  <a:pt x="1609833" y="56812"/>
                  <a:pt x="1613475" y="59894"/>
                </a:cubicBezTo>
                <a:cubicBezTo>
                  <a:pt x="1617117" y="62976"/>
                  <a:pt x="1618938" y="66632"/>
                  <a:pt x="1618938" y="70864"/>
                </a:cubicBezTo>
                <a:cubicBezTo>
                  <a:pt x="1618938" y="76813"/>
                  <a:pt x="1616581" y="82511"/>
                  <a:pt x="1611868" y="87958"/>
                </a:cubicBezTo>
                <a:cubicBezTo>
                  <a:pt x="1605655" y="95055"/>
                  <a:pt x="1596515" y="100789"/>
                  <a:pt x="1584447" y="105161"/>
                </a:cubicBezTo>
                <a:cubicBezTo>
                  <a:pt x="1576449" y="108100"/>
                  <a:pt x="1565201" y="110394"/>
                  <a:pt x="1550705" y="112043"/>
                </a:cubicBezTo>
                <a:moveTo>
                  <a:pt x="1551455" y="106687"/>
                </a:moveTo>
                <a:cubicBezTo>
                  <a:pt x="1562024" y="105471"/>
                  <a:pt x="1570629" y="103395"/>
                  <a:pt x="1577270" y="100461"/>
                </a:cubicBezTo>
                <a:cubicBezTo>
                  <a:pt x="1586053" y="96524"/>
                  <a:pt x="1592641" y="91818"/>
                  <a:pt x="1597033" y="86342"/>
                </a:cubicBezTo>
                <a:cubicBezTo>
                  <a:pt x="1601424" y="80865"/>
                  <a:pt x="1603620" y="75658"/>
                  <a:pt x="1603620" y="70720"/>
                </a:cubicBezTo>
                <a:cubicBezTo>
                  <a:pt x="1603620" y="67714"/>
                  <a:pt x="1602674" y="65280"/>
                  <a:pt x="1600782" y="63419"/>
                </a:cubicBezTo>
                <a:cubicBezTo>
                  <a:pt x="1598889" y="61558"/>
                  <a:pt x="1596193" y="60627"/>
                  <a:pt x="1592694" y="60627"/>
                </a:cubicBezTo>
                <a:cubicBezTo>
                  <a:pt x="1585411" y="60627"/>
                  <a:pt x="1577680" y="64510"/>
                  <a:pt x="1569504" y="72276"/>
                </a:cubicBezTo>
                <a:cubicBezTo>
                  <a:pt x="1561327" y="80042"/>
                  <a:pt x="1555311" y="91512"/>
                  <a:pt x="1551455" y="106687"/>
                </a:cubicBezTo>
                <a:close/>
                <a:moveTo>
                  <a:pt x="1723569" y="12640"/>
                </a:moveTo>
                <a:cubicBezTo>
                  <a:pt x="1726568" y="12640"/>
                  <a:pt x="1729103" y="13675"/>
                  <a:pt x="1731174" y="15746"/>
                </a:cubicBezTo>
                <a:cubicBezTo>
                  <a:pt x="1733245" y="17817"/>
                  <a:pt x="1734280" y="20352"/>
                  <a:pt x="1734280" y="23351"/>
                </a:cubicBezTo>
                <a:cubicBezTo>
                  <a:pt x="1734280" y="26279"/>
                  <a:pt x="1733227" y="28796"/>
                  <a:pt x="1731121" y="30903"/>
                </a:cubicBezTo>
                <a:cubicBezTo>
                  <a:pt x="1729014" y="33009"/>
                  <a:pt x="1726497" y="34063"/>
                  <a:pt x="1723569" y="34063"/>
                </a:cubicBezTo>
                <a:cubicBezTo>
                  <a:pt x="1720641" y="34063"/>
                  <a:pt x="1718124" y="33009"/>
                  <a:pt x="1716017" y="30903"/>
                </a:cubicBezTo>
                <a:cubicBezTo>
                  <a:pt x="1713911" y="28796"/>
                  <a:pt x="1712857" y="26279"/>
                  <a:pt x="1712857" y="23351"/>
                </a:cubicBezTo>
                <a:cubicBezTo>
                  <a:pt x="1712857" y="20352"/>
                  <a:pt x="1713893" y="17817"/>
                  <a:pt x="1715964" y="15746"/>
                </a:cubicBezTo>
                <a:cubicBezTo>
                  <a:pt x="1718035" y="13675"/>
                  <a:pt x="1720570" y="12640"/>
                  <a:pt x="1723569" y="12640"/>
                </a:cubicBezTo>
                <a:moveTo>
                  <a:pt x="1724961" y="55272"/>
                </a:moveTo>
                <a:lnTo>
                  <a:pt x="1703753" y="130396"/>
                </a:lnTo>
                <a:cubicBezTo>
                  <a:pt x="1702324" y="135469"/>
                  <a:pt x="1701610" y="138505"/>
                  <a:pt x="1701610" y="139504"/>
                </a:cubicBezTo>
                <a:cubicBezTo>
                  <a:pt x="1701610" y="140651"/>
                  <a:pt x="1701949" y="141584"/>
                  <a:pt x="1702628" y="142303"/>
                </a:cubicBezTo>
                <a:cubicBezTo>
                  <a:pt x="1703306" y="143019"/>
                  <a:pt x="1704110" y="143377"/>
                  <a:pt x="1705038" y="143377"/>
                </a:cubicBezTo>
                <a:cubicBezTo>
                  <a:pt x="1706109" y="143377"/>
                  <a:pt x="1707394" y="142804"/>
                  <a:pt x="1708894" y="141657"/>
                </a:cubicBezTo>
                <a:cubicBezTo>
                  <a:pt x="1712964" y="138437"/>
                  <a:pt x="1717071" y="133863"/>
                  <a:pt x="1721212" y="127936"/>
                </a:cubicBezTo>
                <a:lnTo>
                  <a:pt x="1724961" y="130400"/>
                </a:lnTo>
                <a:cubicBezTo>
                  <a:pt x="1720105" y="137833"/>
                  <a:pt x="1714393" y="144096"/>
                  <a:pt x="1707823" y="149188"/>
                </a:cubicBezTo>
                <a:cubicBezTo>
                  <a:pt x="1702967" y="152989"/>
                  <a:pt x="1698325" y="154889"/>
                  <a:pt x="1693898" y="154889"/>
                </a:cubicBezTo>
                <a:cubicBezTo>
                  <a:pt x="1690970" y="154889"/>
                  <a:pt x="1688578" y="154014"/>
                  <a:pt x="1686721" y="152265"/>
                </a:cubicBezTo>
                <a:cubicBezTo>
                  <a:pt x="1684865" y="150515"/>
                  <a:pt x="1683936" y="148319"/>
                  <a:pt x="1683936" y="145677"/>
                </a:cubicBezTo>
                <a:cubicBezTo>
                  <a:pt x="1683936" y="143030"/>
                  <a:pt x="1684829" y="138631"/>
                  <a:pt x="1686614" y="132478"/>
                </a:cubicBezTo>
                <a:lnTo>
                  <a:pt x="1700539" y="84407"/>
                </a:lnTo>
                <a:cubicBezTo>
                  <a:pt x="1702824" y="76596"/>
                  <a:pt x="1703967" y="71697"/>
                  <a:pt x="1703967" y="69709"/>
                </a:cubicBezTo>
                <a:cubicBezTo>
                  <a:pt x="1703967" y="68147"/>
                  <a:pt x="1703413" y="66868"/>
                  <a:pt x="1702306" y="65873"/>
                </a:cubicBezTo>
                <a:cubicBezTo>
                  <a:pt x="1701200" y="64875"/>
                  <a:pt x="1699682" y="64376"/>
                  <a:pt x="1697754" y="64376"/>
                </a:cubicBezTo>
                <a:cubicBezTo>
                  <a:pt x="1696183" y="64376"/>
                  <a:pt x="1692934" y="64769"/>
                  <a:pt x="1688007" y="65555"/>
                </a:cubicBezTo>
                <a:lnTo>
                  <a:pt x="1688007" y="61270"/>
                </a:lnTo>
                <a:lnTo>
                  <a:pt x="1724961" y="55272"/>
                </a:lnTo>
                <a:close/>
                <a:moveTo>
                  <a:pt x="1784790" y="55272"/>
                </a:moveTo>
                <a:lnTo>
                  <a:pt x="1770543" y="104156"/>
                </a:lnTo>
                <a:cubicBezTo>
                  <a:pt x="1783897" y="84173"/>
                  <a:pt x="1794127" y="71030"/>
                  <a:pt x="1801232" y="64728"/>
                </a:cubicBezTo>
                <a:cubicBezTo>
                  <a:pt x="1808337" y="58424"/>
                  <a:pt x="1815175" y="55272"/>
                  <a:pt x="1821744" y="55272"/>
                </a:cubicBezTo>
                <a:cubicBezTo>
                  <a:pt x="1825315" y="55272"/>
                  <a:pt x="1828261" y="56457"/>
                  <a:pt x="1830581" y="58826"/>
                </a:cubicBezTo>
                <a:cubicBezTo>
                  <a:pt x="1832902" y="61196"/>
                  <a:pt x="1834063" y="64284"/>
                  <a:pt x="1834063" y="68089"/>
                </a:cubicBezTo>
                <a:cubicBezTo>
                  <a:pt x="1834063" y="72375"/>
                  <a:pt x="1833027" y="78093"/>
                  <a:pt x="1830956" y="85240"/>
                </a:cubicBezTo>
                <a:lnTo>
                  <a:pt x="1817888" y="130369"/>
                </a:lnTo>
                <a:cubicBezTo>
                  <a:pt x="1816389" y="135587"/>
                  <a:pt x="1815639" y="138767"/>
                  <a:pt x="1815639" y="139909"/>
                </a:cubicBezTo>
                <a:cubicBezTo>
                  <a:pt x="1815639" y="140909"/>
                  <a:pt x="1815925" y="141748"/>
                  <a:pt x="1816496" y="142427"/>
                </a:cubicBezTo>
                <a:cubicBezTo>
                  <a:pt x="1817067" y="143103"/>
                  <a:pt x="1817674" y="143441"/>
                  <a:pt x="1818317" y="143441"/>
                </a:cubicBezTo>
                <a:cubicBezTo>
                  <a:pt x="1819174" y="143441"/>
                  <a:pt x="1820209" y="142977"/>
                  <a:pt x="1821423" y="142048"/>
                </a:cubicBezTo>
                <a:cubicBezTo>
                  <a:pt x="1825208" y="139051"/>
                  <a:pt x="1829350" y="134482"/>
                  <a:pt x="1833848" y="128341"/>
                </a:cubicBezTo>
                <a:lnTo>
                  <a:pt x="1837169" y="130376"/>
                </a:lnTo>
                <a:cubicBezTo>
                  <a:pt x="1830528" y="139869"/>
                  <a:pt x="1824244" y="146649"/>
                  <a:pt x="1818317" y="150715"/>
                </a:cubicBezTo>
                <a:cubicBezTo>
                  <a:pt x="1814175" y="153497"/>
                  <a:pt x="1810462" y="154889"/>
                  <a:pt x="1807177" y="154889"/>
                </a:cubicBezTo>
                <a:cubicBezTo>
                  <a:pt x="1804535" y="154889"/>
                  <a:pt x="1802428" y="154086"/>
                  <a:pt x="1800857" y="152479"/>
                </a:cubicBezTo>
                <a:cubicBezTo>
                  <a:pt x="1799286" y="150872"/>
                  <a:pt x="1798500" y="148712"/>
                  <a:pt x="1798500" y="145998"/>
                </a:cubicBezTo>
                <a:cubicBezTo>
                  <a:pt x="1798500" y="142580"/>
                  <a:pt x="1799714" y="136704"/>
                  <a:pt x="1802142" y="128371"/>
                </a:cubicBezTo>
                <a:lnTo>
                  <a:pt x="1814568" y="85431"/>
                </a:lnTo>
                <a:cubicBezTo>
                  <a:pt x="1816139" y="80089"/>
                  <a:pt x="1816924" y="75923"/>
                  <a:pt x="1816924" y="72932"/>
                </a:cubicBezTo>
                <a:cubicBezTo>
                  <a:pt x="1816924" y="71508"/>
                  <a:pt x="1816460" y="70351"/>
                  <a:pt x="1815532" y="69461"/>
                </a:cubicBezTo>
                <a:cubicBezTo>
                  <a:pt x="1814603" y="68571"/>
                  <a:pt x="1813461" y="68125"/>
                  <a:pt x="1812104" y="68125"/>
                </a:cubicBezTo>
                <a:cubicBezTo>
                  <a:pt x="1810105" y="68125"/>
                  <a:pt x="1807712" y="68980"/>
                  <a:pt x="1804927" y="70689"/>
                </a:cubicBezTo>
                <a:cubicBezTo>
                  <a:pt x="1799643" y="73892"/>
                  <a:pt x="1794144" y="79177"/>
                  <a:pt x="1788432" y="86546"/>
                </a:cubicBezTo>
                <a:cubicBezTo>
                  <a:pt x="1782719" y="93912"/>
                  <a:pt x="1776685" y="103325"/>
                  <a:pt x="1770329" y="114784"/>
                </a:cubicBezTo>
                <a:cubicBezTo>
                  <a:pt x="1766973" y="120834"/>
                  <a:pt x="1764188" y="127454"/>
                  <a:pt x="1761974" y="134644"/>
                </a:cubicBezTo>
                <a:lnTo>
                  <a:pt x="1756618" y="152318"/>
                </a:lnTo>
                <a:lnTo>
                  <a:pt x="1740551" y="152318"/>
                </a:lnTo>
                <a:lnTo>
                  <a:pt x="1760046" y="85050"/>
                </a:lnTo>
                <a:cubicBezTo>
                  <a:pt x="1762331" y="77025"/>
                  <a:pt x="1763474" y="72196"/>
                  <a:pt x="1763474" y="70562"/>
                </a:cubicBezTo>
                <a:cubicBezTo>
                  <a:pt x="1763474" y="69000"/>
                  <a:pt x="1762849" y="67632"/>
                  <a:pt x="1761599" y="66458"/>
                </a:cubicBezTo>
                <a:cubicBezTo>
                  <a:pt x="1760349" y="65285"/>
                  <a:pt x="1758796" y="64698"/>
                  <a:pt x="1756940" y="64698"/>
                </a:cubicBezTo>
                <a:cubicBezTo>
                  <a:pt x="1756083" y="64698"/>
                  <a:pt x="1754583" y="64841"/>
                  <a:pt x="1752441" y="65126"/>
                </a:cubicBezTo>
                <a:lnTo>
                  <a:pt x="1748370" y="65769"/>
                </a:lnTo>
                <a:lnTo>
                  <a:pt x="1747728" y="61913"/>
                </a:lnTo>
                <a:lnTo>
                  <a:pt x="1784790" y="55272"/>
                </a:lnTo>
                <a:close/>
                <a:moveTo>
                  <a:pt x="1956353" y="28921"/>
                </a:moveTo>
                <a:lnTo>
                  <a:pt x="1947998" y="57842"/>
                </a:lnTo>
                <a:lnTo>
                  <a:pt x="1964815" y="57842"/>
                </a:lnTo>
                <a:lnTo>
                  <a:pt x="1962994" y="64698"/>
                </a:lnTo>
                <a:lnTo>
                  <a:pt x="1946284" y="64698"/>
                </a:lnTo>
                <a:lnTo>
                  <a:pt x="1927860" y="127906"/>
                </a:lnTo>
                <a:cubicBezTo>
                  <a:pt x="1925860" y="134701"/>
                  <a:pt x="1924861" y="139101"/>
                  <a:pt x="1924861" y="141104"/>
                </a:cubicBezTo>
                <a:cubicBezTo>
                  <a:pt x="1924861" y="142316"/>
                  <a:pt x="1925146" y="143242"/>
                  <a:pt x="1925718" y="143883"/>
                </a:cubicBezTo>
                <a:cubicBezTo>
                  <a:pt x="1926289" y="144523"/>
                  <a:pt x="1926967" y="144843"/>
                  <a:pt x="1927753" y="144843"/>
                </a:cubicBezTo>
                <a:cubicBezTo>
                  <a:pt x="1929538" y="144843"/>
                  <a:pt x="1931895" y="143597"/>
                  <a:pt x="1934822" y="141104"/>
                </a:cubicBezTo>
                <a:cubicBezTo>
                  <a:pt x="1936536" y="139676"/>
                  <a:pt x="1940357" y="135285"/>
                  <a:pt x="1946284" y="127929"/>
                </a:cubicBezTo>
                <a:lnTo>
                  <a:pt x="1949819" y="130607"/>
                </a:lnTo>
                <a:cubicBezTo>
                  <a:pt x="1943249" y="140169"/>
                  <a:pt x="1937036" y="146910"/>
                  <a:pt x="1931181" y="150829"/>
                </a:cubicBezTo>
                <a:cubicBezTo>
                  <a:pt x="1927182" y="153535"/>
                  <a:pt x="1923147" y="154889"/>
                  <a:pt x="1919076" y="154889"/>
                </a:cubicBezTo>
                <a:cubicBezTo>
                  <a:pt x="1915934" y="154889"/>
                  <a:pt x="1913364" y="153907"/>
                  <a:pt x="1911364" y="151943"/>
                </a:cubicBezTo>
                <a:cubicBezTo>
                  <a:pt x="1909365" y="149979"/>
                  <a:pt x="1908365" y="147462"/>
                  <a:pt x="1908365" y="144392"/>
                </a:cubicBezTo>
                <a:cubicBezTo>
                  <a:pt x="1908365" y="140535"/>
                  <a:pt x="1909508" y="134644"/>
                  <a:pt x="1911793" y="126718"/>
                </a:cubicBezTo>
                <a:lnTo>
                  <a:pt x="1929681" y="64698"/>
                </a:lnTo>
                <a:lnTo>
                  <a:pt x="1913506" y="64698"/>
                </a:lnTo>
                <a:lnTo>
                  <a:pt x="1914578" y="60453"/>
                </a:lnTo>
                <a:cubicBezTo>
                  <a:pt x="1922433" y="58286"/>
                  <a:pt x="1928967" y="55086"/>
                  <a:pt x="1934180" y="50853"/>
                </a:cubicBezTo>
                <a:cubicBezTo>
                  <a:pt x="1939393" y="46620"/>
                  <a:pt x="1945213" y="39309"/>
                  <a:pt x="1951640" y="28921"/>
                </a:cubicBezTo>
                <a:lnTo>
                  <a:pt x="1956353" y="28921"/>
                </a:lnTo>
                <a:close/>
                <a:moveTo>
                  <a:pt x="2025606" y="0"/>
                </a:moveTo>
                <a:lnTo>
                  <a:pt x="1995507" y="103711"/>
                </a:lnTo>
                <a:cubicBezTo>
                  <a:pt x="2008504" y="84221"/>
                  <a:pt x="2018644" y="71275"/>
                  <a:pt x="2025928" y="64875"/>
                </a:cubicBezTo>
                <a:cubicBezTo>
                  <a:pt x="2033212" y="58473"/>
                  <a:pt x="2040174" y="55272"/>
                  <a:pt x="2046815" y="55272"/>
                </a:cubicBezTo>
                <a:cubicBezTo>
                  <a:pt x="2050243" y="55272"/>
                  <a:pt x="2053099" y="56461"/>
                  <a:pt x="2055385" y="58840"/>
                </a:cubicBezTo>
                <a:cubicBezTo>
                  <a:pt x="2057670" y="61216"/>
                  <a:pt x="2058812" y="64386"/>
                  <a:pt x="2058812" y="68350"/>
                </a:cubicBezTo>
                <a:cubicBezTo>
                  <a:pt x="2058812" y="73063"/>
                  <a:pt x="2057813" y="78774"/>
                  <a:pt x="2055813" y="85485"/>
                </a:cubicBezTo>
                <a:lnTo>
                  <a:pt x="2042745" y="130359"/>
                </a:lnTo>
                <a:cubicBezTo>
                  <a:pt x="2041103" y="135787"/>
                  <a:pt x="2040281" y="138786"/>
                  <a:pt x="2040281" y="139357"/>
                </a:cubicBezTo>
                <a:cubicBezTo>
                  <a:pt x="2040281" y="140357"/>
                  <a:pt x="2040585" y="141178"/>
                  <a:pt x="2041192" y="141821"/>
                </a:cubicBezTo>
                <a:cubicBezTo>
                  <a:pt x="2041799" y="142463"/>
                  <a:pt x="2042495" y="142785"/>
                  <a:pt x="2043281" y="142785"/>
                </a:cubicBezTo>
                <a:cubicBezTo>
                  <a:pt x="2044209" y="142785"/>
                  <a:pt x="2045280" y="142321"/>
                  <a:pt x="2046494" y="141392"/>
                </a:cubicBezTo>
                <a:cubicBezTo>
                  <a:pt x="2050564" y="138250"/>
                  <a:pt x="2054599" y="133894"/>
                  <a:pt x="2058598" y="128324"/>
                </a:cubicBezTo>
                <a:lnTo>
                  <a:pt x="2061919" y="130359"/>
                </a:lnTo>
                <a:cubicBezTo>
                  <a:pt x="2059491" y="134144"/>
                  <a:pt x="2056117" y="138304"/>
                  <a:pt x="2051796" y="142838"/>
                </a:cubicBezTo>
                <a:cubicBezTo>
                  <a:pt x="2047476" y="147373"/>
                  <a:pt x="2043763" y="150515"/>
                  <a:pt x="2040656" y="152265"/>
                </a:cubicBezTo>
                <a:cubicBezTo>
                  <a:pt x="2037550" y="154014"/>
                  <a:pt x="2034783" y="154889"/>
                  <a:pt x="2032355" y="154889"/>
                </a:cubicBezTo>
                <a:cubicBezTo>
                  <a:pt x="2029713" y="154889"/>
                  <a:pt x="2027552" y="154050"/>
                  <a:pt x="2025874" y="152372"/>
                </a:cubicBezTo>
                <a:cubicBezTo>
                  <a:pt x="2024196" y="150694"/>
                  <a:pt x="2023357" y="148533"/>
                  <a:pt x="2023357" y="145891"/>
                </a:cubicBezTo>
                <a:cubicBezTo>
                  <a:pt x="2023357" y="142749"/>
                  <a:pt x="2024607" y="136893"/>
                  <a:pt x="2027106" y="128324"/>
                </a:cubicBezTo>
                <a:lnTo>
                  <a:pt x="2039424" y="85478"/>
                </a:lnTo>
                <a:cubicBezTo>
                  <a:pt x="2040995" y="80122"/>
                  <a:pt x="2041781" y="75909"/>
                  <a:pt x="2041781" y="72838"/>
                </a:cubicBezTo>
                <a:cubicBezTo>
                  <a:pt x="2041781" y="71410"/>
                  <a:pt x="2041335" y="70268"/>
                  <a:pt x="2040442" y="69411"/>
                </a:cubicBezTo>
                <a:cubicBezTo>
                  <a:pt x="2039549" y="68554"/>
                  <a:pt x="2038389" y="68125"/>
                  <a:pt x="2036961" y="68125"/>
                </a:cubicBezTo>
                <a:cubicBezTo>
                  <a:pt x="2034890" y="68125"/>
                  <a:pt x="2032533" y="68911"/>
                  <a:pt x="2029891" y="70482"/>
                </a:cubicBezTo>
                <a:cubicBezTo>
                  <a:pt x="2025035" y="73481"/>
                  <a:pt x="2019430" y="79052"/>
                  <a:pt x="2013074" y="87195"/>
                </a:cubicBezTo>
                <a:cubicBezTo>
                  <a:pt x="2011360" y="89409"/>
                  <a:pt x="2005647" y="98338"/>
                  <a:pt x="1995936" y="113981"/>
                </a:cubicBezTo>
                <a:cubicBezTo>
                  <a:pt x="1992936" y="118980"/>
                  <a:pt x="1990473" y="124432"/>
                  <a:pt x="1988545" y="130339"/>
                </a:cubicBezTo>
                <a:lnTo>
                  <a:pt x="1981689" y="152318"/>
                </a:lnTo>
                <a:lnTo>
                  <a:pt x="1965622" y="152318"/>
                </a:lnTo>
                <a:lnTo>
                  <a:pt x="2000863" y="29564"/>
                </a:lnTo>
                <a:lnTo>
                  <a:pt x="2004612" y="16355"/>
                </a:lnTo>
                <a:cubicBezTo>
                  <a:pt x="2004612" y="14510"/>
                  <a:pt x="2003844" y="12876"/>
                  <a:pt x="2002309" y="11455"/>
                </a:cubicBezTo>
                <a:cubicBezTo>
                  <a:pt x="2000774" y="10031"/>
                  <a:pt x="1998899" y="9319"/>
                  <a:pt x="1996685" y="9319"/>
                </a:cubicBezTo>
                <a:cubicBezTo>
                  <a:pt x="1995400" y="9319"/>
                  <a:pt x="1993436" y="9533"/>
                  <a:pt x="1990794" y="9962"/>
                </a:cubicBezTo>
                <a:lnTo>
                  <a:pt x="1988545" y="10283"/>
                </a:lnTo>
                <a:lnTo>
                  <a:pt x="1988545" y="5998"/>
                </a:lnTo>
                <a:lnTo>
                  <a:pt x="2025606" y="0"/>
                </a:lnTo>
                <a:close/>
                <a:moveTo>
                  <a:pt x="2097930" y="112043"/>
                </a:moveTo>
                <a:cubicBezTo>
                  <a:pt x="2097430" y="115602"/>
                  <a:pt x="2097180" y="118556"/>
                  <a:pt x="2097180" y="120903"/>
                </a:cubicBezTo>
                <a:cubicBezTo>
                  <a:pt x="2097180" y="127236"/>
                  <a:pt x="2099430" y="132628"/>
                  <a:pt x="2103929" y="137078"/>
                </a:cubicBezTo>
                <a:cubicBezTo>
                  <a:pt x="2108427" y="141525"/>
                  <a:pt x="2113890" y="143749"/>
                  <a:pt x="2120317" y="143749"/>
                </a:cubicBezTo>
                <a:cubicBezTo>
                  <a:pt x="2125459" y="143749"/>
                  <a:pt x="2130404" y="142699"/>
                  <a:pt x="2135153" y="140599"/>
                </a:cubicBezTo>
                <a:cubicBezTo>
                  <a:pt x="2139901" y="138497"/>
                  <a:pt x="2146953" y="133850"/>
                  <a:pt x="2156308" y="126657"/>
                </a:cubicBezTo>
                <a:lnTo>
                  <a:pt x="2158557" y="129764"/>
                </a:lnTo>
                <a:cubicBezTo>
                  <a:pt x="2141633" y="146514"/>
                  <a:pt x="2125494" y="154889"/>
                  <a:pt x="2110141" y="154889"/>
                </a:cubicBezTo>
                <a:cubicBezTo>
                  <a:pt x="2099715" y="154889"/>
                  <a:pt x="2091860" y="151601"/>
                  <a:pt x="2086576" y="145024"/>
                </a:cubicBezTo>
                <a:cubicBezTo>
                  <a:pt x="2081292" y="138448"/>
                  <a:pt x="2078649" y="131192"/>
                  <a:pt x="2078649" y="123256"/>
                </a:cubicBezTo>
                <a:cubicBezTo>
                  <a:pt x="2078649" y="112605"/>
                  <a:pt x="2081934" y="101704"/>
                  <a:pt x="2088504" y="90553"/>
                </a:cubicBezTo>
                <a:cubicBezTo>
                  <a:pt x="2095074" y="79399"/>
                  <a:pt x="2103322" y="70731"/>
                  <a:pt x="2113248" y="64547"/>
                </a:cubicBezTo>
                <a:cubicBezTo>
                  <a:pt x="2123174" y="58363"/>
                  <a:pt x="2133385" y="55272"/>
                  <a:pt x="2143883" y="55272"/>
                </a:cubicBezTo>
                <a:cubicBezTo>
                  <a:pt x="2151452" y="55272"/>
                  <a:pt x="2157058" y="56812"/>
                  <a:pt x="2160700" y="59894"/>
                </a:cubicBezTo>
                <a:cubicBezTo>
                  <a:pt x="2164342" y="62976"/>
                  <a:pt x="2166163" y="66632"/>
                  <a:pt x="2166163" y="70864"/>
                </a:cubicBezTo>
                <a:cubicBezTo>
                  <a:pt x="2166163" y="76813"/>
                  <a:pt x="2163806" y="82511"/>
                  <a:pt x="2159093" y="87958"/>
                </a:cubicBezTo>
                <a:cubicBezTo>
                  <a:pt x="2152880" y="95055"/>
                  <a:pt x="2143740" y="100789"/>
                  <a:pt x="2131671" y="105161"/>
                </a:cubicBezTo>
                <a:cubicBezTo>
                  <a:pt x="2123674" y="108100"/>
                  <a:pt x="2112426" y="110394"/>
                  <a:pt x="2097930" y="112043"/>
                </a:cubicBezTo>
                <a:moveTo>
                  <a:pt x="2098680" y="106687"/>
                </a:moveTo>
                <a:cubicBezTo>
                  <a:pt x="2109249" y="105471"/>
                  <a:pt x="2117854" y="103395"/>
                  <a:pt x="2124495" y="100461"/>
                </a:cubicBezTo>
                <a:cubicBezTo>
                  <a:pt x="2133278" y="96524"/>
                  <a:pt x="2139866" y="91818"/>
                  <a:pt x="2144258" y="86342"/>
                </a:cubicBezTo>
                <a:cubicBezTo>
                  <a:pt x="2148649" y="80865"/>
                  <a:pt x="2150845" y="75658"/>
                  <a:pt x="2150845" y="70720"/>
                </a:cubicBezTo>
                <a:cubicBezTo>
                  <a:pt x="2150845" y="67714"/>
                  <a:pt x="2149899" y="65280"/>
                  <a:pt x="2148007" y="63419"/>
                </a:cubicBezTo>
                <a:cubicBezTo>
                  <a:pt x="2146114" y="61558"/>
                  <a:pt x="2143418" y="60627"/>
                  <a:pt x="2139919" y="60627"/>
                </a:cubicBezTo>
                <a:cubicBezTo>
                  <a:pt x="2132636" y="60627"/>
                  <a:pt x="2124905" y="64510"/>
                  <a:pt x="2116729" y="72276"/>
                </a:cubicBezTo>
                <a:cubicBezTo>
                  <a:pt x="2108552" y="80042"/>
                  <a:pt x="2102536" y="91512"/>
                  <a:pt x="2098680" y="106687"/>
                </a:cubicBezTo>
                <a:close/>
                <a:moveTo>
                  <a:pt x="2270237" y="55272"/>
                </a:moveTo>
                <a:lnTo>
                  <a:pt x="2262846" y="79998"/>
                </a:lnTo>
                <a:cubicBezTo>
                  <a:pt x="2270629" y="70824"/>
                  <a:pt x="2277574" y="64410"/>
                  <a:pt x="2283680" y="60755"/>
                </a:cubicBezTo>
                <a:cubicBezTo>
                  <a:pt x="2289785" y="57099"/>
                  <a:pt x="2296016" y="55272"/>
                  <a:pt x="2302371" y="55272"/>
                </a:cubicBezTo>
                <a:cubicBezTo>
                  <a:pt x="2308727" y="55272"/>
                  <a:pt x="2314154" y="57792"/>
                  <a:pt x="2318653" y="62833"/>
                </a:cubicBezTo>
                <a:cubicBezTo>
                  <a:pt x="2323152" y="67872"/>
                  <a:pt x="2325401" y="74431"/>
                  <a:pt x="2325401" y="82509"/>
                </a:cubicBezTo>
                <a:cubicBezTo>
                  <a:pt x="2325401" y="98235"/>
                  <a:pt x="2319010" y="114230"/>
                  <a:pt x="2306227" y="130493"/>
                </a:cubicBezTo>
                <a:cubicBezTo>
                  <a:pt x="2293445" y="146757"/>
                  <a:pt x="2278556" y="154889"/>
                  <a:pt x="2261560" y="154889"/>
                </a:cubicBezTo>
                <a:cubicBezTo>
                  <a:pt x="2257990" y="154889"/>
                  <a:pt x="2254830" y="154499"/>
                  <a:pt x="2252080" y="153721"/>
                </a:cubicBezTo>
                <a:cubicBezTo>
                  <a:pt x="2249331" y="152942"/>
                  <a:pt x="2246243" y="151562"/>
                  <a:pt x="2242815" y="149580"/>
                </a:cubicBezTo>
                <a:lnTo>
                  <a:pt x="2234996" y="177169"/>
                </a:lnTo>
                <a:cubicBezTo>
                  <a:pt x="2233425" y="182627"/>
                  <a:pt x="2232639" y="186183"/>
                  <a:pt x="2232639" y="187837"/>
                </a:cubicBezTo>
                <a:cubicBezTo>
                  <a:pt x="2232639" y="189417"/>
                  <a:pt x="2233050" y="190764"/>
                  <a:pt x="2233871" y="191877"/>
                </a:cubicBezTo>
                <a:cubicBezTo>
                  <a:pt x="2234692" y="192991"/>
                  <a:pt x="2236031" y="193852"/>
                  <a:pt x="2237888" y="194461"/>
                </a:cubicBezTo>
                <a:cubicBezTo>
                  <a:pt x="2239744" y="195073"/>
                  <a:pt x="2243422" y="195378"/>
                  <a:pt x="2248921" y="195378"/>
                </a:cubicBezTo>
                <a:lnTo>
                  <a:pt x="2247957" y="199235"/>
                </a:lnTo>
                <a:lnTo>
                  <a:pt x="2197505" y="199235"/>
                </a:lnTo>
                <a:lnTo>
                  <a:pt x="2198576" y="195378"/>
                </a:lnTo>
                <a:cubicBezTo>
                  <a:pt x="2205217" y="195091"/>
                  <a:pt x="2209698" y="193941"/>
                  <a:pt x="2212019" y="191931"/>
                </a:cubicBezTo>
                <a:cubicBezTo>
                  <a:pt x="2214340" y="189922"/>
                  <a:pt x="2216786" y="184359"/>
                  <a:pt x="2219357" y="175241"/>
                </a:cubicBezTo>
                <a:lnTo>
                  <a:pt x="2246457" y="81408"/>
                </a:lnTo>
                <a:cubicBezTo>
                  <a:pt x="2248099" y="75519"/>
                  <a:pt x="2248921" y="71866"/>
                  <a:pt x="2248921" y="70448"/>
                </a:cubicBezTo>
                <a:cubicBezTo>
                  <a:pt x="2248921" y="68532"/>
                  <a:pt x="2248367" y="67041"/>
                  <a:pt x="2247260" y="65976"/>
                </a:cubicBezTo>
                <a:cubicBezTo>
                  <a:pt x="2246153" y="64910"/>
                  <a:pt x="2244457" y="64376"/>
                  <a:pt x="2242172" y="64376"/>
                </a:cubicBezTo>
                <a:cubicBezTo>
                  <a:pt x="2240101" y="64376"/>
                  <a:pt x="2237209" y="64626"/>
                  <a:pt x="2233496" y="65126"/>
                </a:cubicBezTo>
                <a:lnTo>
                  <a:pt x="2233496" y="60842"/>
                </a:lnTo>
                <a:lnTo>
                  <a:pt x="2270237" y="55272"/>
                </a:lnTo>
                <a:moveTo>
                  <a:pt x="2245279" y="141021"/>
                </a:moveTo>
                <a:cubicBezTo>
                  <a:pt x="2249706" y="146267"/>
                  <a:pt x="2255669" y="148890"/>
                  <a:pt x="2263167" y="148890"/>
                </a:cubicBezTo>
                <a:cubicBezTo>
                  <a:pt x="2266880" y="148890"/>
                  <a:pt x="2270665" y="147856"/>
                  <a:pt x="2274521" y="145787"/>
                </a:cubicBezTo>
                <a:cubicBezTo>
                  <a:pt x="2278377" y="143719"/>
                  <a:pt x="2282144" y="140653"/>
                  <a:pt x="2285822" y="136589"/>
                </a:cubicBezTo>
                <a:cubicBezTo>
                  <a:pt x="2289499" y="132523"/>
                  <a:pt x="2292802" y="127833"/>
                  <a:pt x="2295730" y="122520"/>
                </a:cubicBezTo>
                <a:cubicBezTo>
                  <a:pt x="2298658" y="117207"/>
                  <a:pt x="2301282" y="110948"/>
                  <a:pt x="2303603" y="103745"/>
                </a:cubicBezTo>
                <a:cubicBezTo>
                  <a:pt x="2305924" y="96541"/>
                  <a:pt x="2307084" y="89409"/>
                  <a:pt x="2307084" y="82348"/>
                </a:cubicBezTo>
                <a:cubicBezTo>
                  <a:pt x="2307084" y="76644"/>
                  <a:pt x="2305781" y="72277"/>
                  <a:pt x="2303175" y="69247"/>
                </a:cubicBezTo>
                <a:cubicBezTo>
                  <a:pt x="2300568" y="66214"/>
                  <a:pt x="2297515" y="64698"/>
                  <a:pt x="2294016" y="64698"/>
                </a:cubicBezTo>
                <a:cubicBezTo>
                  <a:pt x="2286304" y="64698"/>
                  <a:pt x="2278681" y="69125"/>
                  <a:pt x="2271147" y="77980"/>
                </a:cubicBezTo>
                <a:cubicBezTo>
                  <a:pt x="2263613" y="86833"/>
                  <a:pt x="2258097" y="97195"/>
                  <a:pt x="2254598" y="109067"/>
                </a:cubicBezTo>
                <a:lnTo>
                  <a:pt x="2245279" y="141021"/>
                </a:lnTo>
                <a:close/>
                <a:moveTo>
                  <a:pt x="2435536" y="57842"/>
                </a:moveTo>
                <a:lnTo>
                  <a:pt x="2416898" y="121767"/>
                </a:lnTo>
                <a:cubicBezTo>
                  <a:pt x="2414113" y="131278"/>
                  <a:pt x="2412721" y="137284"/>
                  <a:pt x="2412721" y="139786"/>
                </a:cubicBezTo>
                <a:cubicBezTo>
                  <a:pt x="2412721" y="141071"/>
                  <a:pt x="2412953" y="142017"/>
                  <a:pt x="2413417" y="142624"/>
                </a:cubicBezTo>
                <a:cubicBezTo>
                  <a:pt x="2413881" y="143231"/>
                  <a:pt x="2414506" y="143535"/>
                  <a:pt x="2415292" y="143535"/>
                </a:cubicBezTo>
                <a:cubicBezTo>
                  <a:pt x="2416505" y="143535"/>
                  <a:pt x="2417844" y="142981"/>
                  <a:pt x="2419308" y="141874"/>
                </a:cubicBezTo>
                <a:cubicBezTo>
                  <a:pt x="2420772" y="140767"/>
                  <a:pt x="2424468" y="136358"/>
                  <a:pt x="2430395" y="128646"/>
                </a:cubicBezTo>
                <a:lnTo>
                  <a:pt x="2433608" y="131109"/>
                </a:lnTo>
                <a:cubicBezTo>
                  <a:pt x="2427967" y="140036"/>
                  <a:pt x="2422183" y="146605"/>
                  <a:pt x="2416256" y="150818"/>
                </a:cubicBezTo>
                <a:cubicBezTo>
                  <a:pt x="2412328" y="153532"/>
                  <a:pt x="2408543" y="154889"/>
                  <a:pt x="2404901" y="154889"/>
                </a:cubicBezTo>
                <a:cubicBezTo>
                  <a:pt x="2402116" y="154889"/>
                  <a:pt x="2399938" y="154103"/>
                  <a:pt x="2398367" y="152532"/>
                </a:cubicBezTo>
                <a:cubicBezTo>
                  <a:pt x="2396796" y="150961"/>
                  <a:pt x="2396011" y="148926"/>
                  <a:pt x="2396011" y="146427"/>
                </a:cubicBezTo>
                <a:cubicBezTo>
                  <a:pt x="2396011" y="143999"/>
                  <a:pt x="2396475" y="140785"/>
                  <a:pt x="2397403" y="136786"/>
                </a:cubicBezTo>
                <a:cubicBezTo>
                  <a:pt x="2398546" y="131509"/>
                  <a:pt x="2401795" y="120015"/>
                  <a:pt x="2407151" y="102305"/>
                </a:cubicBezTo>
                <a:cubicBezTo>
                  <a:pt x="2395011" y="122229"/>
                  <a:pt x="2384853" y="135974"/>
                  <a:pt x="2376676" y="143541"/>
                </a:cubicBezTo>
                <a:cubicBezTo>
                  <a:pt x="2368500" y="151106"/>
                  <a:pt x="2360913" y="154889"/>
                  <a:pt x="2353914" y="154889"/>
                </a:cubicBezTo>
                <a:cubicBezTo>
                  <a:pt x="2350630" y="154889"/>
                  <a:pt x="2347845" y="153746"/>
                  <a:pt x="2345559" y="151461"/>
                </a:cubicBezTo>
                <a:cubicBezTo>
                  <a:pt x="2343274" y="149176"/>
                  <a:pt x="2342132" y="146284"/>
                  <a:pt x="2342132" y="142785"/>
                </a:cubicBezTo>
                <a:cubicBezTo>
                  <a:pt x="2342132" y="137422"/>
                  <a:pt x="2343703" y="129200"/>
                  <a:pt x="2346845" y="118118"/>
                </a:cubicBezTo>
                <a:lnTo>
                  <a:pt x="2356164" y="84979"/>
                </a:lnTo>
                <a:cubicBezTo>
                  <a:pt x="2358449" y="77044"/>
                  <a:pt x="2359592" y="72110"/>
                  <a:pt x="2359592" y="70177"/>
                </a:cubicBezTo>
                <a:cubicBezTo>
                  <a:pt x="2359592" y="69320"/>
                  <a:pt x="2359288" y="68588"/>
                  <a:pt x="2358681" y="67981"/>
                </a:cubicBezTo>
                <a:cubicBezTo>
                  <a:pt x="2358074" y="67372"/>
                  <a:pt x="2357413" y="67068"/>
                  <a:pt x="2356699" y="67068"/>
                </a:cubicBezTo>
                <a:cubicBezTo>
                  <a:pt x="2355200" y="67068"/>
                  <a:pt x="2353700" y="67604"/>
                  <a:pt x="2352201" y="68678"/>
                </a:cubicBezTo>
                <a:cubicBezTo>
                  <a:pt x="2350701" y="69749"/>
                  <a:pt x="2347309" y="73717"/>
                  <a:pt x="2342025" y="80581"/>
                </a:cubicBezTo>
                <a:lnTo>
                  <a:pt x="2338704" y="78221"/>
                </a:lnTo>
                <a:cubicBezTo>
                  <a:pt x="2344060" y="69929"/>
                  <a:pt x="2349737" y="63816"/>
                  <a:pt x="2355735" y="59884"/>
                </a:cubicBezTo>
                <a:cubicBezTo>
                  <a:pt x="2360306" y="56809"/>
                  <a:pt x="2364519" y="55272"/>
                  <a:pt x="2368375" y="55272"/>
                </a:cubicBezTo>
                <a:cubicBezTo>
                  <a:pt x="2371017" y="55272"/>
                  <a:pt x="2373177" y="56121"/>
                  <a:pt x="2374855" y="57819"/>
                </a:cubicBezTo>
                <a:cubicBezTo>
                  <a:pt x="2376534" y="59515"/>
                  <a:pt x="2377373" y="61698"/>
                  <a:pt x="2377373" y="64370"/>
                </a:cubicBezTo>
                <a:cubicBezTo>
                  <a:pt x="2377373" y="68228"/>
                  <a:pt x="2375944" y="75124"/>
                  <a:pt x="2373088" y="85056"/>
                </a:cubicBezTo>
                <a:lnTo>
                  <a:pt x="2363019" y="119678"/>
                </a:lnTo>
                <a:cubicBezTo>
                  <a:pt x="2360234" y="129111"/>
                  <a:pt x="2358842" y="135078"/>
                  <a:pt x="2358842" y="137580"/>
                </a:cubicBezTo>
                <a:cubicBezTo>
                  <a:pt x="2358842" y="138936"/>
                  <a:pt x="2359288" y="140025"/>
                  <a:pt x="2360181" y="140847"/>
                </a:cubicBezTo>
                <a:cubicBezTo>
                  <a:pt x="2361073" y="141668"/>
                  <a:pt x="2362269" y="142079"/>
                  <a:pt x="2363769" y="142079"/>
                </a:cubicBezTo>
                <a:cubicBezTo>
                  <a:pt x="2366126" y="142079"/>
                  <a:pt x="2369196" y="140900"/>
                  <a:pt x="2372981" y="138544"/>
                </a:cubicBezTo>
                <a:cubicBezTo>
                  <a:pt x="2376766" y="136187"/>
                  <a:pt x="2381818" y="130955"/>
                  <a:pt x="2388138" y="122848"/>
                </a:cubicBezTo>
                <a:cubicBezTo>
                  <a:pt x="2394458" y="114738"/>
                  <a:pt x="2399671" y="107130"/>
                  <a:pt x="2403777" y="100022"/>
                </a:cubicBezTo>
                <a:cubicBezTo>
                  <a:pt x="2407883" y="92915"/>
                  <a:pt x="2412257" y="81611"/>
                  <a:pt x="2416898" y="66110"/>
                </a:cubicBezTo>
                <a:lnTo>
                  <a:pt x="2419255" y="57842"/>
                </a:lnTo>
                <a:lnTo>
                  <a:pt x="2435536" y="57842"/>
                </a:lnTo>
                <a:close/>
                <a:moveTo>
                  <a:pt x="2506146" y="0"/>
                </a:moveTo>
                <a:lnTo>
                  <a:pt x="2485044" y="74007"/>
                </a:lnTo>
                <a:cubicBezTo>
                  <a:pt x="2491900" y="66828"/>
                  <a:pt x="2497880" y="61910"/>
                  <a:pt x="2502986" y="59255"/>
                </a:cubicBezTo>
                <a:cubicBezTo>
                  <a:pt x="2508092" y="56599"/>
                  <a:pt x="2513430" y="55272"/>
                  <a:pt x="2519000" y="55272"/>
                </a:cubicBezTo>
                <a:cubicBezTo>
                  <a:pt x="2526855" y="55272"/>
                  <a:pt x="2533282" y="57881"/>
                  <a:pt x="2538281" y="63101"/>
                </a:cubicBezTo>
                <a:cubicBezTo>
                  <a:pt x="2543279" y="68318"/>
                  <a:pt x="2545779" y="75395"/>
                  <a:pt x="2545779" y="84330"/>
                </a:cubicBezTo>
                <a:cubicBezTo>
                  <a:pt x="2545779" y="95840"/>
                  <a:pt x="2542494" y="107297"/>
                  <a:pt x="2535924" y="118701"/>
                </a:cubicBezTo>
                <a:cubicBezTo>
                  <a:pt x="2529354" y="130102"/>
                  <a:pt x="2521107" y="138983"/>
                  <a:pt x="2511181" y="145346"/>
                </a:cubicBezTo>
                <a:cubicBezTo>
                  <a:pt x="2501255" y="151708"/>
                  <a:pt x="2491471" y="154889"/>
                  <a:pt x="2481831" y="154889"/>
                </a:cubicBezTo>
                <a:cubicBezTo>
                  <a:pt x="2471048" y="154889"/>
                  <a:pt x="2459979" y="150818"/>
                  <a:pt x="2448625" y="142678"/>
                </a:cubicBezTo>
                <a:lnTo>
                  <a:pt x="2481188" y="30421"/>
                </a:lnTo>
                <a:cubicBezTo>
                  <a:pt x="2483688" y="21780"/>
                  <a:pt x="2484937" y="16710"/>
                  <a:pt x="2484937" y="15210"/>
                </a:cubicBezTo>
                <a:cubicBezTo>
                  <a:pt x="2484937" y="13354"/>
                  <a:pt x="2484366" y="11961"/>
                  <a:pt x="2483223" y="11033"/>
                </a:cubicBezTo>
                <a:cubicBezTo>
                  <a:pt x="2481581" y="9748"/>
                  <a:pt x="2479153" y="9105"/>
                  <a:pt x="2475940" y="9105"/>
                </a:cubicBezTo>
                <a:cubicBezTo>
                  <a:pt x="2474440" y="9105"/>
                  <a:pt x="2472155" y="9355"/>
                  <a:pt x="2469084" y="9855"/>
                </a:cubicBezTo>
                <a:lnTo>
                  <a:pt x="2469084" y="5998"/>
                </a:lnTo>
                <a:lnTo>
                  <a:pt x="2506146" y="0"/>
                </a:lnTo>
                <a:moveTo>
                  <a:pt x="2464692" y="143856"/>
                </a:moveTo>
                <a:cubicBezTo>
                  <a:pt x="2471833" y="147784"/>
                  <a:pt x="2478118" y="149747"/>
                  <a:pt x="2483545" y="149747"/>
                </a:cubicBezTo>
                <a:cubicBezTo>
                  <a:pt x="2489829" y="149747"/>
                  <a:pt x="2496345" y="147448"/>
                  <a:pt x="2503093" y="142848"/>
                </a:cubicBezTo>
                <a:cubicBezTo>
                  <a:pt x="2509842" y="138247"/>
                  <a:pt x="2515697" y="130491"/>
                  <a:pt x="2520660" y="119581"/>
                </a:cubicBezTo>
                <a:cubicBezTo>
                  <a:pt x="2525623" y="108669"/>
                  <a:pt x="2528105" y="97649"/>
                  <a:pt x="2528105" y="86522"/>
                </a:cubicBezTo>
                <a:cubicBezTo>
                  <a:pt x="2528105" y="79962"/>
                  <a:pt x="2526480" y="74827"/>
                  <a:pt x="2523231" y="71118"/>
                </a:cubicBezTo>
                <a:cubicBezTo>
                  <a:pt x="2519982" y="67409"/>
                  <a:pt x="2516144" y="65555"/>
                  <a:pt x="2511716" y="65555"/>
                </a:cubicBezTo>
                <a:cubicBezTo>
                  <a:pt x="2505075" y="65555"/>
                  <a:pt x="2498577" y="68214"/>
                  <a:pt x="2492221" y="73531"/>
                </a:cubicBezTo>
                <a:cubicBezTo>
                  <a:pt x="2485866" y="78847"/>
                  <a:pt x="2481331" y="86251"/>
                  <a:pt x="2478617" y="95744"/>
                </a:cubicBezTo>
                <a:lnTo>
                  <a:pt x="2464692" y="143856"/>
                </a:lnTo>
                <a:close/>
                <a:moveTo>
                  <a:pt x="2618638" y="0"/>
                </a:moveTo>
                <a:lnTo>
                  <a:pt x="2582005" y="127501"/>
                </a:lnTo>
                <a:cubicBezTo>
                  <a:pt x="2580220" y="133859"/>
                  <a:pt x="2579327" y="137752"/>
                  <a:pt x="2579327" y="139180"/>
                </a:cubicBezTo>
                <a:cubicBezTo>
                  <a:pt x="2579327" y="140251"/>
                  <a:pt x="2579666" y="141144"/>
                  <a:pt x="2580345" y="141858"/>
                </a:cubicBezTo>
                <a:cubicBezTo>
                  <a:pt x="2581023" y="142572"/>
                  <a:pt x="2581862" y="142929"/>
                  <a:pt x="2582862" y="142929"/>
                </a:cubicBezTo>
                <a:cubicBezTo>
                  <a:pt x="2584219" y="142929"/>
                  <a:pt x="2585682" y="142322"/>
                  <a:pt x="2587253" y="141108"/>
                </a:cubicBezTo>
                <a:cubicBezTo>
                  <a:pt x="2590967" y="138176"/>
                  <a:pt x="2594859" y="133629"/>
                  <a:pt x="2598929" y="127467"/>
                </a:cubicBezTo>
                <a:lnTo>
                  <a:pt x="2602143" y="130788"/>
                </a:lnTo>
                <a:cubicBezTo>
                  <a:pt x="2595359" y="140357"/>
                  <a:pt x="2589110" y="147034"/>
                  <a:pt x="2583397" y="150818"/>
                </a:cubicBezTo>
                <a:cubicBezTo>
                  <a:pt x="2579184" y="153532"/>
                  <a:pt x="2575185" y="154889"/>
                  <a:pt x="2571400" y="154889"/>
                </a:cubicBezTo>
                <a:cubicBezTo>
                  <a:pt x="2568687" y="154889"/>
                  <a:pt x="2566420" y="153961"/>
                  <a:pt x="2564599" y="152104"/>
                </a:cubicBezTo>
                <a:cubicBezTo>
                  <a:pt x="2562778" y="150247"/>
                  <a:pt x="2561867" y="148105"/>
                  <a:pt x="2561867" y="145677"/>
                </a:cubicBezTo>
                <a:cubicBezTo>
                  <a:pt x="2561867" y="143102"/>
                  <a:pt x="2563010" y="137807"/>
                  <a:pt x="2565295" y="129794"/>
                </a:cubicBezTo>
                <a:lnTo>
                  <a:pt x="2594323" y="29135"/>
                </a:lnTo>
                <a:cubicBezTo>
                  <a:pt x="2596680" y="20923"/>
                  <a:pt x="2597858" y="16210"/>
                  <a:pt x="2597858" y="14996"/>
                </a:cubicBezTo>
                <a:cubicBezTo>
                  <a:pt x="2597858" y="13282"/>
                  <a:pt x="2597180" y="11872"/>
                  <a:pt x="2595823" y="10765"/>
                </a:cubicBezTo>
                <a:cubicBezTo>
                  <a:pt x="2594466" y="9658"/>
                  <a:pt x="2592359" y="9105"/>
                  <a:pt x="2589503" y="9105"/>
                </a:cubicBezTo>
                <a:cubicBezTo>
                  <a:pt x="2587860" y="9105"/>
                  <a:pt x="2585361" y="9355"/>
                  <a:pt x="2582005" y="9855"/>
                </a:cubicBezTo>
                <a:lnTo>
                  <a:pt x="2582005" y="5998"/>
                </a:lnTo>
                <a:lnTo>
                  <a:pt x="2618638" y="0"/>
                </a:lnTo>
                <a:close/>
                <a:moveTo>
                  <a:pt x="2664327" y="12640"/>
                </a:moveTo>
                <a:cubicBezTo>
                  <a:pt x="2667326" y="12640"/>
                  <a:pt x="2669861" y="13675"/>
                  <a:pt x="2671932" y="15746"/>
                </a:cubicBezTo>
                <a:cubicBezTo>
                  <a:pt x="2674003" y="17817"/>
                  <a:pt x="2675038" y="20352"/>
                  <a:pt x="2675038" y="23351"/>
                </a:cubicBezTo>
                <a:cubicBezTo>
                  <a:pt x="2675038" y="26279"/>
                  <a:pt x="2673985" y="28796"/>
                  <a:pt x="2671878" y="30903"/>
                </a:cubicBezTo>
                <a:cubicBezTo>
                  <a:pt x="2669772" y="33009"/>
                  <a:pt x="2667255" y="34063"/>
                  <a:pt x="2664327" y="34063"/>
                </a:cubicBezTo>
                <a:cubicBezTo>
                  <a:pt x="2661399" y="34063"/>
                  <a:pt x="2658882" y="33009"/>
                  <a:pt x="2656775" y="30903"/>
                </a:cubicBezTo>
                <a:cubicBezTo>
                  <a:pt x="2654668" y="28796"/>
                  <a:pt x="2653615" y="26279"/>
                  <a:pt x="2653615" y="23351"/>
                </a:cubicBezTo>
                <a:cubicBezTo>
                  <a:pt x="2653615" y="20352"/>
                  <a:pt x="2654651" y="17817"/>
                  <a:pt x="2656722" y="15746"/>
                </a:cubicBezTo>
                <a:cubicBezTo>
                  <a:pt x="2658792" y="13675"/>
                  <a:pt x="2661328" y="12640"/>
                  <a:pt x="2664327" y="12640"/>
                </a:cubicBezTo>
                <a:moveTo>
                  <a:pt x="2665719" y="55272"/>
                </a:moveTo>
                <a:lnTo>
                  <a:pt x="2644510" y="130396"/>
                </a:lnTo>
                <a:cubicBezTo>
                  <a:pt x="2643082" y="135469"/>
                  <a:pt x="2642368" y="138505"/>
                  <a:pt x="2642368" y="139504"/>
                </a:cubicBezTo>
                <a:cubicBezTo>
                  <a:pt x="2642368" y="140651"/>
                  <a:pt x="2642707" y="141584"/>
                  <a:pt x="2643386" y="142303"/>
                </a:cubicBezTo>
                <a:cubicBezTo>
                  <a:pt x="2644064" y="143019"/>
                  <a:pt x="2644867" y="143377"/>
                  <a:pt x="2645796" y="143377"/>
                </a:cubicBezTo>
                <a:cubicBezTo>
                  <a:pt x="2646867" y="143377"/>
                  <a:pt x="2648152" y="142804"/>
                  <a:pt x="2649652" y="141657"/>
                </a:cubicBezTo>
                <a:cubicBezTo>
                  <a:pt x="2653722" y="138437"/>
                  <a:pt x="2657828" y="133863"/>
                  <a:pt x="2661970" y="127936"/>
                </a:cubicBezTo>
                <a:lnTo>
                  <a:pt x="2665719" y="130400"/>
                </a:lnTo>
                <a:cubicBezTo>
                  <a:pt x="2660863" y="137833"/>
                  <a:pt x="2655151" y="144096"/>
                  <a:pt x="2648581" y="149188"/>
                </a:cubicBezTo>
                <a:cubicBezTo>
                  <a:pt x="2643725" y="152989"/>
                  <a:pt x="2639083" y="154889"/>
                  <a:pt x="2634656" y="154889"/>
                </a:cubicBezTo>
                <a:cubicBezTo>
                  <a:pt x="2631728" y="154889"/>
                  <a:pt x="2629336" y="154014"/>
                  <a:pt x="2627479" y="152265"/>
                </a:cubicBezTo>
                <a:cubicBezTo>
                  <a:pt x="2625622" y="150515"/>
                  <a:pt x="2624694" y="148319"/>
                  <a:pt x="2624694" y="145677"/>
                </a:cubicBezTo>
                <a:cubicBezTo>
                  <a:pt x="2624694" y="143030"/>
                  <a:pt x="2625587" y="138631"/>
                  <a:pt x="2627372" y="132478"/>
                </a:cubicBezTo>
                <a:lnTo>
                  <a:pt x="2641297" y="84407"/>
                </a:lnTo>
                <a:cubicBezTo>
                  <a:pt x="2643582" y="76596"/>
                  <a:pt x="2644725" y="71697"/>
                  <a:pt x="2644725" y="69709"/>
                </a:cubicBezTo>
                <a:cubicBezTo>
                  <a:pt x="2644725" y="68147"/>
                  <a:pt x="2644171" y="66868"/>
                  <a:pt x="2643064" y="65873"/>
                </a:cubicBezTo>
                <a:cubicBezTo>
                  <a:pt x="2641957" y="64875"/>
                  <a:pt x="2640440" y="64376"/>
                  <a:pt x="2638512" y="64376"/>
                </a:cubicBezTo>
                <a:cubicBezTo>
                  <a:pt x="2636941" y="64376"/>
                  <a:pt x="2633692" y="64769"/>
                  <a:pt x="2628764" y="65555"/>
                </a:cubicBezTo>
                <a:lnTo>
                  <a:pt x="2628764" y="61270"/>
                </a:lnTo>
                <a:lnTo>
                  <a:pt x="2665719" y="55272"/>
                </a:lnTo>
                <a:close/>
                <a:moveTo>
                  <a:pt x="2759995" y="128967"/>
                </a:moveTo>
                <a:cubicBezTo>
                  <a:pt x="2752568" y="137893"/>
                  <a:pt x="2745070" y="144445"/>
                  <a:pt x="2737501" y="148623"/>
                </a:cubicBezTo>
                <a:cubicBezTo>
                  <a:pt x="2729931" y="152800"/>
                  <a:pt x="2721933" y="154889"/>
                  <a:pt x="2713507" y="154889"/>
                </a:cubicBezTo>
                <a:cubicBezTo>
                  <a:pt x="2703366" y="154889"/>
                  <a:pt x="2695458" y="152029"/>
                  <a:pt x="2689781" y="146310"/>
                </a:cubicBezTo>
                <a:cubicBezTo>
                  <a:pt x="2684104" y="140590"/>
                  <a:pt x="2681265" y="132906"/>
                  <a:pt x="2681265" y="123256"/>
                </a:cubicBezTo>
                <a:cubicBezTo>
                  <a:pt x="2681265" y="112319"/>
                  <a:pt x="2684318" y="101561"/>
                  <a:pt x="2690423" y="90981"/>
                </a:cubicBezTo>
                <a:cubicBezTo>
                  <a:pt x="2696529" y="80399"/>
                  <a:pt x="2704741" y="71802"/>
                  <a:pt x="2715060" y="65190"/>
                </a:cubicBezTo>
                <a:cubicBezTo>
                  <a:pt x="2725379" y="58578"/>
                  <a:pt x="2735501" y="55272"/>
                  <a:pt x="2745427" y="55272"/>
                </a:cubicBezTo>
                <a:cubicBezTo>
                  <a:pt x="2753211" y="55272"/>
                  <a:pt x="2759031" y="56891"/>
                  <a:pt x="2762887" y="60129"/>
                </a:cubicBezTo>
                <a:cubicBezTo>
                  <a:pt x="2766743" y="63367"/>
                  <a:pt x="2768671" y="67334"/>
                  <a:pt x="2768671" y="72032"/>
                </a:cubicBezTo>
                <a:cubicBezTo>
                  <a:pt x="2768671" y="76444"/>
                  <a:pt x="2767314" y="80216"/>
                  <a:pt x="2764601" y="83349"/>
                </a:cubicBezTo>
                <a:cubicBezTo>
                  <a:pt x="2762601" y="85768"/>
                  <a:pt x="2760138" y="86978"/>
                  <a:pt x="2757210" y="86978"/>
                </a:cubicBezTo>
                <a:cubicBezTo>
                  <a:pt x="2754996" y="86978"/>
                  <a:pt x="2753157" y="86269"/>
                  <a:pt x="2751693" y="84852"/>
                </a:cubicBezTo>
                <a:cubicBezTo>
                  <a:pt x="2750229" y="83435"/>
                  <a:pt x="2749497" y="81664"/>
                  <a:pt x="2749497" y="79540"/>
                </a:cubicBezTo>
                <a:cubicBezTo>
                  <a:pt x="2749497" y="78194"/>
                  <a:pt x="2749765" y="76955"/>
                  <a:pt x="2750301" y="75821"/>
                </a:cubicBezTo>
                <a:cubicBezTo>
                  <a:pt x="2750836" y="74687"/>
                  <a:pt x="2751943" y="73324"/>
                  <a:pt x="2753621" y="71730"/>
                </a:cubicBezTo>
                <a:cubicBezTo>
                  <a:pt x="2755300" y="70135"/>
                  <a:pt x="2756317" y="68983"/>
                  <a:pt x="2756674" y="68276"/>
                </a:cubicBezTo>
                <a:cubicBezTo>
                  <a:pt x="2757031" y="67566"/>
                  <a:pt x="2757210" y="66822"/>
                  <a:pt x="2757210" y="66043"/>
                </a:cubicBezTo>
                <a:cubicBezTo>
                  <a:pt x="2757210" y="64555"/>
                  <a:pt x="2756531" y="63315"/>
                  <a:pt x="2755175" y="62324"/>
                </a:cubicBezTo>
                <a:cubicBezTo>
                  <a:pt x="2753104" y="60907"/>
                  <a:pt x="2750176" y="60199"/>
                  <a:pt x="2746391" y="60199"/>
                </a:cubicBezTo>
                <a:cubicBezTo>
                  <a:pt x="2739393" y="60199"/>
                  <a:pt x="2732466" y="62663"/>
                  <a:pt x="2725611" y="67590"/>
                </a:cubicBezTo>
                <a:cubicBezTo>
                  <a:pt x="2718755" y="72517"/>
                  <a:pt x="2712900" y="79515"/>
                  <a:pt x="2708044" y="88584"/>
                </a:cubicBezTo>
                <a:cubicBezTo>
                  <a:pt x="2702188" y="99582"/>
                  <a:pt x="2699260" y="110579"/>
                  <a:pt x="2699260" y="121576"/>
                </a:cubicBezTo>
                <a:cubicBezTo>
                  <a:pt x="2699260" y="128860"/>
                  <a:pt x="2701331" y="134626"/>
                  <a:pt x="2705473" y="138875"/>
                </a:cubicBezTo>
                <a:cubicBezTo>
                  <a:pt x="2709615" y="143124"/>
                  <a:pt x="2715256" y="145248"/>
                  <a:pt x="2722397" y="145248"/>
                </a:cubicBezTo>
                <a:cubicBezTo>
                  <a:pt x="2727896" y="145248"/>
                  <a:pt x="2733341" y="143874"/>
                  <a:pt x="2738732" y="141125"/>
                </a:cubicBezTo>
                <a:cubicBezTo>
                  <a:pt x="2744124" y="138375"/>
                  <a:pt x="2750176" y="133394"/>
                  <a:pt x="2756888" y="126182"/>
                </a:cubicBezTo>
                <a:lnTo>
                  <a:pt x="2759995" y="128967"/>
                </a:lnTo>
                <a:close/>
                <a:moveTo>
                  <a:pt x="2942070" y="0"/>
                </a:moveTo>
                <a:lnTo>
                  <a:pt x="2905223" y="126396"/>
                </a:lnTo>
                <a:cubicBezTo>
                  <a:pt x="2903223" y="133252"/>
                  <a:pt x="2902223" y="137750"/>
                  <a:pt x="2902223" y="139893"/>
                </a:cubicBezTo>
                <a:cubicBezTo>
                  <a:pt x="2902223" y="140607"/>
                  <a:pt x="2902527" y="141285"/>
                  <a:pt x="2903134" y="141928"/>
                </a:cubicBezTo>
                <a:cubicBezTo>
                  <a:pt x="2903741" y="142571"/>
                  <a:pt x="2904366" y="142892"/>
                  <a:pt x="2905008" y="142892"/>
                </a:cubicBezTo>
                <a:cubicBezTo>
                  <a:pt x="2905937" y="142892"/>
                  <a:pt x="2907044" y="142428"/>
                  <a:pt x="2908329" y="141499"/>
                </a:cubicBezTo>
                <a:cubicBezTo>
                  <a:pt x="2910757" y="139786"/>
                  <a:pt x="2914827" y="135501"/>
                  <a:pt x="2920540" y="128646"/>
                </a:cubicBezTo>
                <a:lnTo>
                  <a:pt x="2924182" y="130895"/>
                </a:lnTo>
                <a:cubicBezTo>
                  <a:pt x="2919041" y="138036"/>
                  <a:pt x="2913845" y="143820"/>
                  <a:pt x="2908597" y="148248"/>
                </a:cubicBezTo>
                <a:cubicBezTo>
                  <a:pt x="2903348" y="152675"/>
                  <a:pt x="2898439" y="154889"/>
                  <a:pt x="2893868" y="154889"/>
                </a:cubicBezTo>
                <a:cubicBezTo>
                  <a:pt x="2891440" y="154889"/>
                  <a:pt x="2889441" y="154032"/>
                  <a:pt x="2887870" y="152318"/>
                </a:cubicBezTo>
                <a:cubicBezTo>
                  <a:pt x="2886299" y="150604"/>
                  <a:pt x="2885513" y="148176"/>
                  <a:pt x="2885513" y="145034"/>
                </a:cubicBezTo>
                <a:cubicBezTo>
                  <a:pt x="2885513" y="140964"/>
                  <a:pt x="2886585" y="135501"/>
                  <a:pt x="2888727" y="128646"/>
                </a:cubicBezTo>
                <a:lnTo>
                  <a:pt x="2892904" y="115852"/>
                </a:lnTo>
                <a:cubicBezTo>
                  <a:pt x="2882550" y="131649"/>
                  <a:pt x="2873124" y="142581"/>
                  <a:pt x="2864626" y="148646"/>
                </a:cubicBezTo>
                <a:cubicBezTo>
                  <a:pt x="2858770" y="152808"/>
                  <a:pt x="2853165" y="154889"/>
                  <a:pt x="2847809" y="154889"/>
                </a:cubicBezTo>
                <a:cubicBezTo>
                  <a:pt x="2842382" y="154889"/>
                  <a:pt x="2837651" y="152477"/>
                  <a:pt x="2833616" y="147652"/>
                </a:cubicBezTo>
                <a:cubicBezTo>
                  <a:pt x="2829581" y="142825"/>
                  <a:pt x="2827564" y="136265"/>
                  <a:pt x="2827564" y="127973"/>
                </a:cubicBezTo>
                <a:cubicBezTo>
                  <a:pt x="2827564" y="117321"/>
                  <a:pt x="2830956" y="105956"/>
                  <a:pt x="2837740" y="93877"/>
                </a:cubicBezTo>
                <a:cubicBezTo>
                  <a:pt x="2844524" y="81795"/>
                  <a:pt x="2853486" y="71965"/>
                  <a:pt x="2864626" y="64386"/>
                </a:cubicBezTo>
                <a:cubicBezTo>
                  <a:pt x="2873409" y="58310"/>
                  <a:pt x="2881479" y="55272"/>
                  <a:pt x="2888834" y="55272"/>
                </a:cubicBezTo>
                <a:cubicBezTo>
                  <a:pt x="2892690" y="55272"/>
                  <a:pt x="2896011" y="56049"/>
                  <a:pt x="2898796" y="57605"/>
                </a:cubicBezTo>
                <a:cubicBezTo>
                  <a:pt x="2901581" y="59158"/>
                  <a:pt x="2904330" y="61735"/>
                  <a:pt x="2907044" y="65337"/>
                </a:cubicBezTo>
                <a:lnTo>
                  <a:pt x="2917541" y="28299"/>
                </a:lnTo>
                <a:cubicBezTo>
                  <a:pt x="2918326" y="25603"/>
                  <a:pt x="2918969" y="23454"/>
                  <a:pt x="2919469" y="21852"/>
                </a:cubicBezTo>
                <a:cubicBezTo>
                  <a:pt x="2920326" y="18968"/>
                  <a:pt x="2920754" y="16591"/>
                  <a:pt x="2920754" y="14718"/>
                </a:cubicBezTo>
                <a:cubicBezTo>
                  <a:pt x="2920754" y="13205"/>
                  <a:pt x="2920219" y="11944"/>
                  <a:pt x="2919148" y="10936"/>
                </a:cubicBezTo>
                <a:cubicBezTo>
                  <a:pt x="2917648" y="9715"/>
                  <a:pt x="2915720" y="9105"/>
                  <a:pt x="2913363" y="9105"/>
                </a:cubicBezTo>
                <a:cubicBezTo>
                  <a:pt x="2911721" y="9105"/>
                  <a:pt x="2909007" y="9355"/>
                  <a:pt x="2905223" y="9855"/>
                </a:cubicBezTo>
                <a:lnTo>
                  <a:pt x="2905223" y="5998"/>
                </a:lnTo>
                <a:lnTo>
                  <a:pt x="2942070" y="0"/>
                </a:lnTo>
                <a:moveTo>
                  <a:pt x="2902331" y="75918"/>
                </a:moveTo>
                <a:cubicBezTo>
                  <a:pt x="2902331" y="71323"/>
                  <a:pt x="2901009" y="67627"/>
                  <a:pt x="2898367" y="64828"/>
                </a:cubicBezTo>
                <a:cubicBezTo>
                  <a:pt x="2895725" y="62028"/>
                  <a:pt x="2892369" y="60627"/>
                  <a:pt x="2888298" y="60627"/>
                </a:cubicBezTo>
                <a:cubicBezTo>
                  <a:pt x="2879301" y="60627"/>
                  <a:pt x="2869928" y="68093"/>
                  <a:pt x="2860181" y="83024"/>
                </a:cubicBezTo>
                <a:cubicBezTo>
                  <a:pt x="2850433" y="97956"/>
                  <a:pt x="2845559" y="112241"/>
                  <a:pt x="2845559" y="125881"/>
                </a:cubicBezTo>
                <a:cubicBezTo>
                  <a:pt x="2845559" y="131265"/>
                  <a:pt x="2846738" y="135376"/>
                  <a:pt x="2849094" y="138212"/>
                </a:cubicBezTo>
                <a:cubicBezTo>
                  <a:pt x="2851451" y="141046"/>
                  <a:pt x="2854271" y="142463"/>
                  <a:pt x="2857556" y="142463"/>
                </a:cubicBezTo>
                <a:cubicBezTo>
                  <a:pt x="2864983" y="142463"/>
                  <a:pt x="2874302" y="134387"/>
                  <a:pt x="2885513" y="118235"/>
                </a:cubicBezTo>
                <a:cubicBezTo>
                  <a:pt x="2896725" y="102083"/>
                  <a:pt x="2902331" y="87977"/>
                  <a:pt x="2902331" y="75918"/>
                </a:cubicBezTo>
                <a:close/>
                <a:moveTo>
                  <a:pt x="3035388" y="88835"/>
                </a:moveTo>
                <a:cubicBezTo>
                  <a:pt x="3035388" y="99558"/>
                  <a:pt x="3032550" y="110174"/>
                  <a:pt x="3026873" y="120682"/>
                </a:cubicBezTo>
                <a:cubicBezTo>
                  <a:pt x="3021195" y="131191"/>
                  <a:pt x="3013287" y="139519"/>
                  <a:pt x="3003147" y="145667"/>
                </a:cubicBezTo>
                <a:cubicBezTo>
                  <a:pt x="2993006" y="151815"/>
                  <a:pt x="2983152" y="154889"/>
                  <a:pt x="2973583" y="154889"/>
                </a:cubicBezTo>
                <a:cubicBezTo>
                  <a:pt x="2963799" y="154889"/>
                  <a:pt x="2955819" y="151761"/>
                  <a:pt x="2949642" y="145506"/>
                </a:cubicBezTo>
                <a:cubicBezTo>
                  <a:pt x="2943465" y="139251"/>
                  <a:pt x="2940377" y="131155"/>
                  <a:pt x="2940377" y="121218"/>
                </a:cubicBezTo>
                <a:cubicBezTo>
                  <a:pt x="2940377" y="110709"/>
                  <a:pt x="2943394" y="100165"/>
                  <a:pt x="2949428" y="89585"/>
                </a:cubicBezTo>
                <a:cubicBezTo>
                  <a:pt x="2955462" y="79005"/>
                  <a:pt x="2963532" y="70641"/>
                  <a:pt x="2973636" y="64494"/>
                </a:cubicBezTo>
                <a:cubicBezTo>
                  <a:pt x="2983741" y="58346"/>
                  <a:pt x="2993506" y="55272"/>
                  <a:pt x="3002932" y="55272"/>
                </a:cubicBezTo>
                <a:cubicBezTo>
                  <a:pt x="3012358" y="55272"/>
                  <a:pt x="3020124" y="58381"/>
                  <a:pt x="3026230" y="64601"/>
                </a:cubicBezTo>
                <a:cubicBezTo>
                  <a:pt x="3032335" y="70820"/>
                  <a:pt x="3035388" y="78898"/>
                  <a:pt x="3035388" y="88835"/>
                </a:cubicBezTo>
                <a:moveTo>
                  <a:pt x="3017607" y="81267"/>
                </a:moveTo>
                <a:cubicBezTo>
                  <a:pt x="3017607" y="74601"/>
                  <a:pt x="3015983" y="69496"/>
                  <a:pt x="3012733" y="65950"/>
                </a:cubicBezTo>
                <a:cubicBezTo>
                  <a:pt x="3009484" y="62401"/>
                  <a:pt x="3005289" y="60627"/>
                  <a:pt x="3000147" y="60627"/>
                </a:cubicBezTo>
                <a:cubicBezTo>
                  <a:pt x="2989650" y="60627"/>
                  <a:pt x="2979992" y="68171"/>
                  <a:pt x="2971173" y="83259"/>
                </a:cubicBezTo>
                <a:cubicBezTo>
                  <a:pt x="2962353" y="98344"/>
                  <a:pt x="2957944" y="113340"/>
                  <a:pt x="2957944" y="128247"/>
                </a:cubicBezTo>
                <a:cubicBezTo>
                  <a:pt x="2957944" y="135056"/>
                  <a:pt x="2959658" y="140306"/>
                  <a:pt x="2963085" y="143997"/>
                </a:cubicBezTo>
                <a:cubicBezTo>
                  <a:pt x="2966513" y="147688"/>
                  <a:pt x="2970833" y="149533"/>
                  <a:pt x="2976046" y="149533"/>
                </a:cubicBezTo>
                <a:cubicBezTo>
                  <a:pt x="2986115" y="149533"/>
                  <a:pt x="2995559" y="142026"/>
                  <a:pt x="3004378" y="127012"/>
                </a:cubicBezTo>
                <a:cubicBezTo>
                  <a:pt x="3013198" y="111996"/>
                  <a:pt x="3017607" y="96748"/>
                  <a:pt x="3017607" y="81267"/>
                </a:cubicBezTo>
                <a:close/>
                <a:moveTo>
                  <a:pt x="3092073" y="55272"/>
                </a:moveTo>
                <a:lnTo>
                  <a:pt x="3078148" y="103627"/>
                </a:lnTo>
                <a:cubicBezTo>
                  <a:pt x="3084361" y="92262"/>
                  <a:pt x="3089645" y="83721"/>
                  <a:pt x="3094001" y="78003"/>
                </a:cubicBezTo>
                <a:cubicBezTo>
                  <a:pt x="3100785" y="69140"/>
                  <a:pt x="3107391" y="62706"/>
                  <a:pt x="3113817" y="58703"/>
                </a:cubicBezTo>
                <a:cubicBezTo>
                  <a:pt x="3117602" y="56415"/>
                  <a:pt x="3121565" y="55272"/>
                  <a:pt x="3125707" y="55272"/>
                </a:cubicBezTo>
                <a:cubicBezTo>
                  <a:pt x="3129278" y="55272"/>
                  <a:pt x="3132241" y="56426"/>
                  <a:pt x="3134598" y="58736"/>
                </a:cubicBezTo>
                <a:cubicBezTo>
                  <a:pt x="3136954" y="61044"/>
                  <a:pt x="3138133" y="64001"/>
                  <a:pt x="3138133" y="67610"/>
                </a:cubicBezTo>
                <a:cubicBezTo>
                  <a:pt x="3138133" y="71102"/>
                  <a:pt x="3137311" y="75665"/>
                  <a:pt x="3135669" y="81297"/>
                </a:cubicBezTo>
                <a:lnTo>
                  <a:pt x="3128064" y="108461"/>
                </a:lnTo>
                <a:cubicBezTo>
                  <a:pt x="3139704" y="86656"/>
                  <a:pt x="3150737" y="71357"/>
                  <a:pt x="3161162" y="62562"/>
                </a:cubicBezTo>
                <a:cubicBezTo>
                  <a:pt x="3166947" y="57702"/>
                  <a:pt x="3172660" y="55272"/>
                  <a:pt x="3178301" y="55272"/>
                </a:cubicBezTo>
                <a:cubicBezTo>
                  <a:pt x="3181586" y="55272"/>
                  <a:pt x="3184282" y="56403"/>
                  <a:pt x="3186388" y="58666"/>
                </a:cubicBezTo>
                <a:cubicBezTo>
                  <a:pt x="3188495" y="60926"/>
                  <a:pt x="3189548" y="64427"/>
                  <a:pt x="3189548" y="69166"/>
                </a:cubicBezTo>
                <a:cubicBezTo>
                  <a:pt x="3189548" y="73310"/>
                  <a:pt x="3188905" y="77704"/>
                  <a:pt x="3187620" y="82348"/>
                </a:cubicBezTo>
                <a:lnTo>
                  <a:pt x="3175837" y="124040"/>
                </a:lnTo>
                <a:cubicBezTo>
                  <a:pt x="3173267" y="133113"/>
                  <a:pt x="3171981" y="138150"/>
                  <a:pt x="3171981" y="139150"/>
                </a:cubicBezTo>
                <a:cubicBezTo>
                  <a:pt x="3171981" y="140149"/>
                  <a:pt x="3172302" y="141006"/>
                  <a:pt x="3172945" y="141720"/>
                </a:cubicBezTo>
                <a:cubicBezTo>
                  <a:pt x="3173374" y="142220"/>
                  <a:pt x="3173945" y="142470"/>
                  <a:pt x="3174659" y="142470"/>
                </a:cubicBezTo>
                <a:cubicBezTo>
                  <a:pt x="3175373" y="142470"/>
                  <a:pt x="3176623" y="141792"/>
                  <a:pt x="3178408" y="140435"/>
                </a:cubicBezTo>
                <a:cubicBezTo>
                  <a:pt x="3182478" y="137293"/>
                  <a:pt x="3186299" y="133151"/>
                  <a:pt x="3189869" y="128010"/>
                </a:cubicBezTo>
                <a:lnTo>
                  <a:pt x="3193404" y="130259"/>
                </a:lnTo>
                <a:cubicBezTo>
                  <a:pt x="3191619" y="133115"/>
                  <a:pt x="3188459" y="137043"/>
                  <a:pt x="3183925" y="142042"/>
                </a:cubicBezTo>
                <a:cubicBezTo>
                  <a:pt x="3179390" y="147038"/>
                  <a:pt x="3175516" y="150429"/>
                  <a:pt x="3172302" y="152214"/>
                </a:cubicBezTo>
                <a:cubicBezTo>
                  <a:pt x="3169089" y="153997"/>
                  <a:pt x="3166126" y="154889"/>
                  <a:pt x="3163412" y="154889"/>
                </a:cubicBezTo>
                <a:cubicBezTo>
                  <a:pt x="3160913" y="154889"/>
                  <a:pt x="3158824" y="154032"/>
                  <a:pt x="3157146" y="152318"/>
                </a:cubicBezTo>
                <a:cubicBezTo>
                  <a:pt x="3155468" y="150604"/>
                  <a:pt x="3154628" y="148498"/>
                  <a:pt x="3154628" y="145998"/>
                </a:cubicBezTo>
                <a:cubicBezTo>
                  <a:pt x="3154628" y="142571"/>
                  <a:pt x="3156092" y="135680"/>
                  <a:pt x="3159020" y="125325"/>
                </a:cubicBezTo>
                <a:lnTo>
                  <a:pt x="3168768" y="90941"/>
                </a:lnTo>
                <a:cubicBezTo>
                  <a:pt x="3170981" y="83014"/>
                  <a:pt x="3172160" y="78623"/>
                  <a:pt x="3172302" y="77766"/>
                </a:cubicBezTo>
                <a:cubicBezTo>
                  <a:pt x="3172517" y="76409"/>
                  <a:pt x="3172624" y="75088"/>
                  <a:pt x="3172624" y="73803"/>
                </a:cubicBezTo>
                <a:cubicBezTo>
                  <a:pt x="3172624" y="72017"/>
                  <a:pt x="3172231" y="70625"/>
                  <a:pt x="3171446" y="69625"/>
                </a:cubicBezTo>
                <a:cubicBezTo>
                  <a:pt x="3170589" y="68625"/>
                  <a:pt x="3169625" y="68125"/>
                  <a:pt x="3168553" y="68125"/>
                </a:cubicBezTo>
                <a:cubicBezTo>
                  <a:pt x="3165554" y="68125"/>
                  <a:pt x="3162376" y="69661"/>
                  <a:pt x="3159020" y="72731"/>
                </a:cubicBezTo>
                <a:cubicBezTo>
                  <a:pt x="3149166" y="81800"/>
                  <a:pt x="3139954" y="94511"/>
                  <a:pt x="3131384" y="110864"/>
                </a:cubicBezTo>
                <a:cubicBezTo>
                  <a:pt x="3125743" y="121647"/>
                  <a:pt x="3120459" y="135465"/>
                  <a:pt x="3115531" y="152318"/>
                </a:cubicBezTo>
                <a:lnTo>
                  <a:pt x="3099357" y="152318"/>
                </a:lnTo>
                <a:lnTo>
                  <a:pt x="3117674" y="87430"/>
                </a:lnTo>
                <a:cubicBezTo>
                  <a:pt x="3119673" y="80422"/>
                  <a:pt x="3120673" y="75740"/>
                  <a:pt x="3120673" y="73381"/>
                </a:cubicBezTo>
                <a:cubicBezTo>
                  <a:pt x="3120673" y="71450"/>
                  <a:pt x="3120280" y="70021"/>
                  <a:pt x="3119495" y="69093"/>
                </a:cubicBezTo>
                <a:cubicBezTo>
                  <a:pt x="3118709" y="68162"/>
                  <a:pt x="3117745" y="67697"/>
                  <a:pt x="3116602" y="67697"/>
                </a:cubicBezTo>
                <a:cubicBezTo>
                  <a:pt x="3114246" y="67697"/>
                  <a:pt x="3111747" y="68555"/>
                  <a:pt x="3109104" y="70271"/>
                </a:cubicBezTo>
                <a:cubicBezTo>
                  <a:pt x="3104820" y="73061"/>
                  <a:pt x="3099303" y="79031"/>
                  <a:pt x="3092555" y="88183"/>
                </a:cubicBezTo>
                <a:cubicBezTo>
                  <a:pt x="3085807" y="97334"/>
                  <a:pt x="3080576" y="106093"/>
                  <a:pt x="3076863" y="114460"/>
                </a:cubicBezTo>
                <a:cubicBezTo>
                  <a:pt x="3075077" y="118392"/>
                  <a:pt x="3070829" y="131011"/>
                  <a:pt x="3064116" y="152318"/>
                </a:cubicBezTo>
                <a:lnTo>
                  <a:pt x="3048263" y="152318"/>
                </a:lnTo>
                <a:lnTo>
                  <a:pt x="3068079" y="82907"/>
                </a:lnTo>
                <a:lnTo>
                  <a:pt x="3070650" y="73910"/>
                </a:lnTo>
                <a:cubicBezTo>
                  <a:pt x="3071150" y="72535"/>
                  <a:pt x="3071400" y="71522"/>
                  <a:pt x="3071400" y="70870"/>
                </a:cubicBezTo>
                <a:cubicBezTo>
                  <a:pt x="3071400" y="69277"/>
                  <a:pt x="3070686" y="67850"/>
                  <a:pt x="3069257" y="66589"/>
                </a:cubicBezTo>
                <a:cubicBezTo>
                  <a:pt x="3067829" y="65328"/>
                  <a:pt x="3066008" y="64698"/>
                  <a:pt x="3063795" y="64698"/>
                </a:cubicBezTo>
                <a:cubicBezTo>
                  <a:pt x="3062866" y="64698"/>
                  <a:pt x="3060295" y="65126"/>
                  <a:pt x="3056082" y="65983"/>
                </a:cubicBezTo>
                <a:lnTo>
                  <a:pt x="3055118" y="62127"/>
                </a:lnTo>
                <a:lnTo>
                  <a:pt x="3092073" y="55272"/>
                </a:lnTo>
                <a:close/>
                <a:moveTo>
                  <a:pt x="3304939" y="55272"/>
                </a:moveTo>
                <a:lnTo>
                  <a:pt x="3284052" y="128006"/>
                </a:lnTo>
                <a:lnTo>
                  <a:pt x="3281695" y="137781"/>
                </a:lnTo>
                <a:cubicBezTo>
                  <a:pt x="3281481" y="138698"/>
                  <a:pt x="3281374" y="139473"/>
                  <a:pt x="3281374" y="140107"/>
                </a:cubicBezTo>
                <a:cubicBezTo>
                  <a:pt x="3281374" y="141250"/>
                  <a:pt x="3281731" y="142249"/>
                  <a:pt x="3282445" y="143106"/>
                </a:cubicBezTo>
                <a:cubicBezTo>
                  <a:pt x="3283016" y="143749"/>
                  <a:pt x="3283731" y="144070"/>
                  <a:pt x="3284587" y="144070"/>
                </a:cubicBezTo>
                <a:cubicBezTo>
                  <a:pt x="3285516" y="144070"/>
                  <a:pt x="3286730" y="143499"/>
                  <a:pt x="3288229" y="142356"/>
                </a:cubicBezTo>
                <a:cubicBezTo>
                  <a:pt x="3291014" y="140285"/>
                  <a:pt x="3294728" y="136001"/>
                  <a:pt x="3299369" y="129503"/>
                </a:cubicBezTo>
                <a:lnTo>
                  <a:pt x="3303011" y="132073"/>
                </a:lnTo>
                <a:cubicBezTo>
                  <a:pt x="3298084" y="139500"/>
                  <a:pt x="3293014" y="145159"/>
                  <a:pt x="3287801" y="149051"/>
                </a:cubicBezTo>
                <a:cubicBezTo>
                  <a:pt x="3282588" y="152943"/>
                  <a:pt x="3277768" y="154889"/>
                  <a:pt x="3273340" y="154889"/>
                </a:cubicBezTo>
                <a:cubicBezTo>
                  <a:pt x="3270270" y="154889"/>
                  <a:pt x="3267967" y="154121"/>
                  <a:pt x="3266431" y="152586"/>
                </a:cubicBezTo>
                <a:cubicBezTo>
                  <a:pt x="3264896" y="151051"/>
                  <a:pt x="3264128" y="148819"/>
                  <a:pt x="3264128" y="145891"/>
                </a:cubicBezTo>
                <a:cubicBezTo>
                  <a:pt x="3264128" y="142392"/>
                  <a:pt x="3264914" y="137786"/>
                  <a:pt x="3266485" y="132073"/>
                </a:cubicBezTo>
                <a:lnTo>
                  <a:pt x="3268734" y="123775"/>
                </a:lnTo>
                <a:cubicBezTo>
                  <a:pt x="3259380" y="136091"/>
                  <a:pt x="3250775" y="144698"/>
                  <a:pt x="3242920" y="149597"/>
                </a:cubicBezTo>
                <a:cubicBezTo>
                  <a:pt x="3237278" y="153125"/>
                  <a:pt x="3231744" y="154889"/>
                  <a:pt x="3226317" y="154889"/>
                </a:cubicBezTo>
                <a:cubicBezTo>
                  <a:pt x="3221104" y="154889"/>
                  <a:pt x="3216605" y="152726"/>
                  <a:pt x="3212820" y="148402"/>
                </a:cubicBezTo>
                <a:cubicBezTo>
                  <a:pt x="3209035" y="144077"/>
                  <a:pt x="3207143" y="138125"/>
                  <a:pt x="3207143" y="130547"/>
                </a:cubicBezTo>
                <a:cubicBezTo>
                  <a:pt x="3207143" y="119182"/>
                  <a:pt x="3210553" y="107190"/>
                  <a:pt x="3217373" y="94573"/>
                </a:cubicBezTo>
                <a:cubicBezTo>
                  <a:pt x="3224192" y="81956"/>
                  <a:pt x="3232851" y="71858"/>
                  <a:pt x="3243348" y="64279"/>
                </a:cubicBezTo>
                <a:cubicBezTo>
                  <a:pt x="3251560" y="58274"/>
                  <a:pt x="3259308" y="55272"/>
                  <a:pt x="3266592" y="55272"/>
                </a:cubicBezTo>
                <a:cubicBezTo>
                  <a:pt x="3270948" y="55272"/>
                  <a:pt x="3274572" y="56424"/>
                  <a:pt x="3277464" y="58729"/>
                </a:cubicBezTo>
                <a:cubicBezTo>
                  <a:pt x="3280356" y="61035"/>
                  <a:pt x="3282552" y="64852"/>
                  <a:pt x="3284052" y="70181"/>
                </a:cubicBezTo>
                <a:lnTo>
                  <a:pt x="3287908" y="57842"/>
                </a:lnTo>
                <a:lnTo>
                  <a:pt x="3304939" y="55272"/>
                </a:lnTo>
                <a:moveTo>
                  <a:pt x="3266806" y="60627"/>
                </a:moveTo>
                <a:cubicBezTo>
                  <a:pt x="3262236" y="60627"/>
                  <a:pt x="3257380" y="62779"/>
                  <a:pt x="3252239" y="67081"/>
                </a:cubicBezTo>
                <a:cubicBezTo>
                  <a:pt x="3244955" y="73173"/>
                  <a:pt x="3238474" y="82205"/>
                  <a:pt x="3232797" y="94178"/>
                </a:cubicBezTo>
                <a:cubicBezTo>
                  <a:pt x="3227120" y="106150"/>
                  <a:pt x="3224282" y="116976"/>
                  <a:pt x="3224282" y="126654"/>
                </a:cubicBezTo>
                <a:cubicBezTo>
                  <a:pt x="3224282" y="131530"/>
                  <a:pt x="3225495" y="135384"/>
                  <a:pt x="3227923" y="138216"/>
                </a:cubicBezTo>
                <a:cubicBezTo>
                  <a:pt x="3230351" y="141048"/>
                  <a:pt x="3233136" y="142463"/>
                  <a:pt x="3236278" y="142463"/>
                </a:cubicBezTo>
                <a:cubicBezTo>
                  <a:pt x="3244062" y="142463"/>
                  <a:pt x="3252524" y="136693"/>
                  <a:pt x="3261665" y="125151"/>
                </a:cubicBezTo>
                <a:cubicBezTo>
                  <a:pt x="3273876" y="109809"/>
                  <a:pt x="3279982" y="94072"/>
                  <a:pt x="3279982" y="77940"/>
                </a:cubicBezTo>
                <a:cubicBezTo>
                  <a:pt x="3279982" y="71848"/>
                  <a:pt x="3278803" y="67439"/>
                  <a:pt x="3276447" y="64714"/>
                </a:cubicBezTo>
                <a:cubicBezTo>
                  <a:pt x="3274090" y="61990"/>
                  <a:pt x="3270877" y="60627"/>
                  <a:pt x="3266806" y="60627"/>
                </a:cubicBezTo>
                <a:close/>
                <a:moveTo>
                  <a:pt x="3361624" y="12640"/>
                </a:moveTo>
                <a:cubicBezTo>
                  <a:pt x="3364623" y="12640"/>
                  <a:pt x="3367158" y="13675"/>
                  <a:pt x="3369229" y="15746"/>
                </a:cubicBezTo>
                <a:cubicBezTo>
                  <a:pt x="3371300" y="17817"/>
                  <a:pt x="3372336" y="20352"/>
                  <a:pt x="3372336" y="23351"/>
                </a:cubicBezTo>
                <a:cubicBezTo>
                  <a:pt x="3372336" y="26279"/>
                  <a:pt x="3371282" y="28796"/>
                  <a:pt x="3369176" y="30903"/>
                </a:cubicBezTo>
                <a:cubicBezTo>
                  <a:pt x="3367069" y="33009"/>
                  <a:pt x="3364552" y="34063"/>
                  <a:pt x="3361624" y="34063"/>
                </a:cubicBezTo>
                <a:cubicBezTo>
                  <a:pt x="3358696" y="34063"/>
                  <a:pt x="3356179" y="33009"/>
                  <a:pt x="3354073" y="30903"/>
                </a:cubicBezTo>
                <a:cubicBezTo>
                  <a:pt x="3351966" y="28796"/>
                  <a:pt x="3350913" y="26279"/>
                  <a:pt x="3350913" y="23351"/>
                </a:cubicBezTo>
                <a:cubicBezTo>
                  <a:pt x="3350913" y="20352"/>
                  <a:pt x="3351948" y="17817"/>
                  <a:pt x="3354019" y="15746"/>
                </a:cubicBezTo>
                <a:cubicBezTo>
                  <a:pt x="3356090" y="13675"/>
                  <a:pt x="3358625" y="12640"/>
                  <a:pt x="3361624" y="12640"/>
                </a:cubicBezTo>
                <a:moveTo>
                  <a:pt x="3363017" y="55272"/>
                </a:moveTo>
                <a:lnTo>
                  <a:pt x="3341808" y="130396"/>
                </a:lnTo>
                <a:cubicBezTo>
                  <a:pt x="3340380" y="135469"/>
                  <a:pt x="3339666" y="138505"/>
                  <a:pt x="3339666" y="139504"/>
                </a:cubicBezTo>
                <a:cubicBezTo>
                  <a:pt x="3339666" y="140651"/>
                  <a:pt x="3340005" y="141584"/>
                  <a:pt x="3340683" y="142303"/>
                </a:cubicBezTo>
                <a:cubicBezTo>
                  <a:pt x="3341362" y="143019"/>
                  <a:pt x="3342165" y="143377"/>
                  <a:pt x="3343093" y="143377"/>
                </a:cubicBezTo>
                <a:cubicBezTo>
                  <a:pt x="3344164" y="143377"/>
                  <a:pt x="3345450" y="142804"/>
                  <a:pt x="3346949" y="141657"/>
                </a:cubicBezTo>
                <a:cubicBezTo>
                  <a:pt x="3351020" y="138437"/>
                  <a:pt x="3355126" y="133863"/>
                  <a:pt x="3359268" y="127936"/>
                </a:cubicBezTo>
                <a:lnTo>
                  <a:pt x="3363017" y="130400"/>
                </a:lnTo>
                <a:cubicBezTo>
                  <a:pt x="3358161" y="137833"/>
                  <a:pt x="3352448" y="144096"/>
                  <a:pt x="3345878" y="149188"/>
                </a:cubicBezTo>
                <a:cubicBezTo>
                  <a:pt x="3341022" y="152989"/>
                  <a:pt x="3336381" y="154889"/>
                  <a:pt x="3331953" y="154889"/>
                </a:cubicBezTo>
                <a:cubicBezTo>
                  <a:pt x="3329025" y="154889"/>
                  <a:pt x="3326633" y="154014"/>
                  <a:pt x="3324776" y="152265"/>
                </a:cubicBezTo>
                <a:cubicBezTo>
                  <a:pt x="3322920" y="150515"/>
                  <a:pt x="3321991" y="148319"/>
                  <a:pt x="3321991" y="145677"/>
                </a:cubicBezTo>
                <a:cubicBezTo>
                  <a:pt x="3321991" y="143030"/>
                  <a:pt x="3322884" y="138631"/>
                  <a:pt x="3324669" y="132478"/>
                </a:cubicBezTo>
                <a:lnTo>
                  <a:pt x="3338594" y="84407"/>
                </a:lnTo>
                <a:cubicBezTo>
                  <a:pt x="3340879" y="76596"/>
                  <a:pt x="3342022" y="71697"/>
                  <a:pt x="3342022" y="69709"/>
                </a:cubicBezTo>
                <a:cubicBezTo>
                  <a:pt x="3342022" y="68147"/>
                  <a:pt x="3341469" y="66868"/>
                  <a:pt x="3340362" y="65873"/>
                </a:cubicBezTo>
                <a:cubicBezTo>
                  <a:pt x="3339255" y="64875"/>
                  <a:pt x="3337737" y="64376"/>
                  <a:pt x="3335809" y="64376"/>
                </a:cubicBezTo>
                <a:cubicBezTo>
                  <a:pt x="3334238" y="64376"/>
                  <a:pt x="3330989" y="64769"/>
                  <a:pt x="3326062" y="65555"/>
                </a:cubicBezTo>
                <a:lnTo>
                  <a:pt x="3326062" y="61270"/>
                </a:lnTo>
                <a:lnTo>
                  <a:pt x="3363017" y="55272"/>
                </a:lnTo>
                <a:close/>
                <a:moveTo>
                  <a:pt x="3422844" y="55272"/>
                </a:moveTo>
                <a:lnTo>
                  <a:pt x="3408598" y="104156"/>
                </a:lnTo>
                <a:cubicBezTo>
                  <a:pt x="3421952" y="84173"/>
                  <a:pt x="3432181" y="71030"/>
                  <a:pt x="3439287" y="64728"/>
                </a:cubicBezTo>
                <a:cubicBezTo>
                  <a:pt x="3446392" y="58424"/>
                  <a:pt x="3453229" y="55272"/>
                  <a:pt x="3459799" y="55272"/>
                </a:cubicBezTo>
                <a:cubicBezTo>
                  <a:pt x="3463370" y="55272"/>
                  <a:pt x="3466315" y="56457"/>
                  <a:pt x="3468636" y="58826"/>
                </a:cubicBezTo>
                <a:cubicBezTo>
                  <a:pt x="3470957" y="61196"/>
                  <a:pt x="3472117" y="64284"/>
                  <a:pt x="3472117" y="68089"/>
                </a:cubicBezTo>
                <a:cubicBezTo>
                  <a:pt x="3472117" y="72375"/>
                  <a:pt x="3471082" y="78093"/>
                  <a:pt x="3469011" y="85240"/>
                </a:cubicBezTo>
                <a:lnTo>
                  <a:pt x="3455943" y="130369"/>
                </a:lnTo>
                <a:cubicBezTo>
                  <a:pt x="3454443" y="135587"/>
                  <a:pt x="3453694" y="138767"/>
                  <a:pt x="3453694" y="139909"/>
                </a:cubicBezTo>
                <a:cubicBezTo>
                  <a:pt x="3453694" y="140909"/>
                  <a:pt x="3453979" y="141748"/>
                  <a:pt x="3454551" y="142427"/>
                </a:cubicBezTo>
                <a:cubicBezTo>
                  <a:pt x="3455122" y="143103"/>
                  <a:pt x="3455729" y="143441"/>
                  <a:pt x="3456371" y="143441"/>
                </a:cubicBezTo>
                <a:cubicBezTo>
                  <a:pt x="3457228" y="143441"/>
                  <a:pt x="3458264" y="142977"/>
                  <a:pt x="3459478" y="142048"/>
                </a:cubicBezTo>
                <a:cubicBezTo>
                  <a:pt x="3463263" y="139051"/>
                  <a:pt x="3467404" y="134482"/>
                  <a:pt x="3471903" y="128341"/>
                </a:cubicBezTo>
                <a:lnTo>
                  <a:pt x="3475224" y="130376"/>
                </a:lnTo>
                <a:cubicBezTo>
                  <a:pt x="3468583" y="139869"/>
                  <a:pt x="3462299" y="146649"/>
                  <a:pt x="3456371" y="150715"/>
                </a:cubicBezTo>
                <a:cubicBezTo>
                  <a:pt x="3452230" y="153497"/>
                  <a:pt x="3448516" y="154889"/>
                  <a:pt x="3445231" y="154889"/>
                </a:cubicBezTo>
                <a:cubicBezTo>
                  <a:pt x="3442589" y="154889"/>
                  <a:pt x="3440483" y="154086"/>
                  <a:pt x="3438912" y="152479"/>
                </a:cubicBezTo>
                <a:cubicBezTo>
                  <a:pt x="3437341" y="150872"/>
                  <a:pt x="3436555" y="148712"/>
                  <a:pt x="3436555" y="145998"/>
                </a:cubicBezTo>
                <a:cubicBezTo>
                  <a:pt x="3436555" y="142580"/>
                  <a:pt x="3437769" y="136704"/>
                  <a:pt x="3440197" y="128371"/>
                </a:cubicBezTo>
                <a:lnTo>
                  <a:pt x="3452622" y="85431"/>
                </a:lnTo>
                <a:cubicBezTo>
                  <a:pt x="3454193" y="80089"/>
                  <a:pt x="3454979" y="75923"/>
                  <a:pt x="3454979" y="72932"/>
                </a:cubicBezTo>
                <a:cubicBezTo>
                  <a:pt x="3454979" y="71508"/>
                  <a:pt x="3454515" y="70351"/>
                  <a:pt x="3453586" y="69461"/>
                </a:cubicBezTo>
                <a:cubicBezTo>
                  <a:pt x="3452658" y="68571"/>
                  <a:pt x="3451516" y="68125"/>
                  <a:pt x="3450159" y="68125"/>
                </a:cubicBezTo>
                <a:cubicBezTo>
                  <a:pt x="3448159" y="68125"/>
                  <a:pt x="3445767" y="68980"/>
                  <a:pt x="3442982" y="70689"/>
                </a:cubicBezTo>
                <a:cubicBezTo>
                  <a:pt x="3437698" y="73892"/>
                  <a:pt x="3432199" y="79177"/>
                  <a:pt x="3426486" y="86546"/>
                </a:cubicBezTo>
                <a:cubicBezTo>
                  <a:pt x="3420773" y="93912"/>
                  <a:pt x="3414739" y="103325"/>
                  <a:pt x="3408384" y="114784"/>
                </a:cubicBezTo>
                <a:cubicBezTo>
                  <a:pt x="3405027" y="120834"/>
                  <a:pt x="3402242" y="127454"/>
                  <a:pt x="3400029" y="134644"/>
                </a:cubicBezTo>
                <a:lnTo>
                  <a:pt x="3394673" y="152318"/>
                </a:lnTo>
                <a:lnTo>
                  <a:pt x="3378606" y="152318"/>
                </a:lnTo>
                <a:lnTo>
                  <a:pt x="3398101" y="85050"/>
                </a:lnTo>
                <a:cubicBezTo>
                  <a:pt x="3400386" y="77025"/>
                  <a:pt x="3401528" y="72196"/>
                  <a:pt x="3401528" y="70562"/>
                </a:cubicBezTo>
                <a:cubicBezTo>
                  <a:pt x="3401528" y="69000"/>
                  <a:pt x="3400904" y="67632"/>
                  <a:pt x="3399654" y="66458"/>
                </a:cubicBezTo>
                <a:cubicBezTo>
                  <a:pt x="3398404" y="65285"/>
                  <a:pt x="3396851" y="64698"/>
                  <a:pt x="3394994" y="64698"/>
                </a:cubicBezTo>
                <a:cubicBezTo>
                  <a:pt x="3394137" y="64698"/>
                  <a:pt x="3392638" y="64841"/>
                  <a:pt x="3390496" y="65126"/>
                </a:cubicBezTo>
                <a:lnTo>
                  <a:pt x="3386425" y="65769"/>
                </a:lnTo>
                <a:lnTo>
                  <a:pt x="3385782" y="61913"/>
                </a:lnTo>
                <a:lnTo>
                  <a:pt x="3422844" y="55272"/>
                </a:lnTo>
                <a:close/>
                <a:moveTo>
                  <a:pt x="3590722" y="28921"/>
                </a:moveTo>
                <a:lnTo>
                  <a:pt x="3582367" y="57842"/>
                </a:lnTo>
                <a:lnTo>
                  <a:pt x="3599184" y="57842"/>
                </a:lnTo>
                <a:lnTo>
                  <a:pt x="3597364" y="64698"/>
                </a:lnTo>
                <a:lnTo>
                  <a:pt x="3580654" y="64698"/>
                </a:lnTo>
                <a:lnTo>
                  <a:pt x="3562230" y="127906"/>
                </a:lnTo>
                <a:cubicBezTo>
                  <a:pt x="3560230" y="134701"/>
                  <a:pt x="3559230" y="139101"/>
                  <a:pt x="3559230" y="141104"/>
                </a:cubicBezTo>
                <a:cubicBezTo>
                  <a:pt x="3559230" y="142316"/>
                  <a:pt x="3559516" y="143242"/>
                  <a:pt x="3560087" y="143883"/>
                </a:cubicBezTo>
                <a:cubicBezTo>
                  <a:pt x="3560659" y="144523"/>
                  <a:pt x="3561337" y="144843"/>
                  <a:pt x="3562123" y="144843"/>
                </a:cubicBezTo>
                <a:cubicBezTo>
                  <a:pt x="3563908" y="144843"/>
                  <a:pt x="3566264" y="143597"/>
                  <a:pt x="3569192" y="141104"/>
                </a:cubicBezTo>
                <a:cubicBezTo>
                  <a:pt x="3570906" y="139676"/>
                  <a:pt x="3574726" y="135285"/>
                  <a:pt x="3580654" y="127929"/>
                </a:cubicBezTo>
                <a:lnTo>
                  <a:pt x="3584188" y="130607"/>
                </a:lnTo>
                <a:cubicBezTo>
                  <a:pt x="3577619" y="140169"/>
                  <a:pt x="3571406" y="146910"/>
                  <a:pt x="3565550" y="150829"/>
                </a:cubicBezTo>
                <a:cubicBezTo>
                  <a:pt x="3561551" y="153535"/>
                  <a:pt x="3557517" y="154889"/>
                  <a:pt x="3553446" y="154889"/>
                </a:cubicBezTo>
                <a:cubicBezTo>
                  <a:pt x="3550304" y="154889"/>
                  <a:pt x="3547733" y="153907"/>
                  <a:pt x="3545734" y="151943"/>
                </a:cubicBezTo>
                <a:cubicBezTo>
                  <a:pt x="3543734" y="149979"/>
                  <a:pt x="3542735" y="147462"/>
                  <a:pt x="3542735" y="144392"/>
                </a:cubicBezTo>
                <a:cubicBezTo>
                  <a:pt x="3542735" y="140535"/>
                  <a:pt x="3543877" y="134644"/>
                  <a:pt x="3546162" y="126718"/>
                </a:cubicBezTo>
                <a:lnTo>
                  <a:pt x="3564051" y="64698"/>
                </a:lnTo>
                <a:lnTo>
                  <a:pt x="3547876" y="64698"/>
                </a:lnTo>
                <a:lnTo>
                  <a:pt x="3548947" y="60453"/>
                </a:lnTo>
                <a:cubicBezTo>
                  <a:pt x="3556802" y="58286"/>
                  <a:pt x="3563337" y="55086"/>
                  <a:pt x="3568549" y="50853"/>
                </a:cubicBezTo>
                <a:cubicBezTo>
                  <a:pt x="3573762" y="46620"/>
                  <a:pt x="3579582" y="39309"/>
                  <a:pt x="3586009" y="28921"/>
                </a:cubicBezTo>
                <a:lnTo>
                  <a:pt x="3590722" y="28921"/>
                </a:lnTo>
                <a:close/>
                <a:moveTo>
                  <a:pt x="3697038" y="88835"/>
                </a:moveTo>
                <a:cubicBezTo>
                  <a:pt x="3697038" y="99558"/>
                  <a:pt x="3694200" y="110174"/>
                  <a:pt x="3688522" y="120682"/>
                </a:cubicBezTo>
                <a:cubicBezTo>
                  <a:pt x="3682845" y="131191"/>
                  <a:pt x="3674937" y="139519"/>
                  <a:pt x="3664796" y="145667"/>
                </a:cubicBezTo>
                <a:cubicBezTo>
                  <a:pt x="3654656" y="151815"/>
                  <a:pt x="3644802" y="154889"/>
                  <a:pt x="3635233" y="154889"/>
                </a:cubicBezTo>
                <a:cubicBezTo>
                  <a:pt x="3625449" y="154889"/>
                  <a:pt x="3617469" y="151761"/>
                  <a:pt x="3611292" y="145506"/>
                </a:cubicBezTo>
                <a:cubicBezTo>
                  <a:pt x="3605115" y="139251"/>
                  <a:pt x="3602027" y="131155"/>
                  <a:pt x="3602027" y="121218"/>
                </a:cubicBezTo>
                <a:cubicBezTo>
                  <a:pt x="3602027" y="110709"/>
                  <a:pt x="3605044" y="100165"/>
                  <a:pt x="3611078" y="89585"/>
                </a:cubicBezTo>
                <a:cubicBezTo>
                  <a:pt x="3617112" y="79005"/>
                  <a:pt x="3625182" y="70641"/>
                  <a:pt x="3635286" y="64494"/>
                </a:cubicBezTo>
                <a:cubicBezTo>
                  <a:pt x="3645391" y="58346"/>
                  <a:pt x="3655156" y="55272"/>
                  <a:pt x="3664582" y="55272"/>
                </a:cubicBezTo>
                <a:cubicBezTo>
                  <a:pt x="3674008" y="55272"/>
                  <a:pt x="3681774" y="58381"/>
                  <a:pt x="3687880" y="64601"/>
                </a:cubicBezTo>
                <a:cubicBezTo>
                  <a:pt x="3693985" y="70820"/>
                  <a:pt x="3697038" y="78898"/>
                  <a:pt x="3697038" y="88835"/>
                </a:cubicBezTo>
                <a:moveTo>
                  <a:pt x="3679257" y="81267"/>
                </a:moveTo>
                <a:cubicBezTo>
                  <a:pt x="3679257" y="74601"/>
                  <a:pt x="3677632" y="69496"/>
                  <a:pt x="3674383" y="65950"/>
                </a:cubicBezTo>
                <a:cubicBezTo>
                  <a:pt x="3671134" y="62401"/>
                  <a:pt x="3666939" y="60627"/>
                  <a:pt x="3661797" y="60627"/>
                </a:cubicBezTo>
                <a:cubicBezTo>
                  <a:pt x="3651300" y="60627"/>
                  <a:pt x="3641642" y="68171"/>
                  <a:pt x="3632822" y="83259"/>
                </a:cubicBezTo>
                <a:cubicBezTo>
                  <a:pt x="3624003" y="98344"/>
                  <a:pt x="3619594" y="113340"/>
                  <a:pt x="3619594" y="128247"/>
                </a:cubicBezTo>
                <a:cubicBezTo>
                  <a:pt x="3619594" y="135056"/>
                  <a:pt x="3621308" y="140306"/>
                  <a:pt x="3624735" y="143997"/>
                </a:cubicBezTo>
                <a:cubicBezTo>
                  <a:pt x="3628163" y="147688"/>
                  <a:pt x="3632483" y="149533"/>
                  <a:pt x="3637696" y="149533"/>
                </a:cubicBezTo>
                <a:cubicBezTo>
                  <a:pt x="3647765" y="149533"/>
                  <a:pt x="3657209" y="142026"/>
                  <a:pt x="3666028" y="127012"/>
                </a:cubicBezTo>
                <a:cubicBezTo>
                  <a:pt x="3674847" y="111996"/>
                  <a:pt x="3679257" y="96748"/>
                  <a:pt x="3679257" y="81267"/>
                </a:cubicBezTo>
                <a:close/>
                <a:moveTo>
                  <a:pt x="3770056" y="61270"/>
                </a:moveTo>
                <a:lnTo>
                  <a:pt x="3807010" y="55272"/>
                </a:lnTo>
                <a:lnTo>
                  <a:pt x="3791586" y="107437"/>
                </a:lnTo>
                <a:cubicBezTo>
                  <a:pt x="3804083" y="86040"/>
                  <a:pt x="3815437" y="71084"/>
                  <a:pt x="3825648" y="62569"/>
                </a:cubicBezTo>
                <a:cubicBezTo>
                  <a:pt x="3831433" y="57704"/>
                  <a:pt x="3836146" y="55272"/>
                  <a:pt x="3839788" y="55272"/>
                </a:cubicBezTo>
                <a:cubicBezTo>
                  <a:pt x="3842144" y="55272"/>
                  <a:pt x="3844001" y="55971"/>
                  <a:pt x="3845358" y="57370"/>
                </a:cubicBezTo>
                <a:cubicBezTo>
                  <a:pt x="3846714" y="58767"/>
                  <a:pt x="3847393" y="60792"/>
                  <a:pt x="3847393" y="63446"/>
                </a:cubicBezTo>
                <a:cubicBezTo>
                  <a:pt x="3847393" y="68177"/>
                  <a:pt x="3846179" y="72693"/>
                  <a:pt x="3843751" y="76996"/>
                </a:cubicBezTo>
                <a:cubicBezTo>
                  <a:pt x="3842037" y="80223"/>
                  <a:pt x="3839573" y="81836"/>
                  <a:pt x="3836360" y="81836"/>
                </a:cubicBezTo>
                <a:cubicBezTo>
                  <a:pt x="3834718" y="81836"/>
                  <a:pt x="3833307" y="81301"/>
                  <a:pt x="3832129" y="80229"/>
                </a:cubicBezTo>
                <a:cubicBezTo>
                  <a:pt x="3830951" y="79158"/>
                  <a:pt x="3830219" y="77516"/>
                  <a:pt x="3829933" y="75302"/>
                </a:cubicBezTo>
                <a:cubicBezTo>
                  <a:pt x="3829790" y="73945"/>
                  <a:pt x="3829469" y="73053"/>
                  <a:pt x="3828969" y="72624"/>
                </a:cubicBezTo>
                <a:cubicBezTo>
                  <a:pt x="3828398" y="72053"/>
                  <a:pt x="3827719" y="71767"/>
                  <a:pt x="3826934" y="71767"/>
                </a:cubicBezTo>
                <a:cubicBezTo>
                  <a:pt x="3825720" y="71767"/>
                  <a:pt x="3824577" y="72053"/>
                  <a:pt x="3823506" y="72624"/>
                </a:cubicBezTo>
                <a:cubicBezTo>
                  <a:pt x="3821649" y="73624"/>
                  <a:pt x="3818829" y="76408"/>
                  <a:pt x="3815044" y="80976"/>
                </a:cubicBezTo>
                <a:cubicBezTo>
                  <a:pt x="3809117" y="87974"/>
                  <a:pt x="3802690" y="97042"/>
                  <a:pt x="3795763" y="108180"/>
                </a:cubicBezTo>
                <a:cubicBezTo>
                  <a:pt x="3792764" y="112891"/>
                  <a:pt x="3790193" y="118210"/>
                  <a:pt x="3788051" y="124137"/>
                </a:cubicBezTo>
                <a:cubicBezTo>
                  <a:pt x="3785052" y="132275"/>
                  <a:pt x="3783338" y="137166"/>
                  <a:pt x="3782909" y="138808"/>
                </a:cubicBezTo>
                <a:lnTo>
                  <a:pt x="3779482" y="152318"/>
                </a:lnTo>
                <a:lnTo>
                  <a:pt x="3763093" y="152318"/>
                </a:lnTo>
                <a:lnTo>
                  <a:pt x="3782909" y="85692"/>
                </a:lnTo>
                <a:cubicBezTo>
                  <a:pt x="3785195" y="77940"/>
                  <a:pt x="3786337" y="72412"/>
                  <a:pt x="3786337" y="69110"/>
                </a:cubicBezTo>
                <a:cubicBezTo>
                  <a:pt x="3786337" y="67817"/>
                  <a:pt x="3785802" y="66741"/>
                  <a:pt x="3784730" y="65879"/>
                </a:cubicBezTo>
                <a:cubicBezTo>
                  <a:pt x="3783302" y="64735"/>
                  <a:pt x="3781410" y="64162"/>
                  <a:pt x="3779053" y="64162"/>
                </a:cubicBezTo>
                <a:cubicBezTo>
                  <a:pt x="3777554" y="64162"/>
                  <a:pt x="3774804" y="64483"/>
                  <a:pt x="3770805" y="65126"/>
                </a:cubicBezTo>
                <a:lnTo>
                  <a:pt x="3770056" y="61270"/>
                </a:lnTo>
                <a:close/>
                <a:moveTo>
                  <a:pt x="3863485" y="112043"/>
                </a:moveTo>
                <a:cubicBezTo>
                  <a:pt x="3862985" y="115602"/>
                  <a:pt x="3862735" y="118556"/>
                  <a:pt x="3862735" y="120903"/>
                </a:cubicBezTo>
                <a:cubicBezTo>
                  <a:pt x="3862735" y="127236"/>
                  <a:pt x="3864985" y="132628"/>
                  <a:pt x="3869484" y="137078"/>
                </a:cubicBezTo>
                <a:cubicBezTo>
                  <a:pt x="3873982" y="141525"/>
                  <a:pt x="3879445" y="143749"/>
                  <a:pt x="3885872" y="143749"/>
                </a:cubicBezTo>
                <a:cubicBezTo>
                  <a:pt x="3891014" y="143749"/>
                  <a:pt x="3895959" y="142699"/>
                  <a:pt x="3900708" y="140599"/>
                </a:cubicBezTo>
                <a:cubicBezTo>
                  <a:pt x="3905456" y="138497"/>
                  <a:pt x="3912508" y="133850"/>
                  <a:pt x="3921863" y="126657"/>
                </a:cubicBezTo>
                <a:lnTo>
                  <a:pt x="3924112" y="129764"/>
                </a:lnTo>
                <a:cubicBezTo>
                  <a:pt x="3907188" y="146514"/>
                  <a:pt x="3891049" y="154889"/>
                  <a:pt x="3875696" y="154889"/>
                </a:cubicBezTo>
                <a:cubicBezTo>
                  <a:pt x="3865270" y="154889"/>
                  <a:pt x="3857415" y="151601"/>
                  <a:pt x="3852131" y="145024"/>
                </a:cubicBezTo>
                <a:cubicBezTo>
                  <a:pt x="3846846" y="138448"/>
                  <a:pt x="3844204" y="131192"/>
                  <a:pt x="3844204" y="123256"/>
                </a:cubicBezTo>
                <a:cubicBezTo>
                  <a:pt x="3844204" y="112605"/>
                  <a:pt x="3847489" y="101704"/>
                  <a:pt x="3854059" y="90553"/>
                </a:cubicBezTo>
                <a:cubicBezTo>
                  <a:pt x="3860629" y="79399"/>
                  <a:pt x="3868877" y="70731"/>
                  <a:pt x="3878803" y="64547"/>
                </a:cubicBezTo>
                <a:cubicBezTo>
                  <a:pt x="3888729" y="58363"/>
                  <a:pt x="3898940" y="55272"/>
                  <a:pt x="3909438" y="55272"/>
                </a:cubicBezTo>
                <a:cubicBezTo>
                  <a:pt x="3917007" y="55272"/>
                  <a:pt x="3922613" y="56812"/>
                  <a:pt x="3926255" y="59894"/>
                </a:cubicBezTo>
                <a:cubicBezTo>
                  <a:pt x="3929897" y="62976"/>
                  <a:pt x="3931718" y="66632"/>
                  <a:pt x="3931718" y="70864"/>
                </a:cubicBezTo>
                <a:cubicBezTo>
                  <a:pt x="3931718" y="76813"/>
                  <a:pt x="3929361" y="82511"/>
                  <a:pt x="3924648" y="87958"/>
                </a:cubicBezTo>
                <a:cubicBezTo>
                  <a:pt x="3918435" y="95055"/>
                  <a:pt x="3909295" y="100789"/>
                  <a:pt x="3897226" y="105161"/>
                </a:cubicBezTo>
                <a:cubicBezTo>
                  <a:pt x="3889228" y="108100"/>
                  <a:pt x="3877981" y="110394"/>
                  <a:pt x="3863485" y="112043"/>
                </a:cubicBezTo>
                <a:moveTo>
                  <a:pt x="3864235" y="106687"/>
                </a:moveTo>
                <a:cubicBezTo>
                  <a:pt x="3874804" y="105471"/>
                  <a:pt x="3883409" y="103395"/>
                  <a:pt x="3890050" y="100461"/>
                </a:cubicBezTo>
                <a:cubicBezTo>
                  <a:pt x="3898833" y="96524"/>
                  <a:pt x="3905421" y="91818"/>
                  <a:pt x="3909812" y="86342"/>
                </a:cubicBezTo>
                <a:cubicBezTo>
                  <a:pt x="3914204" y="80865"/>
                  <a:pt x="3916400" y="75658"/>
                  <a:pt x="3916400" y="70720"/>
                </a:cubicBezTo>
                <a:cubicBezTo>
                  <a:pt x="3916400" y="67714"/>
                  <a:pt x="3915454" y="65280"/>
                  <a:pt x="3913562" y="63419"/>
                </a:cubicBezTo>
                <a:cubicBezTo>
                  <a:pt x="3911669" y="61558"/>
                  <a:pt x="3908973" y="60627"/>
                  <a:pt x="3905474" y="60627"/>
                </a:cubicBezTo>
                <a:cubicBezTo>
                  <a:pt x="3898190" y="60627"/>
                  <a:pt x="3890460" y="64510"/>
                  <a:pt x="3882284" y="72276"/>
                </a:cubicBezTo>
                <a:cubicBezTo>
                  <a:pt x="3874107" y="80042"/>
                  <a:pt x="3868091" y="91512"/>
                  <a:pt x="3864235" y="1066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presentT">
            <a:extLst xmlns:a="http://schemas.openxmlformats.org/drawingml/2006/main">
              <a:ext uri="{FF2B5EF4-FFF2-40B4-BE49-F238E27FC236}">
                <a16:creationId xmlns:a16="http://schemas.microsoft.com/office/drawing/2014/main" id="{3183452E-9863-44D0-836A-D8FEB3F4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869" y="7172880"/>
            <a:ext cx="858353" cy="192165"/>
          </a:xfrm>
          <a:custGeom xmlns:a="http://schemas.openxmlformats.org/drawingml/2006/main">
            <a:pathLst>
              <a:path w="858353" h="192165">
                <a:moveTo>
                  <a:pt x="72731" y="48202"/>
                </a:moveTo>
                <a:lnTo>
                  <a:pt x="65340" y="72929"/>
                </a:lnTo>
                <a:cubicBezTo>
                  <a:pt x="73124" y="63755"/>
                  <a:pt x="80069" y="57340"/>
                  <a:pt x="86174" y="53685"/>
                </a:cubicBezTo>
                <a:cubicBezTo>
                  <a:pt x="92280" y="50030"/>
                  <a:pt x="98510" y="48202"/>
                  <a:pt x="104866" y="48202"/>
                </a:cubicBezTo>
                <a:cubicBezTo>
                  <a:pt x="111221" y="48202"/>
                  <a:pt x="116649" y="50722"/>
                  <a:pt x="121148" y="55764"/>
                </a:cubicBezTo>
                <a:cubicBezTo>
                  <a:pt x="125646" y="60802"/>
                  <a:pt x="127896" y="67361"/>
                  <a:pt x="127896" y="75439"/>
                </a:cubicBezTo>
                <a:cubicBezTo>
                  <a:pt x="127896" y="91165"/>
                  <a:pt x="121505" y="107160"/>
                  <a:pt x="108722" y="123424"/>
                </a:cubicBezTo>
                <a:cubicBezTo>
                  <a:pt x="95940" y="139687"/>
                  <a:pt x="81051" y="147819"/>
                  <a:pt x="64055" y="147819"/>
                </a:cubicBezTo>
                <a:cubicBezTo>
                  <a:pt x="60484" y="147819"/>
                  <a:pt x="57325" y="147430"/>
                  <a:pt x="54575" y="146651"/>
                </a:cubicBezTo>
                <a:cubicBezTo>
                  <a:pt x="51826" y="145872"/>
                  <a:pt x="48738" y="144492"/>
                  <a:pt x="45310" y="142510"/>
                </a:cubicBezTo>
                <a:lnTo>
                  <a:pt x="37490" y="170099"/>
                </a:lnTo>
                <a:cubicBezTo>
                  <a:pt x="35919" y="175558"/>
                  <a:pt x="35134" y="179114"/>
                  <a:pt x="35134" y="180767"/>
                </a:cubicBezTo>
                <a:cubicBezTo>
                  <a:pt x="35134" y="182347"/>
                  <a:pt x="35544" y="183694"/>
                  <a:pt x="36366" y="184808"/>
                </a:cubicBezTo>
                <a:cubicBezTo>
                  <a:pt x="37187" y="185921"/>
                  <a:pt x="38526" y="186782"/>
                  <a:pt x="40383" y="187392"/>
                </a:cubicBezTo>
                <a:cubicBezTo>
                  <a:pt x="42239" y="188003"/>
                  <a:pt x="45917" y="188309"/>
                  <a:pt x="51415" y="188309"/>
                </a:cubicBezTo>
                <a:lnTo>
                  <a:pt x="50451" y="192165"/>
                </a:lnTo>
                <a:lnTo>
                  <a:pt x="0" y="192165"/>
                </a:lnTo>
                <a:lnTo>
                  <a:pt x="1071" y="188309"/>
                </a:lnTo>
                <a:cubicBezTo>
                  <a:pt x="7712" y="188021"/>
                  <a:pt x="12193" y="186872"/>
                  <a:pt x="14514" y="184861"/>
                </a:cubicBezTo>
                <a:cubicBezTo>
                  <a:pt x="16835" y="182853"/>
                  <a:pt x="19281" y="177289"/>
                  <a:pt x="21852" y="168171"/>
                </a:cubicBezTo>
                <a:lnTo>
                  <a:pt x="48952" y="74338"/>
                </a:lnTo>
                <a:cubicBezTo>
                  <a:pt x="50594" y="68449"/>
                  <a:pt x="51415" y="64796"/>
                  <a:pt x="51415" y="63379"/>
                </a:cubicBezTo>
                <a:cubicBezTo>
                  <a:pt x="51415" y="61462"/>
                  <a:pt x="50862" y="59971"/>
                  <a:pt x="49755" y="58907"/>
                </a:cubicBezTo>
                <a:cubicBezTo>
                  <a:pt x="48648" y="57840"/>
                  <a:pt x="46952" y="57307"/>
                  <a:pt x="44667" y="57307"/>
                </a:cubicBezTo>
                <a:cubicBezTo>
                  <a:pt x="42596" y="57307"/>
                  <a:pt x="39704" y="57557"/>
                  <a:pt x="35991" y="58057"/>
                </a:cubicBezTo>
                <a:lnTo>
                  <a:pt x="35991" y="53772"/>
                </a:lnTo>
                <a:lnTo>
                  <a:pt x="72731" y="48202"/>
                </a:lnTo>
                <a:moveTo>
                  <a:pt x="47773" y="133951"/>
                </a:moveTo>
                <a:cubicBezTo>
                  <a:pt x="52201" y="139198"/>
                  <a:pt x="58164" y="141821"/>
                  <a:pt x="65662" y="141821"/>
                </a:cubicBezTo>
                <a:cubicBezTo>
                  <a:pt x="69375" y="141821"/>
                  <a:pt x="73160" y="140786"/>
                  <a:pt x="77016" y="138718"/>
                </a:cubicBezTo>
                <a:cubicBezTo>
                  <a:pt x="80872" y="136649"/>
                  <a:pt x="84639" y="133583"/>
                  <a:pt x="88317" y="129519"/>
                </a:cubicBezTo>
                <a:cubicBezTo>
                  <a:pt x="91994" y="125453"/>
                  <a:pt x="95297" y="120764"/>
                  <a:pt x="98225" y="115450"/>
                </a:cubicBezTo>
                <a:cubicBezTo>
                  <a:pt x="101153" y="110137"/>
                  <a:pt x="103777" y="103879"/>
                  <a:pt x="106098" y="96675"/>
                </a:cubicBezTo>
                <a:cubicBezTo>
                  <a:pt x="108419" y="89471"/>
                  <a:pt x="109579" y="82339"/>
                  <a:pt x="109579" y="75279"/>
                </a:cubicBezTo>
                <a:cubicBezTo>
                  <a:pt x="109579" y="69575"/>
                  <a:pt x="108276" y="65208"/>
                  <a:pt x="105669" y="62177"/>
                </a:cubicBezTo>
                <a:cubicBezTo>
                  <a:pt x="103063" y="59144"/>
                  <a:pt x="100010" y="57628"/>
                  <a:pt x="96511" y="57628"/>
                </a:cubicBezTo>
                <a:cubicBezTo>
                  <a:pt x="88799" y="57628"/>
                  <a:pt x="81176" y="62056"/>
                  <a:pt x="73642" y="70910"/>
                </a:cubicBezTo>
                <a:cubicBezTo>
                  <a:pt x="66108" y="79763"/>
                  <a:pt x="60592" y="90125"/>
                  <a:pt x="57093" y="101997"/>
                </a:cubicBezTo>
                <a:lnTo>
                  <a:pt x="47773" y="133951"/>
                </a:lnTo>
                <a:close/>
                <a:moveTo>
                  <a:pt x="146234" y="54200"/>
                </a:moveTo>
                <a:lnTo>
                  <a:pt x="183188" y="48202"/>
                </a:lnTo>
                <a:lnTo>
                  <a:pt x="167764" y="100367"/>
                </a:lnTo>
                <a:cubicBezTo>
                  <a:pt x="180261" y="78971"/>
                  <a:pt x="191615" y="64015"/>
                  <a:pt x="201826" y="55499"/>
                </a:cubicBezTo>
                <a:cubicBezTo>
                  <a:pt x="207611" y="50634"/>
                  <a:pt x="212324" y="48202"/>
                  <a:pt x="215966" y="48202"/>
                </a:cubicBezTo>
                <a:cubicBezTo>
                  <a:pt x="218322" y="48202"/>
                  <a:pt x="220179" y="48902"/>
                  <a:pt x="221536" y="50301"/>
                </a:cubicBezTo>
                <a:cubicBezTo>
                  <a:pt x="222892" y="51698"/>
                  <a:pt x="223571" y="53723"/>
                  <a:pt x="223571" y="56376"/>
                </a:cubicBezTo>
                <a:cubicBezTo>
                  <a:pt x="223571" y="61107"/>
                  <a:pt x="222357" y="65624"/>
                  <a:pt x="219929" y="69926"/>
                </a:cubicBezTo>
                <a:cubicBezTo>
                  <a:pt x="218215" y="73153"/>
                  <a:pt x="215751" y="74767"/>
                  <a:pt x="212538" y="74767"/>
                </a:cubicBezTo>
                <a:cubicBezTo>
                  <a:pt x="210896" y="74767"/>
                  <a:pt x="209485" y="74231"/>
                  <a:pt x="208307" y="73160"/>
                </a:cubicBezTo>
                <a:cubicBezTo>
                  <a:pt x="207129" y="72089"/>
                  <a:pt x="206397" y="70446"/>
                  <a:pt x="206111" y="68233"/>
                </a:cubicBezTo>
                <a:cubicBezTo>
                  <a:pt x="205968" y="66876"/>
                  <a:pt x="205647" y="65983"/>
                  <a:pt x="205147" y="65555"/>
                </a:cubicBezTo>
                <a:cubicBezTo>
                  <a:pt x="204576" y="64983"/>
                  <a:pt x="203897" y="64698"/>
                  <a:pt x="203112" y="64698"/>
                </a:cubicBezTo>
                <a:cubicBezTo>
                  <a:pt x="201898" y="64698"/>
                  <a:pt x="200755" y="64983"/>
                  <a:pt x="199684" y="65555"/>
                </a:cubicBezTo>
                <a:cubicBezTo>
                  <a:pt x="197827" y="66554"/>
                  <a:pt x="195007" y="69338"/>
                  <a:pt x="191222" y="73906"/>
                </a:cubicBezTo>
                <a:cubicBezTo>
                  <a:pt x="185295" y="80904"/>
                  <a:pt x="178868" y="89972"/>
                  <a:pt x="171941" y="101110"/>
                </a:cubicBezTo>
                <a:cubicBezTo>
                  <a:pt x="168942" y="105821"/>
                  <a:pt x="166371" y="111140"/>
                  <a:pt x="164229" y="117067"/>
                </a:cubicBezTo>
                <a:cubicBezTo>
                  <a:pt x="161230" y="125206"/>
                  <a:pt x="159516" y="130096"/>
                  <a:pt x="159087" y="131739"/>
                </a:cubicBezTo>
                <a:lnTo>
                  <a:pt x="155660" y="145248"/>
                </a:lnTo>
                <a:lnTo>
                  <a:pt x="139271" y="145248"/>
                </a:lnTo>
                <a:lnTo>
                  <a:pt x="159087" y="78623"/>
                </a:lnTo>
                <a:cubicBezTo>
                  <a:pt x="161373" y="70870"/>
                  <a:pt x="162515" y="65343"/>
                  <a:pt x="162515" y="62040"/>
                </a:cubicBezTo>
                <a:cubicBezTo>
                  <a:pt x="162515" y="60748"/>
                  <a:pt x="161979" y="59671"/>
                  <a:pt x="160908" y="58810"/>
                </a:cubicBezTo>
                <a:cubicBezTo>
                  <a:pt x="159480" y="57665"/>
                  <a:pt x="157588" y="57093"/>
                  <a:pt x="155231" y="57093"/>
                </a:cubicBezTo>
                <a:cubicBezTo>
                  <a:pt x="153732" y="57093"/>
                  <a:pt x="150982" y="57414"/>
                  <a:pt x="146983" y="58057"/>
                </a:cubicBezTo>
                <a:lnTo>
                  <a:pt x="146234" y="54200"/>
                </a:lnTo>
                <a:close/>
                <a:moveTo>
                  <a:pt x="239663" y="104973"/>
                </a:moveTo>
                <a:cubicBezTo>
                  <a:pt x="239163" y="108532"/>
                  <a:pt x="238914" y="111486"/>
                  <a:pt x="238914" y="113834"/>
                </a:cubicBezTo>
                <a:cubicBezTo>
                  <a:pt x="238914" y="120167"/>
                  <a:pt x="241163" y="125558"/>
                  <a:pt x="245662" y="130008"/>
                </a:cubicBezTo>
                <a:cubicBezTo>
                  <a:pt x="250161" y="134455"/>
                  <a:pt x="255624" y="136679"/>
                  <a:pt x="262050" y="136679"/>
                </a:cubicBezTo>
                <a:cubicBezTo>
                  <a:pt x="267192" y="136679"/>
                  <a:pt x="272137" y="135629"/>
                  <a:pt x="276886" y="133529"/>
                </a:cubicBezTo>
                <a:cubicBezTo>
                  <a:pt x="281635" y="131427"/>
                  <a:pt x="288686" y="126780"/>
                  <a:pt x="298041" y="119588"/>
                </a:cubicBezTo>
                <a:lnTo>
                  <a:pt x="300291" y="122694"/>
                </a:lnTo>
                <a:cubicBezTo>
                  <a:pt x="283366" y="139444"/>
                  <a:pt x="267228" y="147819"/>
                  <a:pt x="251874" y="147819"/>
                </a:cubicBezTo>
                <a:cubicBezTo>
                  <a:pt x="241449" y="147819"/>
                  <a:pt x="233593" y="144531"/>
                  <a:pt x="228309" y="137955"/>
                </a:cubicBezTo>
                <a:cubicBezTo>
                  <a:pt x="223025" y="131378"/>
                  <a:pt x="220383" y="124122"/>
                  <a:pt x="220383" y="116187"/>
                </a:cubicBezTo>
                <a:cubicBezTo>
                  <a:pt x="220383" y="105535"/>
                  <a:pt x="223667" y="94634"/>
                  <a:pt x="230237" y="83483"/>
                </a:cubicBezTo>
                <a:cubicBezTo>
                  <a:pt x="236807" y="72330"/>
                  <a:pt x="245055" y="63661"/>
                  <a:pt x="254981" y="57477"/>
                </a:cubicBezTo>
                <a:cubicBezTo>
                  <a:pt x="264907" y="51294"/>
                  <a:pt x="275119" y="48202"/>
                  <a:pt x="285616" y="48202"/>
                </a:cubicBezTo>
                <a:cubicBezTo>
                  <a:pt x="293185" y="48202"/>
                  <a:pt x="298791" y="49743"/>
                  <a:pt x="302433" y="52825"/>
                </a:cubicBezTo>
                <a:cubicBezTo>
                  <a:pt x="306075" y="55906"/>
                  <a:pt x="307896" y="59563"/>
                  <a:pt x="307896" y="63794"/>
                </a:cubicBezTo>
                <a:cubicBezTo>
                  <a:pt x="307896" y="69743"/>
                  <a:pt x="305539" y="75442"/>
                  <a:pt x="300826" y="80889"/>
                </a:cubicBezTo>
                <a:cubicBezTo>
                  <a:pt x="294614" y="87985"/>
                  <a:pt x="285473" y="93719"/>
                  <a:pt x="273405" y="98091"/>
                </a:cubicBezTo>
                <a:cubicBezTo>
                  <a:pt x="265407" y="101030"/>
                  <a:pt x="254160" y="103324"/>
                  <a:pt x="239663" y="104973"/>
                </a:cubicBezTo>
                <a:moveTo>
                  <a:pt x="240413" y="99617"/>
                </a:moveTo>
                <a:cubicBezTo>
                  <a:pt x="250982" y="98401"/>
                  <a:pt x="259587" y="96326"/>
                  <a:pt x="266228" y="93391"/>
                </a:cubicBezTo>
                <a:cubicBezTo>
                  <a:pt x="275011" y="89455"/>
                  <a:pt x="281599" y="84748"/>
                  <a:pt x="285991" y="79272"/>
                </a:cubicBezTo>
                <a:cubicBezTo>
                  <a:pt x="290382" y="73796"/>
                  <a:pt x="292578" y="68588"/>
                  <a:pt x="292578" y="63650"/>
                </a:cubicBezTo>
                <a:cubicBezTo>
                  <a:pt x="292578" y="60644"/>
                  <a:pt x="291632" y="58211"/>
                  <a:pt x="289740" y="56349"/>
                </a:cubicBezTo>
                <a:cubicBezTo>
                  <a:pt x="287847" y="54488"/>
                  <a:pt x="285152" y="53558"/>
                  <a:pt x="281653" y="53558"/>
                </a:cubicBezTo>
                <a:cubicBezTo>
                  <a:pt x="274369" y="53558"/>
                  <a:pt x="266639" y="57441"/>
                  <a:pt x="258462" y="65207"/>
                </a:cubicBezTo>
                <a:cubicBezTo>
                  <a:pt x="250286" y="72972"/>
                  <a:pt x="244269" y="84443"/>
                  <a:pt x="240413" y="99617"/>
                </a:cubicBezTo>
                <a:close/>
                <a:moveTo>
                  <a:pt x="390603" y="48202"/>
                </a:moveTo>
                <a:lnTo>
                  <a:pt x="384069" y="81193"/>
                </a:lnTo>
                <a:lnTo>
                  <a:pt x="380105" y="81193"/>
                </a:lnTo>
                <a:cubicBezTo>
                  <a:pt x="379748" y="71549"/>
                  <a:pt x="377713" y="64531"/>
                  <a:pt x="374000" y="60142"/>
                </a:cubicBezTo>
                <a:cubicBezTo>
                  <a:pt x="370286" y="55752"/>
                  <a:pt x="365680" y="53558"/>
                  <a:pt x="360182" y="53558"/>
                </a:cubicBezTo>
                <a:cubicBezTo>
                  <a:pt x="355754" y="53558"/>
                  <a:pt x="352238" y="54775"/>
                  <a:pt x="349631" y="57210"/>
                </a:cubicBezTo>
                <a:cubicBezTo>
                  <a:pt x="347025" y="59642"/>
                  <a:pt x="345721" y="62575"/>
                  <a:pt x="345721" y="66010"/>
                </a:cubicBezTo>
                <a:cubicBezTo>
                  <a:pt x="345721" y="68373"/>
                  <a:pt x="346239" y="70628"/>
                  <a:pt x="347274" y="72775"/>
                </a:cubicBezTo>
                <a:cubicBezTo>
                  <a:pt x="348310" y="74922"/>
                  <a:pt x="350577" y="77928"/>
                  <a:pt x="354076" y="81793"/>
                </a:cubicBezTo>
                <a:cubicBezTo>
                  <a:pt x="363360" y="91957"/>
                  <a:pt x="369358" y="99616"/>
                  <a:pt x="372072" y="104769"/>
                </a:cubicBezTo>
                <a:cubicBezTo>
                  <a:pt x="374785" y="109922"/>
                  <a:pt x="376142" y="114789"/>
                  <a:pt x="376142" y="119370"/>
                </a:cubicBezTo>
                <a:cubicBezTo>
                  <a:pt x="376142" y="126812"/>
                  <a:pt x="373054" y="133414"/>
                  <a:pt x="366877" y="139176"/>
                </a:cubicBezTo>
                <a:cubicBezTo>
                  <a:pt x="360700" y="144938"/>
                  <a:pt x="352898" y="147819"/>
                  <a:pt x="343472" y="147819"/>
                </a:cubicBezTo>
                <a:cubicBezTo>
                  <a:pt x="338330" y="147819"/>
                  <a:pt x="332403" y="146605"/>
                  <a:pt x="325691" y="144177"/>
                </a:cubicBezTo>
                <a:cubicBezTo>
                  <a:pt x="323334" y="143320"/>
                  <a:pt x="321513" y="142892"/>
                  <a:pt x="320228" y="142892"/>
                </a:cubicBezTo>
                <a:cubicBezTo>
                  <a:pt x="317014" y="142892"/>
                  <a:pt x="314586" y="144534"/>
                  <a:pt x="312944" y="147819"/>
                </a:cubicBezTo>
                <a:lnTo>
                  <a:pt x="308981" y="147819"/>
                </a:lnTo>
                <a:lnTo>
                  <a:pt x="315515" y="112900"/>
                </a:lnTo>
                <a:lnTo>
                  <a:pt x="319478" y="112900"/>
                </a:lnTo>
                <a:cubicBezTo>
                  <a:pt x="319907" y="123832"/>
                  <a:pt x="322156" y="131564"/>
                  <a:pt x="326226" y="136097"/>
                </a:cubicBezTo>
                <a:cubicBezTo>
                  <a:pt x="330297" y="140627"/>
                  <a:pt x="335867" y="142892"/>
                  <a:pt x="342936" y="142892"/>
                </a:cubicBezTo>
                <a:cubicBezTo>
                  <a:pt x="348363" y="142892"/>
                  <a:pt x="352666" y="141373"/>
                  <a:pt x="355844" y="138336"/>
                </a:cubicBezTo>
                <a:cubicBezTo>
                  <a:pt x="359021" y="135297"/>
                  <a:pt x="360610" y="131561"/>
                  <a:pt x="360610" y="127129"/>
                </a:cubicBezTo>
                <a:cubicBezTo>
                  <a:pt x="360610" y="124268"/>
                  <a:pt x="360039" y="121623"/>
                  <a:pt x="358897" y="119193"/>
                </a:cubicBezTo>
                <a:cubicBezTo>
                  <a:pt x="356897" y="114904"/>
                  <a:pt x="352702" y="108970"/>
                  <a:pt x="346310" y="101391"/>
                </a:cubicBezTo>
                <a:cubicBezTo>
                  <a:pt x="339919" y="93813"/>
                  <a:pt x="335813" y="88129"/>
                  <a:pt x="333992" y="84340"/>
                </a:cubicBezTo>
                <a:cubicBezTo>
                  <a:pt x="332171" y="80551"/>
                  <a:pt x="331261" y="76762"/>
                  <a:pt x="331261" y="72972"/>
                </a:cubicBezTo>
                <a:cubicBezTo>
                  <a:pt x="331261" y="66039"/>
                  <a:pt x="333778" y="60178"/>
                  <a:pt x="338812" y="55389"/>
                </a:cubicBezTo>
                <a:cubicBezTo>
                  <a:pt x="343847" y="50598"/>
                  <a:pt x="350327" y="48202"/>
                  <a:pt x="358254" y="48202"/>
                </a:cubicBezTo>
                <a:cubicBezTo>
                  <a:pt x="360539" y="48202"/>
                  <a:pt x="362610" y="48384"/>
                  <a:pt x="364467" y="48748"/>
                </a:cubicBezTo>
                <a:cubicBezTo>
                  <a:pt x="365466" y="48966"/>
                  <a:pt x="367805" y="49787"/>
                  <a:pt x="371483" y="51211"/>
                </a:cubicBezTo>
                <a:cubicBezTo>
                  <a:pt x="375160" y="52633"/>
                  <a:pt x="377606" y="53343"/>
                  <a:pt x="378820" y="53343"/>
                </a:cubicBezTo>
                <a:cubicBezTo>
                  <a:pt x="381891" y="53343"/>
                  <a:pt x="384461" y="51630"/>
                  <a:pt x="386532" y="48202"/>
                </a:cubicBezTo>
                <a:lnTo>
                  <a:pt x="390603" y="48202"/>
                </a:lnTo>
                <a:close/>
                <a:moveTo>
                  <a:pt x="423365" y="104973"/>
                </a:moveTo>
                <a:cubicBezTo>
                  <a:pt x="422866" y="108532"/>
                  <a:pt x="422616" y="111486"/>
                  <a:pt x="422616" y="113834"/>
                </a:cubicBezTo>
                <a:cubicBezTo>
                  <a:pt x="422616" y="120167"/>
                  <a:pt x="424865" y="125558"/>
                  <a:pt x="429364" y="130008"/>
                </a:cubicBezTo>
                <a:cubicBezTo>
                  <a:pt x="433863" y="134455"/>
                  <a:pt x="439326" y="136679"/>
                  <a:pt x="445753" y="136679"/>
                </a:cubicBezTo>
                <a:cubicBezTo>
                  <a:pt x="450894" y="136679"/>
                  <a:pt x="455839" y="135629"/>
                  <a:pt x="460588" y="133529"/>
                </a:cubicBezTo>
                <a:cubicBezTo>
                  <a:pt x="465337" y="131427"/>
                  <a:pt x="472389" y="126780"/>
                  <a:pt x="481743" y="119588"/>
                </a:cubicBezTo>
                <a:lnTo>
                  <a:pt x="483993" y="122694"/>
                </a:lnTo>
                <a:cubicBezTo>
                  <a:pt x="467069" y="139444"/>
                  <a:pt x="450930" y="147819"/>
                  <a:pt x="435577" y="147819"/>
                </a:cubicBezTo>
                <a:cubicBezTo>
                  <a:pt x="425151" y="147819"/>
                  <a:pt x="417296" y="144531"/>
                  <a:pt x="412011" y="137955"/>
                </a:cubicBezTo>
                <a:cubicBezTo>
                  <a:pt x="406727" y="131378"/>
                  <a:pt x="404085" y="124122"/>
                  <a:pt x="404085" y="116187"/>
                </a:cubicBezTo>
                <a:cubicBezTo>
                  <a:pt x="404085" y="105535"/>
                  <a:pt x="407370" y="94634"/>
                  <a:pt x="413939" y="83483"/>
                </a:cubicBezTo>
                <a:cubicBezTo>
                  <a:pt x="420509" y="72330"/>
                  <a:pt x="428757" y="63661"/>
                  <a:pt x="438683" y="57477"/>
                </a:cubicBezTo>
                <a:cubicBezTo>
                  <a:pt x="448609" y="51294"/>
                  <a:pt x="458821" y="48202"/>
                  <a:pt x="469318" y="48202"/>
                </a:cubicBezTo>
                <a:cubicBezTo>
                  <a:pt x="476887" y="48202"/>
                  <a:pt x="482493" y="49743"/>
                  <a:pt x="486135" y="52825"/>
                </a:cubicBezTo>
                <a:cubicBezTo>
                  <a:pt x="489777" y="55906"/>
                  <a:pt x="491598" y="59563"/>
                  <a:pt x="491598" y="63794"/>
                </a:cubicBezTo>
                <a:cubicBezTo>
                  <a:pt x="491598" y="69743"/>
                  <a:pt x="489241" y="75442"/>
                  <a:pt x="484528" y="80889"/>
                </a:cubicBezTo>
                <a:cubicBezTo>
                  <a:pt x="478316" y="87985"/>
                  <a:pt x="469175" y="93719"/>
                  <a:pt x="457107" y="98091"/>
                </a:cubicBezTo>
                <a:cubicBezTo>
                  <a:pt x="449109" y="101030"/>
                  <a:pt x="437862" y="103324"/>
                  <a:pt x="423365" y="104973"/>
                </a:cubicBezTo>
                <a:moveTo>
                  <a:pt x="424115" y="99617"/>
                </a:moveTo>
                <a:cubicBezTo>
                  <a:pt x="434684" y="98401"/>
                  <a:pt x="443289" y="96326"/>
                  <a:pt x="449930" y="93391"/>
                </a:cubicBezTo>
                <a:cubicBezTo>
                  <a:pt x="458714" y="89455"/>
                  <a:pt x="465301" y="84748"/>
                  <a:pt x="469693" y="79272"/>
                </a:cubicBezTo>
                <a:cubicBezTo>
                  <a:pt x="474085" y="73796"/>
                  <a:pt x="476280" y="68588"/>
                  <a:pt x="476280" y="63650"/>
                </a:cubicBezTo>
                <a:cubicBezTo>
                  <a:pt x="476280" y="60644"/>
                  <a:pt x="475334" y="58211"/>
                  <a:pt x="473442" y="56349"/>
                </a:cubicBezTo>
                <a:cubicBezTo>
                  <a:pt x="471550" y="54488"/>
                  <a:pt x="468854" y="53558"/>
                  <a:pt x="465355" y="53558"/>
                </a:cubicBezTo>
                <a:cubicBezTo>
                  <a:pt x="458071" y="53558"/>
                  <a:pt x="450341" y="57441"/>
                  <a:pt x="442164" y="65207"/>
                </a:cubicBezTo>
                <a:cubicBezTo>
                  <a:pt x="433988" y="72972"/>
                  <a:pt x="427971" y="84443"/>
                  <a:pt x="424115" y="99617"/>
                </a:cubicBezTo>
                <a:close/>
                <a:moveTo>
                  <a:pt x="543134" y="48202"/>
                </a:moveTo>
                <a:lnTo>
                  <a:pt x="528888" y="97087"/>
                </a:lnTo>
                <a:cubicBezTo>
                  <a:pt x="542242" y="77103"/>
                  <a:pt x="552471" y="63960"/>
                  <a:pt x="559576" y="57658"/>
                </a:cubicBezTo>
                <a:cubicBezTo>
                  <a:pt x="566682" y="51354"/>
                  <a:pt x="573519" y="48202"/>
                  <a:pt x="580089" y="48202"/>
                </a:cubicBezTo>
                <a:cubicBezTo>
                  <a:pt x="583660" y="48202"/>
                  <a:pt x="586605" y="49387"/>
                  <a:pt x="588926" y="51757"/>
                </a:cubicBezTo>
                <a:cubicBezTo>
                  <a:pt x="591247" y="54127"/>
                  <a:pt x="592407" y="57214"/>
                  <a:pt x="592407" y="61019"/>
                </a:cubicBezTo>
                <a:cubicBezTo>
                  <a:pt x="592407" y="65306"/>
                  <a:pt x="591372" y="71023"/>
                  <a:pt x="589301" y="78171"/>
                </a:cubicBezTo>
                <a:lnTo>
                  <a:pt x="576233" y="123300"/>
                </a:lnTo>
                <a:cubicBezTo>
                  <a:pt x="574733" y="128517"/>
                  <a:pt x="573983" y="131697"/>
                  <a:pt x="573983" y="132840"/>
                </a:cubicBezTo>
                <a:cubicBezTo>
                  <a:pt x="573983" y="133840"/>
                  <a:pt x="574269" y="134679"/>
                  <a:pt x="574840" y="135357"/>
                </a:cubicBezTo>
                <a:cubicBezTo>
                  <a:pt x="575412" y="136033"/>
                  <a:pt x="576019" y="136371"/>
                  <a:pt x="576661" y="136371"/>
                </a:cubicBezTo>
                <a:cubicBezTo>
                  <a:pt x="577518" y="136371"/>
                  <a:pt x="578554" y="135907"/>
                  <a:pt x="579768" y="134979"/>
                </a:cubicBezTo>
                <a:cubicBezTo>
                  <a:pt x="583552" y="131982"/>
                  <a:pt x="587694" y="127413"/>
                  <a:pt x="592193" y="121271"/>
                </a:cubicBezTo>
                <a:lnTo>
                  <a:pt x="595514" y="123307"/>
                </a:lnTo>
                <a:cubicBezTo>
                  <a:pt x="588872" y="132800"/>
                  <a:pt x="582588" y="139579"/>
                  <a:pt x="576661" y="143645"/>
                </a:cubicBezTo>
                <a:cubicBezTo>
                  <a:pt x="572520" y="146428"/>
                  <a:pt x="568806" y="147819"/>
                  <a:pt x="565521" y="147819"/>
                </a:cubicBezTo>
                <a:cubicBezTo>
                  <a:pt x="562879" y="147819"/>
                  <a:pt x="560773" y="147016"/>
                  <a:pt x="559201" y="145409"/>
                </a:cubicBezTo>
                <a:cubicBezTo>
                  <a:pt x="557630" y="143802"/>
                  <a:pt x="556845" y="141642"/>
                  <a:pt x="556845" y="138929"/>
                </a:cubicBezTo>
                <a:cubicBezTo>
                  <a:pt x="556845" y="135510"/>
                  <a:pt x="558059" y="129634"/>
                  <a:pt x="560487" y="121301"/>
                </a:cubicBezTo>
                <a:lnTo>
                  <a:pt x="572912" y="78362"/>
                </a:lnTo>
                <a:cubicBezTo>
                  <a:pt x="574483" y="73019"/>
                  <a:pt x="575269" y="68853"/>
                  <a:pt x="575269" y="65863"/>
                </a:cubicBezTo>
                <a:cubicBezTo>
                  <a:pt x="575269" y="64439"/>
                  <a:pt x="574805" y="63282"/>
                  <a:pt x="573876" y="62391"/>
                </a:cubicBezTo>
                <a:cubicBezTo>
                  <a:pt x="572948" y="61501"/>
                  <a:pt x="571805" y="61056"/>
                  <a:pt x="570449" y="61056"/>
                </a:cubicBezTo>
                <a:cubicBezTo>
                  <a:pt x="568449" y="61056"/>
                  <a:pt x="566057" y="61910"/>
                  <a:pt x="563272" y="63620"/>
                </a:cubicBezTo>
                <a:cubicBezTo>
                  <a:pt x="557988" y="66822"/>
                  <a:pt x="552489" y="72108"/>
                  <a:pt x="546776" y="79476"/>
                </a:cubicBezTo>
                <a:cubicBezTo>
                  <a:pt x="541063" y="86843"/>
                  <a:pt x="535029" y="96255"/>
                  <a:pt x="528674" y="107715"/>
                </a:cubicBezTo>
                <a:cubicBezTo>
                  <a:pt x="525317" y="113764"/>
                  <a:pt x="522532" y="120384"/>
                  <a:pt x="520319" y="127574"/>
                </a:cubicBezTo>
                <a:lnTo>
                  <a:pt x="514963" y="145248"/>
                </a:lnTo>
                <a:lnTo>
                  <a:pt x="498896" y="145248"/>
                </a:lnTo>
                <a:lnTo>
                  <a:pt x="518391" y="77980"/>
                </a:lnTo>
                <a:cubicBezTo>
                  <a:pt x="520676" y="69955"/>
                  <a:pt x="521818" y="65126"/>
                  <a:pt x="521818" y="63493"/>
                </a:cubicBezTo>
                <a:cubicBezTo>
                  <a:pt x="521818" y="61931"/>
                  <a:pt x="521193" y="60563"/>
                  <a:pt x="519944" y="59389"/>
                </a:cubicBezTo>
                <a:cubicBezTo>
                  <a:pt x="518694" y="58215"/>
                  <a:pt x="517141" y="57628"/>
                  <a:pt x="515284" y="57628"/>
                </a:cubicBezTo>
                <a:cubicBezTo>
                  <a:pt x="514427" y="57628"/>
                  <a:pt x="512928" y="57771"/>
                  <a:pt x="510785" y="58057"/>
                </a:cubicBezTo>
                <a:lnTo>
                  <a:pt x="506715" y="58699"/>
                </a:lnTo>
                <a:lnTo>
                  <a:pt x="506072" y="54843"/>
                </a:lnTo>
                <a:lnTo>
                  <a:pt x="543134" y="48202"/>
                </a:lnTo>
                <a:close/>
                <a:moveTo>
                  <a:pt x="662268" y="21852"/>
                </a:moveTo>
                <a:lnTo>
                  <a:pt x="653913" y="50773"/>
                </a:lnTo>
                <a:lnTo>
                  <a:pt x="670730" y="50773"/>
                </a:lnTo>
                <a:lnTo>
                  <a:pt x="668909" y="57628"/>
                </a:lnTo>
                <a:lnTo>
                  <a:pt x="652199" y="57628"/>
                </a:lnTo>
                <a:lnTo>
                  <a:pt x="633775" y="120836"/>
                </a:lnTo>
                <a:cubicBezTo>
                  <a:pt x="631775" y="127631"/>
                  <a:pt x="630776" y="132031"/>
                  <a:pt x="630776" y="134035"/>
                </a:cubicBezTo>
                <a:cubicBezTo>
                  <a:pt x="630776" y="135247"/>
                  <a:pt x="631061" y="136173"/>
                  <a:pt x="631633" y="136813"/>
                </a:cubicBezTo>
                <a:cubicBezTo>
                  <a:pt x="632204" y="137454"/>
                  <a:pt x="632882" y="137774"/>
                  <a:pt x="633668" y="137774"/>
                </a:cubicBezTo>
                <a:cubicBezTo>
                  <a:pt x="635453" y="137774"/>
                  <a:pt x="637810" y="136528"/>
                  <a:pt x="640737" y="134035"/>
                </a:cubicBezTo>
                <a:cubicBezTo>
                  <a:pt x="642451" y="132607"/>
                  <a:pt x="646272" y="128215"/>
                  <a:pt x="652199" y="120860"/>
                </a:cubicBezTo>
                <a:lnTo>
                  <a:pt x="655733" y="123538"/>
                </a:lnTo>
                <a:cubicBezTo>
                  <a:pt x="649164" y="133100"/>
                  <a:pt x="642951" y="139840"/>
                  <a:pt x="637095" y="143759"/>
                </a:cubicBezTo>
                <a:cubicBezTo>
                  <a:pt x="633096" y="146466"/>
                  <a:pt x="629062" y="147819"/>
                  <a:pt x="624991" y="147819"/>
                </a:cubicBezTo>
                <a:cubicBezTo>
                  <a:pt x="621849" y="147819"/>
                  <a:pt x="619279" y="146837"/>
                  <a:pt x="617279" y="144874"/>
                </a:cubicBezTo>
                <a:cubicBezTo>
                  <a:pt x="615280" y="142910"/>
                  <a:pt x="614280" y="140393"/>
                  <a:pt x="614280" y="137322"/>
                </a:cubicBezTo>
                <a:cubicBezTo>
                  <a:pt x="614280" y="133466"/>
                  <a:pt x="615422" y="127574"/>
                  <a:pt x="617708" y="119648"/>
                </a:cubicBezTo>
                <a:lnTo>
                  <a:pt x="635596" y="57628"/>
                </a:lnTo>
                <a:lnTo>
                  <a:pt x="619421" y="57628"/>
                </a:lnTo>
                <a:lnTo>
                  <a:pt x="620493" y="53384"/>
                </a:lnTo>
                <a:cubicBezTo>
                  <a:pt x="628348" y="51217"/>
                  <a:pt x="634882" y="48017"/>
                  <a:pt x="640095" y="43783"/>
                </a:cubicBezTo>
                <a:cubicBezTo>
                  <a:pt x="645308" y="39550"/>
                  <a:pt x="651128" y="32240"/>
                  <a:pt x="657554" y="21852"/>
                </a:cubicBezTo>
                <a:lnTo>
                  <a:pt x="662268" y="21852"/>
                </a:lnTo>
                <a:close/>
                <a:moveTo>
                  <a:pt x="748025" y="0"/>
                </a:moveTo>
                <a:lnTo>
                  <a:pt x="858353" y="0"/>
                </a:lnTo>
                <a:lnTo>
                  <a:pt x="846464" y="38562"/>
                </a:lnTo>
                <a:lnTo>
                  <a:pt x="842393" y="38562"/>
                </a:lnTo>
                <a:cubicBezTo>
                  <a:pt x="843750" y="32940"/>
                  <a:pt x="844428" y="27924"/>
                  <a:pt x="844428" y="23512"/>
                </a:cubicBezTo>
                <a:cubicBezTo>
                  <a:pt x="844428" y="18319"/>
                  <a:pt x="842822" y="14406"/>
                  <a:pt x="839608" y="11773"/>
                </a:cubicBezTo>
                <a:cubicBezTo>
                  <a:pt x="837180" y="9780"/>
                  <a:pt x="830932" y="8783"/>
                  <a:pt x="820863" y="8783"/>
                </a:cubicBezTo>
                <a:lnTo>
                  <a:pt x="809402" y="8783"/>
                </a:lnTo>
                <a:lnTo>
                  <a:pt x="780695" y="108722"/>
                </a:lnTo>
                <a:cubicBezTo>
                  <a:pt x="777053" y="121333"/>
                  <a:pt x="775232" y="129106"/>
                  <a:pt x="775232" y="132043"/>
                </a:cubicBezTo>
                <a:cubicBezTo>
                  <a:pt x="775232" y="134766"/>
                  <a:pt x="776374" y="137005"/>
                  <a:pt x="778660" y="138761"/>
                </a:cubicBezTo>
                <a:cubicBezTo>
                  <a:pt x="780945" y="140515"/>
                  <a:pt x="784979" y="141392"/>
                  <a:pt x="790764" y="141392"/>
                </a:cubicBezTo>
                <a:lnTo>
                  <a:pt x="795691" y="141392"/>
                </a:lnTo>
                <a:lnTo>
                  <a:pt x="794406" y="145248"/>
                </a:lnTo>
                <a:lnTo>
                  <a:pt x="731207" y="145248"/>
                </a:lnTo>
                <a:lnTo>
                  <a:pt x="732386" y="141392"/>
                </a:lnTo>
                <a:lnTo>
                  <a:pt x="735171" y="141392"/>
                </a:lnTo>
                <a:cubicBezTo>
                  <a:pt x="740741" y="141392"/>
                  <a:pt x="745025" y="140496"/>
                  <a:pt x="748025" y="138704"/>
                </a:cubicBezTo>
                <a:cubicBezTo>
                  <a:pt x="750095" y="137486"/>
                  <a:pt x="751970" y="135282"/>
                  <a:pt x="753648" y="132093"/>
                </a:cubicBezTo>
                <a:cubicBezTo>
                  <a:pt x="755326" y="128904"/>
                  <a:pt x="757665" y="122149"/>
                  <a:pt x="760664" y="111828"/>
                </a:cubicBezTo>
                <a:lnTo>
                  <a:pt x="790764" y="8783"/>
                </a:lnTo>
                <a:lnTo>
                  <a:pt x="782087" y="8783"/>
                </a:lnTo>
                <a:cubicBezTo>
                  <a:pt x="773732" y="8783"/>
                  <a:pt x="767002" y="9851"/>
                  <a:pt x="761896" y="11987"/>
                </a:cubicBezTo>
                <a:cubicBezTo>
                  <a:pt x="756790" y="14120"/>
                  <a:pt x="752666" y="17215"/>
                  <a:pt x="749524" y="21272"/>
                </a:cubicBezTo>
                <a:cubicBezTo>
                  <a:pt x="746382" y="25327"/>
                  <a:pt x="743811" y="31090"/>
                  <a:pt x="741812" y="38562"/>
                </a:cubicBezTo>
                <a:lnTo>
                  <a:pt x="737849" y="38562"/>
                </a:lnTo>
                <a:lnTo>
                  <a:pt x="7480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rackeef">
            <a:extLst xmlns:a="http://schemas.openxmlformats.org/drawingml/2006/main">
              <a:ext uri="{FF2B5EF4-FFF2-40B4-BE49-F238E27FC236}">
                <a16:creationId xmlns:a16="http://schemas.microsoft.com/office/drawing/2014/main" id="{FFE0D3BB-0FC8-43A2-B802-88515B06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888" y="7165811"/>
            <a:ext cx="738075" cy="199663"/>
          </a:xfrm>
          <a:custGeom xmlns:a="http://schemas.openxmlformats.org/drawingml/2006/main">
            <a:pathLst>
              <a:path w="738075" h="199663">
                <a:moveTo>
                  <a:pt x="6963" y="61270"/>
                </a:moveTo>
                <a:lnTo>
                  <a:pt x="43917" y="55272"/>
                </a:lnTo>
                <a:lnTo>
                  <a:pt x="28493" y="107437"/>
                </a:lnTo>
                <a:cubicBezTo>
                  <a:pt x="40989" y="86040"/>
                  <a:pt x="52344" y="71084"/>
                  <a:pt x="62555" y="62569"/>
                </a:cubicBezTo>
                <a:cubicBezTo>
                  <a:pt x="68340" y="57704"/>
                  <a:pt x="73053" y="55272"/>
                  <a:pt x="76695" y="55272"/>
                </a:cubicBezTo>
                <a:cubicBezTo>
                  <a:pt x="79051" y="55272"/>
                  <a:pt x="80908" y="55971"/>
                  <a:pt x="82265" y="57370"/>
                </a:cubicBezTo>
                <a:cubicBezTo>
                  <a:pt x="83621" y="58767"/>
                  <a:pt x="84300" y="60792"/>
                  <a:pt x="84300" y="63446"/>
                </a:cubicBezTo>
                <a:cubicBezTo>
                  <a:pt x="84300" y="68177"/>
                  <a:pt x="83086" y="72693"/>
                  <a:pt x="80658" y="76996"/>
                </a:cubicBezTo>
                <a:cubicBezTo>
                  <a:pt x="78944" y="80223"/>
                  <a:pt x="76480" y="81836"/>
                  <a:pt x="73267" y="81836"/>
                </a:cubicBezTo>
                <a:cubicBezTo>
                  <a:pt x="71624" y="81836"/>
                  <a:pt x="70214" y="81301"/>
                  <a:pt x="69036" y="80229"/>
                </a:cubicBezTo>
                <a:cubicBezTo>
                  <a:pt x="67858" y="79158"/>
                  <a:pt x="67126" y="77516"/>
                  <a:pt x="66840" y="75302"/>
                </a:cubicBezTo>
                <a:cubicBezTo>
                  <a:pt x="66697" y="73945"/>
                  <a:pt x="66376" y="73053"/>
                  <a:pt x="65876" y="72624"/>
                </a:cubicBezTo>
                <a:cubicBezTo>
                  <a:pt x="65305" y="72053"/>
                  <a:pt x="64626" y="71767"/>
                  <a:pt x="63841" y="71767"/>
                </a:cubicBezTo>
                <a:cubicBezTo>
                  <a:pt x="62627" y="71767"/>
                  <a:pt x="61484" y="72053"/>
                  <a:pt x="60413" y="72624"/>
                </a:cubicBezTo>
                <a:cubicBezTo>
                  <a:pt x="58556" y="73624"/>
                  <a:pt x="55736" y="76408"/>
                  <a:pt x="51951" y="80976"/>
                </a:cubicBezTo>
                <a:cubicBezTo>
                  <a:pt x="46024" y="87974"/>
                  <a:pt x="39597" y="97042"/>
                  <a:pt x="32670" y="108180"/>
                </a:cubicBezTo>
                <a:cubicBezTo>
                  <a:pt x="29671" y="112891"/>
                  <a:pt x="27100" y="118210"/>
                  <a:pt x="24958" y="124137"/>
                </a:cubicBezTo>
                <a:cubicBezTo>
                  <a:pt x="21959" y="132275"/>
                  <a:pt x="20245" y="137166"/>
                  <a:pt x="19816" y="138808"/>
                </a:cubicBezTo>
                <a:lnTo>
                  <a:pt x="16389" y="152318"/>
                </a:lnTo>
                <a:lnTo>
                  <a:pt x="0" y="152318"/>
                </a:lnTo>
                <a:lnTo>
                  <a:pt x="19816" y="85692"/>
                </a:lnTo>
                <a:cubicBezTo>
                  <a:pt x="22101" y="77940"/>
                  <a:pt x="23244" y="72412"/>
                  <a:pt x="23244" y="69110"/>
                </a:cubicBezTo>
                <a:cubicBezTo>
                  <a:pt x="23244" y="67817"/>
                  <a:pt x="22708" y="66741"/>
                  <a:pt x="21637" y="65879"/>
                </a:cubicBezTo>
                <a:cubicBezTo>
                  <a:pt x="20209" y="64735"/>
                  <a:pt x="18317" y="64162"/>
                  <a:pt x="15960" y="64162"/>
                </a:cubicBezTo>
                <a:cubicBezTo>
                  <a:pt x="14461" y="64162"/>
                  <a:pt x="11711" y="64483"/>
                  <a:pt x="7712" y="65126"/>
                </a:cubicBezTo>
                <a:lnTo>
                  <a:pt x="6963" y="61270"/>
                </a:lnTo>
                <a:close/>
                <a:moveTo>
                  <a:pt x="184652" y="55272"/>
                </a:moveTo>
                <a:lnTo>
                  <a:pt x="163764" y="128006"/>
                </a:lnTo>
                <a:lnTo>
                  <a:pt x="161408" y="137781"/>
                </a:lnTo>
                <a:cubicBezTo>
                  <a:pt x="161193" y="138698"/>
                  <a:pt x="161086" y="139473"/>
                  <a:pt x="161086" y="140107"/>
                </a:cubicBezTo>
                <a:cubicBezTo>
                  <a:pt x="161086" y="141250"/>
                  <a:pt x="161443" y="142249"/>
                  <a:pt x="162157" y="143106"/>
                </a:cubicBezTo>
                <a:cubicBezTo>
                  <a:pt x="162729" y="143749"/>
                  <a:pt x="163443" y="144070"/>
                  <a:pt x="164300" y="144070"/>
                </a:cubicBezTo>
                <a:cubicBezTo>
                  <a:pt x="165228" y="144070"/>
                  <a:pt x="166442" y="143499"/>
                  <a:pt x="167942" y="142356"/>
                </a:cubicBezTo>
                <a:cubicBezTo>
                  <a:pt x="170727" y="140285"/>
                  <a:pt x="174440" y="136001"/>
                  <a:pt x="179082" y="129503"/>
                </a:cubicBezTo>
                <a:lnTo>
                  <a:pt x="182723" y="132073"/>
                </a:lnTo>
                <a:cubicBezTo>
                  <a:pt x="177796" y="139500"/>
                  <a:pt x="172726" y="145159"/>
                  <a:pt x="167513" y="149051"/>
                </a:cubicBezTo>
                <a:cubicBezTo>
                  <a:pt x="162300" y="152943"/>
                  <a:pt x="157480" y="154889"/>
                  <a:pt x="153052" y="154889"/>
                </a:cubicBezTo>
                <a:cubicBezTo>
                  <a:pt x="149982" y="154889"/>
                  <a:pt x="147679" y="154121"/>
                  <a:pt x="146144" y="152586"/>
                </a:cubicBezTo>
                <a:cubicBezTo>
                  <a:pt x="144608" y="151051"/>
                  <a:pt x="143841" y="148819"/>
                  <a:pt x="143841" y="145891"/>
                </a:cubicBezTo>
                <a:cubicBezTo>
                  <a:pt x="143841" y="142392"/>
                  <a:pt x="144626" y="137786"/>
                  <a:pt x="146197" y="132073"/>
                </a:cubicBezTo>
                <a:lnTo>
                  <a:pt x="148447" y="123775"/>
                </a:lnTo>
                <a:cubicBezTo>
                  <a:pt x="139092" y="136091"/>
                  <a:pt x="130487" y="144698"/>
                  <a:pt x="122632" y="149597"/>
                </a:cubicBezTo>
                <a:cubicBezTo>
                  <a:pt x="116990" y="153125"/>
                  <a:pt x="111456" y="154889"/>
                  <a:pt x="106029" y="154889"/>
                </a:cubicBezTo>
                <a:cubicBezTo>
                  <a:pt x="100816" y="154889"/>
                  <a:pt x="96317" y="152726"/>
                  <a:pt x="92532" y="148402"/>
                </a:cubicBezTo>
                <a:cubicBezTo>
                  <a:pt x="88748" y="144077"/>
                  <a:pt x="86855" y="138125"/>
                  <a:pt x="86855" y="130547"/>
                </a:cubicBezTo>
                <a:cubicBezTo>
                  <a:pt x="86855" y="119182"/>
                  <a:pt x="90265" y="107190"/>
                  <a:pt x="97085" y="94573"/>
                </a:cubicBezTo>
                <a:cubicBezTo>
                  <a:pt x="103904" y="81956"/>
                  <a:pt x="112563" y="71858"/>
                  <a:pt x="123060" y="64279"/>
                </a:cubicBezTo>
                <a:cubicBezTo>
                  <a:pt x="131272" y="58274"/>
                  <a:pt x="139020" y="55272"/>
                  <a:pt x="146304" y="55272"/>
                </a:cubicBezTo>
                <a:cubicBezTo>
                  <a:pt x="150660" y="55272"/>
                  <a:pt x="154284" y="56424"/>
                  <a:pt x="157176" y="58729"/>
                </a:cubicBezTo>
                <a:cubicBezTo>
                  <a:pt x="160069" y="61035"/>
                  <a:pt x="162264" y="64852"/>
                  <a:pt x="163764" y="70181"/>
                </a:cubicBezTo>
                <a:lnTo>
                  <a:pt x="167620" y="57842"/>
                </a:lnTo>
                <a:lnTo>
                  <a:pt x="184652" y="55272"/>
                </a:lnTo>
                <a:moveTo>
                  <a:pt x="146518" y="60627"/>
                </a:moveTo>
                <a:cubicBezTo>
                  <a:pt x="141948" y="60627"/>
                  <a:pt x="137092" y="62779"/>
                  <a:pt x="131951" y="67081"/>
                </a:cubicBezTo>
                <a:cubicBezTo>
                  <a:pt x="124667" y="73173"/>
                  <a:pt x="118186" y="82205"/>
                  <a:pt x="112509" y="94178"/>
                </a:cubicBezTo>
                <a:cubicBezTo>
                  <a:pt x="106832" y="106150"/>
                  <a:pt x="103994" y="116976"/>
                  <a:pt x="103994" y="126654"/>
                </a:cubicBezTo>
                <a:cubicBezTo>
                  <a:pt x="103994" y="131530"/>
                  <a:pt x="105208" y="135384"/>
                  <a:pt x="107636" y="138216"/>
                </a:cubicBezTo>
                <a:cubicBezTo>
                  <a:pt x="110064" y="141048"/>
                  <a:pt x="112849" y="142463"/>
                  <a:pt x="115991" y="142463"/>
                </a:cubicBezTo>
                <a:cubicBezTo>
                  <a:pt x="123774" y="142463"/>
                  <a:pt x="132236" y="136693"/>
                  <a:pt x="141377" y="125151"/>
                </a:cubicBezTo>
                <a:cubicBezTo>
                  <a:pt x="153588" y="109809"/>
                  <a:pt x="159694" y="94072"/>
                  <a:pt x="159694" y="77940"/>
                </a:cubicBezTo>
                <a:cubicBezTo>
                  <a:pt x="159694" y="71848"/>
                  <a:pt x="158515" y="67439"/>
                  <a:pt x="156159" y="64714"/>
                </a:cubicBezTo>
                <a:cubicBezTo>
                  <a:pt x="153802" y="61990"/>
                  <a:pt x="150589" y="60627"/>
                  <a:pt x="146518" y="60627"/>
                </a:cubicBezTo>
                <a:close/>
                <a:moveTo>
                  <a:pt x="277006" y="128967"/>
                </a:moveTo>
                <a:cubicBezTo>
                  <a:pt x="269579" y="137893"/>
                  <a:pt x="262081" y="144445"/>
                  <a:pt x="254512" y="148623"/>
                </a:cubicBezTo>
                <a:cubicBezTo>
                  <a:pt x="246942" y="152800"/>
                  <a:pt x="238944" y="154889"/>
                  <a:pt x="230518" y="154889"/>
                </a:cubicBezTo>
                <a:cubicBezTo>
                  <a:pt x="220378" y="154889"/>
                  <a:pt x="212469" y="152029"/>
                  <a:pt x="206792" y="146310"/>
                </a:cubicBezTo>
                <a:cubicBezTo>
                  <a:pt x="201115" y="140590"/>
                  <a:pt x="198276" y="132906"/>
                  <a:pt x="198276" y="123256"/>
                </a:cubicBezTo>
                <a:cubicBezTo>
                  <a:pt x="198276" y="112319"/>
                  <a:pt x="201329" y="101561"/>
                  <a:pt x="207435" y="90981"/>
                </a:cubicBezTo>
                <a:cubicBezTo>
                  <a:pt x="213540" y="80399"/>
                  <a:pt x="221752" y="71802"/>
                  <a:pt x="232071" y="65190"/>
                </a:cubicBezTo>
                <a:cubicBezTo>
                  <a:pt x="242390" y="58578"/>
                  <a:pt x="252512" y="55272"/>
                  <a:pt x="262438" y="55272"/>
                </a:cubicBezTo>
                <a:cubicBezTo>
                  <a:pt x="270222" y="55272"/>
                  <a:pt x="276042" y="56891"/>
                  <a:pt x="279898" y="60129"/>
                </a:cubicBezTo>
                <a:cubicBezTo>
                  <a:pt x="283754" y="63367"/>
                  <a:pt x="285682" y="67334"/>
                  <a:pt x="285682" y="72032"/>
                </a:cubicBezTo>
                <a:cubicBezTo>
                  <a:pt x="285682" y="76444"/>
                  <a:pt x="284326" y="80216"/>
                  <a:pt x="281612" y="83349"/>
                </a:cubicBezTo>
                <a:cubicBezTo>
                  <a:pt x="279613" y="85768"/>
                  <a:pt x="277149" y="86978"/>
                  <a:pt x="274221" y="86978"/>
                </a:cubicBezTo>
                <a:cubicBezTo>
                  <a:pt x="272007" y="86978"/>
                  <a:pt x="270168" y="86269"/>
                  <a:pt x="268705" y="84852"/>
                </a:cubicBezTo>
                <a:cubicBezTo>
                  <a:pt x="267241" y="83435"/>
                  <a:pt x="266509" y="81664"/>
                  <a:pt x="266509" y="79540"/>
                </a:cubicBezTo>
                <a:cubicBezTo>
                  <a:pt x="266509" y="78194"/>
                  <a:pt x="266777" y="76955"/>
                  <a:pt x="267312" y="75821"/>
                </a:cubicBezTo>
                <a:cubicBezTo>
                  <a:pt x="267848" y="74687"/>
                  <a:pt x="268955" y="73324"/>
                  <a:pt x="270633" y="71730"/>
                </a:cubicBezTo>
                <a:cubicBezTo>
                  <a:pt x="272311" y="70135"/>
                  <a:pt x="273328" y="68983"/>
                  <a:pt x="273685" y="68276"/>
                </a:cubicBezTo>
                <a:cubicBezTo>
                  <a:pt x="274042" y="67566"/>
                  <a:pt x="274221" y="66822"/>
                  <a:pt x="274221" y="66043"/>
                </a:cubicBezTo>
                <a:cubicBezTo>
                  <a:pt x="274221" y="64555"/>
                  <a:pt x="273543" y="63315"/>
                  <a:pt x="272186" y="62324"/>
                </a:cubicBezTo>
                <a:cubicBezTo>
                  <a:pt x="270115" y="60907"/>
                  <a:pt x="267187" y="60199"/>
                  <a:pt x="263402" y="60199"/>
                </a:cubicBezTo>
                <a:cubicBezTo>
                  <a:pt x="256404" y="60199"/>
                  <a:pt x="249477" y="62663"/>
                  <a:pt x="242622" y="67590"/>
                </a:cubicBezTo>
                <a:cubicBezTo>
                  <a:pt x="235767" y="72517"/>
                  <a:pt x="229911" y="79515"/>
                  <a:pt x="225055" y="88584"/>
                </a:cubicBezTo>
                <a:cubicBezTo>
                  <a:pt x="219199" y="99582"/>
                  <a:pt x="216272" y="110579"/>
                  <a:pt x="216272" y="121576"/>
                </a:cubicBezTo>
                <a:cubicBezTo>
                  <a:pt x="216272" y="128860"/>
                  <a:pt x="218342" y="134626"/>
                  <a:pt x="222484" y="138875"/>
                </a:cubicBezTo>
                <a:cubicBezTo>
                  <a:pt x="226626" y="143124"/>
                  <a:pt x="232267" y="145248"/>
                  <a:pt x="239409" y="145248"/>
                </a:cubicBezTo>
                <a:cubicBezTo>
                  <a:pt x="244907" y="145248"/>
                  <a:pt x="250352" y="143874"/>
                  <a:pt x="255744" y="141125"/>
                </a:cubicBezTo>
                <a:cubicBezTo>
                  <a:pt x="261135" y="138375"/>
                  <a:pt x="267187" y="133394"/>
                  <a:pt x="273900" y="126182"/>
                </a:cubicBezTo>
                <a:lnTo>
                  <a:pt x="277006" y="128967"/>
                </a:lnTo>
                <a:close/>
                <a:moveTo>
                  <a:pt x="352536" y="0"/>
                </a:moveTo>
                <a:lnTo>
                  <a:pt x="322115" y="104906"/>
                </a:lnTo>
                <a:lnTo>
                  <a:pt x="334326" y="94727"/>
                </a:lnTo>
                <a:cubicBezTo>
                  <a:pt x="347680" y="83553"/>
                  <a:pt x="356356" y="75256"/>
                  <a:pt x="360355" y="69836"/>
                </a:cubicBezTo>
                <a:cubicBezTo>
                  <a:pt x="361640" y="67977"/>
                  <a:pt x="362283" y="66566"/>
                  <a:pt x="362283" y="65601"/>
                </a:cubicBezTo>
                <a:cubicBezTo>
                  <a:pt x="362283" y="64932"/>
                  <a:pt x="362069" y="64300"/>
                  <a:pt x="361640" y="63707"/>
                </a:cubicBezTo>
                <a:cubicBezTo>
                  <a:pt x="361212" y="63111"/>
                  <a:pt x="360373" y="62628"/>
                  <a:pt x="359123" y="62257"/>
                </a:cubicBezTo>
                <a:cubicBezTo>
                  <a:pt x="357873" y="61885"/>
                  <a:pt x="355678" y="61698"/>
                  <a:pt x="352536" y="61698"/>
                </a:cubicBezTo>
                <a:lnTo>
                  <a:pt x="348787" y="61698"/>
                </a:lnTo>
                <a:lnTo>
                  <a:pt x="349965" y="57842"/>
                </a:lnTo>
                <a:lnTo>
                  <a:pt x="396774" y="57842"/>
                </a:lnTo>
                <a:lnTo>
                  <a:pt x="395703" y="61698"/>
                </a:lnTo>
                <a:cubicBezTo>
                  <a:pt x="390347" y="61995"/>
                  <a:pt x="385723" y="62866"/>
                  <a:pt x="381832" y="64309"/>
                </a:cubicBezTo>
                <a:cubicBezTo>
                  <a:pt x="377940" y="65753"/>
                  <a:pt x="374173" y="67882"/>
                  <a:pt x="370531" y="70696"/>
                </a:cubicBezTo>
                <a:cubicBezTo>
                  <a:pt x="363319" y="76036"/>
                  <a:pt x="358570" y="79738"/>
                  <a:pt x="356285" y="81803"/>
                </a:cubicBezTo>
                <a:lnTo>
                  <a:pt x="347073" y="89954"/>
                </a:lnTo>
                <a:cubicBezTo>
                  <a:pt x="348644" y="95095"/>
                  <a:pt x="350572" y="102272"/>
                  <a:pt x="352857" y="111484"/>
                </a:cubicBezTo>
                <a:cubicBezTo>
                  <a:pt x="356713" y="126765"/>
                  <a:pt x="359320" y="135835"/>
                  <a:pt x="360676" y="138691"/>
                </a:cubicBezTo>
                <a:cubicBezTo>
                  <a:pt x="362033" y="141492"/>
                  <a:pt x="363426" y="142892"/>
                  <a:pt x="364854" y="142892"/>
                </a:cubicBezTo>
                <a:cubicBezTo>
                  <a:pt x="366068" y="142892"/>
                  <a:pt x="367496" y="142285"/>
                  <a:pt x="369138" y="141071"/>
                </a:cubicBezTo>
                <a:cubicBezTo>
                  <a:pt x="372852" y="138357"/>
                  <a:pt x="376815" y="134037"/>
                  <a:pt x="381028" y="128110"/>
                </a:cubicBezTo>
                <a:lnTo>
                  <a:pt x="384777" y="130798"/>
                </a:lnTo>
                <a:cubicBezTo>
                  <a:pt x="376994" y="140621"/>
                  <a:pt x="371031" y="147093"/>
                  <a:pt x="366889" y="150213"/>
                </a:cubicBezTo>
                <a:cubicBezTo>
                  <a:pt x="362747" y="153330"/>
                  <a:pt x="358962" y="154889"/>
                  <a:pt x="355535" y="154889"/>
                </a:cubicBezTo>
                <a:cubicBezTo>
                  <a:pt x="352536" y="154889"/>
                  <a:pt x="350215" y="153711"/>
                  <a:pt x="348572" y="151354"/>
                </a:cubicBezTo>
                <a:cubicBezTo>
                  <a:pt x="345716" y="147152"/>
                  <a:pt x="340967" y="130595"/>
                  <a:pt x="334326" y="101683"/>
                </a:cubicBezTo>
                <a:lnTo>
                  <a:pt x="319651" y="114312"/>
                </a:lnTo>
                <a:lnTo>
                  <a:pt x="308618" y="152318"/>
                </a:lnTo>
                <a:lnTo>
                  <a:pt x="291908" y="152318"/>
                </a:lnTo>
                <a:lnTo>
                  <a:pt x="327471" y="30297"/>
                </a:lnTo>
                <a:lnTo>
                  <a:pt x="330470" y="19923"/>
                </a:lnTo>
                <a:cubicBezTo>
                  <a:pt x="330827" y="18138"/>
                  <a:pt x="331005" y="16567"/>
                  <a:pt x="331005" y="15210"/>
                </a:cubicBezTo>
                <a:cubicBezTo>
                  <a:pt x="331005" y="13497"/>
                  <a:pt x="330345" y="12068"/>
                  <a:pt x="329024" y="10926"/>
                </a:cubicBezTo>
                <a:cubicBezTo>
                  <a:pt x="327703" y="9783"/>
                  <a:pt x="325792" y="9212"/>
                  <a:pt x="323293" y="9212"/>
                </a:cubicBezTo>
                <a:cubicBezTo>
                  <a:pt x="321651" y="9212"/>
                  <a:pt x="319044" y="9569"/>
                  <a:pt x="315474" y="10283"/>
                </a:cubicBezTo>
                <a:lnTo>
                  <a:pt x="315474" y="6427"/>
                </a:lnTo>
                <a:lnTo>
                  <a:pt x="352536" y="0"/>
                </a:lnTo>
                <a:close/>
                <a:moveTo>
                  <a:pt x="413414" y="112043"/>
                </a:moveTo>
                <a:cubicBezTo>
                  <a:pt x="412914" y="115602"/>
                  <a:pt x="412664" y="118556"/>
                  <a:pt x="412664" y="120903"/>
                </a:cubicBezTo>
                <a:cubicBezTo>
                  <a:pt x="412664" y="127236"/>
                  <a:pt x="414914" y="132628"/>
                  <a:pt x="419413" y="137078"/>
                </a:cubicBezTo>
                <a:cubicBezTo>
                  <a:pt x="423912" y="141525"/>
                  <a:pt x="429374" y="143749"/>
                  <a:pt x="435801" y="143749"/>
                </a:cubicBezTo>
                <a:cubicBezTo>
                  <a:pt x="440943" y="143749"/>
                  <a:pt x="445888" y="142699"/>
                  <a:pt x="450637" y="140599"/>
                </a:cubicBezTo>
                <a:cubicBezTo>
                  <a:pt x="455386" y="138497"/>
                  <a:pt x="462437" y="133850"/>
                  <a:pt x="471792" y="126657"/>
                </a:cubicBezTo>
                <a:lnTo>
                  <a:pt x="474042" y="129764"/>
                </a:lnTo>
                <a:cubicBezTo>
                  <a:pt x="457117" y="146514"/>
                  <a:pt x="440979" y="154889"/>
                  <a:pt x="425625" y="154889"/>
                </a:cubicBezTo>
                <a:cubicBezTo>
                  <a:pt x="415200" y="154889"/>
                  <a:pt x="407344" y="151601"/>
                  <a:pt x="402060" y="145024"/>
                </a:cubicBezTo>
                <a:cubicBezTo>
                  <a:pt x="396776" y="138448"/>
                  <a:pt x="394134" y="131192"/>
                  <a:pt x="394134" y="123256"/>
                </a:cubicBezTo>
                <a:cubicBezTo>
                  <a:pt x="394134" y="112605"/>
                  <a:pt x="397418" y="101704"/>
                  <a:pt x="403988" y="90553"/>
                </a:cubicBezTo>
                <a:cubicBezTo>
                  <a:pt x="410558" y="79399"/>
                  <a:pt x="418806" y="70731"/>
                  <a:pt x="428732" y="64547"/>
                </a:cubicBezTo>
                <a:cubicBezTo>
                  <a:pt x="438658" y="58363"/>
                  <a:pt x="448869" y="55272"/>
                  <a:pt x="459367" y="55272"/>
                </a:cubicBezTo>
                <a:cubicBezTo>
                  <a:pt x="466936" y="55272"/>
                  <a:pt x="472542" y="56812"/>
                  <a:pt x="476184" y="59894"/>
                </a:cubicBezTo>
                <a:cubicBezTo>
                  <a:pt x="479826" y="62976"/>
                  <a:pt x="481647" y="66632"/>
                  <a:pt x="481647" y="70864"/>
                </a:cubicBezTo>
                <a:cubicBezTo>
                  <a:pt x="481647" y="76813"/>
                  <a:pt x="479290" y="82511"/>
                  <a:pt x="474577" y="87958"/>
                </a:cubicBezTo>
                <a:cubicBezTo>
                  <a:pt x="468364" y="95055"/>
                  <a:pt x="459224" y="100789"/>
                  <a:pt x="447156" y="105161"/>
                </a:cubicBezTo>
                <a:cubicBezTo>
                  <a:pt x="439158" y="108100"/>
                  <a:pt x="427911" y="110394"/>
                  <a:pt x="413414" y="112043"/>
                </a:cubicBezTo>
                <a:moveTo>
                  <a:pt x="414164" y="106687"/>
                </a:moveTo>
                <a:cubicBezTo>
                  <a:pt x="424733" y="105471"/>
                  <a:pt x="433338" y="103395"/>
                  <a:pt x="439979" y="100461"/>
                </a:cubicBezTo>
                <a:cubicBezTo>
                  <a:pt x="448762" y="96524"/>
                  <a:pt x="455350" y="91818"/>
                  <a:pt x="459742" y="86342"/>
                </a:cubicBezTo>
                <a:cubicBezTo>
                  <a:pt x="464133" y="80865"/>
                  <a:pt x="466329" y="75658"/>
                  <a:pt x="466329" y="70720"/>
                </a:cubicBezTo>
                <a:cubicBezTo>
                  <a:pt x="466329" y="67714"/>
                  <a:pt x="465383" y="65280"/>
                  <a:pt x="463491" y="63419"/>
                </a:cubicBezTo>
                <a:cubicBezTo>
                  <a:pt x="461598" y="61558"/>
                  <a:pt x="458903" y="60627"/>
                  <a:pt x="455404" y="60627"/>
                </a:cubicBezTo>
                <a:cubicBezTo>
                  <a:pt x="448120" y="60627"/>
                  <a:pt x="440390" y="64510"/>
                  <a:pt x="432213" y="72276"/>
                </a:cubicBezTo>
                <a:cubicBezTo>
                  <a:pt x="424037" y="80042"/>
                  <a:pt x="418020" y="91512"/>
                  <a:pt x="414164" y="106687"/>
                </a:cubicBezTo>
                <a:close/>
                <a:moveTo>
                  <a:pt x="510903" y="112043"/>
                </a:moveTo>
                <a:cubicBezTo>
                  <a:pt x="510403" y="115602"/>
                  <a:pt x="510153" y="118556"/>
                  <a:pt x="510153" y="120903"/>
                </a:cubicBezTo>
                <a:cubicBezTo>
                  <a:pt x="510153" y="127236"/>
                  <a:pt x="512403" y="132628"/>
                  <a:pt x="516901" y="137078"/>
                </a:cubicBezTo>
                <a:cubicBezTo>
                  <a:pt x="521400" y="141525"/>
                  <a:pt x="526863" y="143749"/>
                  <a:pt x="533290" y="143749"/>
                </a:cubicBezTo>
                <a:cubicBezTo>
                  <a:pt x="538432" y="143749"/>
                  <a:pt x="543377" y="142699"/>
                  <a:pt x="548126" y="140599"/>
                </a:cubicBezTo>
                <a:cubicBezTo>
                  <a:pt x="552874" y="138497"/>
                  <a:pt x="559926" y="133850"/>
                  <a:pt x="569281" y="126657"/>
                </a:cubicBezTo>
                <a:lnTo>
                  <a:pt x="571530" y="129764"/>
                </a:lnTo>
                <a:cubicBezTo>
                  <a:pt x="554606" y="146514"/>
                  <a:pt x="538467" y="154889"/>
                  <a:pt x="523114" y="154889"/>
                </a:cubicBezTo>
                <a:cubicBezTo>
                  <a:pt x="512688" y="154889"/>
                  <a:pt x="504833" y="151601"/>
                  <a:pt x="499549" y="145024"/>
                </a:cubicBezTo>
                <a:cubicBezTo>
                  <a:pt x="494264" y="138448"/>
                  <a:pt x="491622" y="131192"/>
                  <a:pt x="491622" y="123256"/>
                </a:cubicBezTo>
                <a:cubicBezTo>
                  <a:pt x="491622" y="112605"/>
                  <a:pt x="494907" y="101704"/>
                  <a:pt x="501477" y="90553"/>
                </a:cubicBezTo>
                <a:cubicBezTo>
                  <a:pt x="508047" y="79399"/>
                  <a:pt x="516295" y="70731"/>
                  <a:pt x="526221" y="64547"/>
                </a:cubicBezTo>
                <a:cubicBezTo>
                  <a:pt x="536147" y="58363"/>
                  <a:pt x="546358" y="55272"/>
                  <a:pt x="556856" y="55272"/>
                </a:cubicBezTo>
                <a:cubicBezTo>
                  <a:pt x="564425" y="55272"/>
                  <a:pt x="570031" y="56812"/>
                  <a:pt x="573673" y="59894"/>
                </a:cubicBezTo>
                <a:cubicBezTo>
                  <a:pt x="577315" y="62976"/>
                  <a:pt x="579136" y="66632"/>
                  <a:pt x="579136" y="70864"/>
                </a:cubicBezTo>
                <a:cubicBezTo>
                  <a:pt x="579136" y="76813"/>
                  <a:pt x="576779" y="82511"/>
                  <a:pt x="572066" y="87958"/>
                </a:cubicBezTo>
                <a:cubicBezTo>
                  <a:pt x="565853" y="95055"/>
                  <a:pt x="556713" y="100789"/>
                  <a:pt x="544644" y="105161"/>
                </a:cubicBezTo>
                <a:cubicBezTo>
                  <a:pt x="536646" y="108100"/>
                  <a:pt x="525399" y="110394"/>
                  <a:pt x="510903" y="112043"/>
                </a:cubicBezTo>
                <a:moveTo>
                  <a:pt x="511653" y="106687"/>
                </a:moveTo>
                <a:cubicBezTo>
                  <a:pt x="522222" y="105471"/>
                  <a:pt x="530826" y="103395"/>
                  <a:pt x="537468" y="100461"/>
                </a:cubicBezTo>
                <a:cubicBezTo>
                  <a:pt x="546251" y="96524"/>
                  <a:pt x="552839" y="91818"/>
                  <a:pt x="557230" y="86342"/>
                </a:cubicBezTo>
                <a:cubicBezTo>
                  <a:pt x="561622" y="80865"/>
                  <a:pt x="563818" y="75658"/>
                  <a:pt x="563818" y="70720"/>
                </a:cubicBezTo>
                <a:cubicBezTo>
                  <a:pt x="563818" y="67714"/>
                  <a:pt x="562872" y="65280"/>
                  <a:pt x="560979" y="63419"/>
                </a:cubicBezTo>
                <a:cubicBezTo>
                  <a:pt x="559087" y="61558"/>
                  <a:pt x="556391" y="60627"/>
                  <a:pt x="552892" y="60627"/>
                </a:cubicBezTo>
                <a:cubicBezTo>
                  <a:pt x="545608" y="60627"/>
                  <a:pt x="537878" y="64510"/>
                  <a:pt x="529702" y="72276"/>
                </a:cubicBezTo>
                <a:cubicBezTo>
                  <a:pt x="521525" y="80042"/>
                  <a:pt x="515509" y="91512"/>
                  <a:pt x="511653" y="106687"/>
                </a:cubicBezTo>
                <a:close/>
                <a:moveTo>
                  <a:pt x="699728" y="57842"/>
                </a:moveTo>
                <a:lnTo>
                  <a:pt x="697800" y="64912"/>
                </a:lnTo>
                <a:lnTo>
                  <a:pt x="682161" y="64912"/>
                </a:lnTo>
                <a:lnTo>
                  <a:pt x="670378" y="111869"/>
                </a:lnTo>
                <a:cubicBezTo>
                  <a:pt x="665165" y="132479"/>
                  <a:pt x="659917" y="148426"/>
                  <a:pt x="654632" y="159709"/>
                </a:cubicBezTo>
                <a:cubicBezTo>
                  <a:pt x="647134" y="175634"/>
                  <a:pt x="639065" y="186631"/>
                  <a:pt x="630424" y="192701"/>
                </a:cubicBezTo>
                <a:cubicBezTo>
                  <a:pt x="623854" y="197342"/>
                  <a:pt x="617285" y="199663"/>
                  <a:pt x="610715" y="199663"/>
                </a:cubicBezTo>
                <a:cubicBezTo>
                  <a:pt x="606430" y="199663"/>
                  <a:pt x="602788" y="198363"/>
                  <a:pt x="599789" y="195763"/>
                </a:cubicBezTo>
                <a:cubicBezTo>
                  <a:pt x="597575" y="193958"/>
                  <a:pt x="596469" y="191612"/>
                  <a:pt x="596469" y="188724"/>
                </a:cubicBezTo>
                <a:cubicBezTo>
                  <a:pt x="596469" y="186414"/>
                  <a:pt x="597379" y="184410"/>
                  <a:pt x="599200" y="182712"/>
                </a:cubicBezTo>
                <a:cubicBezTo>
                  <a:pt x="601021" y="181016"/>
                  <a:pt x="603253" y="180168"/>
                  <a:pt x="605895" y="180168"/>
                </a:cubicBezTo>
                <a:cubicBezTo>
                  <a:pt x="607823" y="180168"/>
                  <a:pt x="609447" y="180780"/>
                  <a:pt x="610768" y="182002"/>
                </a:cubicBezTo>
                <a:cubicBezTo>
                  <a:pt x="612090" y="183225"/>
                  <a:pt x="612750" y="184628"/>
                  <a:pt x="612750" y="186210"/>
                </a:cubicBezTo>
                <a:cubicBezTo>
                  <a:pt x="612750" y="187792"/>
                  <a:pt x="612000" y="189266"/>
                  <a:pt x="610501" y="190632"/>
                </a:cubicBezTo>
                <a:cubicBezTo>
                  <a:pt x="609358" y="191641"/>
                  <a:pt x="608787" y="192396"/>
                  <a:pt x="608787" y="192898"/>
                </a:cubicBezTo>
                <a:cubicBezTo>
                  <a:pt x="608787" y="193545"/>
                  <a:pt x="609037" y="194048"/>
                  <a:pt x="609537" y="194408"/>
                </a:cubicBezTo>
                <a:cubicBezTo>
                  <a:pt x="610179" y="194912"/>
                  <a:pt x="611179" y="195164"/>
                  <a:pt x="612536" y="195164"/>
                </a:cubicBezTo>
                <a:cubicBezTo>
                  <a:pt x="615607" y="195164"/>
                  <a:pt x="618838" y="194204"/>
                  <a:pt x="622230" y="192282"/>
                </a:cubicBezTo>
                <a:cubicBezTo>
                  <a:pt x="625622" y="190363"/>
                  <a:pt x="628639" y="187500"/>
                  <a:pt x="631281" y="183693"/>
                </a:cubicBezTo>
                <a:cubicBezTo>
                  <a:pt x="633923" y="179888"/>
                  <a:pt x="636423" y="174393"/>
                  <a:pt x="638779" y="167207"/>
                </a:cubicBezTo>
                <a:cubicBezTo>
                  <a:pt x="639779" y="164203"/>
                  <a:pt x="642457" y="154298"/>
                  <a:pt x="646813" y="137489"/>
                </a:cubicBezTo>
                <a:lnTo>
                  <a:pt x="665451" y="64912"/>
                </a:lnTo>
                <a:lnTo>
                  <a:pt x="646813" y="64912"/>
                </a:lnTo>
                <a:lnTo>
                  <a:pt x="648312" y="57842"/>
                </a:lnTo>
                <a:cubicBezTo>
                  <a:pt x="654239" y="57842"/>
                  <a:pt x="658381" y="57433"/>
                  <a:pt x="660738" y="56614"/>
                </a:cubicBezTo>
                <a:cubicBezTo>
                  <a:pt x="663094" y="55793"/>
                  <a:pt x="665254" y="54224"/>
                  <a:pt x="667218" y="51907"/>
                </a:cubicBezTo>
                <a:cubicBezTo>
                  <a:pt x="669182" y="49591"/>
                  <a:pt x="671735" y="45261"/>
                  <a:pt x="674877" y="38916"/>
                </a:cubicBezTo>
                <a:cubicBezTo>
                  <a:pt x="679090" y="30365"/>
                  <a:pt x="683125" y="23736"/>
                  <a:pt x="686981" y="19030"/>
                </a:cubicBezTo>
                <a:cubicBezTo>
                  <a:pt x="692265" y="12688"/>
                  <a:pt x="697818" y="7931"/>
                  <a:pt x="703638" y="4760"/>
                </a:cubicBezTo>
                <a:cubicBezTo>
                  <a:pt x="709457" y="1587"/>
                  <a:pt x="714938" y="0"/>
                  <a:pt x="720080" y="0"/>
                </a:cubicBezTo>
                <a:cubicBezTo>
                  <a:pt x="725507" y="0"/>
                  <a:pt x="729863" y="1381"/>
                  <a:pt x="733148" y="4144"/>
                </a:cubicBezTo>
                <a:cubicBezTo>
                  <a:pt x="736433" y="6907"/>
                  <a:pt x="738075" y="9903"/>
                  <a:pt x="738075" y="13132"/>
                </a:cubicBezTo>
                <a:cubicBezTo>
                  <a:pt x="738075" y="15644"/>
                  <a:pt x="737254" y="17762"/>
                  <a:pt x="735611" y="19485"/>
                </a:cubicBezTo>
                <a:cubicBezTo>
                  <a:pt x="733969" y="21206"/>
                  <a:pt x="731862" y="22066"/>
                  <a:pt x="729292" y="22066"/>
                </a:cubicBezTo>
                <a:cubicBezTo>
                  <a:pt x="727078" y="22066"/>
                  <a:pt x="725275" y="21420"/>
                  <a:pt x="723882" y="20128"/>
                </a:cubicBezTo>
                <a:cubicBezTo>
                  <a:pt x="722490" y="18833"/>
                  <a:pt x="721794" y="17288"/>
                  <a:pt x="721794" y="15492"/>
                </a:cubicBezTo>
                <a:cubicBezTo>
                  <a:pt x="721794" y="14342"/>
                  <a:pt x="722258" y="12924"/>
                  <a:pt x="723186" y="11237"/>
                </a:cubicBezTo>
                <a:cubicBezTo>
                  <a:pt x="724114" y="9548"/>
                  <a:pt x="724579" y="8415"/>
                  <a:pt x="724579" y="7840"/>
                </a:cubicBezTo>
                <a:cubicBezTo>
                  <a:pt x="724579" y="6833"/>
                  <a:pt x="724257" y="6079"/>
                  <a:pt x="723615" y="5577"/>
                </a:cubicBezTo>
                <a:cubicBezTo>
                  <a:pt x="722686" y="4858"/>
                  <a:pt x="721329" y="4499"/>
                  <a:pt x="719544" y="4499"/>
                </a:cubicBezTo>
                <a:cubicBezTo>
                  <a:pt x="715045" y="4499"/>
                  <a:pt x="711011" y="5926"/>
                  <a:pt x="707440" y="8780"/>
                </a:cubicBezTo>
                <a:cubicBezTo>
                  <a:pt x="702656" y="12563"/>
                  <a:pt x="698371" y="18485"/>
                  <a:pt x="694586" y="26548"/>
                </a:cubicBezTo>
                <a:cubicBezTo>
                  <a:pt x="692658" y="30759"/>
                  <a:pt x="689123" y="41190"/>
                  <a:pt x="683982" y="57842"/>
                </a:cubicBezTo>
                <a:lnTo>
                  <a:pt x="699728" y="578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acialimages,toavoidpotentialethicalandco">
            <a:extLst xmlns:a="http://schemas.openxmlformats.org/drawingml/2006/main">
              <a:ext uri="{FF2B5EF4-FFF2-40B4-BE49-F238E27FC236}">
                <a16:creationId xmlns:a16="http://schemas.microsoft.com/office/drawing/2014/main" id="{DF2F0A20-831E-4ACD-9CDC-2EC6A023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600" y="7165811"/>
            <a:ext cx="4043758" cy="199663"/>
          </a:xfrm>
          <a:custGeom xmlns:a="http://schemas.openxmlformats.org/drawingml/2006/main">
            <a:pathLst>
              <a:path w="4043758" h="199663">
                <a:moveTo>
                  <a:pt x="97796" y="55272"/>
                </a:moveTo>
                <a:lnTo>
                  <a:pt x="76909" y="128006"/>
                </a:lnTo>
                <a:lnTo>
                  <a:pt x="74552" y="137781"/>
                </a:lnTo>
                <a:cubicBezTo>
                  <a:pt x="74338" y="138698"/>
                  <a:pt x="74231" y="139473"/>
                  <a:pt x="74231" y="140107"/>
                </a:cubicBezTo>
                <a:cubicBezTo>
                  <a:pt x="74231" y="141250"/>
                  <a:pt x="74588" y="142249"/>
                  <a:pt x="75302" y="143106"/>
                </a:cubicBezTo>
                <a:cubicBezTo>
                  <a:pt x="75873" y="143749"/>
                  <a:pt x="76588" y="144070"/>
                  <a:pt x="77444" y="144070"/>
                </a:cubicBezTo>
                <a:cubicBezTo>
                  <a:pt x="78373" y="144070"/>
                  <a:pt x="79587" y="143499"/>
                  <a:pt x="81086" y="142356"/>
                </a:cubicBezTo>
                <a:cubicBezTo>
                  <a:pt x="83871" y="140285"/>
                  <a:pt x="87585" y="136001"/>
                  <a:pt x="92226" y="129503"/>
                </a:cubicBezTo>
                <a:lnTo>
                  <a:pt x="95868" y="132073"/>
                </a:lnTo>
                <a:cubicBezTo>
                  <a:pt x="90941" y="139500"/>
                  <a:pt x="85871" y="145159"/>
                  <a:pt x="80658" y="149051"/>
                </a:cubicBezTo>
                <a:cubicBezTo>
                  <a:pt x="75445" y="152943"/>
                  <a:pt x="70625" y="154889"/>
                  <a:pt x="66197" y="154889"/>
                </a:cubicBezTo>
                <a:cubicBezTo>
                  <a:pt x="63127" y="154889"/>
                  <a:pt x="60824" y="154121"/>
                  <a:pt x="59288" y="152586"/>
                </a:cubicBezTo>
                <a:cubicBezTo>
                  <a:pt x="57753" y="151051"/>
                  <a:pt x="56985" y="148819"/>
                  <a:pt x="56985" y="145891"/>
                </a:cubicBezTo>
                <a:cubicBezTo>
                  <a:pt x="56985" y="142392"/>
                  <a:pt x="57771" y="137786"/>
                  <a:pt x="59342" y="132073"/>
                </a:cubicBezTo>
                <a:lnTo>
                  <a:pt x="61591" y="123775"/>
                </a:lnTo>
                <a:cubicBezTo>
                  <a:pt x="52237" y="136091"/>
                  <a:pt x="43632" y="144698"/>
                  <a:pt x="35777" y="149597"/>
                </a:cubicBezTo>
                <a:cubicBezTo>
                  <a:pt x="30135" y="153125"/>
                  <a:pt x="24601" y="154889"/>
                  <a:pt x="19174" y="154889"/>
                </a:cubicBezTo>
                <a:cubicBezTo>
                  <a:pt x="13961" y="154889"/>
                  <a:pt x="9462" y="152726"/>
                  <a:pt x="5677" y="148402"/>
                </a:cubicBezTo>
                <a:cubicBezTo>
                  <a:pt x="1892" y="144077"/>
                  <a:pt x="0" y="138125"/>
                  <a:pt x="0" y="130547"/>
                </a:cubicBezTo>
                <a:cubicBezTo>
                  <a:pt x="0" y="119182"/>
                  <a:pt x="3410" y="107190"/>
                  <a:pt x="10230" y="94573"/>
                </a:cubicBezTo>
                <a:cubicBezTo>
                  <a:pt x="17049" y="81956"/>
                  <a:pt x="25708" y="71858"/>
                  <a:pt x="36205" y="64279"/>
                </a:cubicBezTo>
                <a:cubicBezTo>
                  <a:pt x="44417" y="58274"/>
                  <a:pt x="52165" y="55272"/>
                  <a:pt x="59449" y="55272"/>
                </a:cubicBezTo>
                <a:cubicBezTo>
                  <a:pt x="63805" y="55272"/>
                  <a:pt x="67429" y="56424"/>
                  <a:pt x="70321" y="58729"/>
                </a:cubicBezTo>
                <a:cubicBezTo>
                  <a:pt x="73213" y="61035"/>
                  <a:pt x="75409" y="64852"/>
                  <a:pt x="76909" y="70181"/>
                </a:cubicBezTo>
                <a:lnTo>
                  <a:pt x="80765" y="57842"/>
                </a:lnTo>
                <a:lnTo>
                  <a:pt x="97796" y="55272"/>
                </a:lnTo>
                <a:moveTo>
                  <a:pt x="59663" y="60627"/>
                </a:moveTo>
                <a:cubicBezTo>
                  <a:pt x="55093" y="60627"/>
                  <a:pt x="50237" y="62779"/>
                  <a:pt x="45096" y="67081"/>
                </a:cubicBezTo>
                <a:cubicBezTo>
                  <a:pt x="37812" y="73173"/>
                  <a:pt x="31331" y="82205"/>
                  <a:pt x="25654" y="94178"/>
                </a:cubicBezTo>
                <a:cubicBezTo>
                  <a:pt x="19977" y="106150"/>
                  <a:pt x="17138" y="116976"/>
                  <a:pt x="17138" y="126654"/>
                </a:cubicBezTo>
                <a:cubicBezTo>
                  <a:pt x="17138" y="131530"/>
                  <a:pt x="18352" y="135384"/>
                  <a:pt x="20780" y="138216"/>
                </a:cubicBezTo>
                <a:cubicBezTo>
                  <a:pt x="23208" y="141048"/>
                  <a:pt x="25993" y="142463"/>
                  <a:pt x="29135" y="142463"/>
                </a:cubicBezTo>
                <a:cubicBezTo>
                  <a:pt x="36919" y="142463"/>
                  <a:pt x="45381" y="136693"/>
                  <a:pt x="54522" y="125151"/>
                </a:cubicBezTo>
                <a:cubicBezTo>
                  <a:pt x="66733" y="109809"/>
                  <a:pt x="72838" y="94072"/>
                  <a:pt x="72838" y="77940"/>
                </a:cubicBezTo>
                <a:cubicBezTo>
                  <a:pt x="72838" y="71848"/>
                  <a:pt x="71660" y="67439"/>
                  <a:pt x="69304" y="64714"/>
                </a:cubicBezTo>
                <a:cubicBezTo>
                  <a:pt x="66947" y="61990"/>
                  <a:pt x="63734" y="60627"/>
                  <a:pt x="59663" y="60627"/>
                </a:cubicBezTo>
                <a:close/>
                <a:moveTo>
                  <a:pt x="190151" y="128967"/>
                </a:moveTo>
                <a:cubicBezTo>
                  <a:pt x="182724" y="137893"/>
                  <a:pt x="175226" y="144445"/>
                  <a:pt x="167657" y="148623"/>
                </a:cubicBezTo>
                <a:cubicBezTo>
                  <a:pt x="160087" y="152800"/>
                  <a:pt x="152089" y="154889"/>
                  <a:pt x="143663" y="154889"/>
                </a:cubicBezTo>
                <a:cubicBezTo>
                  <a:pt x="133523" y="154889"/>
                  <a:pt x="125614" y="152029"/>
                  <a:pt x="119937" y="146310"/>
                </a:cubicBezTo>
                <a:cubicBezTo>
                  <a:pt x="114260" y="140590"/>
                  <a:pt x="111421" y="132906"/>
                  <a:pt x="111421" y="123256"/>
                </a:cubicBezTo>
                <a:cubicBezTo>
                  <a:pt x="111421" y="112319"/>
                  <a:pt x="114474" y="101561"/>
                  <a:pt x="120580" y="90981"/>
                </a:cubicBezTo>
                <a:cubicBezTo>
                  <a:pt x="126685" y="80399"/>
                  <a:pt x="134897" y="71802"/>
                  <a:pt x="145216" y="65190"/>
                </a:cubicBezTo>
                <a:cubicBezTo>
                  <a:pt x="155535" y="58578"/>
                  <a:pt x="165657" y="55272"/>
                  <a:pt x="175583" y="55272"/>
                </a:cubicBezTo>
                <a:cubicBezTo>
                  <a:pt x="183367" y="55272"/>
                  <a:pt x="189187" y="56891"/>
                  <a:pt x="193043" y="60129"/>
                </a:cubicBezTo>
                <a:cubicBezTo>
                  <a:pt x="196899" y="63367"/>
                  <a:pt x="198827" y="67334"/>
                  <a:pt x="198827" y="72032"/>
                </a:cubicBezTo>
                <a:cubicBezTo>
                  <a:pt x="198827" y="76444"/>
                  <a:pt x="197471" y="80216"/>
                  <a:pt x="194757" y="83349"/>
                </a:cubicBezTo>
                <a:cubicBezTo>
                  <a:pt x="192758" y="85768"/>
                  <a:pt x="190294" y="86978"/>
                  <a:pt x="187366" y="86978"/>
                </a:cubicBezTo>
                <a:cubicBezTo>
                  <a:pt x="185152" y="86978"/>
                  <a:pt x="183314" y="86269"/>
                  <a:pt x="181850" y="84852"/>
                </a:cubicBezTo>
                <a:cubicBezTo>
                  <a:pt x="180386" y="83435"/>
                  <a:pt x="179654" y="81664"/>
                  <a:pt x="179654" y="79540"/>
                </a:cubicBezTo>
                <a:cubicBezTo>
                  <a:pt x="179654" y="78194"/>
                  <a:pt x="179922" y="76955"/>
                  <a:pt x="180457" y="75821"/>
                </a:cubicBezTo>
                <a:cubicBezTo>
                  <a:pt x="180993" y="74687"/>
                  <a:pt x="182100" y="73324"/>
                  <a:pt x="183778" y="71730"/>
                </a:cubicBezTo>
                <a:cubicBezTo>
                  <a:pt x="185456" y="70135"/>
                  <a:pt x="186474" y="68983"/>
                  <a:pt x="186831" y="68276"/>
                </a:cubicBezTo>
                <a:cubicBezTo>
                  <a:pt x="187188" y="67566"/>
                  <a:pt x="187366" y="66822"/>
                  <a:pt x="187366" y="66043"/>
                </a:cubicBezTo>
                <a:cubicBezTo>
                  <a:pt x="187366" y="64555"/>
                  <a:pt x="186688" y="63315"/>
                  <a:pt x="185331" y="62324"/>
                </a:cubicBezTo>
                <a:cubicBezTo>
                  <a:pt x="183260" y="60907"/>
                  <a:pt x="180332" y="60199"/>
                  <a:pt x="176547" y="60199"/>
                </a:cubicBezTo>
                <a:cubicBezTo>
                  <a:pt x="169549" y="60199"/>
                  <a:pt x="162622" y="62663"/>
                  <a:pt x="155767" y="67590"/>
                </a:cubicBezTo>
                <a:cubicBezTo>
                  <a:pt x="148912" y="72517"/>
                  <a:pt x="143056" y="79515"/>
                  <a:pt x="138200" y="88584"/>
                </a:cubicBezTo>
                <a:cubicBezTo>
                  <a:pt x="132345" y="99582"/>
                  <a:pt x="129417" y="110579"/>
                  <a:pt x="129417" y="121576"/>
                </a:cubicBezTo>
                <a:cubicBezTo>
                  <a:pt x="129417" y="128860"/>
                  <a:pt x="131488" y="134626"/>
                  <a:pt x="135629" y="138875"/>
                </a:cubicBezTo>
                <a:cubicBezTo>
                  <a:pt x="139771" y="143124"/>
                  <a:pt x="145413" y="145248"/>
                  <a:pt x="152554" y="145248"/>
                </a:cubicBezTo>
                <a:cubicBezTo>
                  <a:pt x="158052" y="145248"/>
                  <a:pt x="163497" y="143874"/>
                  <a:pt x="168889" y="141125"/>
                </a:cubicBezTo>
                <a:cubicBezTo>
                  <a:pt x="174280" y="138375"/>
                  <a:pt x="180332" y="133394"/>
                  <a:pt x="187045" y="126182"/>
                </a:cubicBezTo>
                <a:lnTo>
                  <a:pt x="190151" y="128967"/>
                </a:lnTo>
                <a:close/>
                <a:moveTo>
                  <a:pt x="251993" y="12640"/>
                </a:moveTo>
                <a:cubicBezTo>
                  <a:pt x="254993" y="12640"/>
                  <a:pt x="257528" y="13675"/>
                  <a:pt x="259599" y="15746"/>
                </a:cubicBezTo>
                <a:cubicBezTo>
                  <a:pt x="261669" y="17817"/>
                  <a:pt x="262705" y="20352"/>
                  <a:pt x="262705" y="23351"/>
                </a:cubicBezTo>
                <a:cubicBezTo>
                  <a:pt x="262705" y="26279"/>
                  <a:pt x="261652" y="28796"/>
                  <a:pt x="259545" y="30903"/>
                </a:cubicBezTo>
                <a:cubicBezTo>
                  <a:pt x="257438" y="33009"/>
                  <a:pt x="254921" y="34063"/>
                  <a:pt x="251993" y="34063"/>
                </a:cubicBezTo>
                <a:cubicBezTo>
                  <a:pt x="249065" y="34063"/>
                  <a:pt x="246548" y="33009"/>
                  <a:pt x="244442" y="30903"/>
                </a:cubicBezTo>
                <a:cubicBezTo>
                  <a:pt x="242335" y="28796"/>
                  <a:pt x="241282" y="26279"/>
                  <a:pt x="241282" y="23351"/>
                </a:cubicBezTo>
                <a:cubicBezTo>
                  <a:pt x="241282" y="20352"/>
                  <a:pt x="242317" y="17817"/>
                  <a:pt x="244388" y="15746"/>
                </a:cubicBezTo>
                <a:cubicBezTo>
                  <a:pt x="246459" y="13675"/>
                  <a:pt x="248994" y="12640"/>
                  <a:pt x="251993" y="12640"/>
                </a:cubicBezTo>
                <a:moveTo>
                  <a:pt x="253386" y="55272"/>
                </a:moveTo>
                <a:lnTo>
                  <a:pt x="232177" y="130396"/>
                </a:lnTo>
                <a:cubicBezTo>
                  <a:pt x="230749" y="135469"/>
                  <a:pt x="230035" y="138505"/>
                  <a:pt x="230035" y="139504"/>
                </a:cubicBezTo>
                <a:cubicBezTo>
                  <a:pt x="230035" y="140651"/>
                  <a:pt x="230374" y="141584"/>
                  <a:pt x="231052" y="142303"/>
                </a:cubicBezTo>
                <a:cubicBezTo>
                  <a:pt x="231731" y="143019"/>
                  <a:pt x="232534" y="143377"/>
                  <a:pt x="233462" y="143377"/>
                </a:cubicBezTo>
                <a:cubicBezTo>
                  <a:pt x="234534" y="143377"/>
                  <a:pt x="235819" y="142804"/>
                  <a:pt x="237319" y="141657"/>
                </a:cubicBezTo>
                <a:cubicBezTo>
                  <a:pt x="241389" y="138437"/>
                  <a:pt x="245495" y="133863"/>
                  <a:pt x="249637" y="127936"/>
                </a:cubicBezTo>
                <a:lnTo>
                  <a:pt x="253386" y="130400"/>
                </a:lnTo>
                <a:cubicBezTo>
                  <a:pt x="248530" y="137833"/>
                  <a:pt x="242817" y="144096"/>
                  <a:pt x="236247" y="149188"/>
                </a:cubicBezTo>
                <a:cubicBezTo>
                  <a:pt x="231391" y="152989"/>
                  <a:pt x="226750" y="154889"/>
                  <a:pt x="222322" y="154889"/>
                </a:cubicBezTo>
                <a:cubicBezTo>
                  <a:pt x="219395" y="154889"/>
                  <a:pt x="217002" y="154014"/>
                  <a:pt x="215146" y="152265"/>
                </a:cubicBezTo>
                <a:cubicBezTo>
                  <a:pt x="213289" y="150515"/>
                  <a:pt x="212361" y="148319"/>
                  <a:pt x="212361" y="145677"/>
                </a:cubicBezTo>
                <a:cubicBezTo>
                  <a:pt x="212361" y="143030"/>
                  <a:pt x="213253" y="138631"/>
                  <a:pt x="215039" y="132478"/>
                </a:cubicBezTo>
                <a:lnTo>
                  <a:pt x="228964" y="84407"/>
                </a:lnTo>
                <a:cubicBezTo>
                  <a:pt x="231249" y="76596"/>
                  <a:pt x="232391" y="71697"/>
                  <a:pt x="232391" y="69709"/>
                </a:cubicBezTo>
                <a:cubicBezTo>
                  <a:pt x="232391" y="68147"/>
                  <a:pt x="231838" y="66868"/>
                  <a:pt x="230731" y="65873"/>
                </a:cubicBezTo>
                <a:cubicBezTo>
                  <a:pt x="229624" y="64875"/>
                  <a:pt x="228107" y="64376"/>
                  <a:pt x="226179" y="64376"/>
                </a:cubicBezTo>
                <a:cubicBezTo>
                  <a:pt x="224607" y="64376"/>
                  <a:pt x="221358" y="64769"/>
                  <a:pt x="216431" y="65555"/>
                </a:cubicBezTo>
                <a:lnTo>
                  <a:pt x="216431" y="61270"/>
                </a:lnTo>
                <a:lnTo>
                  <a:pt x="253386" y="55272"/>
                </a:lnTo>
                <a:close/>
                <a:moveTo>
                  <a:pt x="367735" y="55272"/>
                </a:moveTo>
                <a:lnTo>
                  <a:pt x="346847" y="128006"/>
                </a:lnTo>
                <a:lnTo>
                  <a:pt x="344491" y="137781"/>
                </a:lnTo>
                <a:cubicBezTo>
                  <a:pt x="344276" y="138698"/>
                  <a:pt x="344169" y="139473"/>
                  <a:pt x="344169" y="140107"/>
                </a:cubicBezTo>
                <a:cubicBezTo>
                  <a:pt x="344169" y="141250"/>
                  <a:pt x="344526" y="142249"/>
                  <a:pt x="345240" y="143106"/>
                </a:cubicBezTo>
                <a:cubicBezTo>
                  <a:pt x="345812" y="143749"/>
                  <a:pt x="346526" y="144070"/>
                  <a:pt x="347383" y="144070"/>
                </a:cubicBezTo>
                <a:cubicBezTo>
                  <a:pt x="348311" y="144070"/>
                  <a:pt x="349525" y="143499"/>
                  <a:pt x="351025" y="142356"/>
                </a:cubicBezTo>
                <a:cubicBezTo>
                  <a:pt x="353810" y="140285"/>
                  <a:pt x="357523" y="136001"/>
                  <a:pt x="362165" y="129503"/>
                </a:cubicBezTo>
                <a:lnTo>
                  <a:pt x="365807" y="132073"/>
                </a:lnTo>
                <a:cubicBezTo>
                  <a:pt x="360879" y="139500"/>
                  <a:pt x="355809" y="145159"/>
                  <a:pt x="350596" y="149051"/>
                </a:cubicBezTo>
                <a:cubicBezTo>
                  <a:pt x="345383" y="152943"/>
                  <a:pt x="340563" y="154889"/>
                  <a:pt x="336136" y="154889"/>
                </a:cubicBezTo>
                <a:cubicBezTo>
                  <a:pt x="333065" y="154889"/>
                  <a:pt x="330762" y="154121"/>
                  <a:pt x="329227" y="152586"/>
                </a:cubicBezTo>
                <a:cubicBezTo>
                  <a:pt x="327691" y="151051"/>
                  <a:pt x="326924" y="148819"/>
                  <a:pt x="326924" y="145891"/>
                </a:cubicBezTo>
                <a:cubicBezTo>
                  <a:pt x="326924" y="142392"/>
                  <a:pt x="327709" y="137786"/>
                  <a:pt x="329280" y="132073"/>
                </a:cubicBezTo>
                <a:lnTo>
                  <a:pt x="331530" y="123775"/>
                </a:lnTo>
                <a:cubicBezTo>
                  <a:pt x="322175" y="136091"/>
                  <a:pt x="313570" y="144698"/>
                  <a:pt x="305715" y="149597"/>
                </a:cubicBezTo>
                <a:cubicBezTo>
                  <a:pt x="300073" y="153125"/>
                  <a:pt x="294539" y="154889"/>
                  <a:pt x="289112" y="154889"/>
                </a:cubicBezTo>
                <a:cubicBezTo>
                  <a:pt x="283899" y="154889"/>
                  <a:pt x="279400" y="152726"/>
                  <a:pt x="275615" y="148402"/>
                </a:cubicBezTo>
                <a:cubicBezTo>
                  <a:pt x="271831" y="144077"/>
                  <a:pt x="269938" y="138125"/>
                  <a:pt x="269938" y="130547"/>
                </a:cubicBezTo>
                <a:cubicBezTo>
                  <a:pt x="269938" y="119182"/>
                  <a:pt x="273348" y="107190"/>
                  <a:pt x="280168" y="94573"/>
                </a:cubicBezTo>
                <a:cubicBezTo>
                  <a:pt x="286988" y="81956"/>
                  <a:pt x="295646" y="71858"/>
                  <a:pt x="306143" y="64279"/>
                </a:cubicBezTo>
                <a:cubicBezTo>
                  <a:pt x="314355" y="58274"/>
                  <a:pt x="322104" y="55272"/>
                  <a:pt x="329387" y="55272"/>
                </a:cubicBezTo>
                <a:cubicBezTo>
                  <a:pt x="333743" y="55272"/>
                  <a:pt x="337367" y="56424"/>
                  <a:pt x="340260" y="58729"/>
                </a:cubicBezTo>
                <a:cubicBezTo>
                  <a:pt x="343152" y="61035"/>
                  <a:pt x="345348" y="64852"/>
                  <a:pt x="346847" y="70181"/>
                </a:cubicBezTo>
                <a:lnTo>
                  <a:pt x="350703" y="57842"/>
                </a:lnTo>
                <a:lnTo>
                  <a:pt x="367735" y="55272"/>
                </a:lnTo>
                <a:moveTo>
                  <a:pt x="329602" y="60627"/>
                </a:moveTo>
                <a:cubicBezTo>
                  <a:pt x="325031" y="60627"/>
                  <a:pt x="320175" y="62779"/>
                  <a:pt x="315034" y="67081"/>
                </a:cubicBezTo>
                <a:cubicBezTo>
                  <a:pt x="307750" y="73173"/>
                  <a:pt x="301270" y="82205"/>
                  <a:pt x="295592" y="94178"/>
                </a:cubicBezTo>
                <a:cubicBezTo>
                  <a:pt x="289915" y="106150"/>
                  <a:pt x="287077" y="116976"/>
                  <a:pt x="287077" y="126654"/>
                </a:cubicBezTo>
                <a:cubicBezTo>
                  <a:pt x="287077" y="131530"/>
                  <a:pt x="288291" y="135384"/>
                  <a:pt x="290719" y="138216"/>
                </a:cubicBezTo>
                <a:cubicBezTo>
                  <a:pt x="293147" y="141048"/>
                  <a:pt x="295932" y="142463"/>
                  <a:pt x="299074" y="142463"/>
                </a:cubicBezTo>
                <a:cubicBezTo>
                  <a:pt x="306857" y="142463"/>
                  <a:pt x="315320" y="136693"/>
                  <a:pt x="324460" y="125151"/>
                </a:cubicBezTo>
                <a:cubicBezTo>
                  <a:pt x="336671" y="109809"/>
                  <a:pt x="342777" y="94072"/>
                  <a:pt x="342777" y="77940"/>
                </a:cubicBezTo>
                <a:cubicBezTo>
                  <a:pt x="342777" y="71848"/>
                  <a:pt x="341599" y="67439"/>
                  <a:pt x="339242" y="64714"/>
                </a:cubicBezTo>
                <a:cubicBezTo>
                  <a:pt x="336885" y="61990"/>
                  <a:pt x="333672" y="60627"/>
                  <a:pt x="329602" y="60627"/>
                </a:cubicBezTo>
                <a:close/>
                <a:moveTo>
                  <a:pt x="440594" y="0"/>
                </a:moveTo>
                <a:lnTo>
                  <a:pt x="403961" y="127501"/>
                </a:lnTo>
                <a:cubicBezTo>
                  <a:pt x="402176" y="133859"/>
                  <a:pt x="401283" y="137752"/>
                  <a:pt x="401283" y="139180"/>
                </a:cubicBezTo>
                <a:cubicBezTo>
                  <a:pt x="401283" y="140251"/>
                  <a:pt x="401622" y="141144"/>
                  <a:pt x="402301" y="141858"/>
                </a:cubicBezTo>
                <a:cubicBezTo>
                  <a:pt x="402979" y="142572"/>
                  <a:pt x="403818" y="142929"/>
                  <a:pt x="404818" y="142929"/>
                </a:cubicBezTo>
                <a:cubicBezTo>
                  <a:pt x="406175" y="142929"/>
                  <a:pt x="407639" y="142322"/>
                  <a:pt x="409210" y="141108"/>
                </a:cubicBezTo>
                <a:cubicBezTo>
                  <a:pt x="412923" y="138176"/>
                  <a:pt x="416815" y="133629"/>
                  <a:pt x="420885" y="127467"/>
                </a:cubicBezTo>
                <a:lnTo>
                  <a:pt x="424099" y="130788"/>
                </a:lnTo>
                <a:cubicBezTo>
                  <a:pt x="417315" y="140357"/>
                  <a:pt x="411066" y="147034"/>
                  <a:pt x="405353" y="150818"/>
                </a:cubicBezTo>
                <a:cubicBezTo>
                  <a:pt x="401140" y="153532"/>
                  <a:pt x="397141" y="154889"/>
                  <a:pt x="393357" y="154889"/>
                </a:cubicBezTo>
                <a:cubicBezTo>
                  <a:pt x="390643" y="154889"/>
                  <a:pt x="388376" y="153961"/>
                  <a:pt x="386555" y="152104"/>
                </a:cubicBezTo>
                <a:cubicBezTo>
                  <a:pt x="384734" y="150247"/>
                  <a:pt x="383823" y="148105"/>
                  <a:pt x="383823" y="145677"/>
                </a:cubicBezTo>
                <a:cubicBezTo>
                  <a:pt x="383823" y="143102"/>
                  <a:pt x="384966" y="137807"/>
                  <a:pt x="387251" y="129794"/>
                </a:cubicBezTo>
                <a:lnTo>
                  <a:pt x="416279" y="29135"/>
                </a:lnTo>
                <a:cubicBezTo>
                  <a:pt x="418636" y="20923"/>
                  <a:pt x="419814" y="16210"/>
                  <a:pt x="419814" y="14996"/>
                </a:cubicBezTo>
                <a:cubicBezTo>
                  <a:pt x="419814" y="13282"/>
                  <a:pt x="419136" y="11872"/>
                  <a:pt x="417779" y="10765"/>
                </a:cubicBezTo>
                <a:cubicBezTo>
                  <a:pt x="416422" y="9658"/>
                  <a:pt x="414315" y="9105"/>
                  <a:pt x="411459" y="9105"/>
                </a:cubicBezTo>
                <a:cubicBezTo>
                  <a:pt x="409817" y="9105"/>
                  <a:pt x="407317" y="9355"/>
                  <a:pt x="403961" y="9855"/>
                </a:cubicBezTo>
                <a:lnTo>
                  <a:pt x="403961" y="5998"/>
                </a:lnTo>
                <a:lnTo>
                  <a:pt x="440594" y="0"/>
                </a:lnTo>
                <a:close/>
                <a:moveTo>
                  <a:pt x="533163" y="12640"/>
                </a:moveTo>
                <a:cubicBezTo>
                  <a:pt x="536163" y="12640"/>
                  <a:pt x="538698" y="13675"/>
                  <a:pt x="540769" y="15746"/>
                </a:cubicBezTo>
                <a:cubicBezTo>
                  <a:pt x="542839" y="17817"/>
                  <a:pt x="543875" y="20352"/>
                  <a:pt x="543875" y="23351"/>
                </a:cubicBezTo>
                <a:cubicBezTo>
                  <a:pt x="543875" y="26279"/>
                  <a:pt x="542822" y="28796"/>
                  <a:pt x="540715" y="30903"/>
                </a:cubicBezTo>
                <a:cubicBezTo>
                  <a:pt x="538608" y="33009"/>
                  <a:pt x="536091" y="34063"/>
                  <a:pt x="533163" y="34063"/>
                </a:cubicBezTo>
                <a:cubicBezTo>
                  <a:pt x="530235" y="34063"/>
                  <a:pt x="527718" y="33009"/>
                  <a:pt x="525612" y="30903"/>
                </a:cubicBezTo>
                <a:cubicBezTo>
                  <a:pt x="523505" y="28796"/>
                  <a:pt x="522452" y="26279"/>
                  <a:pt x="522452" y="23351"/>
                </a:cubicBezTo>
                <a:cubicBezTo>
                  <a:pt x="522452" y="20352"/>
                  <a:pt x="523487" y="17817"/>
                  <a:pt x="525558" y="15746"/>
                </a:cubicBezTo>
                <a:cubicBezTo>
                  <a:pt x="527629" y="13675"/>
                  <a:pt x="530164" y="12640"/>
                  <a:pt x="533163" y="12640"/>
                </a:cubicBezTo>
                <a:moveTo>
                  <a:pt x="534556" y="55272"/>
                </a:moveTo>
                <a:lnTo>
                  <a:pt x="513347" y="130396"/>
                </a:lnTo>
                <a:cubicBezTo>
                  <a:pt x="511919" y="135469"/>
                  <a:pt x="511205" y="138505"/>
                  <a:pt x="511205" y="139504"/>
                </a:cubicBezTo>
                <a:cubicBezTo>
                  <a:pt x="511205" y="140651"/>
                  <a:pt x="511544" y="141584"/>
                  <a:pt x="512222" y="142303"/>
                </a:cubicBezTo>
                <a:cubicBezTo>
                  <a:pt x="512901" y="143019"/>
                  <a:pt x="513704" y="143377"/>
                  <a:pt x="514632" y="143377"/>
                </a:cubicBezTo>
                <a:cubicBezTo>
                  <a:pt x="515704" y="143377"/>
                  <a:pt x="516989" y="142804"/>
                  <a:pt x="518489" y="141657"/>
                </a:cubicBezTo>
                <a:cubicBezTo>
                  <a:pt x="522559" y="138437"/>
                  <a:pt x="526665" y="133863"/>
                  <a:pt x="530807" y="127936"/>
                </a:cubicBezTo>
                <a:lnTo>
                  <a:pt x="534556" y="130400"/>
                </a:lnTo>
                <a:cubicBezTo>
                  <a:pt x="529700" y="137833"/>
                  <a:pt x="523987" y="144096"/>
                  <a:pt x="517417" y="149188"/>
                </a:cubicBezTo>
                <a:cubicBezTo>
                  <a:pt x="512561" y="152989"/>
                  <a:pt x="507920" y="154889"/>
                  <a:pt x="503492" y="154889"/>
                </a:cubicBezTo>
                <a:cubicBezTo>
                  <a:pt x="500565" y="154889"/>
                  <a:pt x="498172" y="154014"/>
                  <a:pt x="496316" y="152265"/>
                </a:cubicBezTo>
                <a:cubicBezTo>
                  <a:pt x="494459" y="150515"/>
                  <a:pt x="493531" y="148319"/>
                  <a:pt x="493531" y="145677"/>
                </a:cubicBezTo>
                <a:cubicBezTo>
                  <a:pt x="493531" y="143030"/>
                  <a:pt x="494423" y="138631"/>
                  <a:pt x="496209" y="132478"/>
                </a:cubicBezTo>
                <a:lnTo>
                  <a:pt x="510134" y="84407"/>
                </a:lnTo>
                <a:cubicBezTo>
                  <a:pt x="512419" y="76596"/>
                  <a:pt x="513561" y="71697"/>
                  <a:pt x="513561" y="69709"/>
                </a:cubicBezTo>
                <a:cubicBezTo>
                  <a:pt x="513561" y="68147"/>
                  <a:pt x="513008" y="66868"/>
                  <a:pt x="511901" y="65873"/>
                </a:cubicBezTo>
                <a:cubicBezTo>
                  <a:pt x="510794" y="64875"/>
                  <a:pt x="509277" y="64376"/>
                  <a:pt x="507349" y="64376"/>
                </a:cubicBezTo>
                <a:cubicBezTo>
                  <a:pt x="505777" y="64376"/>
                  <a:pt x="502528" y="64769"/>
                  <a:pt x="497601" y="65555"/>
                </a:cubicBezTo>
                <a:lnTo>
                  <a:pt x="497601" y="61270"/>
                </a:lnTo>
                <a:lnTo>
                  <a:pt x="534556" y="55272"/>
                </a:lnTo>
                <a:close/>
                <a:moveTo>
                  <a:pt x="593527" y="55272"/>
                </a:moveTo>
                <a:lnTo>
                  <a:pt x="579602" y="103627"/>
                </a:lnTo>
                <a:cubicBezTo>
                  <a:pt x="585814" y="92262"/>
                  <a:pt x="591099" y="83721"/>
                  <a:pt x="595455" y="78003"/>
                </a:cubicBezTo>
                <a:cubicBezTo>
                  <a:pt x="602239" y="69140"/>
                  <a:pt x="608844" y="62706"/>
                  <a:pt x="615271" y="58703"/>
                </a:cubicBezTo>
                <a:cubicBezTo>
                  <a:pt x="619056" y="56415"/>
                  <a:pt x="623019" y="55272"/>
                  <a:pt x="627161" y="55272"/>
                </a:cubicBezTo>
                <a:cubicBezTo>
                  <a:pt x="630731" y="55272"/>
                  <a:pt x="633695" y="56426"/>
                  <a:pt x="636051" y="58736"/>
                </a:cubicBezTo>
                <a:cubicBezTo>
                  <a:pt x="638408" y="61044"/>
                  <a:pt x="639586" y="64001"/>
                  <a:pt x="639586" y="67610"/>
                </a:cubicBezTo>
                <a:cubicBezTo>
                  <a:pt x="639586" y="71102"/>
                  <a:pt x="638765" y="75665"/>
                  <a:pt x="637123" y="81297"/>
                </a:cubicBezTo>
                <a:lnTo>
                  <a:pt x="629517" y="108461"/>
                </a:lnTo>
                <a:cubicBezTo>
                  <a:pt x="641157" y="86656"/>
                  <a:pt x="652190" y="71357"/>
                  <a:pt x="662616" y="62562"/>
                </a:cubicBezTo>
                <a:cubicBezTo>
                  <a:pt x="668400" y="57702"/>
                  <a:pt x="674113" y="55272"/>
                  <a:pt x="679754" y="55272"/>
                </a:cubicBezTo>
                <a:cubicBezTo>
                  <a:pt x="683039" y="55272"/>
                  <a:pt x="685735" y="56403"/>
                  <a:pt x="687842" y="58666"/>
                </a:cubicBezTo>
                <a:cubicBezTo>
                  <a:pt x="689948" y="60926"/>
                  <a:pt x="691002" y="64427"/>
                  <a:pt x="691002" y="69166"/>
                </a:cubicBezTo>
                <a:cubicBezTo>
                  <a:pt x="691002" y="73310"/>
                  <a:pt x="690359" y="77704"/>
                  <a:pt x="689074" y="82348"/>
                </a:cubicBezTo>
                <a:lnTo>
                  <a:pt x="677291" y="124040"/>
                </a:lnTo>
                <a:cubicBezTo>
                  <a:pt x="674720" y="133113"/>
                  <a:pt x="673435" y="138150"/>
                  <a:pt x="673435" y="139150"/>
                </a:cubicBezTo>
                <a:cubicBezTo>
                  <a:pt x="673435" y="140149"/>
                  <a:pt x="673756" y="141006"/>
                  <a:pt x="674399" y="141720"/>
                </a:cubicBezTo>
                <a:cubicBezTo>
                  <a:pt x="674827" y="142220"/>
                  <a:pt x="675398" y="142470"/>
                  <a:pt x="676113" y="142470"/>
                </a:cubicBezTo>
                <a:cubicBezTo>
                  <a:pt x="676827" y="142470"/>
                  <a:pt x="678076" y="141792"/>
                  <a:pt x="679862" y="140435"/>
                </a:cubicBezTo>
                <a:cubicBezTo>
                  <a:pt x="683932" y="137293"/>
                  <a:pt x="687752" y="133151"/>
                  <a:pt x="691323" y="128010"/>
                </a:cubicBezTo>
                <a:lnTo>
                  <a:pt x="694858" y="130259"/>
                </a:lnTo>
                <a:cubicBezTo>
                  <a:pt x="693072" y="133115"/>
                  <a:pt x="689913" y="137043"/>
                  <a:pt x="685378" y="142042"/>
                </a:cubicBezTo>
                <a:cubicBezTo>
                  <a:pt x="680843" y="147038"/>
                  <a:pt x="676969" y="150429"/>
                  <a:pt x="673756" y="152214"/>
                </a:cubicBezTo>
                <a:cubicBezTo>
                  <a:pt x="670543" y="153997"/>
                  <a:pt x="667579" y="154889"/>
                  <a:pt x="664865" y="154889"/>
                </a:cubicBezTo>
                <a:cubicBezTo>
                  <a:pt x="662366" y="154889"/>
                  <a:pt x="660277" y="154032"/>
                  <a:pt x="658599" y="152318"/>
                </a:cubicBezTo>
                <a:cubicBezTo>
                  <a:pt x="656921" y="150604"/>
                  <a:pt x="656082" y="148498"/>
                  <a:pt x="656082" y="145998"/>
                </a:cubicBezTo>
                <a:cubicBezTo>
                  <a:pt x="656082" y="142571"/>
                  <a:pt x="657546" y="135680"/>
                  <a:pt x="660474" y="125325"/>
                </a:cubicBezTo>
                <a:lnTo>
                  <a:pt x="670221" y="90941"/>
                </a:lnTo>
                <a:cubicBezTo>
                  <a:pt x="672435" y="83014"/>
                  <a:pt x="673613" y="78623"/>
                  <a:pt x="673756" y="77766"/>
                </a:cubicBezTo>
                <a:cubicBezTo>
                  <a:pt x="673970" y="76409"/>
                  <a:pt x="674077" y="75088"/>
                  <a:pt x="674077" y="73803"/>
                </a:cubicBezTo>
                <a:cubicBezTo>
                  <a:pt x="674077" y="72017"/>
                  <a:pt x="673685" y="70625"/>
                  <a:pt x="672899" y="69625"/>
                </a:cubicBezTo>
                <a:cubicBezTo>
                  <a:pt x="672042" y="68625"/>
                  <a:pt x="671078" y="68125"/>
                  <a:pt x="670007" y="68125"/>
                </a:cubicBezTo>
                <a:cubicBezTo>
                  <a:pt x="667008" y="68125"/>
                  <a:pt x="663830" y="69661"/>
                  <a:pt x="660474" y="72731"/>
                </a:cubicBezTo>
                <a:cubicBezTo>
                  <a:pt x="650619" y="81800"/>
                  <a:pt x="641407" y="94511"/>
                  <a:pt x="632838" y="110864"/>
                </a:cubicBezTo>
                <a:cubicBezTo>
                  <a:pt x="627197" y="121647"/>
                  <a:pt x="621912" y="135465"/>
                  <a:pt x="616985" y="152318"/>
                </a:cubicBezTo>
                <a:lnTo>
                  <a:pt x="600810" y="152318"/>
                </a:lnTo>
                <a:lnTo>
                  <a:pt x="619127" y="87430"/>
                </a:lnTo>
                <a:cubicBezTo>
                  <a:pt x="621127" y="80422"/>
                  <a:pt x="622126" y="75740"/>
                  <a:pt x="622126" y="73381"/>
                </a:cubicBezTo>
                <a:cubicBezTo>
                  <a:pt x="622126" y="71450"/>
                  <a:pt x="621734" y="70021"/>
                  <a:pt x="620948" y="69093"/>
                </a:cubicBezTo>
                <a:cubicBezTo>
                  <a:pt x="620163" y="68162"/>
                  <a:pt x="619199" y="67697"/>
                  <a:pt x="618056" y="67697"/>
                </a:cubicBezTo>
                <a:cubicBezTo>
                  <a:pt x="615699" y="67697"/>
                  <a:pt x="613200" y="68555"/>
                  <a:pt x="610558" y="70271"/>
                </a:cubicBezTo>
                <a:cubicBezTo>
                  <a:pt x="606273" y="73061"/>
                  <a:pt x="600757" y="79031"/>
                  <a:pt x="594009" y="88183"/>
                </a:cubicBezTo>
                <a:cubicBezTo>
                  <a:pt x="587260" y="97334"/>
                  <a:pt x="582030" y="106093"/>
                  <a:pt x="578316" y="114460"/>
                </a:cubicBezTo>
                <a:cubicBezTo>
                  <a:pt x="576531" y="118392"/>
                  <a:pt x="572282" y="131011"/>
                  <a:pt x="565569" y="152318"/>
                </a:cubicBezTo>
                <a:lnTo>
                  <a:pt x="549716" y="152318"/>
                </a:lnTo>
                <a:lnTo>
                  <a:pt x="569533" y="82907"/>
                </a:lnTo>
                <a:lnTo>
                  <a:pt x="572103" y="73910"/>
                </a:lnTo>
                <a:cubicBezTo>
                  <a:pt x="572603" y="72535"/>
                  <a:pt x="572853" y="71522"/>
                  <a:pt x="572853" y="70870"/>
                </a:cubicBezTo>
                <a:cubicBezTo>
                  <a:pt x="572853" y="69277"/>
                  <a:pt x="572139" y="67850"/>
                  <a:pt x="570711" y="66589"/>
                </a:cubicBezTo>
                <a:cubicBezTo>
                  <a:pt x="569283" y="65328"/>
                  <a:pt x="567462" y="64698"/>
                  <a:pt x="565248" y="64698"/>
                </a:cubicBezTo>
                <a:cubicBezTo>
                  <a:pt x="564320" y="64698"/>
                  <a:pt x="561749" y="65126"/>
                  <a:pt x="557536" y="65983"/>
                </a:cubicBezTo>
                <a:lnTo>
                  <a:pt x="556572" y="62127"/>
                </a:lnTo>
                <a:lnTo>
                  <a:pt x="593527" y="55272"/>
                </a:lnTo>
                <a:close/>
                <a:moveTo>
                  <a:pt x="806393" y="55272"/>
                </a:moveTo>
                <a:lnTo>
                  <a:pt x="785506" y="128006"/>
                </a:lnTo>
                <a:lnTo>
                  <a:pt x="783149" y="137781"/>
                </a:lnTo>
                <a:cubicBezTo>
                  <a:pt x="782935" y="138698"/>
                  <a:pt x="782828" y="139473"/>
                  <a:pt x="782828" y="140107"/>
                </a:cubicBezTo>
                <a:cubicBezTo>
                  <a:pt x="782828" y="141250"/>
                  <a:pt x="783185" y="142249"/>
                  <a:pt x="783899" y="143106"/>
                </a:cubicBezTo>
                <a:cubicBezTo>
                  <a:pt x="784471" y="143749"/>
                  <a:pt x="785185" y="144070"/>
                  <a:pt x="786042" y="144070"/>
                </a:cubicBezTo>
                <a:cubicBezTo>
                  <a:pt x="786970" y="144070"/>
                  <a:pt x="788184" y="143499"/>
                  <a:pt x="789683" y="142356"/>
                </a:cubicBezTo>
                <a:cubicBezTo>
                  <a:pt x="792468" y="140285"/>
                  <a:pt x="796182" y="136001"/>
                  <a:pt x="800823" y="129503"/>
                </a:cubicBezTo>
                <a:lnTo>
                  <a:pt x="804465" y="132073"/>
                </a:lnTo>
                <a:cubicBezTo>
                  <a:pt x="799538" y="139500"/>
                  <a:pt x="794468" y="145159"/>
                  <a:pt x="789255" y="149051"/>
                </a:cubicBezTo>
                <a:cubicBezTo>
                  <a:pt x="784042" y="152943"/>
                  <a:pt x="779222" y="154889"/>
                  <a:pt x="774794" y="154889"/>
                </a:cubicBezTo>
                <a:cubicBezTo>
                  <a:pt x="771724" y="154889"/>
                  <a:pt x="769421" y="154121"/>
                  <a:pt x="767886" y="152586"/>
                </a:cubicBezTo>
                <a:cubicBezTo>
                  <a:pt x="766350" y="151051"/>
                  <a:pt x="765583" y="148819"/>
                  <a:pt x="765583" y="145891"/>
                </a:cubicBezTo>
                <a:cubicBezTo>
                  <a:pt x="765583" y="142392"/>
                  <a:pt x="766368" y="137786"/>
                  <a:pt x="767939" y="132073"/>
                </a:cubicBezTo>
                <a:lnTo>
                  <a:pt x="770188" y="123775"/>
                </a:lnTo>
                <a:cubicBezTo>
                  <a:pt x="760834" y="136091"/>
                  <a:pt x="752229" y="144698"/>
                  <a:pt x="744374" y="149597"/>
                </a:cubicBezTo>
                <a:cubicBezTo>
                  <a:pt x="738732" y="153125"/>
                  <a:pt x="733198" y="154889"/>
                  <a:pt x="727771" y="154889"/>
                </a:cubicBezTo>
                <a:cubicBezTo>
                  <a:pt x="722558" y="154889"/>
                  <a:pt x="718059" y="152726"/>
                  <a:pt x="714274" y="148402"/>
                </a:cubicBezTo>
                <a:cubicBezTo>
                  <a:pt x="710490" y="144077"/>
                  <a:pt x="708597" y="138125"/>
                  <a:pt x="708597" y="130547"/>
                </a:cubicBezTo>
                <a:cubicBezTo>
                  <a:pt x="708597" y="119182"/>
                  <a:pt x="712007" y="107190"/>
                  <a:pt x="718827" y="94573"/>
                </a:cubicBezTo>
                <a:cubicBezTo>
                  <a:pt x="725646" y="81956"/>
                  <a:pt x="734305" y="71858"/>
                  <a:pt x="744802" y="64279"/>
                </a:cubicBezTo>
                <a:cubicBezTo>
                  <a:pt x="753014" y="58274"/>
                  <a:pt x="760762" y="55272"/>
                  <a:pt x="768046" y="55272"/>
                </a:cubicBezTo>
                <a:cubicBezTo>
                  <a:pt x="772402" y="55272"/>
                  <a:pt x="776026" y="56424"/>
                  <a:pt x="778918" y="58729"/>
                </a:cubicBezTo>
                <a:cubicBezTo>
                  <a:pt x="781811" y="61035"/>
                  <a:pt x="784006" y="64852"/>
                  <a:pt x="785506" y="70181"/>
                </a:cubicBezTo>
                <a:lnTo>
                  <a:pt x="789362" y="57842"/>
                </a:lnTo>
                <a:lnTo>
                  <a:pt x="806393" y="55272"/>
                </a:lnTo>
                <a:moveTo>
                  <a:pt x="768260" y="60627"/>
                </a:moveTo>
                <a:cubicBezTo>
                  <a:pt x="763690" y="60627"/>
                  <a:pt x="758834" y="62779"/>
                  <a:pt x="753693" y="67081"/>
                </a:cubicBezTo>
                <a:cubicBezTo>
                  <a:pt x="746409" y="73173"/>
                  <a:pt x="739928" y="82205"/>
                  <a:pt x="734251" y="94178"/>
                </a:cubicBezTo>
                <a:cubicBezTo>
                  <a:pt x="728574" y="106150"/>
                  <a:pt x="725736" y="116976"/>
                  <a:pt x="725736" y="126654"/>
                </a:cubicBezTo>
                <a:cubicBezTo>
                  <a:pt x="725736" y="131530"/>
                  <a:pt x="726950" y="135384"/>
                  <a:pt x="729378" y="138216"/>
                </a:cubicBezTo>
                <a:cubicBezTo>
                  <a:pt x="731805" y="141048"/>
                  <a:pt x="734590" y="142463"/>
                  <a:pt x="737733" y="142463"/>
                </a:cubicBezTo>
                <a:cubicBezTo>
                  <a:pt x="745516" y="142463"/>
                  <a:pt x="753978" y="136693"/>
                  <a:pt x="763119" y="125151"/>
                </a:cubicBezTo>
                <a:cubicBezTo>
                  <a:pt x="775330" y="109809"/>
                  <a:pt x="781436" y="94072"/>
                  <a:pt x="781436" y="77940"/>
                </a:cubicBezTo>
                <a:cubicBezTo>
                  <a:pt x="781436" y="71848"/>
                  <a:pt x="780257" y="67439"/>
                  <a:pt x="777901" y="64714"/>
                </a:cubicBezTo>
                <a:cubicBezTo>
                  <a:pt x="775544" y="61990"/>
                  <a:pt x="772331" y="60627"/>
                  <a:pt x="768260" y="60627"/>
                </a:cubicBezTo>
                <a:close/>
                <a:moveTo>
                  <a:pt x="928311" y="61913"/>
                </a:moveTo>
                <a:lnTo>
                  <a:pt x="925205" y="73053"/>
                </a:lnTo>
                <a:lnTo>
                  <a:pt x="907316" y="73053"/>
                </a:lnTo>
                <a:cubicBezTo>
                  <a:pt x="908673" y="76909"/>
                  <a:pt x="909352" y="80515"/>
                  <a:pt x="909352" y="83871"/>
                </a:cubicBezTo>
                <a:cubicBezTo>
                  <a:pt x="909352" y="93298"/>
                  <a:pt x="905353" y="101688"/>
                  <a:pt x="897355" y="109043"/>
                </a:cubicBezTo>
                <a:cubicBezTo>
                  <a:pt x="889285" y="116399"/>
                  <a:pt x="878217" y="120469"/>
                  <a:pt x="864149" y="121255"/>
                </a:cubicBezTo>
                <a:cubicBezTo>
                  <a:pt x="856579" y="123553"/>
                  <a:pt x="850902" y="126282"/>
                  <a:pt x="847117" y="129442"/>
                </a:cubicBezTo>
                <a:cubicBezTo>
                  <a:pt x="845689" y="130592"/>
                  <a:pt x="844975" y="131776"/>
                  <a:pt x="844975" y="132997"/>
                </a:cubicBezTo>
                <a:cubicBezTo>
                  <a:pt x="844975" y="134434"/>
                  <a:pt x="845618" y="135745"/>
                  <a:pt x="846903" y="136930"/>
                </a:cubicBezTo>
                <a:cubicBezTo>
                  <a:pt x="848189" y="138115"/>
                  <a:pt x="851438" y="139318"/>
                  <a:pt x="856651" y="140539"/>
                </a:cubicBezTo>
                <a:lnTo>
                  <a:pt x="877431" y="145319"/>
                </a:lnTo>
                <a:cubicBezTo>
                  <a:pt x="888928" y="148008"/>
                  <a:pt x="896533" y="151211"/>
                  <a:pt x="900247" y="154929"/>
                </a:cubicBezTo>
                <a:cubicBezTo>
                  <a:pt x="903889" y="158720"/>
                  <a:pt x="905710" y="163083"/>
                  <a:pt x="905710" y="168017"/>
                </a:cubicBezTo>
                <a:cubicBezTo>
                  <a:pt x="905710" y="173882"/>
                  <a:pt x="903549" y="179245"/>
                  <a:pt x="899229" y="184108"/>
                </a:cubicBezTo>
                <a:cubicBezTo>
                  <a:pt x="894909" y="188971"/>
                  <a:pt x="888589" y="192779"/>
                  <a:pt x="880270" y="195532"/>
                </a:cubicBezTo>
                <a:cubicBezTo>
                  <a:pt x="871950" y="198286"/>
                  <a:pt x="862756" y="199663"/>
                  <a:pt x="852688" y="199663"/>
                </a:cubicBezTo>
                <a:cubicBezTo>
                  <a:pt x="843833" y="199663"/>
                  <a:pt x="835763" y="198608"/>
                  <a:pt x="828479" y="196497"/>
                </a:cubicBezTo>
                <a:cubicBezTo>
                  <a:pt x="821196" y="194388"/>
                  <a:pt x="815983" y="191546"/>
                  <a:pt x="812841" y="187971"/>
                </a:cubicBezTo>
                <a:cubicBezTo>
                  <a:pt x="809699" y="184396"/>
                  <a:pt x="808127" y="180714"/>
                  <a:pt x="808127" y="176925"/>
                </a:cubicBezTo>
                <a:cubicBezTo>
                  <a:pt x="808127" y="173849"/>
                  <a:pt x="809145" y="170649"/>
                  <a:pt x="811180" y="167324"/>
                </a:cubicBezTo>
                <a:cubicBezTo>
                  <a:pt x="813215" y="163999"/>
                  <a:pt x="815768" y="161264"/>
                  <a:pt x="818839" y="159120"/>
                </a:cubicBezTo>
                <a:cubicBezTo>
                  <a:pt x="820767" y="157761"/>
                  <a:pt x="826230" y="154543"/>
                  <a:pt x="835228" y="149466"/>
                </a:cubicBezTo>
                <a:cubicBezTo>
                  <a:pt x="831943" y="146891"/>
                  <a:pt x="830300" y="144066"/>
                  <a:pt x="830300" y="140991"/>
                </a:cubicBezTo>
                <a:cubicBezTo>
                  <a:pt x="830300" y="138132"/>
                  <a:pt x="831746" y="135094"/>
                  <a:pt x="834639" y="131876"/>
                </a:cubicBezTo>
                <a:cubicBezTo>
                  <a:pt x="837531" y="128656"/>
                  <a:pt x="843654" y="125115"/>
                  <a:pt x="853009" y="121255"/>
                </a:cubicBezTo>
                <a:cubicBezTo>
                  <a:pt x="845154" y="119755"/>
                  <a:pt x="838923" y="116470"/>
                  <a:pt x="834317" y="111400"/>
                </a:cubicBezTo>
                <a:cubicBezTo>
                  <a:pt x="829711" y="106330"/>
                  <a:pt x="827408" y="100688"/>
                  <a:pt x="827408" y="94476"/>
                </a:cubicBezTo>
                <a:cubicBezTo>
                  <a:pt x="827408" y="84336"/>
                  <a:pt x="831854" y="75266"/>
                  <a:pt x="840744" y="67268"/>
                </a:cubicBezTo>
                <a:cubicBezTo>
                  <a:pt x="849635" y="59271"/>
                  <a:pt x="861471" y="55272"/>
                  <a:pt x="876253" y="55272"/>
                </a:cubicBezTo>
                <a:cubicBezTo>
                  <a:pt x="881609" y="55272"/>
                  <a:pt x="886000" y="55807"/>
                  <a:pt x="889428" y="56878"/>
                </a:cubicBezTo>
                <a:cubicBezTo>
                  <a:pt x="892856" y="57949"/>
                  <a:pt x="896176" y="59628"/>
                  <a:pt x="899390" y="61913"/>
                </a:cubicBezTo>
                <a:lnTo>
                  <a:pt x="928311" y="61913"/>
                </a:lnTo>
                <a:moveTo>
                  <a:pt x="891142" y="78733"/>
                </a:moveTo>
                <a:cubicBezTo>
                  <a:pt x="891142" y="73052"/>
                  <a:pt x="889553" y="68578"/>
                  <a:pt x="886375" y="65314"/>
                </a:cubicBezTo>
                <a:cubicBezTo>
                  <a:pt x="883198" y="62047"/>
                  <a:pt x="879038" y="60413"/>
                  <a:pt x="873896" y="60413"/>
                </a:cubicBezTo>
                <a:cubicBezTo>
                  <a:pt x="865827" y="60413"/>
                  <a:pt x="859168" y="64442"/>
                  <a:pt x="853919" y="72500"/>
                </a:cubicBezTo>
                <a:cubicBezTo>
                  <a:pt x="848671" y="80559"/>
                  <a:pt x="846046" y="88955"/>
                  <a:pt x="846046" y="97689"/>
                </a:cubicBezTo>
                <a:cubicBezTo>
                  <a:pt x="846046" y="103157"/>
                  <a:pt x="847724" y="107630"/>
                  <a:pt x="851081" y="111109"/>
                </a:cubicBezTo>
                <a:cubicBezTo>
                  <a:pt x="854437" y="114588"/>
                  <a:pt x="858507" y="116327"/>
                  <a:pt x="863292" y="116327"/>
                </a:cubicBezTo>
                <a:cubicBezTo>
                  <a:pt x="867077" y="116327"/>
                  <a:pt x="870736" y="115299"/>
                  <a:pt x="874271" y="113241"/>
                </a:cubicBezTo>
                <a:cubicBezTo>
                  <a:pt x="877806" y="111181"/>
                  <a:pt x="880787" y="108341"/>
                  <a:pt x="883215" y="104719"/>
                </a:cubicBezTo>
                <a:cubicBezTo>
                  <a:pt x="885643" y="101097"/>
                  <a:pt x="887571" y="96482"/>
                  <a:pt x="889000" y="90874"/>
                </a:cubicBezTo>
                <a:cubicBezTo>
                  <a:pt x="890428" y="85264"/>
                  <a:pt x="891142" y="81217"/>
                  <a:pt x="891142" y="78733"/>
                </a:cubicBezTo>
                <a:moveTo>
                  <a:pt x="839834" y="152254"/>
                </a:moveTo>
                <a:cubicBezTo>
                  <a:pt x="834049" y="154901"/>
                  <a:pt x="829676" y="158299"/>
                  <a:pt x="826712" y="162447"/>
                </a:cubicBezTo>
                <a:cubicBezTo>
                  <a:pt x="823748" y="166596"/>
                  <a:pt x="822267" y="170672"/>
                  <a:pt x="822267" y="174675"/>
                </a:cubicBezTo>
                <a:cubicBezTo>
                  <a:pt x="822267" y="179397"/>
                  <a:pt x="824409" y="183296"/>
                  <a:pt x="828694" y="186371"/>
                </a:cubicBezTo>
                <a:cubicBezTo>
                  <a:pt x="834835" y="190805"/>
                  <a:pt x="843833" y="193022"/>
                  <a:pt x="855687" y="193022"/>
                </a:cubicBezTo>
                <a:cubicBezTo>
                  <a:pt x="865898" y="193022"/>
                  <a:pt x="874628" y="191287"/>
                  <a:pt x="881876" y="187817"/>
                </a:cubicBezTo>
                <a:cubicBezTo>
                  <a:pt x="889125" y="184349"/>
                  <a:pt x="892749" y="179861"/>
                  <a:pt x="892749" y="174354"/>
                </a:cubicBezTo>
                <a:cubicBezTo>
                  <a:pt x="892749" y="171564"/>
                  <a:pt x="891410" y="168918"/>
                  <a:pt x="888732" y="166414"/>
                </a:cubicBezTo>
                <a:cubicBezTo>
                  <a:pt x="886054" y="163910"/>
                  <a:pt x="880859" y="161871"/>
                  <a:pt x="873147" y="160298"/>
                </a:cubicBezTo>
                <a:cubicBezTo>
                  <a:pt x="868933" y="159441"/>
                  <a:pt x="857829" y="156760"/>
                  <a:pt x="839834" y="152254"/>
                </a:cubicBezTo>
                <a:close/>
                <a:moveTo>
                  <a:pt x="950719" y="112043"/>
                </a:moveTo>
                <a:cubicBezTo>
                  <a:pt x="950219" y="115602"/>
                  <a:pt x="949969" y="118556"/>
                  <a:pt x="949969" y="120903"/>
                </a:cubicBezTo>
                <a:cubicBezTo>
                  <a:pt x="949969" y="127236"/>
                  <a:pt x="952219" y="132628"/>
                  <a:pt x="956718" y="137078"/>
                </a:cubicBezTo>
                <a:cubicBezTo>
                  <a:pt x="961216" y="141525"/>
                  <a:pt x="966679" y="143749"/>
                  <a:pt x="973106" y="143749"/>
                </a:cubicBezTo>
                <a:cubicBezTo>
                  <a:pt x="978248" y="143749"/>
                  <a:pt x="983193" y="142699"/>
                  <a:pt x="987942" y="140599"/>
                </a:cubicBezTo>
                <a:cubicBezTo>
                  <a:pt x="992690" y="138497"/>
                  <a:pt x="999742" y="133850"/>
                  <a:pt x="1009097" y="126657"/>
                </a:cubicBezTo>
                <a:lnTo>
                  <a:pt x="1011346" y="129764"/>
                </a:lnTo>
                <a:cubicBezTo>
                  <a:pt x="994422" y="146514"/>
                  <a:pt x="978283" y="154889"/>
                  <a:pt x="962930" y="154889"/>
                </a:cubicBezTo>
                <a:cubicBezTo>
                  <a:pt x="952504" y="154889"/>
                  <a:pt x="944649" y="151601"/>
                  <a:pt x="939365" y="145024"/>
                </a:cubicBezTo>
                <a:cubicBezTo>
                  <a:pt x="934081" y="138448"/>
                  <a:pt x="931438" y="131192"/>
                  <a:pt x="931438" y="123256"/>
                </a:cubicBezTo>
                <a:cubicBezTo>
                  <a:pt x="931438" y="112605"/>
                  <a:pt x="934723" y="101704"/>
                  <a:pt x="941293" y="90553"/>
                </a:cubicBezTo>
                <a:cubicBezTo>
                  <a:pt x="947863" y="79399"/>
                  <a:pt x="956111" y="70731"/>
                  <a:pt x="966037" y="64547"/>
                </a:cubicBezTo>
                <a:cubicBezTo>
                  <a:pt x="975963" y="58363"/>
                  <a:pt x="986174" y="55272"/>
                  <a:pt x="996672" y="55272"/>
                </a:cubicBezTo>
                <a:cubicBezTo>
                  <a:pt x="1004241" y="55272"/>
                  <a:pt x="1009847" y="56812"/>
                  <a:pt x="1013489" y="59894"/>
                </a:cubicBezTo>
                <a:cubicBezTo>
                  <a:pt x="1017131" y="62976"/>
                  <a:pt x="1018952" y="66632"/>
                  <a:pt x="1018952" y="70864"/>
                </a:cubicBezTo>
                <a:cubicBezTo>
                  <a:pt x="1018952" y="76813"/>
                  <a:pt x="1016595" y="82511"/>
                  <a:pt x="1011882" y="87958"/>
                </a:cubicBezTo>
                <a:cubicBezTo>
                  <a:pt x="1005669" y="95055"/>
                  <a:pt x="996529" y="100789"/>
                  <a:pt x="984460" y="105161"/>
                </a:cubicBezTo>
                <a:cubicBezTo>
                  <a:pt x="976463" y="108100"/>
                  <a:pt x="965215" y="110394"/>
                  <a:pt x="950719" y="112043"/>
                </a:cubicBezTo>
                <a:moveTo>
                  <a:pt x="951469" y="106687"/>
                </a:moveTo>
                <a:cubicBezTo>
                  <a:pt x="962038" y="105471"/>
                  <a:pt x="970643" y="103395"/>
                  <a:pt x="977284" y="100461"/>
                </a:cubicBezTo>
                <a:cubicBezTo>
                  <a:pt x="986067" y="96524"/>
                  <a:pt x="992655" y="91818"/>
                  <a:pt x="997047" y="86342"/>
                </a:cubicBezTo>
                <a:cubicBezTo>
                  <a:pt x="1001438" y="80865"/>
                  <a:pt x="1003634" y="75658"/>
                  <a:pt x="1003634" y="70720"/>
                </a:cubicBezTo>
                <a:cubicBezTo>
                  <a:pt x="1003634" y="67714"/>
                  <a:pt x="1002688" y="65280"/>
                  <a:pt x="1000796" y="63419"/>
                </a:cubicBezTo>
                <a:cubicBezTo>
                  <a:pt x="998903" y="61558"/>
                  <a:pt x="996207" y="60627"/>
                  <a:pt x="992708" y="60627"/>
                </a:cubicBezTo>
                <a:cubicBezTo>
                  <a:pt x="985424" y="60627"/>
                  <a:pt x="977694" y="64510"/>
                  <a:pt x="969518" y="72276"/>
                </a:cubicBezTo>
                <a:cubicBezTo>
                  <a:pt x="961341" y="80042"/>
                  <a:pt x="955325" y="91512"/>
                  <a:pt x="951469" y="106687"/>
                </a:cubicBezTo>
                <a:close/>
                <a:moveTo>
                  <a:pt x="1101659" y="55272"/>
                </a:moveTo>
                <a:lnTo>
                  <a:pt x="1095125" y="88263"/>
                </a:lnTo>
                <a:lnTo>
                  <a:pt x="1091161" y="88263"/>
                </a:lnTo>
                <a:cubicBezTo>
                  <a:pt x="1090804" y="78618"/>
                  <a:pt x="1088769" y="71601"/>
                  <a:pt x="1085056" y="67212"/>
                </a:cubicBezTo>
                <a:cubicBezTo>
                  <a:pt x="1081343" y="62822"/>
                  <a:pt x="1076737" y="60627"/>
                  <a:pt x="1071238" y="60627"/>
                </a:cubicBezTo>
                <a:cubicBezTo>
                  <a:pt x="1066811" y="60627"/>
                  <a:pt x="1063294" y="61845"/>
                  <a:pt x="1060687" y="64279"/>
                </a:cubicBezTo>
                <a:cubicBezTo>
                  <a:pt x="1058081" y="66712"/>
                  <a:pt x="1056777" y="69645"/>
                  <a:pt x="1056777" y="73079"/>
                </a:cubicBezTo>
                <a:cubicBezTo>
                  <a:pt x="1056777" y="75443"/>
                  <a:pt x="1057295" y="77698"/>
                  <a:pt x="1058331" y="79844"/>
                </a:cubicBezTo>
                <a:cubicBezTo>
                  <a:pt x="1059366" y="81991"/>
                  <a:pt x="1061633" y="84997"/>
                  <a:pt x="1065132" y="88862"/>
                </a:cubicBezTo>
                <a:cubicBezTo>
                  <a:pt x="1074416" y="99027"/>
                  <a:pt x="1080414" y="106686"/>
                  <a:pt x="1083128" y="111839"/>
                </a:cubicBezTo>
                <a:cubicBezTo>
                  <a:pt x="1085841" y="116991"/>
                  <a:pt x="1087198" y="121858"/>
                  <a:pt x="1087198" y="126440"/>
                </a:cubicBezTo>
                <a:cubicBezTo>
                  <a:pt x="1087198" y="133882"/>
                  <a:pt x="1084110" y="140484"/>
                  <a:pt x="1077933" y="146246"/>
                </a:cubicBezTo>
                <a:cubicBezTo>
                  <a:pt x="1071756" y="152008"/>
                  <a:pt x="1063954" y="154889"/>
                  <a:pt x="1054528" y="154889"/>
                </a:cubicBezTo>
                <a:cubicBezTo>
                  <a:pt x="1049386" y="154889"/>
                  <a:pt x="1043459" y="153675"/>
                  <a:pt x="1036747" y="151247"/>
                </a:cubicBezTo>
                <a:cubicBezTo>
                  <a:pt x="1034390" y="150390"/>
                  <a:pt x="1032569" y="149962"/>
                  <a:pt x="1031284" y="149962"/>
                </a:cubicBezTo>
                <a:cubicBezTo>
                  <a:pt x="1028070" y="149962"/>
                  <a:pt x="1025643" y="151604"/>
                  <a:pt x="1024000" y="154889"/>
                </a:cubicBezTo>
                <a:lnTo>
                  <a:pt x="1020037" y="154889"/>
                </a:lnTo>
                <a:lnTo>
                  <a:pt x="1026571" y="119969"/>
                </a:lnTo>
                <a:lnTo>
                  <a:pt x="1030534" y="119969"/>
                </a:lnTo>
                <a:cubicBezTo>
                  <a:pt x="1030963" y="130902"/>
                  <a:pt x="1033212" y="138634"/>
                  <a:pt x="1037282" y="143166"/>
                </a:cubicBezTo>
                <a:cubicBezTo>
                  <a:pt x="1041353" y="147697"/>
                  <a:pt x="1046923" y="149962"/>
                  <a:pt x="1053992" y="149962"/>
                </a:cubicBezTo>
                <a:cubicBezTo>
                  <a:pt x="1059420" y="149962"/>
                  <a:pt x="1063722" y="148443"/>
                  <a:pt x="1066900" y="145406"/>
                </a:cubicBezTo>
                <a:cubicBezTo>
                  <a:pt x="1070078" y="142366"/>
                  <a:pt x="1071666" y="138631"/>
                  <a:pt x="1071666" y="134199"/>
                </a:cubicBezTo>
                <a:cubicBezTo>
                  <a:pt x="1071666" y="131338"/>
                  <a:pt x="1071095" y="128692"/>
                  <a:pt x="1069953" y="126262"/>
                </a:cubicBezTo>
                <a:cubicBezTo>
                  <a:pt x="1067953" y="121973"/>
                  <a:pt x="1063758" y="116039"/>
                  <a:pt x="1057367" y="108461"/>
                </a:cubicBezTo>
                <a:cubicBezTo>
                  <a:pt x="1050975" y="100883"/>
                  <a:pt x="1046869" y="95199"/>
                  <a:pt x="1045048" y="91410"/>
                </a:cubicBezTo>
                <a:cubicBezTo>
                  <a:pt x="1043227" y="87620"/>
                  <a:pt x="1042317" y="83831"/>
                  <a:pt x="1042317" y="80042"/>
                </a:cubicBezTo>
                <a:cubicBezTo>
                  <a:pt x="1042317" y="73108"/>
                  <a:pt x="1044834" y="67247"/>
                  <a:pt x="1049868" y="62458"/>
                </a:cubicBezTo>
                <a:cubicBezTo>
                  <a:pt x="1054903" y="57667"/>
                  <a:pt x="1061383" y="55272"/>
                  <a:pt x="1069310" y="55272"/>
                </a:cubicBezTo>
                <a:cubicBezTo>
                  <a:pt x="1071595" y="55272"/>
                  <a:pt x="1073666" y="55453"/>
                  <a:pt x="1075523" y="55817"/>
                </a:cubicBezTo>
                <a:cubicBezTo>
                  <a:pt x="1076522" y="56036"/>
                  <a:pt x="1078861" y="56857"/>
                  <a:pt x="1082539" y="58281"/>
                </a:cubicBezTo>
                <a:cubicBezTo>
                  <a:pt x="1086216" y="59702"/>
                  <a:pt x="1088662" y="60413"/>
                  <a:pt x="1089876" y="60413"/>
                </a:cubicBezTo>
                <a:cubicBezTo>
                  <a:pt x="1092947" y="60413"/>
                  <a:pt x="1095517" y="58699"/>
                  <a:pt x="1097588" y="55272"/>
                </a:cubicBezTo>
                <a:lnTo>
                  <a:pt x="1101659" y="55272"/>
                </a:lnTo>
                <a:close/>
                <a:moveTo>
                  <a:pt x="1106036" y="176526"/>
                </a:moveTo>
                <a:cubicBezTo>
                  <a:pt x="1111392" y="174092"/>
                  <a:pt x="1115748" y="171013"/>
                  <a:pt x="1119104" y="167291"/>
                </a:cubicBezTo>
                <a:cubicBezTo>
                  <a:pt x="1121675" y="164428"/>
                  <a:pt x="1122960" y="161672"/>
                  <a:pt x="1122960" y="159023"/>
                </a:cubicBezTo>
                <a:cubicBezTo>
                  <a:pt x="1122960" y="157735"/>
                  <a:pt x="1122746" y="156555"/>
                  <a:pt x="1122317" y="155481"/>
                </a:cubicBezTo>
                <a:cubicBezTo>
                  <a:pt x="1122032" y="154908"/>
                  <a:pt x="1121032" y="153762"/>
                  <a:pt x="1119318" y="152044"/>
                </a:cubicBezTo>
                <a:cubicBezTo>
                  <a:pt x="1117604" y="150325"/>
                  <a:pt x="1116640" y="149144"/>
                  <a:pt x="1116426" y="148499"/>
                </a:cubicBezTo>
                <a:cubicBezTo>
                  <a:pt x="1115926" y="147283"/>
                  <a:pt x="1115676" y="145887"/>
                  <a:pt x="1115676" y="144311"/>
                </a:cubicBezTo>
                <a:cubicBezTo>
                  <a:pt x="1115676" y="141234"/>
                  <a:pt x="1116730" y="138586"/>
                  <a:pt x="1118836" y="136368"/>
                </a:cubicBezTo>
                <a:cubicBezTo>
                  <a:pt x="1120943" y="134148"/>
                  <a:pt x="1123424" y="133037"/>
                  <a:pt x="1126281" y="133037"/>
                </a:cubicBezTo>
                <a:cubicBezTo>
                  <a:pt x="1129209" y="133037"/>
                  <a:pt x="1131797" y="134219"/>
                  <a:pt x="1134047" y="136582"/>
                </a:cubicBezTo>
                <a:cubicBezTo>
                  <a:pt x="1136296" y="138943"/>
                  <a:pt x="1137421" y="141912"/>
                  <a:pt x="1137421" y="145489"/>
                </a:cubicBezTo>
                <a:cubicBezTo>
                  <a:pt x="1137421" y="151861"/>
                  <a:pt x="1134921" y="158302"/>
                  <a:pt x="1129923" y="164814"/>
                </a:cubicBezTo>
                <a:cubicBezTo>
                  <a:pt x="1124924" y="171328"/>
                  <a:pt x="1117676" y="176374"/>
                  <a:pt x="1108178" y="179954"/>
                </a:cubicBezTo>
                <a:lnTo>
                  <a:pt x="1106036" y="176526"/>
                </a:lnTo>
                <a:close/>
                <a:moveTo>
                  <a:pt x="1272083" y="28921"/>
                </a:moveTo>
                <a:lnTo>
                  <a:pt x="1263728" y="57842"/>
                </a:lnTo>
                <a:lnTo>
                  <a:pt x="1280545" y="57842"/>
                </a:lnTo>
                <a:lnTo>
                  <a:pt x="1278724" y="64698"/>
                </a:lnTo>
                <a:lnTo>
                  <a:pt x="1262014" y="64698"/>
                </a:lnTo>
                <a:lnTo>
                  <a:pt x="1243591" y="127906"/>
                </a:lnTo>
                <a:cubicBezTo>
                  <a:pt x="1241591" y="134701"/>
                  <a:pt x="1240591" y="139101"/>
                  <a:pt x="1240591" y="141104"/>
                </a:cubicBezTo>
                <a:cubicBezTo>
                  <a:pt x="1240591" y="142316"/>
                  <a:pt x="1240877" y="143242"/>
                  <a:pt x="1241448" y="143883"/>
                </a:cubicBezTo>
                <a:cubicBezTo>
                  <a:pt x="1242019" y="144523"/>
                  <a:pt x="1242698" y="144843"/>
                  <a:pt x="1243483" y="144843"/>
                </a:cubicBezTo>
                <a:cubicBezTo>
                  <a:pt x="1245269" y="144843"/>
                  <a:pt x="1247625" y="143597"/>
                  <a:pt x="1250553" y="141104"/>
                </a:cubicBezTo>
                <a:cubicBezTo>
                  <a:pt x="1252267" y="139676"/>
                  <a:pt x="1256087" y="135285"/>
                  <a:pt x="1262014" y="127929"/>
                </a:cubicBezTo>
                <a:lnTo>
                  <a:pt x="1265549" y="130607"/>
                </a:lnTo>
                <a:cubicBezTo>
                  <a:pt x="1258979" y="140169"/>
                  <a:pt x="1252767" y="146910"/>
                  <a:pt x="1246911" y="150829"/>
                </a:cubicBezTo>
                <a:cubicBezTo>
                  <a:pt x="1242912" y="153535"/>
                  <a:pt x="1238877" y="154889"/>
                  <a:pt x="1234807" y="154889"/>
                </a:cubicBezTo>
                <a:cubicBezTo>
                  <a:pt x="1231665" y="154889"/>
                  <a:pt x="1229094" y="153907"/>
                  <a:pt x="1227095" y="151943"/>
                </a:cubicBezTo>
                <a:cubicBezTo>
                  <a:pt x="1225095" y="149979"/>
                  <a:pt x="1224096" y="147462"/>
                  <a:pt x="1224096" y="144392"/>
                </a:cubicBezTo>
                <a:cubicBezTo>
                  <a:pt x="1224096" y="140535"/>
                  <a:pt x="1225238" y="134644"/>
                  <a:pt x="1227523" y="126718"/>
                </a:cubicBezTo>
                <a:lnTo>
                  <a:pt x="1245411" y="64698"/>
                </a:lnTo>
                <a:lnTo>
                  <a:pt x="1229237" y="64698"/>
                </a:lnTo>
                <a:lnTo>
                  <a:pt x="1230308" y="60453"/>
                </a:lnTo>
                <a:cubicBezTo>
                  <a:pt x="1238163" y="58286"/>
                  <a:pt x="1244697" y="55086"/>
                  <a:pt x="1249910" y="50853"/>
                </a:cubicBezTo>
                <a:cubicBezTo>
                  <a:pt x="1255123" y="46620"/>
                  <a:pt x="1260943" y="39309"/>
                  <a:pt x="1267370" y="28921"/>
                </a:cubicBezTo>
                <a:lnTo>
                  <a:pt x="1272083" y="28921"/>
                </a:lnTo>
                <a:close/>
                <a:moveTo>
                  <a:pt x="1378400" y="88835"/>
                </a:moveTo>
                <a:cubicBezTo>
                  <a:pt x="1378400" y="99558"/>
                  <a:pt x="1375561" y="110174"/>
                  <a:pt x="1369884" y="120682"/>
                </a:cubicBezTo>
                <a:cubicBezTo>
                  <a:pt x="1364207" y="131191"/>
                  <a:pt x="1356298" y="139519"/>
                  <a:pt x="1346158" y="145667"/>
                </a:cubicBezTo>
                <a:cubicBezTo>
                  <a:pt x="1336018" y="151815"/>
                  <a:pt x="1326163" y="154889"/>
                  <a:pt x="1316594" y="154889"/>
                </a:cubicBezTo>
                <a:cubicBezTo>
                  <a:pt x="1306811" y="154889"/>
                  <a:pt x="1298831" y="151761"/>
                  <a:pt x="1292654" y="145506"/>
                </a:cubicBezTo>
                <a:cubicBezTo>
                  <a:pt x="1286477" y="139251"/>
                  <a:pt x="1283388" y="131155"/>
                  <a:pt x="1283388" y="121218"/>
                </a:cubicBezTo>
                <a:cubicBezTo>
                  <a:pt x="1283388" y="110709"/>
                  <a:pt x="1286405" y="100165"/>
                  <a:pt x="1292439" y="89585"/>
                </a:cubicBezTo>
                <a:cubicBezTo>
                  <a:pt x="1298474" y="79005"/>
                  <a:pt x="1306543" y="70641"/>
                  <a:pt x="1316648" y="64494"/>
                </a:cubicBezTo>
                <a:cubicBezTo>
                  <a:pt x="1326752" y="58346"/>
                  <a:pt x="1336517" y="55272"/>
                  <a:pt x="1345944" y="55272"/>
                </a:cubicBezTo>
                <a:cubicBezTo>
                  <a:pt x="1355370" y="55272"/>
                  <a:pt x="1363136" y="58381"/>
                  <a:pt x="1369241" y="64601"/>
                </a:cubicBezTo>
                <a:cubicBezTo>
                  <a:pt x="1375347" y="70820"/>
                  <a:pt x="1378400" y="78898"/>
                  <a:pt x="1378400" y="88835"/>
                </a:cubicBezTo>
                <a:moveTo>
                  <a:pt x="1360618" y="81267"/>
                </a:moveTo>
                <a:cubicBezTo>
                  <a:pt x="1360618" y="74601"/>
                  <a:pt x="1358994" y="69496"/>
                  <a:pt x="1355745" y="65950"/>
                </a:cubicBezTo>
                <a:cubicBezTo>
                  <a:pt x="1352495" y="62401"/>
                  <a:pt x="1348300" y="60627"/>
                  <a:pt x="1343159" y="60627"/>
                </a:cubicBezTo>
                <a:cubicBezTo>
                  <a:pt x="1332661" y="60627"/>
                  <a:pt x="1323003" y="68171"/>
                  <a:pt x="1314184" y="83259"/>
                </a:cubicBezTo>
                <a:cubicBezTo>
                  <a:pt x="1305365" y="98344"/>
                  <a:pt x="1300955" y="113340"/>
                  <a:pt x="1300955" y="128247"/>
                </a:cubicBezTo>
                <a:cubicBezTo>
                  <a:pt x="1300955" y="135056"/>
                  <a:pt x="1302669" y="140306"/>
                  <a:pt x="1306097" y="143997"/>
                </a:cubicBezTo>
                <a:cubicBezTo>
                  <a:pt x="1309524" y="147688"/>
                  <a:pt x="1313845" y="149533"/>
                  <a:pt x="1319058" y="149533"/>
                </a:cubicBezTo>
                <a:cubicBezTo>
                  <a:pt x="1329126" y="149533"/>
                  <a:pt x="1338570" y="142026"/>
                  <a:pt x="1347390" y="127012"/>
                </a:cubicBezTo>
                <a:cubicBezTo>
                  <a:pt x="1356209" y="111996"/>
                  <a:pt x="1360618" y="96748"/>
                  <a:pt x="1360618" y="81267"/>
                </a:cubicBezTo>
                <a:close/>
                <a:moveTo>
                  <a:pt x="1542894" y="55272"/>
                </a:moveTo>
                <a:lnTo>
                  <a:pt x="1522006" y="128006"/>
                </a:lnTo>
                <a:lnTo>
                  <a:pt x="1519650" y="137781"/>
                </a:lnTo>
                <a:cubicBezTo>
                  <a:pt x="1519436" y="138698"/>
                  <a:pt x="1519328" y="139473"/>
                  <a:pt x="1519328" y="140107"/>
                </a:cubicBezTo>
                <a:cubicBezTo>
                  <a:pt x="1519328" y="141250"/>
                  <a:pt x="1519685" y="142249"/>
                  <a:pt x="1520400" y="143106"/>
                </a:cubicBezTo>
                <a:cubicBezTo>
                  <a:pt x="1520971" y="143749"/>
                  <a:pt x="1521685" y="144070"/>
                  <a:pt x="1522542" y="144070"/>
                </a:cubicBezTo>
                <a:cubicBezTo>
                  <a:pt x="1523470" y="144070"/>
                  <a:pt x="1524684" y="143499"/>
                  <a:pt x="1526184" y="142356"/>
                </a:cubicBezTo>
                <a:cubicBezTo>
                  <a:pt x="1528969" y="140285"/>
                  <a:pt x="1532682" y="136001"/>
                  <a:pt x="1537324" y="129503"/>
                </a:cubicBezTo>
                <a:lnTo>
                  <a:pt x="1540966" y="132073"/>
                </a:lnTo>
                <a:cubicBezTo>
                  <a:pt x="1536038" y="139500"/>
                  <a:pt x="1530968" y="145159"/>
                  <a:pt x="1525755" y="149051"/>
                </a:cubicBezTo>
                <a:cubicBezTo>
                  <a:pt x="1520542" y="152943"/>
                  <a:pt x="1515722" y="154889"/>
                  <a:pt x="1511295" y="154889"/>
                </a:cubicBezTo>
                <a:cubicBezTo>
                  <a:pt x="1508224" y="154889"/>
                  <a:pt x="1505921" y="154121"/>
                  <a:pt x="1504386" y="152586"/>
                </a:cubicBezTo>
                <a:cubicBezTo>
                  <a:pt x="1502851" y="151051"/>
                  <a:pt x="1502083" y="148819"/>
                  <a:pt x="1502083" y="145891"/>
                </a:cubicBezTo>
                <a:cubicBezTo>
                  <a:pt x="1502083" y="142392"/>
                  <a:pt x="1502868" y="137786"/>
                  <a:pt x="1504439" y="132073"/>
                </a:cubicBezTo>
                <a:lnTo>
                  <a:pt x="1506689" y="123775"/>
                </a:lnTo>
                <a:cubicBezTo>
                  <a:pt x="1497334" y="136091"/>
                  <a:pt x="1488729" y="144698"/>
                  <a:pt x="1480874" y="149597"/>
                </a:cubicBezTo>
                <a:cubicBezTo>
                  <a:pt x="1475233" y="153125"/>
                  <a:pt x="1469698" y="154889"/>
                  <a:pt x="1464271" y="154889"/>
                </a:cubicBezTo>
                <a:cubicBezTo>
                  <a:pt x="1459058" y="154889"/>
                  <a:pt x="1454559" y="152726"/>
                  <a:pt x="1450775" y="148402"/>
                </a:cubicBezTo>
                <a:cubicBezTo>
                  <a:pt x="1446990" y="144077"/>
                  <a:pt x="1445097" y="138125"/>
                  <a:pt x="1445097" y="130547"/>
                </a:cubicBezTo>
                <a:cubicBezTo>
                  <a:pt x="1445097" y="119182"/>
                  <a:pt x="1448507" y="107190"/>
                  <a:pt x="1455327" y="94573"/>
                </a:cubicBezTo>
                <a:cubicBezTo>
                  <a:pt x="1462147" y="81956"/>
                  <a:pt x="1470805" y="71858"/>
                  <a:pt x="1481302" y="64279"/>
                </a:cubicBezTo>
                <a:cubicBezTo>
                  <a:pt x="1489515" y="58274"/>
                  <a:pt x="1497263" y="55272"/>
                  <a:pt x="1504547" y="55272"/>
                </a:cubicBezTo>
                <a:cubicBezTo>
                  <a:pt x="1508903" y="55272"/>
                  <a:pt x="1512527" y="56424"/>
                  <a:pt x="1515419" y="58729"/>
                </a:cubicBezTo>
                <a:cubicBezTo>
                  <a:pt x="1518311" y="61035"/>
                  <a:pt x="1520507" y="64852"/>
                  <a:pt x="1522006" y="70181"/>
                </a:cubicBezTo>
                <a:lnTo>
                  <a:pt x="1525862" y="57842"/>
                </a:lnTo>
                <a:lnTo>
                  <a:pt x="1542894" y="55272"/>
                </a:lnTo>
                <a:moveTo>
                  <a:pt x="1504761" y="60627"/>
                </a:moveTo>
                <a:cubicBezTo>
                  <a:pt x="1500190" y="60627"/>
                  <a:pt x="1495335" y="62779"/>
                  <a:pt x="1490193" y="67081"/>
                </a:cubicBezTo>
                <a:cubicBezTo>
                  <a:pt x="1482909" y="73173"/>
                  <a:pt x="1476429" y="82205"/>
                  <a:pt x="1470752" y="94178"/>
                </a:cubicBezTo>
                <a:cubicBezTo>
                  <a:pt x="1465074" y="106150"/>
                  <a:pt x="1462236" y="116976"/>
                  <a:pt x="1462236" y="126654"/>
                </a:cubicBezTo>
                <a:cubicBezTo>
                  <a:pt x="1462236" y="131530"/>
                  <a:pt x="1463450" y="135384"/>
                  <a:pt x="1465878" y="138216"/>
                </a:cubicBezTo>
                <a:cubicBezTo>
                  <a:pt x="1468306" y="141048"/>
                  <a:pt x="1471091" y="142463"/>
                  <a:pt x="1474233" y="142463"/>
                </a:cubicBezTo>
                <a:cubicBezTo>
                  <a:pt x="1482017" y="142463"/>
                  <a:pt x="1490479" y="136693"/>
                  <a:pt x="1499619" y="125151"/>
                </a:cubicBezTo>
                <a:cubicBezTo>
                  <a:pt x="1511830" y="109809"/>
                  <a:pt x="1517936" y="94072"/>
                  <a:pt x="1517936" y="77940"/>
                </a:cubicBezTo>
                <a:cubicBezTo>
                  <a:pt x="1517936" y="71848"/>
                  <a:pt x="1516758" y="67439"/>
                  <a:pt x="1514401" y="64714"/>
                </a:cubicBezTo>
                <a:cubicBezTo>
                  <a:pt x="1512045" y="61990"/>
                  <a:pt x="1508831" y="60627"/>
                  <a:pt x="1504761" y="60627"/>
                </a:cubicBezTo>
                <a:close/>
                <a:moveTo>
                  <a:pt x="1555232" y="61913"/>
                </a:moveTo>
                <a:lnTo>
                  <a:pt x="1586188" y="55272"/>
                </a:lnTo>
                <a:cubicBezTo>
                  <a:pt x="1588402" y="60556"/>
                  <a:pt x="1590187" y="65947"/>
                  <a:pt x="1591544" y="71446"/>
                </a:cubicBezTo>
                <a:cubicBezTo>
                  <a:pt x="1593472" y="79515"/>
                  <a:pt x="1595043" y="89084"/>
                  <a:pt x="1596257" y="100153"/>
                </a:cubicBezTo>
                <a:cubicBezTo>
                  <a:pt x="1596828" y="105723"/>
                  <a:pt x="1597614" y="117506"/>
                  <a:pt x="1598613" y="135501"/>
                </a:cubicBezTo>
                <a:cubicBezTo>
                  <a:pt x="1607540" y="125646"/>
                  <a:pt x="1612860" y="119541"/>
                  <a:pt x="1614574" y="117184"/>
                </a:cubicBezTo>
                <a:cubicBezTo>
                  <a:pt x="1624000" y="104402"/>
                  <a:pt x="1629427" y="96904"/>
                  <a:pt x="1630855" y="94690"/>
                </a:cubicBezTo>
                <a:cubicBezTo>
                  <a:pt x="1633212" y="90905"/>
                  <a:pt x="1634854" y="87585"/>
                  <a:pt x="1635782" y="84728"/>
                </a:cubicBezTo>
                <a:cubicBezTo>
                  <a:pt x="1636568" y="82586"/>
                  <a:pt x="1636961" y="80551"/>
                  <a:pt x="1636961" y="78623"/>
                </a:cubicBezTo>
                <a:cubicBezTo>
                  <a:pt x="1636961" y="76766"/>
                  <a:pt x="1635300" y="74624"/>
                  <a:pt x="1631980" y="72196"/>
                </a:cubicBezTo>
                <a:cubicBezTo>
                  <a:pt x="1628659" y="69768"/>
                  <a:pt x="1626999" y="67054"/>
                  <a:pt x="1626999" y="64055"/>
                </a:cubicBezTo>
                <a:cubicBezTo>
                  <a:pt x="1626999" y="61770"/>
                  <a:pt x="1627909" y="59735"/>
                  <a:pt x="1629730" y="57949"/>
                </a:cubicBezTo>
                <a:cubicBezTo>
                  <a:pt x="1631551" y="56164"/>
                  <a:pt x="1633712" y="55272"/>
                  <a:pt x="1636211" y="55272"/>
                </a:cubicBezTo>
                <a:cubicBezTo>
                  <a:pt x="1639210" y="55272"/>
                  <a:pt x="1641852" y="56504"/>
                  <a:pt x="1644137" y="58970"/>
                </a:cubicBezTo>
                <a:cubicBezTo>
                  <a:pt x="1646423" y="61436"/>
                  <a:pt x="1647565" y="64492"/>
                  <a:pt x="1647565" y="68139"/>
                </a:cubicBezTo>
                <a:cubicBezTo>
                  <a:pt x="1647565" y="71785"/>
                  <a:pt x="1646994" y="75289"/>
                  <a:pt x="1645851" y="78649"/>
                </a:cubicBezTo>
                <a:cubicBezTo>
                  <a:pt x="1643995" y="84081"/>
                  <a:pt x="1640531" y="90711"/>
                  <a:pt x="1635461" y="98539"/>
                </a:cubicBezTo>
                <a:cubicBezTo>
                  <a:pt x="1630391" y="106368"/>
                  <a:pt x="1622215" y="116858"/>
                  <a:pt x="1610932" y="130011"/>
                </a:cubicBezTo>
                <a:cubicBezTo>
                  <a:pt x="1609503" y="131656"/>
                  <a:pt x="1601577" y="139949"/>
                  <a:pt x="1587152" y="154889"/>
                </a:cubicBezTo>
                <a:lnTo>
                  <a:pt x="1583189" y="154889"/>
                </a:lnTo>
                <a:cubicBezTo>
                  <a:pt x="1581475" y="109633"/>
                  <a:pt x="1577904" y="81392"/>
                  <a:pt x="1572477" y="70167"/>
                </a:cubicBezTo>
                <a:cubicBezTo>
                  <a:pt x="1570692" y="66521"/>
                  <a:pt x="1567728" y="64698"/>
                  <a:pt x="1563587" y="64698"/>
                </a:cubicBezTo>
                <a:cubicBezTo>
                  <a:pt x="1561801" y="64698"/>
                  <a:pt x="1559266" y="65019"/>
                  <a:pt x="1555981" y="65662"/>
                </a:cubicBezTo>
                <a:lnTo>
                  <a:pt x="1555232" y="61913"/>
                </a:lnTo>
                <a:close/>
                <a:moveTo>
                  <a:pt x="1749469" y="88835"/>
                </a:moveTo>
                <a:cubicBezTo>
                  <a:pt x="1749469" y="99558"/>
                  <a:pt x="1746631" y="110174"/>
                  <a:pt x="1740953" y="120682"/>
                </a:cubicBezTo>
                <a:cubicBezTo>
                  <a:pt x="1735276" y="131191"/>
                  <a:pt x="1727368" y="139519"/>
                  <a:pt x="1717227" y="145667"/>
                </a:cubicBezTo>
                <a:cubicBezTo>
                  <a:pt x="1707087" y="151815"/>
                  <a:pt x="1697232" y="154889"/>
                  <a:pt x="1687663" y="154889"/>
                </a:cubicBezTo>
                <a:cubicBezTo>
                  <a:pt x="1677880" y="154889"/>
                  <a:pt x="1669900" y="151761"/>
                  <a:pt x="1663723" y="145506"/>
                </a:cubicBezTo>
                <a:cubicBezTo>
                  <a:pt x="1657546" y="139251"/>
                  <a:pt x="1654458" y="131155"/>
                  <a:pt x="1654458" y="121218"/>
                </a:cubicBezTo>
                <a:cubicBezTo>
                  <a:pt x="1654458" y="110709"/>
                  <a:pt x="1657475" y="100165"/>
                  <a:pt x="1663509" y="89585"/>
                </a:cubicBezTo>
                <a:cubicBezTo>
                  <a:pt x="1669543" y="79005"/>
                  <a:pt x="1677612" y="70641"/>
                  <a:pt x="1687717" y="64494"/>
                </a:cubicBezTo>
                <a:cubicBezTo>
                  <a:pt x="1697822" y="58346"/>
                  <a:pt x="1707587" y="55272"/>
                  <a:pt x="1717013" y="55272"/>
                </a:cubicBezTo>
                <a:cubicBezTo>
                  <a:pt x="1726439" y="55272"/>
                  <a:pt x="1734205" y="58381"/>
                  <a:pt x="1740311" y="64601"/>
                </a:cubicBezTo>
                <a:cubicBezTo>
                  <a:pt x="1746416" y="70820"/>
                  <a:pt x="1749469" y="78898"/>
                  <a:pt x="1749469" y="88835"/>
                </a:cubicBezTo>
                <a:moveTo>
                  <a:pt x="1731688" y="81267"/>
                </a:moveTo>
                <a:cubicBezTo>
                  <a:pt x="1731688" y="74601"/>
                  <a:pt x="1730063" y="69496"/>
                  <a:pt x="1726814" y="65950"/>
                </a:cubicBezTo>
                <a:cubicBezTo>
                  <a:pt x="1723565" y="62401"/>
                  <a:pt x="1719370" y="60627"/>
                  <a:pt x="1714228" y="60627"/>
                </a:cubicBezTo>
                <a:cubicBezTo>
                  <a:pt x="1703731" y="60627"/>
                  <a:pt x="1694073" y="68171"/>
                  <a:pt x="1685253" y="83259"/>
                </a:cubicBezTo>
                <a:cubicBezTo>
                  <a:pt x="1676434" y="98344"/>
                  <a:pt x="1672025" y="113340"/>
                  <a:pt x="1672025" y="128247"/>
                </a:cubicBezTo>
                <a:cubicBezTo>
                  <a:pt x="1672025" y="135056"/>
                  <a:pt x="1673738" y="140306"/>
                  <a:pt x="1677166" y="143997"/>
                </a:cubicBezTo>
                <a:cubicBezTo>
                  <a:pt x="1680594" y="147688"/>
                  <a:pt x="1684914" y="149533"/>
                  <a:pt x="1690127" y="149533"/>
                </a:cubicBezTo>
                <a:cubicBezTo>
                  <a:pt x="1700196" y="149533"/>
                  <a:pt x="1709640" y="142026"/>
                  <a:pt x="1718459" y="127012"/>
                </a:cubicBezTo>
                <a:cubicBezTo>
                  <a:pt x="1727278" y="111996"/>
                  <a:pt x="1731688" y="96748"/>
                  <a:pt x="1731688" y="81267"/>
                </a:cubicBezTo>
                <a:close/>
                <a:moveTo>
                  <a:pt x="1807653" y="12640"/>
                </a:moveTo>
                <a:cubicBezTo>
                  <a:pt x="1810652" y="12640"/>
                  <a:pt x="1813187" y="13675"/>
                  <a:pt x="1815258" y="15746"/>
                </a:cubicBezTo>
                <a:cubicBezTo>
                  <a:pt x="1817329" y="17817"/>
                  <a:pt x="1818364" y="20352"/>
                  <a:pt x="1818364" y="23351"/>
                </a:cubicBezTo>
                <a:cubicBezTo>
                  <a:pt x="1818364" y="26279"/>
                  <a:pt x="1817311" y="28796"/>
                  <a:pt x="1815205" y="30903"/>
                </a:cubicBezTo>
                <a:cubicBezTo>
                  <a:pt x="1813098" y="33009"/>
                  <a:pt x="1810581" y="34063"/>
                  <a:pt x="1807653" y="34063"/>
                </a:cubicBezTo>
                <a:cubicBezTo>
                  <a:pt x="1804725" y="34063"/>
                  <a:pt x="1802208" y="33009"/>
                  <a:pt x="1800101" y="30903"/>
                </a:cubicBezTo>
                <a:cubicBezTo>
                  <a:pt x="1797995" y="28796"/>
                  <a:pt x="1796941" y="26279"/>
                  <a:pt x="1796941" y="23351"/>
                </a:cubicBezTo>
                <a:cubicBezTo>
                  <a:pt x="1796941" y="20352"/>
                  <a:pt x="1797977" y="17817"/>
                  <a:pt x="1800048" y="15746"/>
                </a:cubicBezTo>
                <a:cubicBezTo>
                  <a:pt x="1802119" y="13675"/>
                  <a:pt x="1804654" y="12640"/>
                  <a:pt x="1807653" y="12640"/>
                </a:cubicBezTo>
                <a:moveTo>
                  <a:pt x="1809045" y="55272"/>
                </a:moveTo>
                <a:lnTo>
                  <a:pt x="1787837" y="130396"/>
                </a:lnTo>
                <a:cubicBezTo>
                  <a:pt x="1786408" y="135469"/>
                  <a:pt x="1785694" y="138505"/>
                  <a:pt x="1785694" y="139504"/>
                </a:cubicBezTo>
                <a:cubicBezTo>
                  <a:pt x="1785694" y="140651"/>
                  <a:pt x="1786033" y="141584"/>
                  <a:pt x="1786712" y="142303"/>
                </a:cubicBezTo>
                <a:cubicBezTo>
                  <a:pt x="1787390" y="143019"/>
                  <a:pt x="1788194" y="143377"/>
                  <a:pt x="1789122" y="143377"/>
                </a:cubicBezTo>
                <a:cubicBezTo>
                  <a:pt x="1790193" y="143377"/>
                  <a:pt x="1791478" y="142804"/>
                  <a:pt x="1792978" y="141657"/>
                </a:cubicBezTo>
                <a:cubicBezTo>
                  <a:pt x="1797048" y="138437"/>
                  <a:pt x="1801155" y="133863"/>
                  <a:pt x="1805296" y="127936"/>
                </a:cubicBezTo>
                <a:lnTo>
                  <a:pt x="1809045" y="130400"/>
                </a:lnTo>
                <a:cubicBezTo>
                  <a:pt x="1804189" y="137833"/>
                  <a:pt x="1798477" y="144096"/>
                  <a:pt x="1791907" y="149188"/>
                </a:cubicBezTo>
                <a:cubicBezTo>
                  <a:pt x="1787051" y="152989"/>
                  <a:pt x="1782409" y="154889"/>
                  <a:pt x="1777982" y="154889"/>
                </a:cubicBezTo>
                <a:cubicBezTo>
                  <a:pt x="1775054" y="154889"/>
                  <a:pt x="1772662" y="154014"/>
                  <a:pt x="1770805" y="152265"/>
                </a:cubicBezTo>
                <a:cubicBezTo>
                  <a:pt x="1768949" y="150515"/>
                  <a:pt x="1768020" y="148319"/>
                  <a:pt x="1768020" y="145677"/>
                </a:cubicBezTo>
                <a:cubicBezTo>
                  <a:pt x="1768020" y="143030"/>
                  <a:pt x="1768913" y="138631"/>
                  <a:pt x="1770698" y="132478"/>
                </a:cubicBezTo>
                <a:lnTo>
                  <a:pt x="1784623" y="84407"/>
                </a:lnTo>
                <a:cubicBezTo>
                  <a:pt x="1786908" y="76596"/>
                  <a:pt x="1788051" y="71697"/>
                  <a:pt x="1788051" y="69709"/>
                </a:cubicBezTo>
                <a:cubicBezTo>
                  <a:pt x="1788051" y="68147"/>
                  <a:pt x="1787497" y="66868"/>
                  <a:pt x="1786390" y="65873"/>
                </a:cubicBezTo>
                <a:cubicBezTo>
                  <a:pt x="1785284" y="64875"/>
                  <a:pt x="1783766" y="64376"/>
                  <a:pt x="1781838" y="64376"/>
                </a:cubicBezTo>
                <a:cubicBezTo>
                  <a:pt x="1780267" y="64376"/>
                  <a:pt x="1777018" y="64769"/>
                  <a:pt x="1772091" y="65555"/>
                </a:cubicBezTo>
                <a:lnTo>
                  <a:pt x="1772091" y="61270"/>
                </a:lnTo>
                <a:lnTo>
                  <a:pt x="1809045" y="55272"/>
                </a:lnTo>
                <a:close/>
                <a:moveTo>
                  <a:pt x="1939141" y="0"/>
                </a:moveTo>
                <a:lnTo>
                  <a:pt x="1902294" y="126396"/>
                </a:lnTo>
                <a:cubicBezTo>
                  <a:pt x="1900294" y="133252"/>
                  <a:pt x="1899294" y="137750"/>
                  <a:pt x="1899294" y="139893"/>
                </a:cubicBezTo>
                <a:cubicBezTo>
                  <a:pt x="1899294" y="140607"/>
                  <a:pt x="1899598" y="141285"/>
                  <a:pt x="1900205" y="141928"/>
                </a:cubicBezTo>
                <a:cubicBezTo>
                  <a:pt x="1900812" y="142571"/>
                  <a:pt x="1901437" y="142892"/>
                  <a:pt x="1902079" y="142892"/>
                </a:cubicBezTo>
                <a:cubicBezTo>
                  <a:pt x="1903008" y="142892"/>
                  <a:pt x="1904115" y="142428"/>
                  <a:pt x="1905400" y="141499"/>
                </a:cubicBezTo>
                <a:cubicBezTo>
                  <a:pt x="1907828" y="139786"/>
                  <a:pt x="1911898" y="135501"/>
                  <a:pt x="1917611" y="128646"/>
                </a:cubicBezTo>
                <a:lnTo>
                  <a:pt x="1921253" y="130895"/>
                </a:lnTo>
                <a:cubicBezTo>
                  <a:pt x="1916112" y="138036"/>
                  <a:pt x="1910916" y="143820"/>
                  <a:pt x="1905668" y="148248"/>
                </a:cubicBezTo>
                <a:cubicBezTo>
                  <a:pt x="1900419" y="152675"/>
                  <a:pt x="1895510" y="154889"/>
                  <a:pt x="1890939" y="154889"/>
                </a:cubicBezTo>
                <a:cubicBezTo>
                  <a:pt x="1888511" y="154889"/>
                  <a:pt x="1886512" y="154032"/>
                  <a:pt x="1884941" y="152318"/>
                </a:cubicBezTo>
                <a:cubicBezTo>
                  <a:pt x="1883370" y="150604"/>
                  <a:pt x="1882584" y="148176"/>
                  <a:pt x="1882584" y="145034"/>
                </a:cubicBezTo>
                <a:cubicBezTo>
                  <a:pt x="1882584" y="140964"/>
                  <a:pt x="1883656" y="135501"/>
                  <a:pt x="1885798" y="128646"/>
                </a:cubicBezTo>
                <a:lnTo>
                  <a:pt x="1889975" y="115852"/>
                </a:lnTo>
                <a:cubicBezTo>
                  <a:pt x="1879621" y="131649"/>
                  <a:pt x="1870195" y="142581"/>
                  <a:pt x="1861697" y="148646"/>
                </a:cubicBezTo>
                <a:cubicBezTo>
                  <a:pt x="1855841" y="152808"/>
                  <a:pt x="1850236" y="154889"/>
                  <a:pt x="1844880" y="154889"/>
                </a:cubicBezTo>
                <a:cubicBezTo>
                  <a:pt x="1839453" y="154889"/>
                  <a:pt x="1834722" y="152477"/>
                  <a:pt x="1830687" y="147652"/>
                </a:cubicBezTo>
                <a:cubicBezTo>
                  <a:pt x="1826652" y="142825"/>
                  <a:pt x="1824635" y="136265"/>
                  <a:pt x="1824635" y="127973"/>
                </a:cubicBezTo>
                <a:cubicBezTo>
                  <a:pt x="1824635" y="117321"/>
                  <a:pt x="1828027" y="105956"/>
                  <a:pt x="1834811" y="93877"/>
                </a:cubicBezTo>
                <a:cubicBezTo>
                  <a:pt x="1841595" y="81795"/>
                  <a:pt x="1850557" y="71965"/>
                  <a:pt x="1861697" y="64386"/>
                </a:cubicBezTo>
                <a:cubicBezTo>
                  <a:pt x="1870480" y="58310"/>
                  <a:pt x="1878550" y="55272"/>
                  <a:pt x="1885905" y="55272"/>
                </a:cubicBezTo>
                <a:cubicBezTo>
                  <a:pt x="1889761" y="55272"/>
                  <a:pt x="1893082" y="56049"/>
                  <a:pt x="1895867" y="57605"/>
                </a:cubicBezTo>
                <a:cubicBezTo>
                  <a:pt x="1898652" y="59158"/>
                  <a:pt x="1901401" y="61735"/>
                  <a:pt x="1904115" y="65337"/>
                </a:cubicBezTo>
                <a:lnTo>
                  <a:pt x="1914612" y="28299"/>
                </a:lnTo>
                <a:cubicBezTo>
                  <a:pt x="1915397" y="25603"/>
                  <a:pt x="1916040" y="23454"/>
                  <a:pt x="1916540" y="21852"/>
                </a:cubicBezTo>
                <a:cubicBezTo>
                  <a:pt x="1917397" y="18968"/>
                  <a:pt x="1917825" y="16591"/>
                  <a:pt x="1917825" y="14718"/>
                </a:cubicBezTo>
                <a:cubicBezTo>
                  <a:pt x="1917825" y="13205"/>
                  <a:pt x="1917290" y="11944"/>
                  <a:pt x="1916219" y="10936"/>
                </a:cubicBezTo>
                <a:cubicBezTo>
                  <a:pt x="1914719" y="9715"/>
                  <a:pt x="1912791" y="9105"/>
                  <a:pt x="1910434" y="9105"/>
                </a:cubicBezTo>
                <a:cubicBezTo>
                  <a:pt x="1908792" y="9105"/>
                  <a:pt x="1906078" y="9355"/>
                  <a:pt x="1902294" y="9855"/>
                </a:cubicBezTo>
                <a:lnTo>
                  <a:pt x="1902294" y="5998"/>
                </a:lnTo>
                <a:lnTo>
                  <a:pt x="1939141" y="0"/>
                </a:lnTo>
                <a:moveTo>
                  <a:pt x="1899402" y="75918"/>
                </a:moveTo>
                <a:cubicBezTo>
                  <a:pt x="1899402" y="71323"/>
                  <a:pt x="1898080" y="67627"/>
                  <a:pt x="1895438" y="64828"/>
                </a:cubicBezTo>
                <a:cubicBezTo>
                  <a:pt x="1892796" y="62028"/>
                  <a:pt x="1889440" y="60627"/>
                  <a:pt x="1885369" y="60627"/>
                </a:cubicBezTo>
                <a:cubicBezTo>
                  <a:pt x="1876372" y="60627"/>
                  <a:pt x="1866999" y="68093"/>
                  <a:pt x="1857252" y="83024"/>
                </a:cubicBezTo>
                <a:cubicBezTo>
                  <a:pt x="1847504" y="97956"/>
                  <a:pt x="1842630" y="112241"/>
                  <a:pt x="1842630" y="125881"/>
                </a:cubicBezTo>
                <a:cubicBezTo>
                  <a:pt x="1842630" y="131265"/>
                  <a:pt x="1843809" y="135376"/>
                  <a:pt x="1846165" y="138212"/>
                </a:cubicBezTo>
                <a:cubicBezTo>
                  <a:pt x="1848522" y="141046"/>
                  <a:pt x="1851342" y="142463"/>
                  <a:pt x="1854627" y="142463"/>
                </a:cubicBezTo>
                <a:cubicBezTo>
                  <a:pt x="1862054" y="142463"/>
                  <a:pt x="1871373" y="134387"/>
                  <a:pt x="1882584" y="118235"/>
                </a:cubicBezTo>
                <a:cubicBezTo>
                  <a:pt x="1893796" y="102083"/>
                  <a:pt x="1899402" y="87977"/>
                  <a:pt x="1899402" y="75918"/>
                </a:cubicBezTo>
                <a:close/>
                <a:moveTo>
                  <a:pt x="2028311" y="55272"/>
                </a:moveTo>
                <a:lnTo>
                  <a:pt x="2020920" y="79998"/>
                </a:lnTo>
                <a:cubicBezTo>
                  <a:pt x="2028704" y="70824"/>
                  <a:pt x="2035649" y="64410"/>
                  <a:pt x="2041754" y="60755"/>
                </a:cubicBezTo>
                <a:cubicBezTo>
                  <a:pt x="2047860" y="57099"/>
                  <a:pt x="2054090" y="55272"/>
                  <a:pt x="2060446" y="55272"/>
                </a:cubicBezTo>
                <a:cubicBezTo>
                  <a:pt x="2066801" y="55272"/>
                  <a:pt x="2072229" y="57792"/>
                  <a:pt x="2076727" y="62833"/>
                </a:cubicBezTo>
                <a:cubicBezTo>
                  <a:pt x="2081226" y="67872"/>
                  <a:pt x="2083476" y="74431"/>
                  <a:pt x="2083476" y="82509"/>
                </a:cubicBezTo>
                <a:cubicBezTo>
                  <a:pt x="2083476" y="98235"/>
                  <a:pt x="2077084" y="114230"/>
                  <a:pt x="2064302" y="130493"/>
                </a:cubicBezTo>
                <a:cubicBezTo>
                  <a:pt x="2051520" y="146757"/>
                  <a:pt x="2036631" y="154889"/>
                  <a:pt x="2019635" y="154889"/>
                </a:cubicBezTo>
                <a:cubicBezTo>
                  <a:pt x="2016064" y="154889"/>
                  <a:pt x="2012904" y="154499"/>
                  <a:pt x="2010155" y="153721"/>
                </a:cubicBezTo>
                <a:cubicBezTo>
                  <a:pt x="2007406" y="152942"/>
                  <a:pt x="2004317" y="151562"/>
                  <a:pt x="2000890" y="149580"/>
                </a:cubicBezTo>
                <a:lnTo>
                  <a:pt x="1993070" y="177169"/>
                </a:lnTo>
                <a:cubicBezTo>
                  <a:pt x="1991499" y="182627"/>
                  <a:pt x="1990714" y="186183"/>
                  <a:pt x="1990714" y="187837"/>
                </a:cubicBezTo>
                <a:cubicBezTo>
                  <a:pt x="1990714" y="189417"/>
                  <a:pt x="1991124" y="190764"/>
                  <a:pt x="1991946" y="191877"/>
                </a:cubicBezTo>
                <a:cubicBezTo>
                  <a:pt x="1992767" y="192991"/>
                  <a:pt x="1994106" y="193852"/>
                  <a:pt x="1995962" y="194461"/>
                </a:cubicBezTo>
                <a:cubicBezTo>
                  <a:pt x="1997819" y="195073"/>
                  <a:pt x="2001497" y="195378"/>
                  <a:pt x="2006995" y="195378"/>
                </a:cubicBezTo>
                <a:lnTo>
                  <a:pt x="2006031" y="199235"/>
                </a:lnTo>
                <a:lnTo>
                  <a:pt x="1955580" y="199235"/>
                </a:lnTo>
                <a:lnTo>
                  <a:pt x="1956651" y="195378"/>
                </a:lnTo>
                <a:cubicBezTo>
                  <a:pt x="1963292" y="195091"/>
                  <a:pt x="1967773" y="193941"/>
                  <a:pt x="1970094" y="191931"/>
                </a:cubicBezTo>
                <a:cubicBezTo>
                  <a:pt x="1972415" y="189922"/>
                  <a:pt x="1974861" y="184359"/>
                  <a:pt x="1977431" y="175241"/>
                </a:cubicBezTo>
                <a:lnTo>
                  <a:pt x="2004532" y="81408"/>
                </a:lnTo>
                <a:cubicBezTo>
                  <a:pt x="2006174" y="75519"/>
                  <a:pt x="2006995" y="71866"/>
                  <a:pt x="2006995" y="70448"/>
                </a:cubicBezTo>
                <a:cubicBezTo>
                  <a:pt x="2006995" y="68532"/>
                  <a:pt x="2006442" y="67041"/>
                  <a:pt x="2005335" y="65976"/>
                </a:cubicBezTo>
                <a:cubicBezTo>
                  <a:pt x="2004228" y="64910"/>
                  <a:pt x="2002532" y="64376"/>
                  <a:pt x="2000247" y="64376"/>
                </a:cubicBezTo>
                <a:cubicBezTo>
                  <a:pt x="1998176" y="64376"/>
                  <a:pt x="1995284" y="64626"/>
                  <a:pt x="1991571" y="65126"/>
                </a:cubicBezTo>
                <a:lnTo>
                  <a:pt x="1991571" y="60842"/>
                </a:lnTo>
                <a:lnTo>
                  <a:pt x="2028311" y="55272"/>
                </a:lnTo>
                <a:moveTo>
                  <a:pt x="2003353" y="141021"/>
                </a:moveTo>
                <a:cubicBezTo>
                  <a:pt x="2007781" y="146267"/>
                  <a:pt x="2013744" y="148890"/>
                  <a:pt x="2021242" y="148890"/>
                </a:cubicBezTo>
                <a:cubicBezTo>
                  <a:pt x="2024955" y="148890"/>
                  <a:pt x="2028740" y="147856"/>
                  <a:pt x="2032596" y="145787"/>
                </a:cubicBezTo>
                <a:cubicBezTo>
                  <a:pt x="2036452" y="143719"/>
                  <a:pt x="2040219" y="140653"/>
                  <a:pt x="2043897" y="136589"/>
                </a:cubicBezTo>
                <a:cubicBezTo>
                  <a:pt x="2047574" y="132523"/>
                  <a:pt x="2050877" y="127833"/>
                  <a:pt x="2053805" y="122520"/>
                </a:cubicBezTo>
                <a:cubicBezTo>
                  <a:pt x="2056733" y="117207"/>
                  <a:pt x="2059357" y="110948"/>
                  <a:pt x="2061678" y="103745"/>
                </a:cubicBezTo>
                <a:cubicBezTo>
                  <a:pt x="2063999" y="96541"/>
                  <a:pt x="2065159" y="89409"/>
                  <a:pt x="2065159" y="82348"/>
                </a:cubicBezTo>
                <a:cubicBezTo>
                  <a:pt x="2065159" y="76644"/>
                  <a:pt x="2063856" y="72277"/>
                  <a:pt x="2061249" y="69247"/>
                </a:cubicBezTo>
                <a:cubicBezTo>
                  <a:pt x="2058643" y="66214"/>
                  <a:pt x="2055590" y="64698"/>
                  <a:pt x="2052091" y="64698"/>
                </a:cubicBezTo>
                <a:cubicBezTo>
                  <a:pt x="2044379" y="64698"/>
                  <a:pt x="2036756" y="69125"/>
                  <a:pt x="2029222" y="77980"/>
                </a:cubicBezTo>
                <a:cubicBezTo>
                  <a:pt x="2021688" y="86833"/>
                  <a:pt x="2016172" y="97195"/>
                  <a:pt x="2012672" y="109067"/>
                </a:cubicBezTo>
                <a:lnTo>
                  <a:pt x="2003353" y="141021"/>
                </a:lnTo>
                <a:close/>
                <a:moveTo>
                  <a:pt x="2191790" y="88835"/>
                </a:moveTo>
                <a:cubicBezTo>
                  <a:pt x="2191790" y="99558"/>
                  <a:pt x="2188952" y="110174"/>
                  <a:pt x="2183274" y="120682"/>
                </a:cubicBezTo>
                <a:cubicBezTo>
                  <a:pt x="2177597" y="131191"/>
                  <a:pt x="2169689" y="139519"/>
                  <a:pt x="2159548" y="145667"/>
                </a:cubicBezTo>
                <a:cubicBezTo>
                  <a:pt x="2149408" y="151815"/>
                  <a:pt x="2139553" y="154889"/>
                  <a:pt x="2129984" y="154889"/>
                </a:cubicBezTo>
                <a:cubicBezTo>
                  <a:pt x="2120201" y="154889"/>
                  <a:pt x="2112221" y="151761"/>
                  <a:pt x="2106044" y="145506"/>
                </a:cubicBezTo>
                <a:cubicBezTo>
                  <a:pt x="2099867" y="139251"/>
                  <a:pt x="2096779" y="131155"/>
                  <a:pt x="2096779" y="121218"/>
                </a:cubicBezTo>
                <a:cubicBezTo>
                  <a:pt x="2096779" y="110709"/>
                  <a:pt x="2099796" y="100165"/>
                  <a:pt x="2105830" y="89585"/>
                </a:cubicBezTo>
                <a:cubicBezTo>
                  <a:pt x="2111864" y="79005"/>
                  <a:pt x="2119933" y="70641"/>
                  <a:pt x="2130038" y="64494"/>
                </a:cubicBezTo>
                <a:cubicBezTo>
                  <a:pt x="2140143" y="58346"/>
                  <a:pt x="2149908" y="55272"/>
                  <a:pt x="2159334" y="55272"/>
                </a:cubicBezTo>
                <a:cubicBezTo>
                  <a:pt x="2168760" y="55272"/>
                  <a:pt x="2176526" y="58381"/>
                  <a:pt x="2182632" y="64601"/>
                </a:cubicBezTo>
                <a:cubicBezTo>
                  <a:pt x="2188737" y="70820"/>
                  <a:pt x="2191790" y="78898"/>
                  <a:pt x="2191790" y="88835"/>
                </a:cubicBezTo>
                <a:moveTo>
                  <a:pt x="2174009" y="81267"/>
                </a:moveTo>
                <a:cubicBezTo>
                  <a:pt x="2174009" y="74601"/>
                  <a:pt x="2172384" y="69496"/>
                  <a:pt x="2169135" y="65950"/>
                </a:cubicBezTo>
                <a:cubicBezTo>
                  <a:pt x="2165886" y="62401"/>
                  <a:pt x="2161691" y="60627"/>
                  <a:pt x="2156549" y="60627"/>
                </a:cubicBezTo>
                <a:cubicBezTo>
                  <a:pt x="2146052" y="60627"/>
                  <a:pt x="2136394" y="68171"/>
                  <a:pt x="2127574" y="83259"/>
                </a:cubicBezTo>
                <a:cubicBezTo>
                  <a:pt x="2118755" y="98344"/>
                  <a:pt x="2114346" y="113340"/>
                  <a:pt x="2114346" y="128247"/>
                </a:cubicBezTo>
                <a:cubicBezTo>
                  <a:pt x="2114346" y="135056"/>
                  <a:pt x="2116059" y="140306"/>
                  <a:pt x="2119487" y="143997"/>
                </a:cubicBezTo>
                <a:cubicBezTo>
                  <a:pt x="2122915" y="147688"/>
                  <a:pt x="2127235" y="149533"/>
                  <a:pt x="2132448" y="149533"/>
                </a:cubicBezTo>
                <a:cubicBezTo>
                  <a:pt x="2142517" y="149533"/>
                  <a:pt x="2151961" y="142026"/>
                  <a:pt x="2160780" y="127012"/>
                </a:cubicBezTo>
                <a:cubicBezTo>
                  <a:pt x="2169599" y="111996"/>
                  <a:pt x="2174009" y="96748"/>
                  <a:pt x="2174009" y="81267"/>
                </a:cubicBezTo>
                <a:close/>
                <a:moveTo>
                  <a:pt x="2257901" y="28921"/>
                </a:moveTo>
                <a:lnTo>
                  <a:pt x="2249546" y="57842"/>
                </a:lnTo>
                <a:lnTo>
                  <a:pt x="2266363" y="57842"/>
                </a:lnTo>
                <a:lnTo>
                  <a:pt x="2264542" y="64698"/>
                </a:lnTo>
                <a:lnTo>
                  <a:pt x="2247832" y="64698"/>
                </a:lnTo>
                <a:lnTo>
                  <a:pt x="2229408" y="127906"/>
                </a:lnTo>
                <a:cubicBezTo>
                  <a:pt x="2227409" y="134701"/>
                  <a:pt x="2226409" y="139101"/>
                  <a:pt x="2226409" y="141104"/>
                </a:cubicBezTo>
                <a:cubicBezTo>
                  <a:pt x="2226409" y="142316"/>
                  <a:pt x="2226694" y="143242"/>
                  <a:pt x="2227266" y="143883"/>
                </a:cubicBezTo>
                <a:cubicBezTo>
                  <a:pt x="2227837" y="144523"/>
                  <a:pt x="2228515" y="144843"/>
                  <a:pt x="2229301" y="144843"/>
                </a:cubicBezTo>
                <a:cubicBezTo>
                  <a:pt x="2231086" y="144843"/>
                  <a:pt x="2233443" y="143597"/>
                  <a:pt x="2236371" y="141104"/>
                </a:cubicBezTo>
                <a:cubicBezTo>
                  <a:pt x="2238084" y="139676"/>
                  <a:pt x="2241905" y="135285"/>
                  <a:pt x="2247832" y="127929"/>
                </a:cubicBezTo>
                <a:lnTo>
                  <a:pt x="2251367" y="130607"/>
                </a:lnTo>
                <a:cubicBezTo>
                  <a:pt x="2244797" y="140169"/>
                  <a:pt x="2238584" y="146910"/>
                  <a:pt x="2232729" y="150829"/>
                </a:cubicBezTo>
                <a:cubicBezTo>
                  <a:pt x="2228730" y="153535"/>
                  <a:pt x="2224695" y="154889"/>
                  <a:pt x="2220625" y="154889"/>
                </a:cubicBezTo>
                <a:cubicBezTo>
                  <a:pt x="2217483" y="154889"/>
                  <a:pt x="2214912" y="153907"/>
                  <a:pt x="2212912" y="151943"/>
                </a:cubicBezTo>
                <a:cubicBezTo>
                  <a:pt x="2210913" y="149979"/>
                  <a:pt x="2209913" y="147462"/>
                  <a:pt x="2209913" y="144392"/>
                </a:cubicBezTo>
                <a:cubicBezTo>
                  <a:pt x="2209913" y="140535"/>
                  <a:pt x="2211056" y="134644"/>
                  <a:pt x="2213341" y="126718"/>
                </a:cubicBezTo>
                <a:lnTo>
                  <a:pt x="2231229" y="64698"/>
                </a:lnTo>
                <a:lnTo>
                  <a:pt x="2215055" y="64698"/>
                </a:lnTo>
                <a:lnTo>
                  <a:pt x="2216126" y="60453"/>
                </a:lnTo>
                <a:cubicBezTo>
                  <a:pt x="2223981" y="58286"/>
                  <a:pt x="2230515" y="55086"/>
                  <a:pt x="2235728" y="50853"/>
                </a:cubicBezTo>
                <a:cubicBezTo>
                  <a:pt x="2240941" y="46620"/>
                  <a:pt x="2246761" y="39309"/>
                  <a:pt x="2253188" y="28921"/>
                </a:cubicBezTo>
                <a:lnTo>
                  <a:pt x="2257901" y="28921"/>
                </a:lnTo>
                <a:close/>
                <a:moveTo>
                  <a:pt x="2288915" y="112043"/>
                </a:moveTo>
                <a:cubicBezTo>
                  <a:pt x="2288415" y="115602"/>
                  <a:pt x="2288165" y="118556"/>
                  <a:pt x="2288165" y="120903"/>
                </a:cubicBezTo>
                <a:cubicBezTo>
                  <a:pt x="2288165" y="127236"/>
                  <a:pt x="2290415" y="132628"/>
                  <a:pt x="2294913" y="137078"/>
                </a:cubicBezTo>
                <a:cubicBezTo>
                  <a:pt x="2299412" y="141525"/>
                  <a:pt x="2304875" y="143749"/>
                  <a:pt x="2311302" y="143749"/>
                </a:cubicBezTo>
                <a:cubicBezTo>
                  <a:pt x="2316444" y="143749"/>
                  <a:pt x="2321389" y="142699"/>
                  <a:pt x="2326138" y="140599"/>
                </a:cubicBezTo>
                <a:cubicBezTo>
                  <a:pt x="2330886" y="138497"/>
                  <a:pt x="2337938" y="133850"/>
                  <a:pt x="2347293" y="126657"/>
                </a:cubicBezTo>
                <a:lnTo>
                  <a:pt x="2349542" y="129764"/>
                </a:lnTo>
                <a:cubicBezTo>
                  <a:pt x="2332618" y="146514"/>
                  <a:pt x="2316479" y="154889"/>
                  <a:pt x="2301126" y="154889"/>
                </a:cubicBezTo>
                <a:cubicBezTo>
                  <a:pt x="2290700" y="154889"/>
                  <a:pt x="2282845" y="151601"/>
                  <a:pt x="2277561" y="145024"/>
                </a:cubicBezTo>
                <a:cubicBezTo>
                  <a:pt x="2272276" y="138448"/>
                  <a:pt x="2269634" y="131192"/>
                  <a:pt x="2269634" y="123256"/>
                </a:cubicBezTo>
                <a:cubicBezTo>
                  <a:pt x="2269634" y="112605"/>
                  <a:pt x="2272919" y="101704"/>
                  <a:pt x="2279489" y="90553"/>
                </a:cubicBezTo>
                <a:cubicBezTo>
                  <a:pt x="2286059" y="79399"/>
                  <a:pt x="2294306" y="70731"/>
                  <a:pt x="2304232" y="64547"/>
                </a:cubicBezTo>
                <a:cubicBezTo>
                  <a:pt x="2314158" y="58363"/>
                  <a:pt x="2324370" y="55272"/>
                  <a:pt x="2334867" y="55272"/>
                </a:cubicBezTo>
                <a:cubicBezTo>
                  <a:pt x="2342437" y="55272"/>
                  <a:pt x="2348043" y="56812"/>
                  <a:pt x="2351685" y="59894"/>
                </a:cubicBezTo>
                <a:cubicBezTo>
                  <a:pt x="2355326" y="62976"/>
                  <a:pt x="2357147" y="66632"/>
                  <a:pt x="2357147" y="70864"/>
                </a:cubicBezTo>
                <a:cubicBezTo>
                  <a:pt x="2357147" y="76813"/>
                  <a:pt x="2354791" y="82511"/>
                  <a:pt x="2350078" y="87958"/>
                </a:cubicBezTo>
                <a:cubicBezTo>
                  <a:pt x="2343865" y="95055"/>
                  <a:pt x="2334725" y="100789"/>
                  <a:pt x="2322656" y="105161"/>
                </a:cubicBezTo>
                <a:cubicBezTo>
                  <a:pt x="2314658" y="108100"/>
                  <a:pt x="2303411" y="110394"/>
                  <a:pt x="2288915" y="112043"/>
                </a:cubicBezTo>
                <a:moveTo>
                  <a:pt x="2289665" y="106687"/>
                </a:moveTo>
                <a:cubicBezTo>
                  <a:pt x="2300233" y="105471"/>
                  <a:pt x="2308838" y="103395"/>
                  <a:pt x="2315480" y="100461"/>
                </a:cubicBezTo>
                <a:cubicBezTo>
                  <a:pt x="2324263" y="96524"/>
                  <a:pt x="2330851" y="91818"/>
                  <a:pt x="2335242" y="86342"/>
                </a:cubicBezTo>
                <a:cubicBezTo>
                  <a:pt x="2339634" y="80865"/>
                  <a:pt x="2341830" y="75658"/>
                  <a:pt x="2341830" y="70720"/>
                </a:cubicBezTo>
                <a:cubicBezTo>
                  <a:pt x="2341830" y="67714"/>
                  <a:pt x="2340884" y="65280"/>
                  <a:pt x="2338991" y="63419"/>
                </a:cubicBezTo>
                <a:cubicBezTo>
                  <a:pt x="2337099" y="61558"/>
                  <a:pt x="2334403" y="60627"/>
                  <a:pt x="2330904" y="60627"/>
                </a:cubicBezTo>
                <a:cubicBezTo>
                  <a:pt x="2323620" y="60627"/>
                  <a:pt x="2315890" y="64510"/>
                  <a:pt x="2307714" y="72276"/>
                </a:cubicBezTo>
                <a:cubicBezTo>
                  <a:pt x="2299537" y="80042"/>
                  <a:pt x="2293521" y="91512"/>
                  <a:pt x="2289665" y="106687"/>
                </a:cubicBezTo>
                <a:close/>
                <a:moveTo>
                  <a:pt x="2408685" y="55272"/>
                </a:moveTo>
                <a:lnTo>
                  <a:pt x="2394438" y="104156"/>
                </a:lnTo>
                <a:cubicBezTo>
                  <a:pt x="2407792" y="84173"/>
                  <a:pt x="2418021" y="71030"/>
                  <a:pt x="2425127" y="64728"/>
                </a:cubicBezTo>
                <a:cubicBezTo>
                  <a:pt x="2432232" y="58424"/>
                  <a:pt x="2439070" y="55272"/>
                  <a:pt x="2445639" y="55272"/>
                </a:cubicBezTo>
                <a:cubicBezTo>
                  <a:pt x="2449210" y="55272"/>
                  <a:pt x="2452156" y="56457"/>
                  <a:pt x="2454476" y="58826"/>
                </a:cubicBezTo>
                <a:cubicBezTo>
                  <a:pt x="2456797" y="61196"/>
                  <a:pt x="2457958" y="64284"/>
                  <a:pt x="2457958" y="68089"/>
                </a:cubicBezTo>
                <a:cubicBezTo>
                  <a:pt x="2457958" y="72375"/>
                  <a:pt x="2456922" y="78093"/>
                  <a:pt x="2454851" y="85240"/>
                </a:cubicBezTo>
                <a:lnTo>
                  <a:pt x="2441783" y="130369"/>
                </a:lnTo>
                <a:cubicBezTo>
                  <a:pt x="2440284" y="135587"/>
                  <a:pt x="2439534" y="138767"/>
                  <a:pt x="2439534" y="139909"/>
                </a:cubicBezTo>
                <a:cubicBezTo>
                  <a:pt x="2439534" y="140909"/>
                  <a:pt x="2439819" y="141748"/>
                  <a:pt x="2440391" y="142427"/>
                </a:cubicBezTo>
                <a:cubicBezTo>
                  <a:pt x="2440962" y="143103"/>
                  <a:pt x="2441569" y="143441"/>
                  <a:pt x="2442212" y="143441"/>
                </a:cubicBezTo>
                <a:cubicBezTo>
                  <a:pt x="2443069" y="143441"/>
                  <a:pt x="2444104" y="142977"/>
                  <a:pt x="2445318" y="142048"/>
                </a:cubicBezTo>
                <a:cubicBezTo>
                  <a:pt x="2449103" y="139051"/>
                  <a:pt x="2453245" y="134482"/>
                  <a:pt x="2457743" y="128341"/>
                </a:cubicBezTo>
                <a:lnTo>
                  <a:pt x="2461064" y="130376"/>
                </a:lnTo>
                <a:cubicBezTo>
                  <a:pt x="2454423" y="139869"/>
                  <a:pt x="2448139" y="146649"/>
                  <a:pt x="2442212" y="150715"/>
                </a:cubicBezTo>
                <a:cubicBezTo>
                  <a:pt x="2438070" y="153497"/>
                  <a:pt x="2434357" y="154889"/>
                  <a:pt x="2431072" y="154889"/>
                </a:cubicBezTo>
                <a:cubicBezTo>
                  <a:pt x="2428429" y="154889"/>
                  <a:pt x="2426323" y="154086"/>
                  <a:pt x="2424752" y="152479"/>
                </a:cubicBezTo>
                <a:cubicBezTo>
                  <a:pt x="2423181" y="150872"/>
                  <a:pt x="2422395" y="148712"/>
                  <a:pt x="2422395" y="145998"/>
                </a:cubicBezTo>
                <a:cubicBezTo>
                  <a:pt x="2422395" y="142580"/>
                  <a:pt x="2423609" y="136704"/>
                  <a:pt x="2426037" y="128371"/>
                </a:cubicBezTo>
                <a:lnTo>
                  <a:pt x="2438463" y="85431"/>
                </a:lnTo>
                <a:cubicBezTo>
                  <a:pt x="2440034" y="80089"/>
                  <a:pt x="2440819" y="75923"/>
                  <a:pt x="2440819" y="72932"/>
                </a:cubicBezTo>
                <a:cubicBezTo>
                  <a:pt x="2440819" y="71508"/>
                  <a:pt x="2440355" y="70351"/>
                  <a:pt x="2439427" y="69461"/>
                </a:cubicBezTo>
                <a:cubicBezTo>
                  <a:pt x="2438498" y="68571"/>
                  <a:pt x="2437356" y="68125"/>
                  <a:pt x="2435999" y="68125"/>
                </a:cubicBezTo>
                <a:cubicBezTo>
                  <a:pt x="2433999" y="68125"/>
                  <a:pt x="2431607" y="68980"/>
                  <a:pt x="2428822" y="70689"/>
                </a:cubicBezTo>
                <a:cubicBezTo>
                  <a:pt x="2423538" y="73892"/>
                  <a:pt x="2418039" y="79177"/>
                  <a:pt x="2412326" y="86546"/>
                </a:cubicBezTo>
                <a:cubicBezTo>
                  <a:pt x="2406614" y="93912"/>
                  <a:pt x="2400579" y="103325"/>
                  <a:pt x="2394224" y="114784"/>
                </a:cubicBezTo>
                <a:cubicBezTo>
                  <a:pt x="2390868" y="120834"/>
                  <a:pt x="2388083" y="127454"/>
                  <a:pt x="2385869" y="134644"/>
                </a:cubicBezTo>
                <a:lnTo>
                  <a:pt x="2380513" y="152318"/>
                </a:lnTo>
                <a:lnTo>
                  <a:pt x="2364446" y="152318"/>
                </a:lnTo>
                <a:lnTo>
                  <a:pt x="2383941" y="85050"/>
                </a:lnTo>
                <a:cubicBezTo>
                  <a:pt x="2386226" y="77025"/>
                  <a:pt x="2387369" y="72196"/>
                  <a:pt x="2387369" y="70562"/>
                </a:cubicBezTo>
                <a:cubicBezTo>
                  <a:pt x="2387369" y="69000"/>
                  <a:pt x="2386744" y="67632"/>
                  <a:pt x="2385494" y="66458"/>
                </a:cubicBezTo>
                <a:cubicBezTo>
                  <a:pt x="2384244" y="65285"/>
                  <a:pt x="2382691" y="64698"/>
                  <a:pt x="2380835" y="64698"/>
                </a:cubicBezTo>
                <a:cubicBezTo>
                  <a:pt x="2379978" y="64698"/>
                  <a:pt x="2378478" y="64841"/>
                  <a:pt x="2376336" y="65126"/>
                </a:cubicBezTo>
                <a:lnTo>
                  <a:pt x="2372265" y="65769"/>
                </a:lnTo>
                <a:lnTo>
                  <a:pt x="2371623" y="61913"/>
                </a:lnTo>
                <a:lnTo>
                  <a:pt x="2408685" y="55272"/>
                </a:lnTo>
                <a:close/>
                <a:moveTo>
                  <a:pt x="2527817" y="28921"/>
                </a:moveTo>
                <a:lnTo>
                  <a:pt x="2519462" y="57842"/>
                </a:lnTo>
                <a:lnTo>
                  <a:pt x="2536279" y="57842"/>
                </a:lnTo>
                <a:lnTo>
                  <a:pt x="2534458" y="64698"/>
                </a:lnTo>
                <a:lnTo>
                  <a:pt x="2517748" y="64698"/>
                </a:lnTo>
                <a:lnTo>
                  <a:pt x="2499324" y="127906"/>
                </a:lnTo>
                <a:cubicBezTo>
                  <a:pt x="2497325" y="134701"/>
                  <a:pt x="2496325" y="139101"/>
                  <a:pt x="2496325" y="141104"/>
                </a:cubicBezTo>
                <a:cubicBezTo>
                  <a:pt x="2496325" y="142316"/>
                  <a:pt x="2496611" y="143242"/>
                  <a:pt x="2497182" y="143883"/>
                </a:cubicBezTo>
                <a:cubicBezTo>
                  <a:pt x="2497753" y="144523"/>
                  <a:pt x="2498432" y="144843"/>
                  <a:pt x="2499217" y="144843"/>
                </a:cubicBezTo>
                <a:cubicBezTo>
                  <a:pt x="2501002" y="144843"/>
                  <a:pt x="2503359" y="143597"/>
                  <a:pt x="2506287" y="141104"/>
                </a:cubicBezTo>
                <a:cubicBezTo>
                  <a:pt x="2508001" y="139676"/>
                  <a:pt x="2511821" y="135285"/>
                  <a:pt x="2517748" y="127929"/>
                </a:cubicBezTo>
                <a:lnTo>
                  <a:pt x="2521283" y="130607"/>
                </a:lnTo>
                <a:cubicBezTo>
                  <a:pt x="2514713" y="140169"/>
                  <a:pt x="2508501" y="146910"/>
                  <a:pt x="2502645" y="150829"/>
                </a:cubicBezTo>
                <a:cubicBezTo>
                  <a:pt x="2498646" y="153535"/>
                  <a:pt x="2494611" y="154889"/>
                  <a:pt x="2490541" y="154889"/>
                </a:cubicBezTo>
                <a:cubicBezTo>
                  <a:pt x="2487399" y="154889"/>
                  <a:pt x="2484828" y="153907"/>
                  <a:pt x="2482829" y="151943"/>
                </a:cubicBezTo>
                <a:cubicBezTo>
                  <a:pt x="2480829" y="149979"/>
                  <a:pt x="2479829" y="147462"/>
                  <a:pt x="2479829" y="144392"/>
                </a:cubicBezTo>
                <a:cubicBezTo>
                  <a:pt x="2479829" y="140535"/>
                  <a:pt x="2480972" y="134644"/>
                  <a:pt x="2483257" y="126718"/>
                </a:cubicBezTo>
                <a:lnTo>
                  <a:pt x="2501145" y="64698"/>
                </a:lnTo>
                <a:lnTo>
                  <a:pt x="2484971" y="64698"/>
                </a:lnTo>
                <a:lnTo>
                  <a:pt x="2486042" y="60453"/>
                </a:lnTo>
                <a:cubicBezTo>
                  <a:pt x="2493897" y="58286"/>
                  <a:pt x="2500431" y="55086"/>
                  <a:pt x="2505644" y="50853"/>
                </a:cubicBezTo>
                <a:cubicBezTo>
                  <a:pt x="2510857" y="46620"/>
                  <a:pt x="2516677" y="39309"/>
                  <a:pt x="2523104" y="28921"/>
                </a:cubicBezTo>
                <a:lnTo>
                  <a:pt x="2527817" y="28921"/>
                </a:lnTo>
                <a:close/>
                <a:moveTo>
                  <a:pt x="2581754" y="12640"/>
                </a:moveTo>
                <a:cubicBezTo>
                  <a:pt x="2584753" y="12640"/>
                  <a:pt x="2587288" y="13675"/>
                  <a:pt x="2589359" y="15746"/>
                </a:cubicBezTo>
                <a:cubicBezTo>
                  <a:pt x="2591430" y="17817"/>
                  <a:pt x="2592465" y="20352"/>
                  <a:pt x="2592465" y="23351"/>
                </a:cubicBezTo>
                <a:cubicBezTo>
                  <a:pt x="2592465" y="26279"/>
                  <a:pt x="2591412" y="28796"/>
                  <a:pt x="2589306" y="30903"/>
                </a:cubicBezTo>
                <a:cubicBezTo>
                  <a:pt x="2587199" y="33009"/>
                  <a:pt x="2584682" y="34063"/>
                  <a:pt x="2581754" y="34063"/>
                </a:cubicBezTo>
                <a:cubicBezTo>
                  <a:pt x="2578826" y="34063"/>
                  <a:pt x="2576309" y="33009"/>
                  <a:pt x="2574202" y="30903"/>
                </a:cubicBezTo>
                <a:cubicBezTo>
                  <a:pt x="2572096" y="28796"/>
                  <a:pt x="2571042" y="26279"/>
                  <a:pt x="2571042" y="23351"/>
                </a:cubicBezTo>
                <a:cubicBezTo>
                  <a:pt x="2571042" y="20352"/>
                  <a:pt x="2572078" y="17817"/>
                  <a:pt x="2574149" y="15746"/>
                </a:cubicBezTo>
                <a:cubicBezTo>
                  <a:pt x="2576220" y="13675"/>
                  <a:pt x="2578755" y="12640"/>
                  <a:pt x="2581754" y="12640"/>
                </a:cubicBezTo>
                <a:moveTo>
                  <a:pt x="2583146" y="55272"/>
                </a:moveTo>
                <a:lnTo>
                  <a:pt x="2561938" y="130396"/>
                </a:lnTo>
                <a:cubicBezTo>
                  <a:pt x="2560509" y="135469"/>
                  <a:pt x="2559795" y="138505"/>
                  <a:pt x="2559795" y="139504"/>
                </a:cubicBezTo>
                <a:cubicBezTo>
                  <a:pt x="2559795" y="140651"/>
                  <a:pt x="2560134" y="141584"/>
                  <a:pt x="2560813" y="142303"/>
                </a:cubicBezTo>
                <a:cubicBezTo>
                  <a:pt x="2561491" y="143019"/>
                  <a:pt x="2562295" y="143377"/>
                  <a:pt x="2563223" y="143377"/>
                </a:cubicBezTo>
                <a:cubicBezTo>
                  <a:pt x="2564294" y="143377"/>
                  <a:pt x="2565580" y="142804"/>
                  <a:pt x="2567079" y="141657"/>
                </a:cubicBezTo>
                <a:cubicBezTo>
                  <a:pt x="2571150" y="138437"/>
                  <a:pt x="2575256" y="133863"/>
                  <a:pt x="2579397" y="127936"/>
                </a:cubicBezTo>
                <a:lnTo>
                  <a:pt x="2583146" y="130400"/>
                </a:lnTo>
                <a:cubicBezTo>
                  <a:pt x="2578291" y="137833"/>
                  <a:pt x="2572578" y="144096"/>
                  <a:pt x="2566008" y="149188"/>
                </a:cubicBezTo>
                <a:cubicBezTo>
                  <a:pt x="2561152" y="152989"/>
                  <a:pt x="2556510" y="154889"/>
                  <a:pt x="2552083" y="154889"/>
                </a:cubicBezTo>
                <a:cubicBezTo>
                  <a:pt x="2549155" y="154889"/>
                  <a:pt x="2546763" y="154014"/>
                  <a:pt x="2544906" y="152265"/>
                </a:cubicBezTo>
                <a:cubicBezTo>
                  <a:pt x="2543050" y="150515"/>
                  <a:pt x="2542121" y="148319"/>
                  <a:pt x="2542121" y="145677"/>
                </a:cubicBezTo>
                <a:cubicBezTo>
                  <a:pt x="2542121" y="143030"/>
                  <a:pt x="2543014" y="138631"/>
                  <a:pt x="2544799" y="132478"/>
                </a:cubicBezTo>
                <a:lnTo>
                  <a:pt x="2558724" y="84407"/>
                </a:lnTo>
                <a:cubicBezTo>
                  <a:pt x="2561009" y="76596"/>
                  <a:pt x="2562152" y="71697"/>
                  <a:pt x="2562152" y="69709"/>
                </a:cubicBezTo>
                <a:cubicBezTo>
                  <a:pt x="2562152" y="68147"/>
                  <a:pt x="2561598" y="66868"/>
                  <a:pt x="2560492" y="65873"/>
                </a:cubicBezTo>
                <a:cubicBezTo>
                  <a:pt x="2559385" y="64875"/>
                  <a:pt x="2557867" y="64376"/>
                  <a:pt x="2555939" y="64376"/>
                </a:cubicBezTo>
                <a:cubicBezTo>
                  <a:pt x="2554368" y="64376"/>
                  <a:pt x="2551119" y="64769"/>
                  <a:pt x="2546192" y="65555"/>
                </a:cubicBezTo>
                <a:lnTo>
                  <a:pt x="2546192" y="61270"/>
                </a:lnTo>
                <a:lnTo>
                  <a:pt x="2583146" y="55272"/>
                </a:lnTo>
                <a:close/>
                <a:moveTo>
                  <a:pt x="2695632" y="55272"/>
                </a:moveTo>
                <a:lnTo>
                  <a:pt x="2674744" y="128006"/>
                </a:lnTo>
                <a:lnTo>
                  <a:pt x="2672388" y="137781"/>
                </a:lnTo>
                <a:cubicBezTo>
                  <a:pt x="2672174" y="138698"/>
                  <a:pt x="2672067" y="139473"/>
                  <a:pt x="2672067" y="140107"/>
                </a:cubicBezTo>
                <a:cubicBezTo>
                  <a:pt x="2672067" y="141250"/>
                  <a:pt x="2672424" y="142249"/>
                  <a:pt x="2673138" y="143106"/>
                </a:cubicBezTo>
                <a:cubicBezTo>
                  <a:pt x="2673709" y="143749"/>
                  <a:pt x="2674423" y="144070"/>
                  <a:pt x="2675280" y="144070"/>
                </a:cubicBezTo>
                <a:cubicBezTo>
                  <a:pt x="2676208" y="144070"/>
                  <a:pt x="2677422" y="143499"/>
                  <a:pt x="2678922" y="142356"/>
                </a:cubicBezTo>
                <a:cubicBezTo>
                  <a:pt x="2681707" y="140285"/>
                  <a:pt x="2685420" y="136001"/>
                  <a:pt x="2690062" y="129503"/>
                </a:cubicBezTo>
                <a:lnTo>
                  <a:pt x="2693704" y="132073"/>
                </a:lnTo>
                <a:cubicBezTo>
                  <a:pt x="2688777" y="139500"/>
                  <a:pt x="2683706" y="145159"/>
                  <a:pt x="2678493" y="149051"/>
                </a:cubicBezTo>
                <a:cubicBezTo>
                  <a:pt x="2673280" y="152943"/>
                  <a:pt x="2668460" y="154889"/>
                  <a:pt x="2664033" y="154889"/>
                </a:cubicBezTo>
                <a:cubicBezTo>
                  <a:pt x="2660962" y="154889"/>
                  <a:pt x="2658659" y="154121"/>
                  <a:pt x="2657124" y="152586"/>
                </a:cubicBezTo>
                <a:cubicBezTo>
                  <a:pt x="2655589" y="151051"/>
                  <a:pt x="2654821" y="148819"/>
                  <a:pt x="2654821" y="145891"/>
                </a:cubicBezTo>
                <a:cubicBezTo>
                  <a:pt x="2654821" y="142392"/>
                  <a:pt x="2655606" y="137786"/>
                  <a:pt x="2657177" y="132073"/>
                </a:cubicBezTo>
                <a:lnTo>
                  <a:pt x="2659427" y="123775"/>
                </a:lnTo>
                <a:cubicBezTo>
                  <a:pt x="2650072" y="136091"/>
                  <a:pt x="2641467" y="144698"/>
                  <a:pt x="2633612" y="149597"/>
                </a:cubicBezTo>
                <a:cubicBezTo>
                  <a:pt x="2627971" y="153125"/>
                  <a:pt x="2622436" y="154889"/>
                  <a:pt x="2617009" y="154889"/>
                </a:cubicBezTo>
                <a:cubicBezTo>
                  <a:pt x="2611796" y="154889"/>
                  <a:pt x="2607297" y="152726"/>
                  <a:pt x="2603513" y="148402"/>
                </a:cubicBezTo>
                <a:cubicBezTo>
                  <a:pt x="2599728" y="144077"/>
                  <a:pt x="2597836" y="138125"/>
                  <a:pt x="2597836" y="130547"/>
                </a:cubicBezTo>
                <a:cubicBezTo>
                  <a:pt x="2597836" y="119182"/>
                  <a:pt x="2601245" y="107190"/>
                  <a:pt x="2608065" y="94573"/>
                </a:cubicBezTo>
                <a:cubicBezTo>
                  <a:pt x="2614885" y="81956"/>
                  <a:pt x="2623543" y="71858"/>
                  <a:pt x="2634041" y="64279"/>
                </a:cubicBezTo>
                <a:cubicBezTo>
                  <a:pt x="2642253" y="58274"/>
                  <a:pt x="2650001" y="55272"/>
                  <a:pt x="2657285" y="55272"/>
                </a:cubicBezTo>
                <a:cubicBezTo>
                  <a:pt x="2661641" y="55272"/>
                  <a:pt x="2665265" y="56424"/>
                  <a:pt x="2668157" y="58729"/>
                </a:cubicBezTo>
                <a:cubicBezTo>
                  <a:pt x="2671049" y="61035"/>
                  <a:pt x="2673245" y="64852"/>
                  <a:pt x="2674744" y="70181"/>
                </a:cubicBezTo>
                <a:lnTo>
                  <a:pt x="2678601" y="57842"/>
                </a:lnTo>
                <a:lnTo>
                  <a:pt x="2695632" y="55272"/>
                </a:lnTo>
                <a:moveTo>
                  <a:pt x="2657499" y="60627"/>
                </a:moveTo>
                <a:cubicBezTo>
                  <a:pt x="2652929" y="60627"/>
                  <a:pt x="2648073" y="62779"/>
                  <a:pt x="2642931" y="67081"/>
                </a:cubicBezTo>
                <a:cubicBezTo>
                  <a:pt x="2635647" y="73173"/>
                  <a:pt x="2629167" y="82205"/>
                  <a:pt x="2623490" y="94178"/>
                </a:cubicBezTo>
                <a:cubicBezTo>
                  <a:pt x="2617813" y="106150"/>
                  <a:pt x="2614974" y="116976"/>
                  <a:pt x="2614974" y="126654"/>
                </a:cubicBezTo>
                <a:cubicBezTo>
                  <a:pt x="2614974" y="131530"/>
                  <a:pt x="2616188" y="135384"/>
                  <a:pt x="2618616" y="138216"/>
                </a:cubicBezTo>
                <a:cubicBezTo>
                  <a:pt x="2621044" y="141048"/>
                  <a:pt x="2623829" y="142463"/>
                  <a:pt x="2626971" y="142463"/>
                </a:cubicBezTo>
                <a:cubicBezTo>
                  <a:pt x="2634755" y="142463"/>
                  <a:pt x="2643217" y="136693"/>
                  <a:pt x="2652357" y="125151"/>
                </a:cubicBezTo>
                <a:cubicBezTo>
                  <a:pt x="2664568" y="109809"/>
                  <a:pt x="2670674" y="94072"/>
                  <a:pt x="2670674" y="77940"/>
                </a:cubicBezTo>
                <a:cubicBezTo>
                  <a:pt x="2670674" y="71848"/>
                  <a:pt x="2669496" y="67439"/>
                  <a:pt x="2667139" y="64714"/>
                </a:cubicBezTo>
                <a:cubicBezTo>
                  <a:pt x="2664783" y="61990"/>
                  <a:pt x="2661569" y="60627"/>
                  <a:pt x="2657499" y="60627"/>
                </a:cubicBezTo>
                <a:close/>
                <a:moveTo>
                  <a:pt x="2768490" y="0"/>
                </a:moveTo>
                <a:lnTo>
                  <a:pt x="2731857" y="127501"/>
                </a:lnTo>
                <a:cubicBezTo>
                  <a:pt x="2730072" y="133859"/>
                  <a:pt x="2729179" y="137752"/>
                  <a:pt x="2729179" y="139180"/>
                </a:cubicBezTo>
                <a:cubicBezTo>
                  <a:pt x="2729179" y="140251"/>
                  <a:pt x="2729518" y="141144"/>
                  <a:pt x="2730196" y="141858"/>
                </a:cubicBezTo>
                <a:cubicBezTo>
                  <a:pt x="2730875" y="142572"/>
                  <a:pt x="2731714" y="142929"/>
                  <a:pt x="2732714" y="142929"/>
                </a:cubicBezTo>
                <a:cubicBezTo>
                  <a:pt x="2734070" y="142929"/>
                  <a:pt x="2735534" y="142322"/>
                  <a:pt x="2737105" y="141108"/>
                </a:cubicBezTo>
                <a:cubicBezTo>
                  <a:pt x="2740819" y="138176"/>
                  <a:pt x="2744711" y="133629"/>
                  <a:pt x="2748781" y="127467"/>
                </a:cubicBezTo>
                <a:lnTo>
                  <a:pt x="2751994" y="130788"/>
                </a:lnTo>
                <a:cubicBezTo>
                  <a:pt x="2745210" y="140357"/>
                  <a:pt x="2738962" y="147034"/>
                  <a:pt x="2733249" y="150818"/>
                </a:cubicBezTo>
                <a:cubicBezTo>
                  <a:pt x="2729036" y="153532"/>
                  <a:pt x="2725037" y="154889"/>
                  <a:pt x="2721252" y="154889"/>
                </a:cubicBezTo>
                <a:cubicBezTo>
                  <a:pt x="2718539" y="154889"/>
                  <a:pt x="2716271" y="153961"/>
                  <a:pt x="2714451" y="152104"/>
                </a:cubicBezTo>
                <a:cubicBezTo>
                  <a:pt x="2712630" y="150247"/>
                  <a:pt x="2711719" y="148105"/>
                  <a:pt x="2711719" y="145677"/>
                </a:cubicBezTo>
                <a:cubicBezTo>
                  <a:pt x="2711719" y="143102"/>
                  <a:pt x="2712862" y="137807"/>
                  <a:pt x="2715147" y="129794"/>
                </a:cubicBezTo>
                <a:lnTo>
                  <a:pt x="2744175" y="29135"/>
                </a:lnTo>
                <a:cubicBezTo>
                  <a:pt x="2746532" y="20923"/>
                  <a:pt x="2747710" y="16210"/>
                  <a:pt x="2747710" y="14996"/>
                </a:cubicBezTo>
                <a:cubicBezTo>
                  <a:pt x="2747710" y="13282"/>
                  <a:pt x="2747031" y="11872"/>
                  <a:pt x="2745675" y="10765"/>
                </a:cubicBezTo>
                <a:cubicBezTo>
                  <a:pt x="2744318" y="9658"/>
                  <a:pt x="2742211" y="9105"/>
                  <a:pt x="2739355" y="9105"/>
                </a:cubicBezTo>
                <a:cubicBezTo>
                  <a:pt x="2737712" y="9105"/>
                  <a:pt x="2735213" y="9355"/>
                  <a:pt x="2731857" y="9855"/>
                </a:cubicBezTo>
                <a:lnTo>
                  <a:pt x="2731857" y="5998"/>
                </a:lnTo>
                <a:lnTo>
                  <a:pt x="2768490" y="0"/>
                </a:lnTo>
                <a:close/>
                <a:moveTo>
                  <a:pt x="2838158" y="112043"/>
                </a:moveTo>
                <a:cubicBezTo>
                  <a:pt x="2837658" y="115602"/>
                  <a:pt x="2837408" y="118556"/>
                  <a:pt x="2837408" y="120903"/>
                </a:cubicBezTo>
                <a:cubicBezTo>
                  <a:pt x="2837408" y="127236"/>
                  <a:pt x="2839658" y="132628"/>
                  <a:pt x="2844157" y="137078"/>
                </a:cubicBezTo>
                <a:cubicBezTo>
                  <a:pt x="2848655" y="141525"/>
                  <a:pt x="2854118" y="143749"/>
                  <a:pt x="2860545" y="143749"/>
                </a:cubicBezTo>
                <a:cubicBezTo>
                  <a:pt x="2865687" y="143749"/>
                  <a:pt x="2870632" y="142699"/>
                  <a:pt x="2875381" y="140599"/>
                </a:cubicBezTo>
                <a:cubicBezTo>
                  <a:pt x="2880130" y="138497"/>
                  <a:pt x="2887181" y="133850"/>
                  <a:pt x="2896536" y="126657"/>
                </a:cubicBezTo>
                <a:lnTo>
                  <a:pt x="2898785" y="129764"/>
                </a:lnTo>
                <a:cubicBezTo>
                  <a:pt x="2881861" y="146514"/>
                  <a:pt x="2865723" y="154889"/>
                  <a:pt x="2850369" y="154889"/>
                </a:cubicBezTo>
                <a:cubicBezTo>
                  <a:pt x="2839943" y="154889"/>
                  <a:pt x="2832088" y="151601"/>
                  <a:pt x="2826804" y="145024"/>
                </a:cubicBezTo>
                <a:cubicBezTo>
                  <a:pt x="2821520" y="138448"/>
                  <a:pt x="2818877" y="131192"/>
                  <a:pt x="2818877" y="123256"/>
                </a:cubicBezTo>
                <a:cubicBezTo>
                  <a:pt x="2818877" y="112605"/>
                  <a:pt x="2822162" y="101704"/>
                  <a:pt x="2828732" y="90553"/>
                </a:cubicBezTo>
                <a:cubicBezTo>
                  <a:pt x="2835302" y="79399"/>
                  <a:pt x="2843550" y="70731"/>
                  <a:pt x="2853476" y="64547"/>
                </a:cubicBezTo>
                <a:cubicBezTo>
                  <a:pt x="2863402" y="58363"/>
                  <a:pt x="2873613" y="55272"/>
                  <a:pt x="2884111" y="55272"/>
                </a:cubicBezTo>
                <a:cubicBezTo>
                  <a:pt x="2891680" y="55272"/>
                  <a:pt x="2897286" y="56812"/>
                  <a:pt x="2900928" y="59894"/>
                </a:cubicBezTo>
                <a:cubicBezTo>
                  <a:pt x="2904570" y="62976"/>
                  <a:pt x="2906391" y="66632"/>
                  <a:pt x="2906391" y="70864"/>
                </a:cubicBezTo>
                <a:cubicBezTo>
                  <a:pt x="2906391" y="76813"/>
                  <a:pt x="2904034" y="82511"/>
                  <a:pt x="2899321" y="87958"/>
                </a:cubicBezTo>
                <a:cubicBezTo>
                  <a:pt x="2893108" y="95055"/>
                  <a:pt x="2883968" y="100789"/>
                  <a:pt x="2871900" y="105161"/>
                </a:cubicBezTo>
                <a:cubicBezTo>
                  <a:pt x="2863902" y="108100"/>
                  <a:pt x="2852654" y="110394"/>
                  <a:pt x="2838158" y="112043"/>
                </a:cubicBezTo>
                <a:moveTo>
                  <a:pt x="2838908" y="106687"/>
                </a:moveTo>
                <a:cubicBezTo>
                  <a:pt x="2849477" y="105471"/>
                  <a:pt x="2858082" y="103395"/>
                  <a:pt x="2864723" y="100461"/>
                </a:cubicBezTo>
                <a:cubicBezTo>
                  <a:pt x="2873506" y="96524"/>
                  <a:pt x="2880094" y="91818"/>
                  <a:pt x="2884486" y="86342"/>
                </a:cubicBezTo>
                <a:cubicBezTo>
                  <a:pt x="2888877" y="80865"/>
                  <a:pt x="2891073" y="75658"/>
                  <a:pt x="2891073" y="70720"/>
                </a:cubicBezTo>
                <a:cubicBezTo>
                  <a:pt x="2891073" y="67714"/>
                  <a:pt x="2890127" y="65280"/>
                  <a:pt x="2888235" y="63419"/>
                </a:cubicBezTo>
                <a:cubicBezTo>
                  <a:pt x="2886342" y="61558"/>
                  <a:pt x="2883646" y="60627"/>
                  <a:pt x="2880147" y="60627"/>
                </a:cubicBezTo>
                <a:cubicBezTo>
                  <a:pt x="2872864" y="60627"/>
                  <a:pt x="2865133" y="64510"/>
                  <a:pt x="2856957" y="72276"/>
                </a:cubicBezTo>
                <a:cubicBezTo>
                  <a:pt x="2848780" y="80042"/>
                  <a:pt x="2842764" y="91512"/>
                  <a:pt x="2838908" y="106687"/>
                </a:cubicBezTo>
                <a:close/>
                <a:moveTo>
                  <a:pt x="2966498" y="28921"/>
                </a:moveTo>
                <a:lnTo>
                  <a:pt x="2958143" y="57842"/>
                </a:lnTo>
                <a:lnTo>
                  <a:pt x="2974960" y="57842"/>
                </a:lnTo>
                <a:lnTo>
                  <a:pt x="2973139" y="64698"/>
                </a:lnTo>
                <a:lnTo>
                  <a:pt x="2956429" y="64698"/>
                </a:lnTo>
                <a:lnTo>
                  <a:pt x="2938005" y="127906"/>
                </a:lnTo>
                <a:cubicBezTo>
                  <a:pt x="2936005" y="134701"/>
                  <a:pt x="2935006" y="139101"/>
                  <a:pt x="2935006" y="141104"/>
                </a:cubicBezTo>
                <a:cubicBezTo>
                  <a:pt x="2935006" y="142316"/>
                  <a:pt x="2935291" y="143242"/>
                  <a:pt x="2935863" y="143883"/>
                </a:cubicBezTo>
                <a:cubicBezTo>
                  <a:pt x="2936434" y="144523"/>
                  <a:pt x="2937112" y="144843"/>
                  <a:pt x="2937898" y="144843"/>
                </a:cubicBezTo>
                <a:cubicBezTo>
                  <a:pt x="2939683" y="144843"/>
                  <a:pt x="2942040" y="143597"/>
                  <a:pt x="2944967" y="141104"/>
                </a:cubicBezTo>
                <a:cubicBezTo>
                  <a:pt x="2946681" y="139676"/>
                  <a:pt x="2950502" y="135285"/>
                  <a:pt x="2956429" y="127929"/>
                </a:cubicBezTo>
                <a:lnTo>
                  <a:pt x="2959964" y="130607"/>
                </a:lnTo>
                <a:cubicBezTo>
                  <a:pt x="2953394" y="140169"/>
                  <a:pt x="2947181" y="146910"/>
                  <a:pt x="2941325" y="150829"/>
                </a:cubicBezTo>
                <a:cubicBezTo>
                  <a:pt x="2937326" y="153535"/>
                  <a:pt x="2933292" y="154889"/>
                  <a:pt x="2929221" y="154889"/>
                </a:cubicBezTo>
                <a:cubicBezTo>
                  <a:pt x="2926079" y="154889"/>
                  <a:pt x="2923509" y="153907"/>
                  <a:pt x="2921509" y="151943"/>
                </a:cubicBezTo>
                <a:cubicBezTo>
                  <a:pt x="2919510" y="149979"/>
                  <a:pt x="2918510" y="147462"/>
                  <a:pt x="2918510" y="144392"/>
                </a:cubicBezTo>
                <a:cubicBezTo>
                  <a:pt x="2918510" y="140535"/>
                  <a:pt x="2919652" y="134644"/>
                  <a:pt x="2921938" y="126718"/>
                </a:cubicBezTo>
                <a:lnTo>
                  <a:pt x="2939826" y="64698"/>
                </a:lnTo>
                <a:lnTo>
                  <a:pt x="2923651" y="64698"/>
                </a:lnTo>
                <a:lnTo>
                  <a:pt x="2924723" y="60453"/>
                </a:lnTo>
                <a:cubicBezTo>
                  <a:pt x="2932578" y="58286"/>
                  <a:pt x="2939112" y="55086"/>
                  <a:pt x="2944325" y="50853"/>
                </a:cubicBezTo>
                <a:cubicBezTo>
                  <a:pt x="2949538" y="46620"/>
                  <a:pt x="2955358" y="39309"/>
                  <a:pt x="2961784" y="28921"/>
                </a:cubicBezTo>
                <a:lnTo>
                  <a:pt x="2966498" y="28921"/>
                </a:lnTo>
                <a:close/>
                <a:moveTo>
                  <a:pt x="3035751" y="0"/>
                </a:moveTo>
                <a:lnTo>
                  <a:pt x="3005652" y="103711"/>
                </a:lnTo>
                <a:cubicBezTo>
                  <a:pt x="3018648" y="84221"/>
                  <a:pt x="3028789" y="71275"/>
                  <a:pt x="3036072" y="64875"/>
                </a:cubicBezTo>
                <a:cubicBezTo>
                  <a:pt x="3043356" y="58473"/>
                  <a:pt x="3050319" y="55272"/>
                  <a:pt x="3056960" y="55272"/>
                </a:cubicBezTo>
                <a:cubicBezTo>
                  <a:pt x="3060388" y="55272"/>
                  <a:pt x="3063244" y="56461"/>
                  <a:pt x="3065529" y="58840"/>
                </a:cubicBezTo>
                <a:cubicBezTo>
                  <a:pt x="3067814" y="61216"/>
                  <a:pt x="3068957" y="64386"/>
                  <a:pt x="3068957" y="68350"/>
                </a:cubicBezTo>
                <a:cubicBezTo>
                  <a:pt x="3068957" y="73063"/>
                  <a:pt x="3067957" y="78774"/>
                  <a:pt x="3065958" y="85485"/>
                </a:cubicBezTo>
                <a:lnTo>
                  <a:pt x="3052890" y="130359"/>
                </a:lnTo>
                <a:cubicBezTo>
                  <a:pt x="3051247" y="135787"/>
                  <a:pt x="3050426" y="138786"/>
                  <a:pt x="3050426" y="139357"/>
                </a:cubicBezTo>
                <a:cubicBezTo>
                  <a:pt x="3050426" y="140357"/>
                  <a:pt x="3050729" y="141178"/>
                  <a:pt x="3051336" y="141821"/>
                </a:cubicBezTo>
                <a:cubicBezTo>
                  <a:pt x="3051943" y="142463"/>
                  <a:pt x="3052640" y="142785"/>
                  <a:pt x="3053425" y="142785"/>
                </a:cubicBezTo>
                <a:cubicBezTo>
                  <a:pt x="3054353" y="142785"/>
                  <a:pt x="3055425" y="142321"/>
                  <a:pt x="3056639" y="141392"/>
                </a:cubicBezTo>
                <a:cubicBezTo>
                  <a:pt x="3060709" y="138250"/>
                  <a:pt x="3064744" y="133894"/>
                  <a:pt x="3068743" y="128324"/>
                </a:cubicBezTo>
                <a:lnTo>
                  <a:pt x="3072063" y="130359"/>
                </a:lnTo>
                <a:cubicBezTo>
                  <a:pt x="3069635" y="134144"/>
                  <a:pt x="3066261" y="138304"/>
                  <a:pt x="3061941" y="142838"/>
                </a:cubicBezTo>
                <a:cubicBezTo>
                  <a:pt x="3057621" y="147373"/>
                  <a:pt x="3053907" y="150515"/>
                  <a:pt x="3050801" y="152265"/>
                </a:cubicBezTo>
                <a:cubicBezTo>
                  <a:pt x="3047694" y="154014"/>
                  <a:pt x="3044927" y="154889"/>
                  <a:pt x="3042499" y="154889"/>
                </a:cubicBezTo>
                <a:cubicBezTo>
                  <a:pt x="3039857" y="154889"/>
                  <a:pt x="3037697" y="154050"/>
                  <a:pt x="3036019" y="152372"/>
                </a:cubicBezTo>
                <a:cubicBezTo>
                  <a:pt x="3034341" y="150694"/>
                  <a:pt x="3033502" y="148533"/>
                  <a:pt x="3033502" y="145891"/>
                </a:cubicBezTo>
                <a:cubicBezTo>
                  <a:pt x="3033502" y="142749"/>
                  <a:pt x="3034751" y="136893"/>
                  <a:pt x="3037251" y="128324"/>
                </a:cubicBezTo>
                <a:lnTo>
                  <a:pt x="3049569" y="85478"/>
                </a:lnTo>
                <a:cubicBezTo>
                  <a:pt x="3051140" y="80122"/>
                  <a:pt x="3051926" y="75909"/>
                  <a:pt x="3051926" y="72838"/>
                </a:cubicBezTo>
                <a:cubicBezTo>
                  <a:pt x="3051926" y="71410"/>
                  <a:pt x="3051479" y="70268"/>
                  <a:pt x="3050587" y="69411"/>
                </a:cubicBezTo>
                <a:cubicBezTo>
                  <a:pt x="3049694" y="68554"/>
                  <a:pt x="3048534" y="68125"/>
                  <a:pt x="3047105" y="68125"/>
                </a:cubicBezTo>
                <a:cubicBezTo>
                  <a:pt x="3045034" y="68125"/>
                  <a:pt x="3042678" y="68911"/>
                  <a:pt x="3040036" y="70482"/>
                </a:cubicBezTo>
                <a:cubicBezTo>
                  <a:pt x="3035180" y="73481"/>
                  <a:pt x="3029574" y="79052"/>
                  <a:pt x="3023219" y="87195"/>
                </a:cubicBezTo>
                <a:cubicBezTo>
                  <a:pt x="3021505" y="89409"/>
                  <a:pt x="3015792" y="98338"/>
                  <a:pt x="3006080" y="113981"/>
                </a:cubicBezTo>
                <a:cubicBezTo>
                  <a:pt x="3003081" y="118980"/>
                  <a:pt x="3000617" y="124432"/>
                  <a:pt x="2998689" y="130339"/>
                </a:cubicBezTo>
                <a:lnTo>
                  <a:pt x="2991834" y="152318"/>
                </a:lnTo>
                <a:lnTo>
                  <a:pt x="2975766" y="152318"/>
                </a:lnTo>
                <a:lnTo>
                  <a:pt x="3011007" y="29564"/>
                </a:lnTo>
                <a:lnTo>
                  <a:pt x="3014756" y="16355"/>
                </a:lnTo>
                <a:cubicBezTo>
                  <a:pt x="3014756" y="14510"/>
                  <a:pt x="3013989" y="12876"/>
                  <a:pt x="3012454" y="11455"/>
                </a:cubicBezTo>
                <a:cubicBezTo>
                  <a:pt x="3010918" y="10031"/>
                  <a:pt x="3009044" y="9319"/>
                  <a:pt x="3006830" y="9319"/>
                </a:cubicBezTo>
                <a:cubicBezTo>
                  <a:pt x="3005545" y="9319"/>
                  <a:pt x="3003581" y="9533"/>
                  <a:pt x="3000939" y="9962"/>
                </a:cubicBezTo>
                <a:lnTo>
                  <a:pt x="2998689" y="10283"/>
                </a:lnTo>
                <a:lnTo>
                  <a:pt x="2998689" y="5998"/>
                </a:lnTo>
                <a:lnTo>
                  <a:pt x="3035751" y="0"/>
                </a:lnTo>
                <a:close/>
                <a:moveTo>
                  <a:pt x="3130997" y="12640"/>
                </a:moveTo>
                <a:cubicBezTo>
                  <a:pt x="3133997" y="12640"/>
                  <a:pt x="3136532" y="13675"/>
                  <a:pt x="3138603" y="15746"/>
                </a:cubicBezTo>
                <a:cubicBezTo>
                  <a:pt x="3140674" y="17817"/>
                  <a:pt x="3141709" y="20352"/>
                  <a:pt x="3141709" y="23351"/>
                </a:cubicBezTo>
                <a:cubicBezTo>
                  <a:pt x="3141709" y="26279"/>
                  <a:pt x="3140656" y="28796"/>
                  <a:pt x="3138549" y="30903"/>
                </a:cubicBezTo>
                <a:cubicBezTo>
                  <a:pt x="3136442" y="33009"/>
                  <a:pt x="3133925" y="34063"/>
                  <a:pt x="3130997" y="34063"/>
                </a:cubicBezTo>
                <a:cubicBezTo>
                  <a:pt x="3128070" y="34063"/>
                  <a:pt x="3125552" y="33009"/>
                  <a:pt x="3123446" y="30903"/>
                </a:cubicBezTo>
                <a:cubicBezTo>
                  <a:pt x="3121339" y="28796"/>
                  <a:pt x="3120286" y="26279"/>
                  <a:pt x="3120286" y="23351"/>
                </a:cubicBezTo>
                <a:cubicBezTo>
                  <a:pt x="3120286" y="20352"/>
                  <a:pt x="3121321" y="17817"/>
                  <a:pt x="3123392" y="15746"/>
                </a:cubicBezTo>
                <a:cubicBezTo>
                  <a:pt x="3125463" y="13675"/>
                  <a:pt x="3127998" y="12640"/>
                  <a:pt x="3130997" y="12640"/>
                </a:cubicBezTo>
                <a:moveTo>
                  <a:pt x="3132390" y="55272"/>
                </a:moveTo>
                <a:lnTo>
                  <a:pt x="3111181" y="130396"/>
                </a:lnTo>
                <a:cubicBezTo>
                  <a:pt x="3109753" y="135469"/>
                  <a:pt x="3109039" y="138505"/>
                  <a:pt x="3109039" y="139504"/>
                </a:cubicBezTo>
                <a:cubicBezTo>
                  <a:pt x="3109039" y="140651"/>
                  <a:pt x="3109378" y="141584"/>
                  <a:pt x="3110056" y="142303"/>
                </a:cubicBezTo>
                <a:cubicBezTo>
                  <a:pt x="3110735" y="143019"/>
                  <a:pt x="3111538" y="143377"/>
                  <a:pt x="3112466" y="143377"/>
                </a:cubicBezTo>
                <a:cubicBezTo>
                  <a:pt x="3113538" y="143377"/>
                  <a:pt x="3114823" y="142804"/>
                  <a:pt x="3116323" y="141657"/>
                </a:cubicBezTo>
                <a:cubicBezTo>
                  <a:pt x="3120393" y="138437"/>
                  <a:pt x="3124499" y="133863"/>
                  <a:pt x="3128641" y="127936"/>
                </a:cubicBezTo>
                <a:lnTo>
                  <a:pt x="3132390" y="130400"/>
                </a:lnTo>
                <a:cubicBezTo>
                  <a:pt x="3127534" y="137833"/>
                  <a:pt x="3121821" y="144096"/>
                  <a:pt x="3115251" y="149188"/>
                </a:cubicBezTo>
                <a:cubicBezTo>
                  <a:pt x="3110396" y="152989"/>
                  <a:pt x="3105754" y="154889"/>
                  <a:pt x="3101326" y="154889"/>
                </a:cubicBezTo>
                <a:cubicBezTo>
                  <a:pt x="3098399" y="154889"/>
                  <a:pt x="3096006" y="154014"/>
                  <a:pt x="3094150" y="152265"/>
                </a:cubicBezTo>
                <a:cubicBezTo>
                  <a:pt x="3092293" y="150515"/>
                  <a:pt x="3091365" y="148319"/>
                  <a:pt x="3091365" y="145677"/>
                </a:cubicBezTo>
                <a:cubicBezTo>
                  <a:pt x="3091365" y="143030"/>
                  <a:pt x="3092257" y="138631"/>
                  <a:pt x="3094043" y="132478"/>
                </a:cubicBezTo>
                <a:lnTo>
                  <a:pt x="3107968" y="84407"/>
                </a:lnTo>
                <a:cubicBezTo>
                  <a:pt x="3110253" y="76596"/>
                  <a:pt x="3111395" y="71697"/>
                  <a:pt x="3111395" y="69709"/>
                </a:cubicBezTo>
                <a:cubicBezTo>
                  <a:pt x="3111395" y="68147"/>
                  <a:pt x="3110842" y="66868"/>
                  <a:pt x="3109735" y="65873"/>
                </a:cubicBezTo>
                <a:cubicBezTo>
                  <a:pt x="3108628" y="64875"/>
                  <a:pt x="3107111" y="64376"/>
                  <a:pt x="3105183" y="64376"/>
                </a:cubicBezTo>
                <a:cubicBezTo>
                  <a:pt x="3103612" y="64376"/>
                  <a:pt x="3100362" y="64769"/>
                  <a:pt x="3095435" y="65555"/>
                </a:cubicBezTo>
                <a:lnTo>
                  <a:pt x="3095435" y="61270"/>
                </a:lnTo>
                <a:lnTo>
                  <a:pt x="3132390" y="55272"/>
                </a:lnTo>
                <a:close/>
                <a:moveTo>
                  <a:pt x="3228531" y="128967"/>
                </a:moveTo>
                <a:cubicBezTo>
                  <a:pt x="3221104" y="137893"/>
                  <a:pt x="3213606" y="144445"/>
                  <a:pt x="3206036" y="148623"/>
                </a:cubicBezTo>
                <a:cubicBezTo>
                  <a:pt x="3198467" y="152800"/>
                  <a:pt x="3190469" y="154889"/>
                  <a:pt x="3182043" y="154889"/>
                </a:cubicBezTo>
                <a:cubicBezTo>
                  <a:pt x="3171902" y="154889"/>
                  <a:pt x="3163994" y="152029"/>
                  <a:pt x="3158316" y="146310"/>
                </a:cubicBezTo>
                <a:cubicBezTo>
                  <a:pt x="3152639" y="140590"/>
                  <a:pt x="3149801" y="132906"/>
                  <a:pt x="3149801" y="123256"/>
                </a:cubicBezTo>
                <a:cubicBezTo>
                  <a:pt x="3149801" y="112319"/>
                  <a:pt x="3152854" y="101561"/>
                  <a:pt x="3158959" y="90981"/>
                </a:cubicBezTo>
                <a:cubicBezTo>
                  <a:pt x="3165065" y="80399"/>
                  <a:pt x="3173277" y="71802"/>
                  <a:pt x="3183596" y="65190"/>
                </a:cubicBezTo>
                <a:cubicBezTo>
                  <a:pt x="3193914" y="58578"/>
                  <a:pt x="3204037" y="55272"/>
                  <a:pt x="3213963" y="55272"/>
                </a:cubicBezTo>
                <a:cubicBezTo>
                  <a:pt x="3221747" y="55272"/>
                  <a:pt x="3227567" y="56891"/>
                  <a:pt x="3231423" y="60129"/>
                </a:cubicBezTo>
                <a:cubicBezTo>
                  <a:pt x="3235279" y="63367"/>
                  <a:pt x="3237207" y="67334"/>
                  <a:pt x="3237207" y="72032"/>
                </a:cubicBezTo>
                <a:cubicBezTo>
                  <a:pt x="3237207" y="76444"/>
                  <a:pt x="3235850" y="80216"/>
                  <a:pt x="3233137" y="83349"/>
                </a:cubicBezTo>
                <a:cubicBezTo>
                  <a:pt x="3231137" y="85768"/>
                  <a:pt x="3228673" y="86978"/>
                  <a:pt x="3225746" y="86978"/>
                </a:cubicBezTo>
                <a:cubicBezTo>
                  <a:pt x="3223532" y="86978"/>
                  <a:pt x="3221693" y="86269"/>
                  <a:pt x="3220229" y="84852"/>
                </a:cubicBezTo>
                <a:cubicBezTo>
                  <a:pt x="3218765" y="83435"/>
                  <a:pt x="3218033" y="81664"/>
                  <a:pt x="3218033" y="79540"/>
                </a:cubicBezTo>
                <a:cubicBezTo>
                  <a:pt x="3218033" y="78194"/>
                  <a:pt x="3218301" y="76955"/>
                  <a:pt x="3218837" y="75821"/>
                </a:cubicBezTo>
                <a:cubicBezTo>
                  <a:pt x="3219372" y="74687"/>
                  <a:pt x="3220479" y="73324"/>
                  <a:pt x="3222157" y="71730"/>
                </a:cubicBezTo>
                <a:cubicBezTo>
                  <a:pt x="3223835" y="70135"/>
                  <a:pt x="3224853" y="68983"/>
                  <a:pt x="3225210" y="68276"/>
                </a:cubicBezTo>
                <a:cubicBezTo>
                  <a:pt x="3225567" y="67566"/>
                  <a:pt x="3225746" y="66822"/>
                  <a:pt x="3225746" y="66043"/>
                </a:cubicBezTo>
                <a:cubicBezTo>
                  <a:pt x="3225746" y="64555"/>
                  <a:pt x="3225067" y="63315"/>
                  <a:pt x="3223710" y="62324"/>
                </a:cubicBezTo>
                <a:cubicBezTo>
                  <a:pt x="3221640" y="60907"/>
                  <a:pt x="3218712" y="60199"/>
                  <a:pt x="3214927" y="60199"/>
                </a:cubicBezTo>
                <a:cubicBezTo>
                  <a:pt x="3207929" y="60199"/>
                  <a:pt x="3201002" y="62663"/>
                  <a:pt x="3194147" y="67590"/>
                </a:cubicBezTo>
                <a:cubicBezTo>
                  <a:pt x="3187291" y="72517"/>
                  <a:pt x="3181436" y="79515"/>
                  <a:pt x="3176580" y="88584"/>
                </a:cubicBezTo>
                <a:cubicBezTo>
                  <a:pt x="3170724" y="99582"/>
                  <a:pt x="3167796" y="110579"/>
                  <a:pt x="3167796" y="121576"/>
                </a:cubicBezTo>
                <a:cubicBezTo>
                  <a:pt x="3167796" y="128860"/>
                  <a:pt x="3169867" y="134626"/>
                  <a:pt x="3174009" y="138875"/>
                </a:cubicBezTo>
                <a:cubicBezTo>
                  <a:pt x="3178151" y="143124"/>
                  <a:pt x="3183792" y="145248"/>
                  <a:pt x="3190933" y="145248"/>
                </a:cubicBezTo>
                <a:cubicBezTo>
                  <a:pt x="3196432" y="145248"/>
                  <a:pt x="3201877" y="143874"/>
                  <a:pt x="3207268" y="141125"/>
                </a:cubicBezTo>
                <a:cubicBezTo>
                  <a:pt x="3212660" y="138375"/>
                  <a:pt x="3218712" y="133394"/>
                  <a:pt x="3225424" y="126182"/>
                </a:cubicBezTo>
                <a:lnTo>
                  <a:pt x="3228531" y="128967"/>
                </a:lnTo>
                <a:close/>
                <a:moveTo>
                  <a:pt x="3344251" y="55272"/>
                </a:moveTo>
                <a:lnTo>
                  <a:pt x="3323363" y="128006"/>
                </a:lnTo>
                <a:lnTo>
                  <a:pt x="3321007" y="137781"/>
                </a:lnTo>
                <a:cubicBezTo>
                  <a:pt x="3320792" y="138698"/>
                  <a:pt x="3320685" y="139473"/>
                  <a:pt x="3320685" y="140107"/>
                </a:cubicBezTo>
                <a:cubicBezTo>
                  <a:pt x="3320685" y="141250"/>
                  <a:pt x="3321042" y="142249"/>
                  <a:pt x="3321756" y="143106"/>
                </a:cubicBezTo>
                <a:cubicBezTo>
                  <a:pt x="3322328" y="143749"/>
                  <a:pt x="3323042" y="144070"/>
                  <a:pt x="3323899" y="144070"/>
                </a:cubicBezTo>
                <a:cubicBezTo>
                  <a:pt x="3324827" y="144070"/>
                  <a:pt x="3326041" y="143499"/>
                  <a:pt x="3327541" y="142356"/>
                </a:cubicBezTo>
                <a:cubicBezTo>
                  <a:pt x="3330326" y="140285"/>
                  <a:pt x="3334039" y="136001"/>
                  <a:pt x="3338681" y="129503"/>
                </a:cubicBezTo>
                <a:lnTo>
                  <a:pt x="3342323" y="132073"/>
                </a:lnTo>
                <a:cubicBezTo>
                  <a:pt x="3337395" y="139500"/>
                  <a:pt x="3332325" y="145159"/>
                  <a:pt x="3327112" y="149051"/>
                </a:cubicBezTo>
                <a:cubicBezTo>
                  <a:pt x="3321899" y="152943"/>
                  <a:pt x="3317079" y="154889"/>
                  <a:pt x="3312652" y="154889"/>
                </a:cubicBezTo>
                <a:cubicBezTo>
                  <a:pt x="3309581" y="154889"/>
                  <a:pt x="3307278" y="154121"/>
                  <a:pt x="3305743" y="152586"/>
                </a:cubicBezTo>
                <a:cubicBezTo>
                  <a:pt x="3304207" y="151051"/>
                  <a:pt x="3303440" y="148819"/>
                  <a:pt x="3303440" y="145891"/>
                </a:cubicBezTo>
                <a:cubicBezTo>
                  <a:pt x="3303440" y="142392"/>
                  <a:pt x="3304225" y="137786"/>
                  <a:pt x="3305796" y="132073"/>
                </a:cubicBezTo>
                <a:lnTo>
                  <a:pt x="3308046" y="123775"/>
                </a:lnTo>
                <a:cubicBezTo>
                  <a:pt x="3298691" y="136091"/>
                  <a:pt x="3290086" y="144698"/>
                  <a:pt x="3282231" y="149597"/>
                </a:cubicBezTo>
                <a:cubicBezTo>
                  <a:pt x="3276589" y="153125"/>
                  <a:pt x="3271055" y="154889"/>
                  <a:pt x="3265628" y="154889"/>
                </a:cubicBezTo>
                <a:cubicBezTo>
                  <a:pt x="3260415" y="154889"/>
                  <a:pt x="3255916" y="152726"/>
                  <a:pt x="3252131" y="148402"/>
                </a:cubicBezTo>
                <a:cubicBezTo>
                  <a:pt x="3248347" y="144077"/>
                  <a:pt x="3246454" y="138125"/>
                  <a:pt x="3246454" y="130547"/>
                </a:cubicBezTo>
                <a:cubicBezTo>
                  <a:pt x="3246454" y="119182"/>
                  <a:pt x="3249864" y="107190"/>
                  <a:pt x="3256684" y="94573"/>
                </a:cubicBezTo>
                <a:cubicBezTo>
                  <a:pt x="3263504" y="81956"/>
                  <a:pt x="3272162" y="71858"/>
                  <a:pt x="3282659" y="64279"/>
                </a:cubicBezTo>
                <a:cubicBezTo>
                  <a:pt x="3290872" y="58274"/>
                  <a:pt x="3298620" y="55272"/>
                  <a:pt x="3305903" y="55272"/>
                </a:cubicBezTo>
                <a:cubicBezTo>
                  <a:pt x="3310259" y="55272"/>
                  <a:pt x="3313883" y="56424"/>
                  <a:pt x="3316776" y="58729"/>
                </a:cubicBezTo>
                <a:cubicBezTo>
                  <a:pt x="3319668" y="61035"/>
                  <a:pt x="3321864" y="64852"/>
                  <a:pt x="3323363" y="70181"/>
                </a:cubicBezTo>
                <a:lnTo>
                  <a:pt x="3327219" y="57842"/>
                </a:lnTo>
                <a:lnTo>
                  <a:pt x="3344251" y="55272"/>
                </a:lnTo>
                <a:moveTo>
                  <a:pt x="3306118" y="60627"/>
                </a:moveTo>
                <a:cubicBezTo>
                  <a:pt x="3301547" y="60627"/>
                  <a:pt x="3296691" y="62779"/>
                  <a:pt x="3291550" y="67081"/>
                </a:cubicBezTo>
                <a:cubicBezTo>
                  <a:pt x="3284266" y="73173"/>
                  <a:pt x="3277786" y="82205"/>
                  <a:pt x="3272108" y="94178"/>
                </a:cubicBezTo>
                <a:cubicBezTo>
                  <a:pt x="3266431" y="106150"/>
                  <a:pt x="3263593" y="116976"/>
                  <a:pt x="3263593" y="126654"/>
                </a:cubicBezTo>
                <a:cubicBezTo>
                  <a:pt x="3263593" y="131530"/>
                  <a:pt x="3264807" y="135384"/>
                  <a:pt x="3267235" y="138216"/>
                </a:cubicBezTo>
                <a:cubicBezTo>
                  <a:pt x="3269663" y="141048"/>
                  <a:pt x="3272448" y="142463"/>
                  <a:pt x="3275590" y="142463"/>
                </a:cubicBezTo>
                <a:cubicBezTo>
                  <a:pt x="3283373" y="142463"/>
                  <a:pt x="3291836" y="136693"/>
                  <a:pt x="3300976" y="125151"/>
                </a:cubicBezTo>
                <a:cubicBezTo>
                  <a:pt x="3313187" y="109809"/>
                  <a:pt x="3319293" y="94072"/>
                  <a:pt x="3319293" y="77940"/>
                </a:cubicBezTo>
                <a:cubicBezTo>
                  <a:pt x="3319293" y="71848"/>
                  <a:pt x="3318115" y="67439"/>
                  <a:pt x="3315758" y="64714"/>
                </a:cubicBezTo>
                <a:cubicBezTo>
                  <a:pt x="3313401" y="61990"/>
                  <a:pt x="3310188" y="60627"/>
                  <a:pt x="3306118" y="60627"/>
                </a:cubicBezTo>
                <a:close/>
                <a:moveTo>
                  <a:pt x="3417110" y="0"/>
                </a:moveTo>
                <a:lnTo>
                  <a:pt x="3380477" y="127501"/>
                </a:lnTo>
                <a:cubicBezTo>
                  <a:pt x="3378692" y="133859"/>
                  <a:pt x="3377799" y="137752"/>
                  <a:pt x="3377799" y="139180"/>
                </a:cubicBezTo>
                <a:cubicBezTo>
                  <a:pt x="3377799" y="140251"/>
                  <a:pt x="3378138" y="141144"/>
                  <a:pt x="3378817" y="141858"/>
                </a:cubicBezTo>
                <a:cubicBezTo>
                  <a:pt x="3379495" y="142572"/>
                  <a:pt x="3380334" y="142929"/>
                  <a:pt x="3381334" y="142929"/>
                </a:cubicBezTo>
                <a:cubicBezTo>
                  <a:pt x="3382691" y="142929"/>
                  <a:pt x="3384155" y="142322"/>
                  <a:pt x="3385726" y="141108"/>
                </a:cubicBezTo>
                <a:cubicBezTo>
                  <a:pt x="3389439" y="138176"/>
                  <a:pt x="3393331" y="133629"/>
                  <a:pt x="3397401" y="127467"/>
                </a:cubicBezTo>
                <a:lnTo>
                  <a:pt x="3400615" y="130788"/>
                </a:lnTo>
                <a:cubicBezTo>
                  <a:pt x="3393831" y="140357"/>
                  <a:pt x="3387582" y="147034"/>
                  <a:pt x="3381869" y="150818"/>
                </a:cubicBezTo>
                <a:cubicBezTo>
                  <a:pt x="3377656" y="153532"/>
                  <a:pt x="3373657" y="154889"/>
                  <a:pt x="3369873" y="154889"/>
                </a:cubicBezTo>
                <a:cubicBezTo>
                  <a:pt x="3367159" y="154889"/>
                  <a:pt x="3364892" y="153961"/>
                  <a:pt x="3363071" y="152104"/>
                </a:cubicBezTo>
                <a:cubicBezTo>
                  <a:pt x="3361250" y="150247"/>
                  <a:pt x="3360339" y="148105"/>
                  <a:pt x="3360339" y="145677"/>
                </a:cubicBezTo>
                <a:cubicBezTo>
                  <a:pt x="3360339" y="143102"/>
                  <a:pt x="3361482" y="137807"/>
                  <a:pt x="3363767" y="129794"/>
                </a:cubicBezTo>
                <a:lnTo>
                  <a:pt x="3392795" y="29135"/>
                </a:lnTo>
                <a:cubicBezTo>
                  <a:pt x="3395152" y="20923"/>
                  <a:pt x="3396330" y="16210"/>
                  <a:pt x="3396330" y="14996"/>
                </a:cubicBezTo>
                <a:cubicBezTo>
                  <a:pt x="3396330" y="13282"/>
                  <a:pt x="3395652" y="11872"/>
                  <a:pt x="3394295" y="10765"/>
                </a:cubicBezTo>
                <a:cubicBezTo>
                  <a:pt x="3392938" y="9658"/>
                  <a:pt x="3390831" y="9105"/>
                  <a:pt x="3387975" y="9105"/>
                </a:cubicBezTo>
                <a:cubicBezTo>
                  <a:pt x="3386333" y="9105"/>
                  <a:pt x="3383833" y="9355"/>
                  <a:pt x="3380477" y="9855"/>
                </a:cubicBezTo>
                <a:lnTo>
                  <a:pt x="3380477" y="5998"/>
                </a:lnTo>
                <a:lnTo>
                  <a:pt x="3417110" y="0"/>
                </a:lnTo>
                <a:close/>
                <a:moveTo>
                  <a:pt x="3565423" y="55272"/>
                </a:moveTo>
                <a:lnTo>
                  <a:pt x="3544535" y="128006"/>
                </a:lnTo>
                <a:lnTo>
                  <a:pt x="3542179" y="137781"/>
                </a:lnTo>
                <a:cubicBezTo>
                  <a:pt x="3541964" y="138698"/>
                  <a:pt x="3541857" y="139473"/>
                  <a:pt x="3541857" y="140107"/>
                </a:cubicBezTo>
                <a:cubicBezTo>
                  <a:pt x="3541857" y="141250"/>
                  <a:pt x="3542214" y="142249"/>
                  <a:pt x="3542928" y="143106"/>
                </a:cubicBezTo>
                <a:cubicBezTo>
                  <a:pt x="3543500" y="143749"/>
                  <a:pt x="3544214" y="144070"/>
                  <a:pt x="3545071" y="144070"/>
                </a:cubicBezTo>
                <a:cubicBezTo>
                  <a:pt x="3545999" y="144070"/>
                  <a:pt x="3547213" y="143499"/>
                  <a:pt x="3548713" y="142356"/>
                </a:cubicBezTo>
                <a:cubicBezTo>
                  <a:pt x="3551498" y="140285"/>
                  <a:pt x="3555211" y="136001"/>
                  <a:pt x="3559853" y="129503"/>
                </a:cubicBezTo>
                <a:lnTo>
                  <a:pt x="3563495" y="132073"/>
                </a:lnTo>
                <a:cubicBezTo>
                  <a:pt x="3558567" y="139500"/>
                  <a:pt x="3553497" y="145159"/>
                  <a:pt x="3548284" y="149051"/>
                </a:cubicBezTo>
                <a:cubicBezTo>
                  <a:pt x="3543071" y="152943"/>
                  <a:pt x="3538251" y="154889"/>
                  <a:pt x="3533824" y="154889"/>
                </a:cubicBezTo>
                <a:cubicBezTo>
                  <a:pt x="3530753" y="154889"/>
                  <a:pt x="3528450" y="154121"/>
                  <a:pt x="3526915" y="152586"/>
                </a:cubicBezTo>
                <a:cubicBezTo>
                  <a:pt x="3525379" y="151051"/>
                  <a:pt x="3524612" y="148819"/>
                  <a:pt x="3524612" y="145891"/>
                </a:cubicBezTo>
                <a:cubicBezTo>
                  <a:pt x="3524612" y="142392"/>
                  <a:pt x="3525397" y="137786"/>
                  <a:pt x="3526968" y="132073"/>
                </a:cubicBezTo>
                <a:lnTo>
                  <a:pt x="3529218" y="123775"/>
                </a:lnTo>
                <a:cubicBezTo>
                  <a:pt x="3519863" y="136091"/>
                  <a:pt x="3511258" y="144698"/>
                  <a:pt x="3503403" y="149597"/>
                </a:cubicBezTo>
                <a:cubicBezTo>
                  <a:pt x="3497761" y="153125"/>
                  <a:pt x="3492227" y="154889"/>
                  <a:pt x="3486800" y="154889"/>
                </a:cubicBezTo>
                <a:cubicBezTo>
                  <a:pt x="3481587" y="154889"/>
                  <a:pt x="3477088" y="152726"/>
                  <a:pt x="3473303" y="148402"/>
                </a:cubicBezTo>
                <a:cubicBezTo>
                  <a:pt x="3469519" y="144077"/>
                  <a:pt x="3467626" y="138125"/>
                  <a:pt x="3467626" y="130547"/>
                </a:cubicBezTo>
                <a:cubicBezTo>
                  <a:pt x="3467626" y="119182"/>
                  <a:pt x="3471036" y="107190"/>
                  <a:pt x="3477856" y="94573"/>
                </a:cubicBezTo>
                <a:cubicBezTo>
                  <a:pt x="3484675" y="81956"/>
                  <a:pt x="3493334" y="71858"/>
                  <a:pt x="3503831" y="64279"/>
                </a:cubicBezTo>
                <a:cubicBezTo>
                  <a:pt x="3512043" y="58274"/>
                  <a:pt x="3519791" y="55272"/>
                  <a:pt x="3527075" y="55272"/>
                </a:cubicBezTo>
                <a:cubicBezTo>
                  <a:pt x="3531431" y="55272"/>
                  <a:pt x="3535055" y="56424"/>
                  <a:pt x="3537948" y="58729"/>
                </a:cubicBezTo>
                <a:cubicBezTo>
                  <a:pt x="3540840" y="61035"/>
                  <a:pt x="3543035" y="64852"/>
                  <a:pt x="3544535" y="70181"/>
                </a:cubicBezTo>
                <a:lnTo>
                  <a:pt x="3548391" y="57842"/>
                </a:lnTo>
                <a:lnTo>
                  <a:pt x="3565423" y="55272"/>
                </a:lnTo>
                <a:moveTo>
                  <a:pt x="3527290" y="60627"/>
                </a:moveTo>
                <a:cubicBezTo>
                  <a:pt x="3522719" y="60627"/>
                  <a:pt x="3517863" y="62779"/>
                  <a:pt x="3512722" y="67081"/>
                </a:cubicBezTo>
                <a:cubicBezTo>
                  <a:pt x="3505438" y="73173"/>
                  <a:pt x="3498958" y="82205"/>
                  <a:pt x="3493280" y="94178"/>
                </a:cubicBezTo>
                <a:cubicBezTo>
                  <a:pt x="3487603" y="106150"/>
                  <a:pt x="3484765" y="116976"/>
                  <a:pt x="3484765" y="126654"/>
                </a:cubicBezTo>
                <a:cubicBezTo>
                  <a:pt x="3484765" y="131530"/>
                  <a:pt x="3485979" y="135384"/>
                  <a:pt x="3488407" y="138216"/>
                </a:cubicBezTo>
                <a:cubicBezTo>
                  <a:pt x="3490835" y="141048"/>
                  <a:pt x="3493620" y="142463"/>
                  <a:pt x="3496762" y="142463"/>
                </a:cubicBezTo>
                <a:cubicBezTo>
                  <a:pt x="3504545" y="142463"/>
                  <a:pt x="3513007" y="136693"/>
                  <a:pt x="3522148" y="125151"/>
                </a:cubicBezTo>
                <a:cubicBezTo>
                  <a:pt x="3534359" y="109809"/>
                  <a:pt x="3540465" y="94072"/>
                  <a:pt x="3540465" y="77940"/>
                </a:cubicBezTo>
                <a:cubicBezTo>
                  <a:pt x="3540465" y="71848"/>
                  <a:pt x="3539286" y="67439"/>
                  <a:pt x="3536930" y="64714"/>
                </a:cubicBezTo>
                <a:cubicBezTo>
                  <a:pt x="3534573" y="61990"/>
                  <a:pt x="3531360" y="60627"/>
                  <a:pt x="3527290" y="60627"/>
                </a:cubicBezTo>
                <a:close/>
                <a:moveTo>
                  <a:pt x="3621464" y="55272"/>
                </a:moveTo>
                <a:lnTo>
                  <a:pt x="3607218" y="104156"/>
                </a:lnTo>
                <a:cubicBezTo>
                  <a:pt x="3620572" y="84173"/>
                  <a:pt x="3630801" y="71030"/>
                  <a:pt x="3637907" y="64728"/>
                </a:cubicBezTo>
                <a:cubicBezTo>
                  <a:pt x="3645012" y="58424"/>
                  <a:pt x="3651849" y="55272"/>
                  <a:pt x="3658419" y="55272"/>
                </a:cubicBezTo>
                <a:cubicBezTo>
                  <a:pt x="3661990" y="55272"/>
                  <a:pt x="3664935" y="56457"/>
                  <a:pt x="3667256" y="58826"/>
                </a:cubicBezTo>
                <a:cubicBezTo>
                  <a:pt x="3669577" y="61196"/>
                  <a:pt x="3670737" y="64284"/>
                  <a:pt x="3670737" y="68089"/>
                </a:cubicBezTo>
                <a:cubicBezTo>
                  <a:pt x="3670737" y="72375"/>
                  <a:pt x="3669702" y="78093"/>
                  <a:pt x="3667631" y="85240"/>
                </a:cubicBezTo>
                <a:lnTo>
                  <a:pt x="3654563" y="130369"/>
                </a:lnTo>
                <a:cubicBezTo>
                  <a:pt x="3653063" y="135587"/>
                  <a:pt x="3652314" y="138767"/>
                  <a:pt x="3652314" y="139909"/>
                </a:cubicBezTo>
                <a:cubicBezTo>
                  <a:pt x="3652314" y="140909"/>
                  <a:pt x="3652599" y="141748"/>
                  <a:pt x="3653171" y="142427"/>
                </a:cubicBezTo>
                <a:cubicBezTo>
                  <a:pt x="3653742" y="143103"/>
                  <a:pt x="3654349" y="143441"/>
                  <a:pt x="3654992" y="143441"/>
                </a:cubicBezTo>
                <a:cubicBezTo>
                  <a:pt x="3655848" y="143441"/>
                  <a:pt x="3656884" y="142977"/>
                  <a:pt x="3658098" y="142048"/>
                </a:cubicBezTo>
                <a:cubicBezTo>
                  <a:pt x="3661883" y="139051"/>
                  <a:pt x="3666024" y="134482"/>
                  <a:pt x="3670523" y="128341"/>
                </a:cubicBezTo>
                <a:lnTo>
                  <a:pt x="3673844" y="130376"/>
                </a:lnTo>
                <a:cubicBezTo>
                  <a:pt x="3667203" y="139869"/>
                  <a:pt x="3660919" y="146649"/>
                  <a:pt x="3654992" y="150715"/>
                </a:cubicBezTo>
                <a:cubicBezTo>
                  <a:pt x="3650850" y="153497"/>
                  <a:pt x="3647136" y="154889"/>
                  <a:pt x="3643852" y="154889"/>
                </a:cubicBezTo>
                <a:cubicBezTo>
                  <a:pt x="3641209" y="154889"/>
                  <a:pt x="3639103" y="154086"/>
                  <a:pt x="3637532" y="152479"/>
                </a:cubicBezTo>
                <a:cubicBezTo>
                  <a:pt x="3635961" y="150872"/>
                  <a:pt x="3635175" y="148712"/>
                  <a:pt x="3635175" y="145998"/>
                </a:cubicBezTo>
                <a:cubicBezTo>
                  <a:pt x="3635175" y="142580"/>
                  <a:pt x="3636389" y="136704"/>
                  <a:pt x="3638817" y="128371"/>
                </a:cubicBezTo>
                <a:lnTo>
                  <a:pt x="3651242" y="85431"/>
                </a:lnTo>
                <a:cubicBezTo>
                  <a:pt x="3652814" y="80089"/>
                  <a:pt x="3653599" y="75923"/>
                  <a:pt x="3653599" y="72932"/>
                </a:cubicBezTo>
                <a:cubicBezTo>
                  <a:pt x="3653599" y="71508"/>
                  <a:pt x="3653135" y="70351"/>
                  <a:pt x="3652207" y="69461"/>
                </a:cubicBezTo>
                <a:cubicBezTo>
                  <a:pt x="3651278" y="68571"/>
                  <a:pt x="3650136" y="68125"/>
                  <a:pt x="3648779" y="68125"/>
                </a:cubicBezTo>
                <a:cubicBezTo>
                  <a:pt x="3646779" y="68125"/>
                  <a:pt x="3644387" y="68980"/>
                  <a:pt x="3641602" y="70689"/>
                </a:cubicBezTo>
                <a:cubicBezTo>
                  <a:pt x="3636318" y="73892"/>
                  <a:pt x="3630819" y="79177"/>
                  <a:pt x="3625106" y="86546"/>
                </a:cubicBezTo>
                <a:cubicBezTo>
                  <a:pt x="3619394" y="93912"/>
                  <a:pt x="3613359" y="103325"/>
                  <a:pt x="3607004" y="114784"/>
                </a:cubicBezTo>
                <a:cubicBezTo>
                  <a:pt x="3603648" y="120834"/>
                  <a:pt x="3600863" y="127454"/>
                  <a:pt x="3598649" y="134644"/>
                </a:cubicBezTo>
                <a:lnTo>
                  <a:pt x="3593293" y="152318"/>
                </a:lnTo>
                <a:lnTo>
                  <a:pt x="3577226" y="152318"/>
                </a:lnTo>
                <a:lnTo>
                  <a:pt x="3596721" y="85050"/>
                </a:lnTo>
                <a:cubicBezTo>
                  <a:pt x="3599006" y="77025"/>
                  <a:pt x="3600148" y="72196"/>
                  <a:pt x="3600148" y="70562"/>
                </a:cubicBezTo>
                <a:cubicBezTo>
                  <a:pt x="3600148" y="69000"/>
                  <a:pt x="3599524" y="67632"/>
                  <a:pt x="3598274" y="66458"/>
                </a:cubicBezTo>
                <a:cubicBezTo>
                  <a:pt x="3597024" y="65285"/>
                  <a:pt x="3595471" y="64698"/>
                  <a:pt x="3593614" y="64698"/>
                </a:cubicBezTo>
                <a:cubicBezTo>
                  <a:pt x="3592757" y="64698"/>
                  <a:pt x="3591258" y="64841"/>
                  <a:pt x="3589116" y="65126"/>
                </a:cubicBezTo>
                <a:lnTo>
                  <a:pt x="3585045" y="65769"/>
                </a:lnTo>
                <a:lnTo>
                  <a:pt x="3584402" y="61913"/>
                </a:lnTo>
                <a:lnTo>
                  <a:pt x="3621464" y="55272"/>
                </a:lnTo>
                <a:close/>
                <a:moveTo>
                  <a:pt x="3802296" y="0"/>
                </a:moveTo>
                <a:lnTo>
                  <a:pt x="3765449" y="126396"/>
                </a:lnTo>
                <a:cubicBezTo>
                  <a:pt x="3763449" y="133252"/>
                  <a:pt x="3762449" y="137750"/>
                  <a:pt x="3762449" y="139893"/>
                </a:cubicBezTo>
                <a:cubicBezTo>
                  <a:pt x="3762449" y="140607"/>
                  <a:pt x="3762753" y="141285"/>
                  <a:pt x="3763360" y="141928"/>
                </a:cubicBezTo>
                <a:cubicBezTo>
                  <a:pt x="3763967" y="142571"/>
                  <a:pt x="3764592" y="142892"/>
                  <a:pt x="3765234" y="142892"/>
                </a:cubicBezTo>
                <a:cubicBezTo>
                  <a:pt x="3766163" y="142892"/>
                  <a:pt x="3767269" y="142428"/>
                  <a:pt x="3768555" y="141499"/>
                </a:cubicBezTo>
                <a:cubicBezTo>
                  <a:pt x="3770983" y="139786"/>
                  <a:pt x="3775053" y="135501"/>
                  <a:pt x="3780766" y="128646"/>
                </a:cubicBezTo>
                <a:lnTo>
                  <a:pt x="3784408" y="130895"/>
                </a:lnTo>
                <a:cubicBezTo>
                  <a:pt x="3779266" y="138036"/>
                  <a:pt x="3774071" y="143820"/>
                  <a:pt x="3768823" y="148248"/>
                </a:cubicBezTo>
                <a:cubicBezTo>
                  <a:pt x="3763574" y="152675"/>
                  <a:pt x="3758665" y="154889"/>
                  <a:pt x="3754094" y="154889"/>
                </a:cubicBezTo>
                <a:cubicBezTo>
                  <a:pt x="3751666" y="154889"/>
                  <a:pt x="3749667" y="154032"/>
                  <a:pt x="3748096" y="152318"/>
                </a:cubicBezTo>
                <a:cubicBezTo>
                  <a:pt x="3746525" y="150604"/>
                  <a:pt x="3745739" y="148176"/>
                  <a:pt x="3745739" y="145034"/>
                </a:cubicBezTo>
                <a:cubicBezTo>
                  <a:pt x="3745739" y="140964"/>
                  <a:pt x="3746810" y="135501"/>
                  <a:pt x="3748953" y="128646"/>
                </a:cubicBezTo>
                <a:lnTo>
                  <a:pt x="3753130" y="115852"/>
                </a:lnTo>
                <a:cubicBezTo>
                  <a:pt x="3742776" y="131649"/>
                  <a:pt x="3733350" y="142581"/>
                  <a:pt x="3724852" y="148646"/>
                </a:cubicBezTo>
                <a:cubicBezTo>
                  <a:pt x="3718996" y="152808"/>
                  <a:pt x="3713390" y="154889"/>
                  <a:pt x="3708035" y="154889"/>
                </a:cubicBezTo>
                <a:cubicBezTo>
                  <a:pt x="3702607" y="154889"/>
                  <a:pt x="3697877" y="152477"/>
                  <a:pt x="3693842" y="147652"/>
                </a:cubicBezTo>
                <a:cubicBezTo>
                  <a:pt x="3689807" y="142825"/>
                  <a:pt x="3687790" y="136265"/>
                  <a:pt x="3687790" y="127973"/>
                </a:cubicBezTo>
                <a:cubicBezTo>
                  <a:pt x="3687790" y="117321"/>
                  <a:pt x="3691182" y="105956"/>
                  <a:pt x="3697966" y="93877"/>
                </a:cubicBezTo>
                <a:cubicBezTo>
                  <a:pt x="3704750" y="81795"/>
                  <a:pt x="3713712" y="71965"/>
                  <a:pt x="3724852" y="64386"/>
                </a:cubicBezTo>
                <a:cubicBezTo>
                  <a:pt x="3733635" y="58310"/>
                  <a:pt x="3741705" y="55272"/>
                  <a:pt x="3749060" y="55272"/>
                </a:cubicBezTo>
                <a:cubicBezTo>
                  <a:pt x="3752916" y="55272"/>
                  <a:pt x="3756237" y="56049"/>
                  <a:pt x="3759022" y="57605"/>
                </a:cubicBezTo>
                <a:cubicBezTo>
                  <a:pt x="3761807" y="59158"/>
                  <a:pt x="3764556" y="61735"/>
                  <a:pt x="3767269" y="65337"/>
                </a:cubicBezTo>
                <a:lnTo>
                  <a:pt x="3777767" y="28299"/>
                </a:lnTo>
                <a:cubicBezTo>
                  <a:pt x="3778552" y="25603"/>
                  <a:pt x="3779195" y="23454"/>
                  <a:pt x="3779695" y="21852"/>
                </a:cubicBezTo>
                <a:cubicBezTo>
                  <a:pt x="3780552" y="18968"/>
                  <a:pt x="3780980" y="16591"/>
                  <a:pt x="3780980" y="14718"/>
                </a:cubicBezTo>
                <a:cubicBezTo>
                  <a:pt x="3780980" y="13205"/>
                  <a:pt x="3780445" y="11944"/>
                  <a:pt x="3779374" y="10936"/>
                </a:cubicBezTo>
                <a:cubicBezTo>
                  <a:pt x="3777874" y="9715"/>
                  <a:pt x="3775946" y="9105"/>
                  <a:pt x="3773589" y="9105"/>
                </a:cubicBezTo>
                <a:cubicBezTo>
                  <a:pt x="3771947" y="9105"/>
                  <a:pt x="3769233" y="9355"/>
                  <a:pt x="3765449" y="9855"/>
                </a:cubicBezTo>
                <a:lnTo>
                  <a:pt x="3765449" y="5998"/>
                </a:lnTo>
                <a:lnTo>
                  <a:pt x="3802296" y="0"/>
                </a:lnTo>
                <a:moveTo>
                  <a:pt x="3762556" y="75918"/>
                </a:moveTo>
                <a:cubicBezTo>
                  <a:pt x="3762556" y="71323"/>
                  <a:pt x="3761235" y="67627"/>
                  <a:pt x="3758593" y="64828"/>
                </a:cubicBezTo>
                <a:cubicBezTo>
                  <a:pt x="3755951" y="62028"/>
                  <a:pt x="3752595" y="60627"/>
                  <a:pt x="3748524" y="60627"/>
                </a:cubicBezTo>
                <a:cubicBezTo>
                  <a:pt x="3739527" y="60627"/>
                  <a:pt x="3730154" y="68093"/>
                  <a:pt x="3720406" y="83024"/>
                </a:cubicBezTo>
                <a:cubicBezTo>
                  <a:pt x="3710659" y="97956"/>
                  <a:pt x="3705785" y="112241"/>
                  <a:pt x="3705785" y="125881"/>
                </a:cubicBezTo>
                <a:cubicBezTo>
                  <a:pt x="3705785" y="131265"/>
                  <a:pt x="3706964" y="135376"/>
                  <a:pt x="3709320" y="138212"/>
                </a:cubicBezTo>
                <a:cubicBezTo>
                  <a:pt x="3711677" y="141046"/>
                  <a:pt x="3714497" y="142463"/>
                  <a:pt x="3717782" y="142463"/>
                </a:cubicBezTo>
                <a:cubicBezTo>
                  <a:pt x="3725209" y="142463"/>
                  <a:pt x="3734528" y="134387"/>
                  <a:pt x="3745739" y="118235"/>
                </a:cubicBezTo>
                <a:cubicBezTo>
                  <a:pt x="3756951" y="102083"/>
                  <a:pt x="3762556" y="87977"/>
                  <a:pt x="3762556" y="75918"/>
                </a:cubicBezTo>
                <a:close/>
                <a:moveTo>
                  <a:pt x="3929536" y="128967"/>
                </a:moveTo>
                <a:cubicBezTo>
                  <a:pt x="3922110" y="137893"/>
                  <a:pt x="3914611" y="144445"/>
                  <a:pt x="3907042" y="148623"/>
                </a:cubicBezTo>
                <a:cubicBezTo>
                  <a:pt x="3899472" y="152800"/>
                  <a:pt x="3891475" y="154889"/>
                  <a:pt x="3883048" y="154889"/>
                </a:cubicBezTo>
                <a:cubicBezTo>
                  <a:pt x="3872908" y="154889"/>
                  <a:pt x="3864999" y="152029"/>
                  <a:pt x="3859322" y="146310"/>
                </a:cubicBezTo>
                <a:cubicBezTo>
                  <a:pt x="3853645" y="140590"/>
                  <a:pt x="3850806" y="132906"/>
                  <a:pt x="3850806" y="123256"/>
                </a:cubicBezTo>
                <a:cubicBezTo>
                  <a:pt x="3850806" y="112319"/>
                  <a:pt x="3853859" y="101561"/>
                  <a:pt x="3859965" y="90981"/>
                </a:cubicBezTo>
                <a:cubicBezTo>
                  <a:pt x="3866070" y="80399"/>
                  <a:pt x="3874283" y="71802"/>
                  <a:pt x="3884601" y="65190"/>
                </a:cubicBezTo>
                <a:cubicBezTo>
                  <a:pt x="3894920" y="58578"/>
                  <a:pt x="3905042" y="55272"/>
                  <a:pt x="3914969" y="55272"/>
                </a:cubicBezTo>
                <a:cubicBezTo>
                  <a:pt x="3922752" y="55272"/>
                  <a:pt x="3928572" y="56891"/>
                  <a:pt x="3932428" y="60129"/>
                </a:cubicBezTo>
                <a:cubicBezTo>
                  <a:pt x="3936284" y="63367"/>
                  <a:pt x="3938213" y="67334"/>
                  <a:pt x="3938213" y="72032"/>
                </a:cubicBezTo>
                <a:cubicBezTo>
                  <a:pt x="3938213" y="76444"/>
                  <a:pt x="3936856" y="80216"/>
                  <a:pt x="3934142" y="83349"/>
                </a:cubicBezTo>
                <a:cubicBezTo>
                  <a:pt x="3932143" y="85768"/>
                  <a:pt x="3929679" y="86978"/>
                  <a:pt x="3926751" y="86978"/>
                </a:cubicBezTo>
                <a:cubicBezTo>
                  <a:pt x="3924537" y="86978"/>
                  <a:pt x="3922699" y="86269"/>
                  <a:pt x="3921235" y="84852"/>
                </a:cubicBezTo>
                <a:cubicBezTo>
                  <a:pt x="3919771" y="83435"/>
                  <a:pt x="3919039" y="81664"/>
                  <a:pt x="3919039" y="79540"/>
                </a:cubicBezTo>
                <a:cubicBezTo>
                  <a:pt x="3919039" y="78194"/>
                  <a:pt x="3919307" y="76955"/>
                  <a:pt x="3919842" y="75821"/>
                </a:cubicBezTo>
                <a:cubicBezTo>
                  <a:pt x="3920378" y="74687"/>
                  <a:pt x="3921485" y="73324"/>
                  <a:pt x="3923163" y="71730"/>
                </a:cubicBezTo>
                <a:cubicBezTo>
                  <a:pt x="3924841" y="70135"/>
                  <a:pt x="3925859" y="68983"/>
                  <a:pt x="3926216" y="68276"/>
                </a:cubicBezTo>
                <a:cubicBezTo>
                  <a:pt x="3926573" y="67566"/>
                  <a:pt x="3926751" y="66822"/>
                  <a:pt x="3926751" y="66043"/>
                </a:cubicBezTo>
                <a:cubicBezTo>
                  <a:pt x="3926751" y="64555"/>
                  <a:pt x="3926073" y="63315"/>
                  <a:pt x="3924716" y="62324"/>
                </a:cubicBezTo>
                <a:cubicBezTo>
                  <a:pt x="3922645" y="60907"/>
                  <a:pt x="3919717" y="60199"/>
                  <a:pt x="3915933" y="60199"/>
                </a:cubicBezTo>
                <a:cubicBezTo>
                  <a:pt x="3908934" y="60199"/>
                  <a:pt x="3902008" y="62663"/>
                  <a:pt x="3895152" y="67590"/>
                </a:cubicBezTo>
                <a:cubicBezTo>
                  <a:pt x="3888297" y="72517"/>
                  <a:pt x="3882441" y="79515"/>
                  <a:pt x="3877585" y="88584"/>
                </a:cubicBezTo>
                <a:cubicBezTo>
                  <a:pt x="3871730" y="99582"/>
                  <a:pt x="3868802" y="110579"/>
                  <a:pt x="3868802" y="121576"/>
                </a:cubicBezTo>
                <a:cubicBezTo>
                  <a:pt x="3868802" y="128860"/>
                  <a:pt x="3870873" y="134626"/>
                  <a:pt x="3875014" y="138875"/>
                </a:cubicBezTo>
                <a:cubicBezTo>
                  <a:pt x="3879156" y="143124"/>
                  <a:pt x="3884798" y="145248"/>
                  <a:pt x="3891939" y="145248"/>
                </a:cubicBezTo>
                <a:cubicBezTo>
                  <a:pt x="3897437" y="145248"/>
                  <a:pt x="3902882" y="143874"/>
                  <a:pt x="3908274" y="141125"/>
                </a:cubicBezTo>
                <a:cubicBezTo>
                  <a:pt x="3913665" y="138375"/>
                  <a:pt x="3919717" y="133394"/>
                  <a:pt x="3926430" y="126182"/>
                </a:cubicBezTo>
                <a:lnTo>
                  <a:pt x="3929536" y="128967"/>
                </a:lnTo>
                <a:close/>
                <a:moveTo>
                  <a:pt x="4043758" y="88835"/>
                </a:moveTo>
                <a:cubicBezTo>
                  <a:pt x="4043758" y="99558"/>
                  <a:pt x="4040919" y="110174"/>
                  <a:pt x="4035242" y="120682"/>
                </a:cubicBezTo>
                <a:cubicBezTo>
                  <a:pt x="4029565" y="131191"/>
                  <a:pt x="4021656" y="139519"/>
                  <a:pt x="4011516" y="145667"/>
                </a:cubicBezTo>
                <a:cubicBezTo>
                  <a:pt x="4001376" y="151815"/>
                  <a:pt x="3991521" y="154889"/>
                  <a:pt x="3981952" y="154889"/>
                </a:cubicBezTo>
                <a:cubicBezTo>
                  <a:pt x="3972169" y="154889"/>
                  <a:pt x="3964189" y="151761"/>
                  <a:pt x="3958012" y="145506"/>
                </a:cubicBezTo>
                <a:cubicBezTo>
                  <a:pt x="3951835" y="139251"/>
                  <a:pt x="3948746" y="131155"/>
                  <a:pt x="3948746" y="121218"/>
                </a:cubicBezTo>
                <a:cubicBezTo>
                  <a:pt x="3948746" y="110709"/>
                  <a:pt x="3951764" y="100165"/>
                  <a:pt x="3957798" y="89585"/>
                </a:cubicBezTo>
                <a:cubicBezTo>
                  <a:pt x="3963832" y="79005"/>
                  <a:pt x="3971901" y="70641"/>
                  <a:pt x="3982006" y="64494"/>
                </a:cubicBezTo>
                <a:cubicBezTo>
                  <a:pt x="3992110" y="58346"/>
                  <a:pt x="4001876" y="55272"/>
                  <a:pt x="4011302" y="55272"/>
                </a:cubicBezTo>
                <a:cubicBezTo>
                  <a:pt x="4020728" y="55272"/>
                  <a:pt x="4028494" y="58381"/>
                  <a:pt x="4034599" y="64601"/>
                </a:cubicBezTo>
                <a:cubicBezTo>
                  <a:pt x="4040705" y="70820"/>
                  <a:pt x="4043758" y="78898"/>
                  <a:pt x="4043758" y="88835"/>
                </a:cubicBezTo>
                <a:moveTo>
                  <a:pt x="4025977" y="81267"/>
                </a:moveTo>
                <a:cubicBezTo>
                  <a:pt x="4025977" y="74601"/>
                  <a:pt x="4024352" y="69496"/>
                  <a:pt x="4021103" y="65950"/>
                </a:cubicBezTo>
                <a:cubicBezTo>
                  <a:pt x="4017854" y="62401"/>
                  <a:pt x="4013658" y="60627"/>
                  <a:pt x="4008517" y="60627"/>
                </a:cubicBezTo>
                <a:cubicBezTo>
                  <a:pt x="3998020" y="60627"/>
                  <a:pt x="3988361" y="68171"/>
                  <a:pt x="3979542" y="83259"/>
                </a:cubicBezTo>
                <a:cubicBezTo>
                  <a:pt x="3970723" y="98344"/>
                  <a:pt x="3966313" y="113340"/>
                  <a:pt x="3966313" y="128247"/>
                </a:cubicBezTo>
                <a:cubicBezTo>
                  <a:pt x="3966313" y="135056"/>
                  <a:pt x="3968027" y="140306"/>
                  <a:pt x="3971455" y="143997"/>
                </a:cubicBezTo>
                <a:cubicBezTo>
                  <a:pt x="3974883" y="147688"/>
                  <a:pt x="3979203" y="149533"/>
                  <a:pt x="3984416" y="149533"/>
                </a:cubicBezTo>
                <a:cubicBezTo>
                  <a:pt x="3994485" y="149533"/>
                  <a:pt x="4003929" y="142026"/>
                  <a:pt x="4012748" y="127012"/>
                </a:cubicBezTo>
                <a:cubicBezTo>
                  <a:pt x="4021567" y="111996"/>
                  <a:pt x="4025977" y="96748"/>
                  <a:pt x="4025977" y="81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p">
            <a:extLst xmlns:a="http://schemas.openxmlformats.org/drawingml/2006/main">
              <a:ext uri="{FF2B5EF4-FFF2-40B4-BE49-F238E27FC236}">
                <a16:creationId xmlns:a16="http://schemas.microsoft.com/office/drawing/2014/main" id="{EDE9D577-3184-46D4-91CD-DE7845BA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275" y="7221082"/>
            <a:ext cx="127896" cy="143963"/>
          </a:xfrm>
          <a:custGeom xmlns:a="http://schemas.openxmlformats.org/drawingml/2006/main">
            <a:pathLst>
              <a:path w="127896" h="143963">
                <a:moveTo>
                  <a:pt x="72731" y="0"/>
                </a:moveTo>
                <a:lnTo>
                  <a:pt x="65340" y="24727"/>
                </a:lnTo>
                <a:cubicBezTo>
                  <a:pt x="73124" y="15553"/>
                  <a:pt x="80069" y="9138"/>
                  <a:pt x="86174" y="5483"/>
                </a:cubicBezTo>
                <a:cubicBezTo>
                  <a:pt x="92280" y="1828"/>
                  <a:pt x="98510" y="0"/>
                  <a:pt x="104866" y="0"/>
                </a:cubicBezTo>
                <a:cubicBezTo>
                  <a:pt x="111221" y="0"/>
                  <a:pt x="116649" y="2521"/>
                  <a:pt x="121148" y="7562"/>
                </a:cubicBezTo>
                <a:cubicBezTo>
                  <a:pt x="125646" y="12601"/>
                  <a:pt x="127896" y="19159"/>
                  <a:pt x="127896" y="27237"/>
                </a:cubicBezTo>
                <a:cubicBezTo>
                  <a:pt x="127896" y="42963"/>
                  <a:pt x="121505" y="58958"/>
                  <a:pt x="108722" y="75222"/>
                </a:cubicBezTo>
                <a:cubicBezTo>
                  <a:pt x="95940" y="91485"/>
                  <a:pt x="81051" y="99617"/>
                  <a:pt x="64055" y="99617"/>
                </a:cubicBezTo>
                <a:cubicBezTo>
                  <a:pt x="60484" y="99617"/>
                  <a:pt x="57325" y="99228"/>
                  <a:pt x="54575" y="98449"/>
                </a:cubicBezTo>
                <a:cubicBezTo>
                  <a:pt x="51826" y="97670"/>
                  <a:pt x="48738" y="96290"/>
                  <a:pt x="45310" y="94308"/>
                </a:cubicBezTo>
                <a:lnTo>
                  <a:pt x="37490" y="121897"/>
                </a:lnTo>
                <a:cubicBezTo>
                  <a:pt x="35919" y="127356"/>
                  <a:pt x="35134" y="130912"/>
                  <a:pt x="35134" y="132565"/>
                </a:cubicBezTo>
                <a:cubicBezTo>
                  <a:pt x="35134" y="134145"/>
                  <a:pt x="35544" y="135492"/>
                  <a:pt x="36366" y="136606"/>
                </a:cubicBezTo>
                <a:cubicBezTo>
                  <a:pt x="37187" y="137719"/>
                  <a:pt x="38526" y="138581"/>
                  <a:pt x="40383" y="139190"/>
                </a:cubicBezTo>
                <a:cubicBezTo>
                  <a:pt x="42239" y="139801"/>
                  <a:pt x="45917" y="140107"/>
                  <a:pt x="51415" y="140107"/>
                </a:cubicBezTo>
                <a:lnTo>
                  <a:pt x="50451" y="143963"/>
                </a:lnTo>
                <a:lnTo>
                  <a:pt x="0" y="143963"/>
                </a:lnTo>
                <a:lnTo>
                  <a:pt x="1071" y="140107"/>
                </a:lnTo>
                <a:cubicBezTo>
                  <a:pt x="7712" y="139819"/>
                  <a:pt x="12193" y="138670"/>
                  <a:pt x="14514" y="136659"/>
                </a:cubicBezTo>
                <a:cubicBezTo>
                  <a:pt x="16835" y="134651"/>
                  <a:pt x="19281" y="129087"/>
                  <a:pt x="21852" y="119969"/>
                </a:cubicBezTo>
                <a:lnTo>
                  <a:pt x="48952" y="26136"/>
                </a:lnTo>
                <a:cubicBezTo>
                  <a:pt x="50594" y="20247"/>
                  <a:pt x="51415" y="16594"/>
                  <a:pt x="51415" y="15177"/>
                </a:cubicBezTo>
                <a:cubicBezTo>
                  <a:pt x="51415" y="13260"/>
                  <a:pt x="50862" y="11769"/>
                  <a:pt x="49755" y="10705"/>
                </a:cubicBezTo>
                <a:cubicBezTo>
                  <a:pt x="48648" y="9638"/>
                  <a:pt x="46952" y="9105"/>
                  <a:pt x="44667" y="9105"/>
                </a:cubicBezTo>
                <a:cubicBezTo>
                  <a:pt x="42596" y="9105"/>
                  <a:pt x="39704" y="9355"/>
                  <a:pt x="35991" y="9855"/>
                </a:cubicBezTo>
                <a:lnTo>
                  <a:pt x="35991" y="5570"/>
                </a:lnTo>
                <a:lnTo>
                  <a:pt x="72731" y="0"/>
                </a:lnTo>
                <a:moveTo>
                  <a:pt x="47773" y="85749"/>
                </a:moveTo>
                <a:cubicBezTo>
                  <a:pt x="52201" y="90996"/>
                  <a:pt x="58164" y="93619"/>
                  <a:pt x="65662" y="93619"/>
                </a:cubicBezTo>
                <a:cubicBezTo>
                  <a:pt x="69375" y="93619"/>
                  <a:pt x="73160" y="92585"/>
                  <a:pt x="77016" y="90516"/>
                </a:cubicBezTo>
                <a:cubicBezTo>
                  <a:pt x="80872" y="88447"/>
                  <a:pt x="84639" y="85381"/>
                  <a:pt x="88317" y="81317"/>
                </a:cubicBezTo>
                <a:cubicBezTo>
                  <a:pt x="91994" y="77251"/>
                  <a:pt x="95297" y="72562"/>
                  <a:pt x="98225" y="67248"/>
                </a:cubicBezTo>
                <a:cubicBezTo>
                  <a:pt x="101153" y="61935"/>
                  <a:pt x="103777" y="55677"/>
                  <a:pt x="106098" y="48473"/>
                </a:cubicBezTo>
                <a:cubicBezTo>
                  <a:pt x="108419" y="41270"/>
                  <a:pt x="109579" y="34137"/>
                  <a:pt x="109579" y="27077"/>
                </a:cubicBezTo>
                <a:cubicBezTo>
                  <a:pt x="109579" y="21373"/>
                  <a:pt x="108276" y="17006"/>
                  <a:pt x="105669" y="13975"/>
                </a:cubicBezTo>
                <a:cubicBezTo>
                  <a:pt x="103063" y="10943"/>
                  <a:pt x="100010" y="9426"/>
                  <a:pt x="96511" y="9426"/>
                </a:cubicBezTo>
                <a:cubicBezTo>
                  <a:pt x="88799" y="9426"/>
                  <a:pt x="81176" y="13854"/>
                  <a:pt x="73642" y="22708"/>
                </a:cubicBezTo>
                <a:cubicBezTo>
                  <a:pt x="66108" y="31561"/>
                  <a:pt x="60592" y="41923"/>
                  <a:pt x="57093" y="53795"/>
                </a:cubicBezTo>
                <a:lnTo>
                  <a:pt x="47773" y="85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yrightissues.">
            <a:extLst xmlns:a="http://schemas.openxmlformats.org/drawingml/2006/main">
              <a:ext uri="{FF2B5EF4-FFF2-40B4-BE49-F238E27FC236}">
                <a16:creationId xmlns:a16="http://schemas.microsoft.com/office/drawing/2014/main" id="{50248632-ED47-45D0-93DC-DC7E9147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480" y="7165811"/>
            <a:ext cx="1150672" cy="199663"/>
          </a:xfrm>
          <a:custGeom xmlns:a="http://schemas.openxmlformats.org/drawingml/2006/main">
            <a:pathLst>
              <a:path w="1150672" h="199663">
                <a:moveTo>
                  <a:pt x="52594" y="55272"/>
                </a:moveTo>
                <a:cubicBezTo>
                  <a:pt x="55022" y="59411"/>
                  <a:pt x="56700" y="63283"/>
                  <a:pt x="57628" y="66887"/>
                </a:cubicBezTo>
                <a:cubicBezTo>
                  <a:pt x="58556" y="70491"/>
                  <a:pt x="59485" y="77575"/>
                  <a:pt x="60413" y="88139"/>
                </a:cubicBezTo>
                <a:lnTo>
                  <a:pt x="65126" y="140810"/>
                </a:lnTo>
                <a:cubicBezTo>
                  <a:pt x="69411" y="135671"/>
                  <a:pt x="75623" y="127534"/>
                  <a:pt x="83764" y="116401"/>
                </a:cubicBezTo>
                <a:cubicBezTo>
                  <a:pt x="87692" y="110976"/>
                  <a:pt x="92548" y="103590"/>
                  <a:pt x="98332" y="94241"/>
                </a:cubicBezTo>
                <a:cubicBezTo>
                  <a:pt x="101831" y="88531"/>
                  <a:pt x="103973" y="84534"/>
                  <a:pt x="104759" y="82251"/>
                </a:cubicBezTo>
                <a:cubicBezTo>
                  <a:pt x="105187" y="81109"/>
                  <a:pt x="105402" y="79930"/>
                  <a:pt x="105402" y="78716"/>
                </a:cubicBezTo>
                <a:cubicBezTo>
                  <a:pt x="105402" y="77931"/>
                  <a:pt x="105152" y="77289"/>
                  <a:pt x="104652" y="76792"/>
                </a:cubicBezTo>
                <a:cubicBezTo>
                  <a:pt x="104152" y="76292"/>
                  <a:pt x="102849" y="75703"/>
                  <a:pt x="100742" y="75024"/>
                </a:cubicBezTo>
                <a:cubicBezTo>
                  <a:pt x="98635" y="74346"/>
                  <a:pt x="96886" y="73097"/>
                  <a:pt x="95493" y="71279"/>
                </a:cubicBezTo>
                <a:cubicBezTo>
                  <a:pt x="94101" y="69458"/>
                  <a:pt x="93405" y="67369"/>
                  <a:pt x="93405" y="65012"/>
                </a:cubicBezTo>
                <a:cubicBezTo>
                  <a:pt x="93405" y="62087"/>
                  <a:pt x="94262" y="59732"/>
                  <a:pt x="95975" y="57949"/>
                </a:cubicBezTo>
                <a:cubicBezTo>
                  <a:pt x="97689" y="56164"/>
                  <a:pt x="99832" y="55272"/>
                  <a:pt x="102402" y="55272"/>
                </a:cubicBezTo>
                <a:cubicBezTo>
                  <a:pt x="105544" y="55272"/>
                  <a:pt x="108222" y="56577"/>
                  <a:pt x="110436" y="59188"/>
                </a:cubicBezTo>
                <a:cubicBezTo>
                  <a:pt x="112650" y="61797"/>
                  <a:pt x="113757" y="65388"/>
                  <a:pt x="113757" y="69963"/>
                </a:cubicBezTo>
                <a:cubicBezTo>
                  <a:pt x="113757" y="75611"/>
                  <a:pt x="111828" y="82064"/>
                  <a:pt x="107972" y="89321"/>
                </a:cubicBezTo>
                <a:cubicBezTo>
                  <a:pt x="104116" y="96578"/>
                  <a:pt x="96690" y="107713"/>
                  <a:pt x="85692" y="122727"/>
                </a:cubicBezTo>
                <a:cubicBezTo>
                  <a:pt x="74695" y="137741"/>
                  <a:pt x="61377" y="154103"/>
                  <a:pt x="45738" y="171813"/>
                </a:cubicBezTo>
                <a:cubicBezTo>
                  <a:pt x="34955" y="184024"/>
                  <a:pt x="26957" y="191719"/>
                  <a:pt x="21744" y="194896"/>
                </a:cubicBezTo>
                <a:cubicBezTo>
                  <a:pt x="16531" y="198074"/>
                  <a:pt x="12068" y="199663"/>
                  <a:pt x="8355" y="199663"/>
                </a:cubicBezTo>
                <a:cubicBezTo>
                  <a:pt x="6141" y="199663"/>
                  <a:pt x="4195" y="198820"/>
                  <a:pt x="2517" y="197133"/>
                </a:cubicBezTo>
                <a:cubicBezTo>
                  <a:pt x="839" y="195445"/>
                  <a:pt x="0" y="193488"/>
                  <a:pt x="0" y="191261"/>
                </a:cubicBezTo>
                <a:cubicBezTo>
                  <a:pt x="0" y="188461"/>
                  <a:pt x="1160" y="185911"/>
                  <a:pt x="3481" y="183613"/>
                </a:cubicBezTo>
                <a:cubicBezTo>
                  <a:pt x="5802" y="181316"/>
                  <a:pt x="8319" y="180168"/>
                  <a:pt x="11033" y="180168"/>
                </a:cubicBezTo>
                <a:cubicBezTo>
                  <a:pt x="12461" y="180168"/>
                  <a:pt x="13639" y="180489"/>
                  <a:pt x="14568" y="181132"/>
                </a:cubicBezTo>
                <a:cubicBezTo>
                  <a:pt x="15139" y="181489"/>
                  <a:pt x="15764" y="182507"/>
                  <a:pt x="16442" y="184185"/>
                </a:cubicBezTo>
                <a:cubicBezTo>
                  <a:pt x="17121" y="185863"/>
                  <a:pt x="17745" y="186988"/>
                  <a:pt x="18317" y="187559"/>
                </a:cubicBezTo>
                <a:cubicBezTo>
                  <a:pt x="18674" y="187916"/>
                  <a:pt x="19102" y="188095"/>
                  <a:pt x="19602" y="188095"/>
                </a:cubicBezTo>
                <a:cubicBezTo>
                  <a:pt x="20031" y="188095"/>
                  <a:pt x="20780" y="187740"/>
                  <a:pt x="21852" y="187030"/>
                </a:cubicBezTo>
                <a:cubicBezTo>
                  <a:pt x="25779" y="184616"/>
                  <a:pt x="30349" y="180782"/>
                  <a:pt x="35562" y="175529"/>
                </a:cubicBezTo>
                <a:cubicBezTo>
                  <a:pt x="42418" y="168571"/>
                  <a:pt x="47488" y="162841"/>
                  <a:pt x="50773" y="158340"/>
                </a:cubicBezTo>
                <a:lnTo>
                  <a:pt x="44774" y="90489"/>
                </a:lnTo>
                <a:cubicBezTo>
                  <a:pt x="43774" y="79289"/>
                  <a:pt x="42275" y="72476"/>
                  <a:pt x="40275" y="70050"/>
                </a:cubicBezTo>
                <a:cubicBezTo>
                  <a:pt x="38276" y="67624"/>
                  <a:pt x="34920" y="66412"/>
                  <a:pt x="30207" y="66412"/>
                </a:cubicBezTo>
                <a:cubicBezTo>
                  <a:pt x="28707" y="66412"/>
                  <a:pt x="26029" y="66626"/>
                  <a:pt x="22173" y="67054"/>
                </a:cubicBezTo>
                <a:lnTo>
                  <a:pt x="21209" y="62984"/>
                </a:lnTo>
                <a:lnTo>
                  <a:pt x="52594" y="55272"/>
                </a:lnTo>
                <a:close/>
                <a:moveTo>
                  <a:pt x="126539" y="61270"/>
                </a:moveTo>
                <a:lnTo>
                  <a:pt x="163494" y="55272"/>
                </a:lnTo>
                <a:lnTo>
                  <a:pt x="148069" y="107437"/>
                </a:lnTo>
                <a:cubicBezTo>
                  <a:pt x="160566" y="86040"/>
                  <a:pt x="171920" y="71084"/>
                  <a:pt x="182132" y="62569"/>
                </a:cubicBezTo>
                <a:cubicBezTo>
                  <a:pt x="187916" y="57704"/>
                  <a:pt x="192629" y="55272"/>
                  <a:pt x="196271" y="55272"/>
                </a:cubicBezTo>
                <a:cubicBezTo>
                  <a:pt x="198627" y="55272"/>
                  <a:pt x="200484" y="55971"/>
                  <a:pt x="201841" y="57370"/>
                </a:cubicBezTo>
                <a:cubicBezTo>
                  <a:pt x="203198" y="58767"/>
                  <a:pt x="203876" y="60792"/>
                  <a:pt x="203876" y="63446"/>
                </a:cubicBezTo>
                <a:cubicBezTo>
                  <a:pt x="203876" y="68177"/>
                  <a:pt x="202662" y="72693"/>
                  <a:pt x="200234" y="76996"/>
                </a:cubicBezTo>
                <a:cubicBezTo>
                  <a:pt x="198520" y="80223"/>
                  <a:pt x="196057" y="81836"/>
                  <a:pt x="192843" y="81836"/>
                </a:cubicBezTo>
                <a:cubicBezTo>
                  <a:pt x="191201" y="81836"/>
                  <a:pt x="189790" y="81301"/>
                  <a:pt x="188612" y="80229"/>
                </a:cubicBezTo>
                <a:cubicBezTo>
                  <a:pt x="187434" y="79158"/>
                  <a:pt x="186702" y="77516"/>
                  <a:pt x="186416" y="75302"/>
                </a:cubicBezTo>
                <a:cubicBezTo>
                  <a:pt x="186273" y="73945"/>
                  <a:pt x="185952" y="73053"/>
                  <a:pt x="185452" y="72624"/>
                </a:cubicBezTo>
                <a:cubicBezTo>
                  <a:pt x="184881" y="72053"/>
                  <a:pt x="184203" y="71767"/>
                  <a:pt x="183417" y="71767"/>
                </a:cubicBezTo>
                <a:cubicBezTo>
                  <a:pt x="182203" y="71767"/>
                  <a:pt x="181060" y="72053"/>
                  <a:pt x="179989" y="72624"/>
                </a:cubicBezTo>
                <a:cubicBezTo>
                  <a:pt x="178133" y="73624"/>
                  <a:pt x="175312" y="76408"/>
                  <a:pt x="171527" y="80976"/>
                </a:cubicBezTo>
                <a:cubicBezTo>
                  <a:pt x="165600" y="87974"/>
                  <a:pt x="159173" y="97042"/>
                  <a:pt x="152246" y="108180"/>
                </a:cubicBezTo>
                <a:cubicBezTo>
                  <a:pt x="149247" y="112891"/>
                  <a:pt x="146676" y="118210"/>
                  <a:pt x="144534" y="124137"/>
                </a:cubicBezTo>
                <a:cubicBezTo>
                  <a:pt x="141535" y="132275"/>
                  <a:pt x="139821" y="137166"/>
                  <a:pt x="139393" y="138808"/>
                </a:cubicBezTo>
                <a:lnTo>
                  <a:pt x="135965" y="152318"/>
                </a:lnTo>
                <a:lnTo>
                  <a:pt x="119576" y="152318"/>
                </a:lnTo>
                <a:lnTo>
                  <a:pt x="139393" y="85692"/>
                </a:lnTo>
                <a:cubicBezTo>
                  <a:pt x="141678" y="77940"/>
                  <a:pt x="142820" y="72412"/>
                  <a:pt x="142820" y="69110"/>
                </a:cubicBezTo>
                <a:cubicBezTo>
                  <a:pt x="142820" y="67817"/>
                  <a:pt x="142285" y="66741"/>
                  <a:pt x="141214" y="65879"/>
                </a:cubicBezTo>
                <a:cubicBezTo>
                  <a:pt x="139785" y="64735"/>
                  <a:pt x="137893" y="64162"/>
                  <a:pt x="135536" y="64162"/>
                </a:cubicBezTo>
                <a:cubicBezTo>
                  <a:pt x="134037" y="64162"/>
                  <a:pt x="131288" y="64483"/>
                  <a:pt x="127289" y="65126"/>
                </a:cubicBezTo>
                <a:lnTo>
                  <a:pt x="126539" y="61270"/>
                </a:lnTo>
                <a:close/>
                <a:moveTo>
                  <a:pt x="250350" y="12640"/>
                </a:moveTo>
                <a:cubicBezTo>
                  <a:pt x="253349" y="12640"/>
                  <a:pt x="255884" y="13675"/>
                  <a:pt x="257955" y="15746"/>
                </a:cubicBezTo>
                <a:cubicBezTo>
                  <a:pt x="260026" y="17817"/>
                  <a:pt x="261061" y="20352"/>
                  <a:pt x="261061" y="23351"/>
                </a:cubicBezTo>
                <a:cubicBezTo>
                  <a:pt x="261061" y="26279"/>
                  <a:pt x="260008" y="28796"/>
                  <a:pt x="257902" y="30903"/>
                </a:cubicBezTo>
                <a:cubicBezTo>
                  <a:pt x="255795" y="33009"/>
                  <a:pt x="253278" y="34063"/>
                  <a:pt x="250350" y="34063"/>
                </a:cubicBezTo>
                <a:cubicBezTo>
                  <a:pt x="247422" y="34063"/>
                  <a:pt x="244905" y="33009"/>
                  <a:pt x="242798" y="30903"/>
                </a:cubicBezTo>
                <a:cubicBezTo>
                  <a:pt x="240692" y="28796"/>
                  <a:pt x="239638" y="26279"/>
                  <a:pt x="239638" y="23351"/>
                </a:cubicBezTo>
                <a:cubicBezTo>
                  <a:pt x="239638" y="20352"/>
                  <a:pt x="240674" y="17817"/>
                  <a:pt x="242745" y="15746"/>
                </a:cubicBezTo>
                <a:cubicBezTo>
                  <a:pt x="244816" y="13675"/>
                  <a:pt x="247351" y="12640"/>
                  <a:pt x="250350" y="12640"/>
                </a:cubicBezTo>
                <a:moveTo>
                  <a:pt x="251742" y="55272"/>
                </a:moveTo>
                <a:lnTo>
                  <a:pt x="230534" y="130396"/>
                </a:lnTo>
                <a:cubicBezTo>
                  <a:pt x="229105" y="135469"/>
                  <a:pt x="228391" y="138505"/>
                  <a:pt x="228391" y="139504"/>
                </a:cubicBezTo>
                <a:cubicBezTo>
                  <a:pt x="228391" y="140651"/>
                  <a:pt x="228730" y="141584"/>
                  <a:pt x="229409" y="142303"/>
                </a:cubicBezTo>
                <a:cubicBezTo>
                  <a:pt x="230087" y="143019"/>
                  <a:pt x="230891" y="143377"/>
                  <a:pt x="231819" y="143377"/>
                </a:cubicBezTo>
                <a:cubicBezTo>
                  <a:pt x="232890" y="143377"/>
                  <a:pt x="234175" y="142804"/>
                  <a:pt x="235675" y="141657"/>
                </a:cubicBezTo>
                <a:cubicBezTo>
                  <a:pt x="239745" y="138437"/>
                  <a:pt x="243852" y="133863"/>
                  <a:pt x="247993" y="127936"/>
                </a:cubicBezTo>
                <a:lnTo>
                  <a:pt x="251742" y="130400"/>
                </a:lnTo>
                <a:cubicBezTo>
                  <a:pt x="246886" y="137833"/>
                  <a:pt x="241174" y="144096"/>
                  <a:pt x="234604" y="149188"/>
                </a:cubicBezTo>
                <a:cubicBezTo>
                  <a:pt x="229748" y="152989"/>
                  <a:pt x="225106" y="154889"/>
                  <a:pt x="220679" y="154889"/>
                </a:cubicBezTo>
                <a:cubicBezTo>
                  <a:pt x="217751" y="154889"/>
                  <a:pt x="215359" y="154014"/>
                  <a:pt x="213502" y="152265"/>
                </a:cubicBezTo>
                <a:cubicBezTo>
                  <a:pt x="211646" y="150515"/>
                  <a:pt x="210717" y="148319"/>
                  <a:pt x="210717" y="145677"/>
                </a:cubicBezTo>
                <a:cubicBezTo>
                  <a:pt x="210717" y="143030"/>
                  <a:pt x="211610" y="138631"/>
                  <a:pt x="213395" y="132478"/>
                </a:cubicBezTo>
                <a:lnTo>
                  <a:pt x="227320" y="84407"/>
                </a:lnTo>
                <a:cubicBezTo>
                  <a:pt x="229605" y="76596"/>
                  <a:pt x="230748" y="71697"/>
                  <a:pt x="230748" y="69709"/>
                </a:cubicBezTo>
                <a:cubicBezTo>
                  <a:pt x="230748" y="68147"/>
                  <a:pt x="230194" y="66868"/>
                  <a:pt x="229087" y="65873"/>
                </a:cubicBezTo>
                <a:cubicBezTo>
                  <a:pt x="227981" y="64875"/>
                  <a:pt x="226463" y="64376"/>
                  <a:pt x="224535" y="64376"/>
                </a:cubicBezTo>
                <a:cubicBezTo>
                  <a:pt x="222964" y="64376"/>
                  <a:pt x="219715" y="64769"/>
                  <a:pt x="214788" y="65555"/>
                </a:cubicBezTo>
                <a:lnTo>
                  <a:pt x="214788" y="61270"/>
                </a:lnTo>
                <a:lnTo>
                  <a:pt x="251742" y="55272"/>
                </a:lnTo>
                <a:close/>
                <a:moveTo>
                  <a:pt x="377447" y="61913"/>
                </a:moveTo>
                <a:lnTo>
                  <a:pt x="374340" y="73053"/>
                </a:lnTo>
                <a:lnTo>
                  <a:pt x="356452" y="73053"/>
                </a:lnTo>
                <a:cubicBezTo>
                  <a:pt x="357809" y="76909"/>
                  <a:pt x="358487" y="80515"/>
                  <a:pt x="358487" y="83871"/>
                </a:cubicBezTo>
                <a:cubicBezTo>
                  <a:pt x="358487" y="93298"/>
                  <a:pt x="354488" y="101688"/>
                  <a:pt x="346490" y="109043"/>
                </a:cubicBezTo>
                <a:cubicBezTo>
                  <a:pt x="338421" y="116399"/>
                  <a:pt x="327352" y="120469"/>
                  <a:pt x="313284" y="121255"/>
                </a:cubicBezTo>
                <a:cubicBezTo>
                  <a:pt x="305715" y="123553"/>
                  <a:pt x="300038" y="126282"/>
                  <a:pt x="296253" y="129442"/>
                </a:cubicBezTo>
                <a:cubicBezTo>
                  <a:pt x="294825" y="130592"/>
                  <a:pt x="294111" y="131776"/>
                  <a:pt x="294111" y="132997"/>
                </a:cubicBezTo>
                <a:cubicBezTo>
                  <a:pt x="294111" y="134434"/>
                  <a:pt x="294754" y="135745"/>
                  <a:pt x="296039" y="136930"/>
                </a:cubicBezTo>
                <a:cubicBezTo>
                  <a:pt x="297324" y="138115"/>
                  <a:pt x="300573" y="139318"/>
                  <a:pt x="305786" y="140539"/>
                </a:cubicBezTo>
                <a:lnTo>
                  <a:pt x="326567" y="145319"/>
                </a:lnTo>
                <a:cubicBezTo>
                  <a:pt x="338064" y="148008"/>
                  <a:pt x="345669" y="151211"/>
                  <a:pt x="349382" y="154929"/>
                </a:cubicBezTo>
                <a:cubicBezTo>
                  <a:pt x="353024" y="158720"/>
                  <a:pt x="354845" y="163083"/>
                  <a:pt x="354845" y="168017"/>
                </a:cubicBezTo>
                <a:cubicBezTo>
                  <a:pt x="354845" y="173882"/>
                  <a:pt x="352685" y="179245"/>
                  <a:pt x="348365" y="184108"/>
                </a:cubicBezTo>
                <a:cubicBezTo>
                  <a:pt x="344044" y="188971"/>
                  <a:pt x="337725" y="192779"/>
                  <a:pt x="329405" y="195532"/>
                </a:cubicBezTo>
                <a:cubicBezTo>
                  <a:pt x="321086" y="198286"/>
                  <a:pt x="311892" y="199663"/>
                  <a:pt x="301823" y="199663"/>
                </a:cubicBezTo>
                <a:cubicBezTo>
                  <a:pt x="292968" y="199663"/>
                  <a:pt x="284899" y="198608"/>
                  <a:pt x="277615" y="196497"/>
                </a:cubicBezTo>
                <a:cubicBezTo>
                  <a:pt x="270331" y="194388"/>
                  <a:pt x="265118" y="191546"/>
                  <a:pt x="261976" y="187971"/>
                </a:cubicBezTo>
                <a:cubicBezTo>
                  <a:pt x="258834" y="184396"/>
                  <a:pt x="257263" y="180714"/>
                  <a:pt x="257263" y="176925"/>
                </a:cubicBezTo>
                <a:cubicBezTo>
                  <a:pt x="257263" y="173849"/>
                  <a:pt x="258281" y="170649"/>
                  <a:pt x="260316" y="167324"/>
                </a:cubicBezTo>
                <a:cubicBezTo>
                  <a:pt x="262351" y="163999"/>
                  <a:pt x="264904" y="161264"/>
                  <a:pt x="267975" y="159120"/>
                </a:cubicBezTo>
                <a:cubicBezTo>
                  <a:pt x="269903" y="157761"/>
                  <a:pt x="275366" y="154543"/>
                  <a:pt x="284363" y="149466"/>
                </a:cubicBezTo>
                <a:cubicBezTo>
                  <a:pt x="281078" y="146891"/>
                  <a:pt x="279436" y="144066"/>
                  <a:pt x="279436" y="140991"/>
                </a:cubicBezTo>
                <a:cubicBezTo>
                  <a:pt x="279436" y="138132"/>
                  <a:pt x="280882" y="135094"/>
                  <a:pt x="283774" y="131876"/>
                </a:cubicBezTo>
                <a:cubicBezTo>
                  <a:pt x="286666" y="128656"/>
                  <a:pt x="292790" y="125115"/>
                  <a:pt x="302144" y="121255"/>
                </a:cubicBezTo>
                <a:cubicBezTo>
                  <a:pt x="294289" y="119755"/>
                  <a:pt x="288059" y="116470"/>
                  <a:pt x="283453" y="111400"/>
                </a:cubicBezTo>
                <a:cubicBezTo>
                  <a:pt x="278847" y="106330"/>
                  <a:pt x="276544" y="100688"/>
                  <a:pt x="276544" y="94476"/>
                </a:cubicBezTo>
                <a:cubicBezTo>
                  <a:pt x="276544" y="84336"/>
                  <a:pt x="280989" y="75266"/>
                  <a:pt x="289880" y="67268"/>
                </a:cubicBezTo>
                <a:cubicBezTo>
                  <a:pt x="298770" y="59271"/>
                  <a:pt x="310607" y="55272"/>
                  <a:pt x="325389" y="55272"/>
                </a:cubicBezTo>
                <a:cubicBezTo>
                  <a:pt x="330744" y="55272"/>
                  <a:pt x="335136" y="55807"/>
                  <a:pt x="338564" y="56878"/>
                </a:cubicBezTo>
                <a:cubicBezTo>
                  <a:pt x="341991" y="57949"/>
                  <a:pt x="345312" y="59628"/>
                  <a:pt x="348525" y="61913"/>
                </a:cubicBezTo>
                <a:lnTo>
                  <a:pt x="377447" y="61913"/>
                </a:lnTo>
                <a:moveTo>
                  <a:pt x="340278" y="78733"/>
                </a:moveTo>
                <a:cubicBezTo>
                  <a:pt x="340278" y="73052"/>
                  <a:pt x="338689" y="68578"/>
                  <a:pt x="335511" y="65314"/>
                </a:cubicBezTo>
                <a:cubicBezTo>
                  <a:pt x="332333" y="62047"/>
                  <a:pt x="328174" y="60413"/>
                  <a:pt x="323032" y="60413"/>
                </a:cubicBezTo>
                <a:cubicBezTo>
                  <a:pt x="314963" y="60413"/>
                  <a:pt x="308304" y="64442"/>
                  <a:pt x="303055" y="72500"/>
                </a:cubicBezTo>
                <a:cubicBezTo>
                  <a:pt x="297806" y="80559"/>
                  <a:pt x="295182" y="88955"/>
                  <a:pt x="295182" y="97689"/>
                </a:cubicBezTo>
                <a:cubicBezTo>
                  <a:pt x="295182" y="103157"/>
                  <a:pt x="296860" y="107630"/>
                  <a:pt x="300216" y="111109"/>
                </a:cubicBezTo>
                <a:cubicBezTo>
                  <a:pt x="303573" y="114588"/>
                  <a:pt x="307643" y="116327"/>
                  <a:pt x="312428" y="116327"/>
                </a:cubicBezTo>
                <a:cubicBezTo>
                  <a:pt x="316212" y="116327"/>
                  <a:pt x="319872" y="115299"/>
                  <a:pt x="323407" y="113241"/>
                </a:cubicBezTo>
                <a:cubicBezTo>
                  <a:pt x="326942" y="111181"/>
                  <a:pt x="329923" y="108341"/>
                  <a:pt x="332351" y="104719"/>
                </a:cubicBezTo>
                <a:cubicBezTo>
                  <a:pt x="334779" y="101097"/>
                  <a:pt x="336707" y="96482"/>
                  <a:pt x="338135" y="90874"/>
                </a:cubicBezTo>
                <a:cubicBezTo>
                  <a:pt x="339563" y="85264"/>
                  <a:pt x="340278" y="81217"/>
                  <a:pt x="340278" y="78733"/>
                </a:cubicBezTo>
                <a:moveTo>
                  <a:pt x="288969" y="152254"/>
                </a:moveTo>
                <a:cubicBezTo>
                  <a:pt x="283185" y="154901"/>
                  <a:pt x="278811" y="158299"/>
                  <a:pt x="275848" y="162447"/>
                </a:cubicBezTo>
                <a:cubicBezTo>
                  <a:pt x="272884" y="166596"/>
                  <a:pt x="271402" y="170672"/>
                  <a:pt x="271402" y="174675"/>
                </a:cubicBezTo>
                <a:cubicBezTo>
                  <a:pt x="271402" y="179397"/>
                  <a:pt x="273545" y="183296"/>
                  <a:pt x="277829" y="186371"/>
                </a:cubicBezTo>
                <a:cubicBezTo>
                  <a:pt x="283971" y="190805"/>
                  <a:pt x="292968" y="193022"/>
                  <a:pt x="304822" y="193022"/>
                </a:cubicBezTo>
                <a:cubicBezTo>
                  <a:pt x="315034" y="193022"/>
                  <a:pt x="323764" y="191287"/>
                  <a:pt x="331012" y="187817"/>
                </a:cubicBezTo>
                <a:cubicBezTo>
                  <a:pt x="338260" y="184349"/>
                  <a:pt x="341884" y="179861"/>
                  <a:pt x="341884" y="174354"/>
                </a:cubicBezTo>
                <a:cubicBezTo>
                  <a:pt x="341884" y="171564"/>
                  <a:pt x="340545" y="168918"/>
                  <a:pt x="337867" y="166414"/>
                </a:cubicBezTo>
                <a:cubicBezTo>
                  <a:pt x="335190" y="163910"/>
                  <a:pt x="329994" y="161871"/>
                  <a:pt x="322282" y="160298"/>
                </a:cubicBezTo>
                <a:cubicBezTo>
                  <a:pt x="318069" y="159441"/>
                  <a:pt x="306965" y="156760"/>
                  <a:pt x="288969" y="152254"/>
                </a:cubicBezTo>
                <a:close/>
                <a:moveTo>
                  <a:pt x="438094" y="0"/>
                </a:moveTo>
                <a:lnTo>
                  <a:pt x="407995" y="103711"/>
                </a:lnTo>
                <a:cubicBezTo>
                  <a:pt x="420991" y="84221"/>
                  <a:pt x="431132" y="71275"/>
                  <a:pt x="438415" y="64875"/>
                </a:cubicBezTo>
                <a:cubicBezTo>
                  <a:pt x="445699" y="58473"/>
                  <a:pt x="452662" y="55272"/>
                  <a:pt x="459303" y="55272"/>
                </a:cubicBezTo>
                <a:cubicBezTo>
                  <a:pt x="462731" y="55272"/>
                  <a:pt x="465587" y="56461"/>
                  <a:pt x="467872" y="58840"/>
                </a:cubicBezTo>
                <a:cubicBezTo>
                  <a:pt x="470157" y="61216"/>
                  <a:pt x="471300" y="64386"/>
                  <a:pt x="471300" y="68350"/>
                </a:cubicBezTo>
                <a:cubicBezTo>
                  <a:pt x="471300" y="73063"/>
                  <a:pt x="470300" y="78774"/>
                  <a:pt x="468301" y="85485"/>
                </a:cubicBezTo>
                <a:lnTo>
                  <a:pt x="455233" y="130359"/>
                </a:lnTo>
                <a:cubicBezTo>
                  <a:pt x="453590" y="135787"/>
                  <a:pt x="452769" y="138786"/>
                  <a:pt x="452769" y="139357"/>
                </a:cubicBezTo>
                <a:cubicBezTo>
                  <a:pt x="452769" y="140357"/>
                  <a:pt x="453072" y="141178"/>
                  <a:pt x="453679" y="141821"/>
                </a:cubicBezTo>
                <a:cubicBezTo>
                  <a:pt x="454286" y="142463"/>
                  <a:pt x="454983" y="142785"/>
                  <a:pt x="455768" y="142785"/>
                </a:cubicBezTo>
                <a:cubicBezTo>
                  <a:pt x="456696" y="142785"/>
                  <a:pt x="457768" y="142321"/>
                  <a:pt x="458982" y="141392"/>
                </a:cubicBezTo>
                <a:cubicBezTo>
                  <a:pt x="463052" y="138250"/>
                  <a:pt x="467087" y="133894"/>
                  <a:pt x="471086" y="128324"/>
                </a:cubicBezTo>
                <a:lnTo>
                  <a:pt x="474406" y="130359"/>
                </a:lnTo>
                <a:cubicBezTo>
                  <a:pt x="471978" y="134144"/>
                  <a:pt x="468604" y="138304"/>
                  <a:pt x="464284" y="142838"/>
                </a:cubicBezTo>
                <a:cubicBezTo>
                  <a:pt x="459963" y="147373"/>
                  <a:pt x="456250" y="150515"/>
                  <a:pt x="453144" y="152265"/>
                </a:cubicBezTo>
                <a:cubicBezTo>
                  <a:pt x="450037" y="154014"/>
                  <a:pt x="447270" y="154889"/>
                  <a:pt x="444842" y="154889"/>
                </a:cubicBezTo>
                <a:cubicBezTo>
                  <a:pt x="442200" y="154889"/>
                  <a:pt x="440040" y="154050"/>
                  <a:pt x="438362" y="152372"/>
                </a:cubicBezTo>
                <a:cubicBezTo>
                  <a:pt x="436684" y="150694"/>
                  <a:pt x="435845" y="148533"/>
                  <a:pt x="435845" y="145891"/>
                </a:cubicBezTo>
                <a:cubicBezTo>
                  <a:pt x="435845" y="142749"/>
                  <a:pt x="437094" y="136893"/>
                  <a:pt x="439594" y="128324"/>
                </a:cubicBezTo>
                <a:lnTo>
                  <a:pt x="451912" y="85478"/>
                </a:lnTo>
                <a:cubicBezTo>
                  <a:pt x="453483" y="80122"/>
                  <a:pt x="454269" y="75909"/>
                  <a:pt x="454269" y="72838"/>
                </a:cubicBezTo>
                <a:cubicBezTo>
                  <a:pt x="454269" y="71410"/>
                  <a:pt x="453822" y="70268"/>
                  <a:pt x="452930" y="69411"/>
                </a:cubicBezTo>
                <a:cubicBezTo>
                  <a:pt x="452037" y="68554"/>
                  <a:pt x="450877" y="68125"/>
                  <a:pt x="449448" y="68125"/>
                </a:cubicBezTo>
                <a:cubicBezTo>
                  <a:pt x="447377" y="68125"/>
                  <a:pt x="445021" y="68911"/>
                  <a:pt x="442379" y="70482"/>
                </a:cubicBezTo>
                <a:cubicBezTo>
                  <a:pt x="437523" y="73481"/>
                  <a:pt x="431917" y="79052"/>
                  <a:pt x="425562" y="87195"/>
                </a:cubicBezTo>
                <a:cubicBezTo>
                  <a:pt x="423848" y="89409"/>
                  <a:pt x="418135" y="98338"/>
                  <a:pt x="408423" y="113981"/>
                </a:cubicBezTo>
                <a:cubicBezTo>
                  <a:pt x="405424" y="118980"/>
                  <a:pt x="402960" y="124432"/>
                  <a:pt x="401032" y="130339"/>
                </a:cubicBezTo>
                <a:lnTo>
                  <a:pt x="394177" y="152318"/>
                </a:lnTo>
                <a:lnTo>
                  <a:pt x="378109" y="152318"/>
                </a:lnTo>
                <a:lnTo>
                  <a:pt x="413350" y="29564"/>
                </a:lnTo>
                <a:lnTo>
                  <a:pt x="417099" y="16355"/>
                </a:lnTo>
                <a:cubicBezTo>
                  <a:pt x="417099" y="14510"/>
                  <a:pt x="416332" y="12876"/>
                  <a:pt x="414796" y="11455"/>
                </a:cubicBezTo>
                <a:cubicBezTo>
                  <a:pt x="413261" y="10031"/>
                  <a:pt x="411387" y="9319"/>
                  <a:pt x="409173" y="9319"/>
                </a:cubicBezTo>
                <a:cubicBezTo>
                  <a:pt x="407888" y="9319"/>
                  <a:pt x="405924" y="9533"/>
                  <a:pt x="403282" y="9962"/>
                </a:cubicBezTo>
                <a:lnTo>
                  <a:pt x="401032" y="10283"/>
                </a:lnTo>
                <a:lnTo>
                  <a:pt x="401032" y="5998"/>
                </a:lnTo>
                <a:lnTo>
                  <a:pt x="438094" y="0"/>
                </a:lnTo>
                <a:close/>
                <a:moveTo>
                  <a:pt x="541267" y="28921"/>
                </a:moveTo>
                <a:lnTo>
                  <a:pt x="532912" y="57842"/>
                </a:lnTo>
                <a:lnTo>
                  <a:pt x="549729" y="57842"/>
                </a:lnTo>
                <a:lnTo>
                  <a:pt x="547908" y="64698"/>
                </a:lnTo>
                <a:lnTo>
                  <a:pt x="531198" y="64698"/>
                </a:lnTo>
                <a:lnTo>
                  <a:pt x="512775" y="127906"/>
                </a:lnTo>
                <a:cubicBezTo>
                  <a:pt x="510775" y="134701"/>
                  <a:pt x="509775" y="139101"/>
                  <a:pt x="509775" y="141104"/>
                </a:cubicBezTo>
                <a:cubicBezTo>
                  <a:pt x="509775" y="142316"/>
                  <a:pt x="510061" y="143242"/>
                  <a:pt x="510632" y="143883"/>
                </a:cubicBezTo>
                <a:cubicBezTo>
                  <a:pt x="511203" y="144523"/>
                  <a:pt x="511882" y="144843"/>
                  <a:pt x="512667" y="144843"/>
                </a:cubicBezTo>
                <a:cubicBezTo>
                  <a:pt x="514453" y="144843"/>
                  <a:pt x="516809" y="143597"/>
                  <a:pt x="519737" y="141104"/>
                </a:cubicBezTo>
                <a:cubicBezTo>
                  <a:pt x="521451" y="139676"/>
                  <a:pt x="525271" y="135285"/>
                  <a:pt x="531198" y="127929"/>
                </a:cubicBezTo>
                <a:lnTo>
                  <a:pt x="534733" y="130607"/>
                </a:lnTo>
                <a:cubicBezTo>
                  <a:pt x="528163" y="140169"/>
                  <a:pt x="521951" y="146910"/>
                  <a:pt x="516095" y="150829"/>
                </a:cubicBezTo>
                <a:cubicBezTo>
                  <a:pt x="512096" y="153535"/>
                  <a:pt x="508061" y="154889"/>
                  <a:pt x="503991" y="154889"/>
                </a:cubicBezTo>
                <a:cubicBezTo>
                  <a:pt x="500849" y="154889"/>
                  <a:pt x="498278" y="153907"/>
                  <a:pt x="496279" y="151943"/>
                </a:cubicBezTo>
                <a:cubicBezTo>
                  <a:pt x="494279" y="149979"/>
                  <a:pt x="493280" y="147462"/>
                  <a:pt x="493280" y="144392"/>
                </a:cubicBezTo>
                <a:cubicBezTo>
                  <a:pt x="493280" y="140535"/>
                  <a:pt x="494422" y="134644"/>
                  <a:pt x="496707" y="126718"/>
                </a:cubicBezTo>
                <a:lnTo>
                  <a:pt x="514595" y="64698"/>
                </a:lnTo>
                <a:lnTo>
                  <a:pt x="498421" y="64698"/>
                </a:lnTo>
                <a:lnTo>
                  <a:pt x="499492" y="60453"/>
                </a:lnTo>
                <a:cubicBezTo>
                  <a:pt x="507347" y="58286"/>
                  <a:pt x="513881" y="55086"/>
                  <a:pt x="519094" y="50853"/>
                </a:cubicBezTo>
                <a:cubicBezTo>
                  <a:pt x="524307" y="46620"/>
                  <a:pt x="530127" y="39309"/>
                  <a:pt x="536554" y="28921"/>
                </a:cubicBezTo>
                <a:lnTo>
                  <a:pt x="541267" y="28921"/>
                </a:lnTo>
                <a:close/>
                <a:moveTo>
                  <a:pt x="642041" y="12640"/>
                </a:moveTo>
                <a:cubicBezTo>
                  <a:pt x="645040" y="12640"/>
                  <a:pt x="647575" y="13675"/>
                  <a:pt x="649646" y="15746"/>
                </a:cubicBezTo>
                <a:cubicBezTo>
                  <a:pt x="651717" y="17817"/>
                  <a:pt x="652752" y="20352"/>
                  <a:pt x="652752" y="23351"/>
                </a:cubicBezTo>
                <a:cubicBezTo>
                  <a:pt x="652752" y="26279"/>
                  <a:pt x="651699" y="28796"/>
                  <a:pt x="649592" y="30903"/>
                </a:cubicBezTo>
                <a:cubicBezTo>
                  <a:pt x="647486" y="33009"/>
                  <a:pt x="644968" y="34063"/>
                  <a:pt x="642041" y="34063"/>
                </a:cubicBezTo>
                <a:cubicBezTo>
                  <a:pt x="639113" y="34063"/>
                  <a:pt x="636596" y="33009"/>
                  <a:pt x="634489" y="30903"/>
                </a:cubicBezTo>
                <a:cubicBezTo>
                  <a:pt x="632382" y="28796"/>
                  <a:pt x="631329" y="26279"/>
                  <a:pt x="631329" y="23351"/>
                </a:cubicBezTo>
                <a:cubicBezTo>
                  <a:pt x="631329" y="20352"/>
                  <a:pt x="632364" y="17817"/>
                  <a:pt x="634435" y="15746"/>
                </a:cubicBezTo>
                <a:cubicBezTo>
                  <a:pt x="636506" y="13675"/>
                  <a:pt x="639041" y="12640"/>
                  <a:pt x="642041" y="12640"/>
                </a:cubicBezTo>
                <a:moveTo>
                  <a:pt x="643433" y="55272"/>
                </a:moveTo>
                <a:lnTo>
                  <a:pt x="622224" y="130396"/>
                </a:lnTo>
                <a:cubicBezTo>
                  <a:pt x="620796" y="135469"/>
                  <a:pt x="620082" y="138505"/>
                  <a:pt x="620082" y="139504"/>
                </a:cubicBezTo>
                <a:cubicBezTo>
                  <a:pt x="620082" y="140651"/>
                  <a:pt x="620421" y="141584"/>
                  <a:pt x="621099" y="142303"/>
                </a:cubicBezTo>
                <a:cubicBezTo>
                  <a:pt x="621778" y="143019"/>
                  <a:pt x="622581" y="143377"/>
                  <a:pt x="623510" y="143377"/>
                </a:cubicBezTo>
                <a:cubicBezTo>
                  <a:pt x="624581" y="143377"/>
                  <a:pt x="625866" y="142804"/>
                  <a:pt x="627366" y="141657"/>
                </a:cubicBezTo>
                <a:cubicBezTo>
                  <a:pt x="631436" y="138437"/>
                  <a:pt x="635542" y="133863"/>
                  <a:pt x="639684" y="127936"/>
                </a:cubicBezTo>
                <a:lnTo>
                  <a:pt x="643433" y="130400"/>
                </a:lnTo>
                <a:cubicBezTo>
                  <a:pt x="638577" y="137833"/>
                  <a:pt x="632864" y="144096"/>
                  <a:pt x="626295" y="149188"/>
                </a:cubicBezTo>
                <a:cubicBezTo>
                  <a:pt x="621439" y="152989"/>
                  <a:pt x="616797" y="154889"/>
                  <a:pt x="612370" y="154889"/>
                </a:cubicBezTo>
                <a:cubicBezTo>
                  <a:pt x="609442" y="154889"/>
                  <a:pt x="607050" y="154014"/>
                  <a:pt x="605193" y="152265"/>
                </a:cubicBezTo>
                <a:cubicBezTo>
                  <a:pt x="603336" y="150515"/>
                  <a:pt x="602408" y="148319"/>
                  <a:pt x="602408" y="145677"/>
                </a:cubicBezTo>
                <a:cubicBezTo>
                  <a:pt x="602408" y="143030"/>
                  <a:pt x="603300" y="138631"/>
                  <a:pt x="605086" y="132478"/>
                </a:cubicBezTo>
                <a:lnTo>
                  <a:pt x="619011" y="84407"/>
                </a:lnTo>
                <a:cubicBezTo>
                  <a:pt x="621296" y="76596"/>
                  <a:pt x="622438" y="71697"/>
                  <a:pt x="622438" y="69709"/>
                </a:cubicBezTo>
                <a:cubicBezTo>
                  <a:pt x="622438" y="68147"/>
                  <a:pt x="621885" y="66868"/>
                  <a:pt x="620778" y="65873"/>
                </a:cubicBezTo>
                <a:cubicBezTo>
                  <a:pt x="619671" y="64875"/>
                  <a:pt x="618154" y="64376"/>
                  <a:pt x="616226" y="64376"/>
                </a:cubicBezTo>
                <a:cubicBezTo>
                  <a:pt x="614655" y="64376"/>
                  <a:pt x="611406" y="64769"/>
                  <a:pt x="606478" y="65555"/>
                </a:cubicBezTo>
                <a:lnTo>
                  <a:pt x="606478" y="61270"/>
                </a:lnTo>
                <a:lnTo>
                  <a:pt x="643433" y="55272"/>
                </a:lnTo>
                <a:close/>
                <a:moveTo>
                  <a:pt x="734431" y="55272"/>
                </a:moveTo>
                <a:lnTo>
                  <a:pt x="727897" y="88263"/>
                </a:lnTo>
                <a:lnTo>
                  <a:pt x="723933" y="88263"/>
                </a:lnTo>
                <a:cubicBezTo>
                  <a:pt x="723576" y="78618"/>
                  <a:pt x="721541" y="71601"/>
                  <a:pt x="717828" y="67212"/>
                </a:cubicBezTo>
                <a:cubicBezTo>
                  <a:pt x="714115" y="62822"/>
                  <a:pt x="709509" y="60627"/>
                  <a:pt x="704010" y="60627"/>
                </a:cubicBezTo>
                <a:cubicBezTo>
                  <a:pt x="699583" y="60627"/>
                  <a:pt x="696066" y="61845"/>
                  <a:pt x="693459" y="64279"/>
                </a:cubicBezTo>
                <a:cubicBezTo>
                  <a:pt x="690853" y="66712"/>
                  <a:pt x="689549" y="69645"/>
                  <a:pt x="689549" y="73079"/>
                </a:cubicBezTo>
                <a:cubicBezTo>
                  <a:pt x="689549" y="75443"/>
                  <a:pt x="690067" y="77698"/>
                  <a:pt x="691103" y="79844"/>
                </a:cubicBezTo>
                <a:cubicBezTo>
                  <a:pt x="692138" y="81991"/>
                  <a:pt x="694405" y="84997"/>
                  <a:pt x="697904" y="88862"/>
                </a:cubicBezTo>
                <a:cubicBezTo>
                  <a:pt x="707188" y="99027"/>
                  <a:pt x="713186" y="106686"/>
                  <a:pt x="715900" y="111839"/>
                </a:cubicBezTo>
                <a:cubicBezTo>
                  <a:pt x="718613" y="116991"/>
                  <a:pt x="719970" y="121858"/>
                  <a:pt x="719970" y="126440"/>
                </a:cubicBezTo>
                <a:cubicBezTo>
                  <a:pt x="719970" y="133882"/>
                  <a:pt x="716882" y="140484"/>
                  <a:pt x="710705" y="146246"/>
                </a:cubicBezTo>
                <a:cubicBezTo>
                  <a:pt x="704528" y="152008"/>
                  <a:pt x="696726" y="154889"/>
                  <a:pt x="687300" y="154889"/>
                </a:cubicBezTo>
                <a:cubicBezTo>
                  <a:pt x="682158" y="154889"/>
                  <a:pt x="676231" y="153675"/>
                  <a:pt x="669519" y="151247"/>
                </a:cubicBezTo>
                <a:cubicBezTo>
                  <a:pt x="667162" y="150390"/>
                  <a:pt x="665341" y="149962"/>
                  <a:pt x="664056" y="149962"/>
                </a:cubicBezTo>
                <a:cubicBezTo>
                  <a:pt x="660842" y="149962"/>
                  <a:pt x="658415" y="151604"/>
                  <a:pt x="656772" y="154889"/>
                </a:cubicBezTo>
                <a:lnTo>
                  <a:pt x="652809" y="154889"/>
                </a:lnTo>
                <a:lnTo>
                  <a:pt x="659343" y="119969"/>
                </a:lnTo>
                <a:lnTo>
                  <a:pt x="663306" y="119969"/>
                </a:lnTo>
                <a:cubicBezTo>
                  <a:pt x="663735" y="130902"/>
                  <a:pt x="665984" y="138634"/>
                  <a:pt x="670054" y="143166"/>
                </a:cubicBezTo>
                <a:cubicBezTo>
                  <a:pt x="674125" y="147697"/>
                  <a:pt x="679695" y="149962"/>
                  <a:pt x="686764" y="149962"/>
                </a:cubicBezTo>
                <a:cubicBezTo>
                  <a:pt x="692192" y="149962"/>
                  <a:pt x="696494" y="148443"/>
                  <a:pt x="699672" y="145406"/>
                </a:cubicBezTo>
                <a:cubicBezTo>
                  <a:pt x="702850" y="142366"/>
                  <a:pt x="704438" y="138631"/>
                  <a:pt x="704438" y="134199"/>
                </a:cubicBezTo>
                <a:cubicBezTo>
                  <a:pt x="704438" y="131338"/>
                  <a:pt x="703867" y="128692"/>
                  <a:pt x="702725" y="126262"/>
                </a:cubicBezTo>
                <a:cubicBezTo>
                  <a:pt x="700725" y="121973"/>
                  <a:pt x="696530" y="116039"/>
                  <a:pt x="690139" y="108461"/>
                </a:cubicBezTo>
                <a:cubicBezTo>
                  <a:pt x="683747" y="100883"/>
                  <a:pt x="679641" y="95199"/>
                  <a:pt x="677820" y="91410"/>
                </a:cubicBezTo>
                <a:cubicBezTo>
                  <a:pt x="675999" y="87620"/>
                  <a:pt x="675089" y="83831"/>
                  <a:pt x="675089" y="80042"/>
                </a:cubicBezTo>
                <a:cubicBezTo>
                  <a:pt x="675089" y="73108"/>
                  <a:pt x="677606" y="67247"/>
                  <a:pt x="682640" y="62458"/>
                </a:cubicBezTo>
                <a:cubicBezTo>
                  <a:pt x="687675" y="57667"/>
                  <a:pt x="694155" y="55272"/>
                  <a:pt x="702082" y="55272"/>
                </a:cubicBezTo>
                <a:cubicBezTo>
                  <a:pt x="704367" y="55272"/>
                  <a:pt x="706438" y="55453"/>
                  <a:pt x="708295" y="55817"/>
                </a:cubicBezTo>
                <a:cubicBezTo>
                  <a:pt x="709294" y="56036"/>
                  <a:pt x="711633" y="56857"/>
                  <a:pt x="715311" y="58281"/>
                </a:cubicBezTo>
                <a:cubicBezTo>
                  <a:pt x="718988" y="59702"/>
                  <a:pt x="721434" y="60413"/>
                  <a:pt x="722648" y="60413"/>
                </a:cubicBezTo>
                <a:cubicBezTo>
                  <a:pt x="725719" y="60413"/>
                  <a:pt x="728289" y="58699"/>
                  <a:pt x="730360" y="55272"/>
                </a:cubicBezTo>
                <a:lnTo>
                  <a:pt x="734431" y="55272"/>
                </a:lnTo>
                <a:close/>
                <a:moveTo>
                  <a:pt x="820644" y="55272"/>
                </a:moveTo>
                <a:lnTo>
                  <a:pt x="814110" y="88263"/>
                </a:lnTo>
                <a:lnTo>
                  <a:pt x="810147" y="88263"/>
                </a:lnTo>
                <a:cubicBezTo>
                  <a:pt x="809790" y="78618"/>
                  <a:pt x="807755" y="71601"/>
                  <a:pt x="804041" y="67212"/>
                </a:cubicBezTo>
                <a:cubicBezTo>
                  <a:pt x="800328" y="62822"/>
                  <a:pt x="795722" y="60627"/>
                  <a:pt x="790223" y="60627"/>
                </a:cubicBezTo>
                <a:cubicBezTo>
                  <a:pt x="785796" y="60627"/>
                  <a:pt x="782279" y="61845"/>
                  <a:pt x="779672" y="64279"/>
                </a:cubicBezTo>
                <a:cubicBezTo>
                  <a:pt x="777066" y="66712"/>
                  <a:pt x="775763" y="69645"/>
                  <a:pt x="775763" y="73079"/>
                </a:cubicBezTo>
                <a:cubicBezTo>
                  <a:pt x="775763" y="75443"/>
                  <a:pt x="776280" y="77698"/>
                  <a:pt x="777316" y="79844"/>
                </a:cubicBezTo>
                <a:cubicBezTo>
                  <a:pt x="778351" y="81991"/>
                  <a:pt x="780619" y="84997"/>
                  <a:pt x="784118" y="88862"/>
                </a:cubicBezTo>
                <a:cubicBezTo>
                  <a:pt x="793401" y="99027"/>
                  <a:pt x="799400" y="106686"/>
                  <a:pt x="802113" y="111839"/>
                </a:cubicBezTo>
                <a:cubicBezTo>
                  <a:pt x="804827" y="116991"/>
                  <a:pt x="806184" y="121858"/>
                  <a:pt x="806184" y="126440"/>
                </a:cubicBezTo>
                <a:cubicBezTo>
                  <a:pt x="806184" y="133882"/>
                  <a:pt x="803095" y="140484"/>
                  <a:pt x="796918" y="146246"/>
                </a:cubicBezTo>
                <a:cubicBezTo>
                  <a:pt x="790741" y="152008"/>
                  <a:pt x="782939" y="154889"/>
                  <a:pt x="773513" y="154889"/>
                </a:cubicBezTo>
                <a:cubicBezTo>
                  <a:pt x="768372" y="154889"/>
                  <a:pt x="762445" y="153675"/>
                  <a:pt x="755732" y="151247"/>
                </a:cubicBezTo>
                <a:cubicBezTo>
                  <a:pt x="753376" y="150390"/>
                  <a:pt x="751555" y="149962"/>
                  <a:pt x="750269" y="149962"/>
                </a:cubicBezTo>
                <a:cubicBezTo>
                  <a:pt x="747056" y="149962"/>
                  <a:pt x="744628" y="151604"/>
                  <a:pt x="742985" y="154889"/>
                </a:cubicBezTo>
                <a:lnTo>
                  <a:pt x="739022" y="154889"/>
                </a:lnTo>
                <a:lnTo>
                  <a:pt x="745556" y="119969"/>
                </a:lnTo>
                <a:lnTo>
                  <a:pt x="749519" y="119969"/>
                </a:lnTo>
                <a:cubicBezTo>
                  <a:pt x="749948" y="130902"/>
                  <a:pt x="752197" y="138634"/>
                  <a:pt x="756268" y="143166"/>
                </a:cubicBezTo>
                <a:cubicBezTo>
                  <a:pt x="760338" y="147697"/>
                  <a:pt x="765908" y="149962"/>
                  <a:pt x="772978" y="149962"/>
                </a:cubicBezTo>
                <a:cubicBezTo>
                  <a:pt x="778405" y="149962"/>
                  <a:pt x="782707" y="148443"/>
                  <a:pt x="785885" y="145406"/>
                </a:cubicBezTo>
                <a:cubicBezTo>
                  <a:pt x="789063" y="142366"/>
                  <a:pt x="790652" y="138631"/>
                  <a:pt x="790652" y="134199"/>
                </a:cubicBezTo>
                <a:cubicBezTo>
                  <a:pt x="790652" y="131338"/>
                  <a:pt x="790080" y="128692"/>
                  <a:pt x="788938" y="126262"/>
                </a:cubicBezTo>
                <a:cubicBezTo>
                  <a:pt x="786938" y="121973"/>
                  <a:pt x="782743" y="116039"/>
                  <a:pt x="776352" y="108461"/>
                </a:cubicBezTo>
                <a:cubicBezTo>
                  <a:pt x="769961" y="100883"/>
                  <a:pt x="765855" y="95199"/>
                  <a:pt x="764034" y="91410"/>
                </a:cubicBezTo>
                <a:cubicBezTo>
                  <a:pt x="762213" y="87620"/>
                  <a:pt x="761302" y="83831"/>
                  <a:pt x="761302" y="80042"/>
                </a:cubicBezTo>
                <a:cubicBezTo>
                  <a:pt x="761302" y="73108"/>
                  <a:pt x="763819" y="67247"/>
                  <a:pt x="768854" y="62458"/>
                </a:cubicBezTo>
                <a:cubicBezTo>
                  <a:pt x="773888" y="57667"/>
                  <a:pt x="780369" y="55272"/>
                  <a:pt x="788295" y="55272"/>
                </a:cubicBezTo>
                <a:cubicBezTo>
                  <a:pt x="790580" y="55272"/>
                  <a:pt x="792651" y="55453"/>
                  <a:pt x="794508" y="55817"/>
                </a:cubicBezTo>
                <a:cubicBezTo>
                  <a:pt x="795508" y="56036"/>
                  <a:pt x="797846" y="56857"/>
                  <a:pt x="801524" y="58281"/>
                </a:cubicBezTo>
                <a:cubicBezTo>
                  <a:pt x="805202" y="59702"/>
                  <a:pt x="807647" y="60413"/>
                  <a:pt x="808861" y="60413"/>
                </a:cubicBezTo>
                <a:cubicBezTo>
                  <a:pt x="811932" y="60413"/>
                  <a:pt x="814503" y="58699"/>
                  <a:pt x="816574" y="55272"/>
                </a:cubicBezTo>
                <a:lnTo>
                  <a:pt x="820644" y="55272"/>
                </a:lnTo>
                <a:close/>
                <a:moveTo>
                  <a:pt x="930530" y="57842"/>
                </a:moveTo>
                <a:lnTo>
                  <a:pt x="911892" y="121767"/>
                </a:lnTo>
                <a:cubicBezTo>
                  <a:pt x="909107" y="131278"/>
                  <a:pt x="907714" y="137284"/>
                  <a:pt x="907714" y="139786"/>
                </a:cubicBezTo>
                <a:cubicBezTo>
                  <a:pt x="907714" y="141071"/>
                  <a:pt x="907946" y="142017"/>
                  <a:pt x="908411" y="142624"/>
                </a:cubicBezTo>
                <a:cubicBezTo>
                  <a:pt x="908875" y="143231"/>
                  <a:pt x="909500" y="143535"/>
                  <a:pt x="910285" y="143535"/>
                </a:cubicBezTo>
                <a:cubicBezTo>
                  <a:pt x="911499" y="143535"/>
                  <a:pt x="912838" y="142981"/>
                  <a:pt x="914302" y="141874"/>
                </a:cubicBezTo>
                <a:cubicBezTo>
                  <a:pt x="915766" y="140767"/>
                  <a:pt x="919461" y="136358"/>
                  <a:pt x="925388" y="128646"/>
                </a:cubicBezTo>
                <a:lnTo>
                  <a:pt x="928602" y="131109"/>
                </a:lnTo>
                <a:cubicBezTo>
                  <a:pt x="922960" y="140036"/>
                  <a:pt x="917176" y="146605"/>
                  <a:pt x="911249" y="150818"/>
                </a:cubicBezTo>
                <a:cubicBezTo>
                  <a:pt x="907322" y="153532"/>
                  <a:pt x="903537" y="154889"/>
                  <a:pt x="899895" y="154889"/>
                </a:cubicBezTo>
                <a:cubicBezTo>
                  <a:pt x="897110" y="154889"/>
                  <a:pt x="894932" y="154103"/>
                  <a:pt x="893361" y="152532"/>
                </a:cubicBezTo>
                <a:cubicBezTo>
                  <a:pt x="891790" y="150961"/>
                  <a:pt x="891004" y="148926"/>
                  <a:pt x="891004" y="146427"/>
                </a:cubicBezTo>
                <a:cubicBezTo>
                  <a:pt x="891004" y="143999"/>
                  <a:pt x="891469" y="140785"/>
                  <a:pt x="892397" y="136786"/>
                </a:cubicBezTo>
                <a:cubicBezTo>
                  <a:pt x="893539" y="131509"/>
                  <a:pt x="896789" y="120015"/>
                  <a:pt x="902144" y="102305"/>
                </a:cubicBezTo>
                <a:cubicBezTo>
                  <a:pt x="890005" y="122229"/>
                  <a:pt x="879847" y="135974"/>
                  <a:pt x="871670" y="143541"/>
                </a:cubicBezTo>
                <a:cubicBezTo>
                  <a:pt x="863494" y="151106"/>
                  <a:pt x="855906" y="154889"/>
                  <a:pt x="848908" y="154889"/>
                </a:cubicBezTo>
                <a:cubicBezTo>
                  <a:pt x="845623" y="154889"/>
                  <a:pt x="842838" y="153746"/>
                  <a:pt x="840553" y="151461"/>
                </a:cubicBezTo>
                <a:cubicBezTo>
                  <a:pt x="838268" y="149176"/>
                  <a:pt x="837125" y="146284"/>
                  <a:pt x="837125" y="142785"/>
                </a:cubicBezTo>
                <a:cubicBezTo>
                  <a:pt x="837125" y="137422"/>
                  <a:pt x="838696" y="129200"/>
                  <a:pt x="841838" y="118118"/>
                </a:cubicBezTo>
                <a:lnTo>
                  <a:pt x="851157" y="84979"/>
                </a:lnTo>
                <a:cubicBezTo>
                  <a:pt x="853443" y="77044"/>
                  <a:pt x="854585" y="72110"/>
                  <a:pt x="854585" y="70177"/>
                </a:cubicBezTo>
                <a:cubicBezTo>
                  <a:pt x="854585" y="69320"/>
                  <a:pt x="854282" y="68588"/>
                  <a:pt x="853675" y="67981"/>
                </a:cubicBezTo>
                <a:cubicBezTo>
                  <a:pt x="853068" y="67372"/>
                  <a:pt x="852407" y="67068"/>
                  <a:pt x="851693" y="67068"/>
                </a:cubicBezTo>
                <a:cubicBezTo>
                  <a:pt x="850193" y="67068"/>
                  <a:pt x="848694" y="67604"/>
                  <a:pt x="847194" y="68678"/>
                </a:cubicBezTo>
                <a:cubicBezTo>
                  <a:pt x="845695" y="69749"/>
                  <a:pt x="842303" y="73717"/>
                  <a:pt x="837018" y="80581"/>
                </a:cubicBezTo>
                <a:lnTo>
                  <a:pt x="833698" y="78221"/>
                </a:lnTo>
                <a:cubicBezTo>
                  <a:pt x="839053" y="69929"/>
                  <a:pt x="844731" y="63816"/>
                  <a:pt x="850729" y="59884"/>
                </a:cubicBezTo>
                <a:cubicBezTo>
                  <a:pt x="855299" y="56809"/>
                  <a:pt x="859512" y="55272"/>
                  <a:pt x="863369" y="55272"/>
                </a:cubicBezTo>
                <a:cubicBezTo>
                  <a:pt x="866011" y="55272"/>
                  <a:pt x="868171" y="56121"/>
                  <a:pt x="869849" y="57819"/>
                </a:cubicBezTo>
                <a:cubicBezTo>
                  <a:pt x="871527" y="59515"/>
                  <a:pt x="872366" y="61698"/>
                  <a:pt x="872366" y="64370"/>
                </a:cubicBezTo>
                <a:cubicBezTo>
                  <a:pt x="872366" y="68228"/>
                  <a:pt x="870938" y="75124"/>
                  <a:pt x="868082" y="85056"/>
                </a:cubicBezTo>
                <a:lnTo>
                  <a:pt x="858013" y="119678"/>
                </a:lnTo>
                <a:cubicBezTo>
                  <a:pt x="855228" y="129111"/>
                  <a:pt x="853835" y="135078"/>
                  <a:pt x="853835" y="137580"/>
                </a:cubicBezTo>
                <a:cubicBezTo>
                  <a:pt x="853835" y="138936"/>
                  <a:pt x="854282" y="140025"/>
                  <a:pt x="855174" y="140847"/>
                </a:cubicBezTo>
                <a:cubicBezTo>
                  <a:pt x="856067" y="141668"/>
                  <a:pt x="857263" y="142079"/>
                  <a:pt x="858763" y="142079"/>
                </a:cubicBezTo>
                <a:cubicBezTo>
                  <a:pt x="861119" y="142079"/>
                  <a:pt x="864190" y="140900"/>
                  <a:pt x="867975" y="138544"/>
                </a:cubicBezTo>
                <a:cubicBezTo>
                  <a:pt x="871759" y="136187"/>
                  <a:pt x="876812" y="130955"/>
                  <a:pt x="883131" y="122848"/>
                </a:cubicBezTo>
                <a:cubicBezTo>
                  <a:pt x="889451" y="114738"/>
                  <a:pt x="894664" y="107130"/>
                  <a:pt x="898770" y="100022"/>
                </a:cubicBezTo>
                <a:cubicBezTo>
                  <a:pt x="902876" y="92915"/>
                  <a:pt x="907250" y="81611"/>
                  <a:pt x="911892" y="66110"/>
                </a:cubicBezTo>
                <a:lnTo>
                  <a:pt x="914248" y="57842"/>
                </a:lnTo>
                <a:lnTo>
                  <a:pt x="930530" y="57842"/>
                </a:lnTo>
                <a:close/>
                <a:moveTo>
                  <a:pt x="963970" y="112043"/>
                </a:moveTo>
                <a:cubicBezTo>
                  <a:pt x="963471" y="115602"/>
                  <a:pt x="963221" y="118556"/>
                  <a:pt x="963221" y="120903"/>
                </a:cubicBezTo>
                <a:cubicBezTo>
                  <a:pt x="963221" y="127236"/>
                  <a:pt x="965470" y="132628"/>
                  <a:pt x="969969" y="137078"/>
                </a:cubicBezTo>
                <a:cubicBezTo>
                  <a:pt x="974468" y="141525"/>
                  <a:pt x="979931" y="143749"/>
                  <a:pt x="986358" y="143749"/>
                </a:cubicBezTo>
                <a:cubicBezTo>
                  <a:pt x="991499" y="143749"/>
                  <a:pt x="996444" y="142699"/>
                  <a:pt x="1001193" y="140599"/>
                </a:cubicBezTo>
                <a:cubicBezTo>
                  <a:pt x="1005942" y="138497"/>
                  <a:pt x="1012994" y="133850"/>
                  <a:pt x="1022348" y="126657"/>
                </a:cubicBezTo>
                <a:lnTo>
                  <a:pt x="1024598" y="129764"/>
                </a:lnTo>
                <a:cubicBezTo>
                  <a:pt x="1007673" y="146514"/>
                  <a:pt x="991535" y="154889"/>
                  <a:pt x="976182" y="154889"/>
                </a:cubicBezTo>
                <a:cubicBezTo>
                  <a:pt x="965756" y="154889"/>
                  <a:pt x="957901" y="151601"/>
                  <a:pt x="952616" y="145024"/>
                </a:cubicBezTo>
                <a:cubicBezTo>
                  <a:pt x="947332" y="138448"/>
                  <a:pt x="944690" y="131192"/>
                  <a:pt x="944690" y="123256"/>
                </a:cubicBezTo>
                <a:cubicBezTo>
                  <a:pt x="944690" y="112605"/>
                  <a:pt x="947974" y="101704"/>
                  <a:pt x="954544" y="90553"/>
                </a:cubicBezTo>
                <a:cubicBezTo>
                  <a:pt x="961114" y="79399"/>
                  <a:pt x="969362" y="70731"/>
                  <a:pt x="979288" y="64547"/>
                </a:cubicBezTo>
                <a:cubicBezTo>
                  <a:pt x="989214" y="58363"/>
                  <a:pt x="999426" y="55272"/>
                  <a:pt x="1009923" y="55272"/>
                </a:cubicBezTo>
                <a:cubicBezTo>
                  <a:pt x="1017492" y="55272"/>
                  <a:pt x="1023098" y="56812"/>
                  <a:pt x="1026740" y="59894"/>
                </a:cubicBezTo>
                <a:cubicBezTo>
                  <a:pt x="1030382" y="62976"/>
                  <a:pt x="1032203" y="66632"/>
                  <a:pt x="1032203" y="70864"/>
                </a:cubicBezTo>
                <a:cubicBezTo>
                  <a:pt x="1032203" y="76813"/>
                  <a:pt x="1029846" y="82511"/>
                  <a:pt x="1025133" y="87958"/>
                </a:cubicBezTo>
                <a:cubicBezTo>
                  <a:pt x="1018921" y="95055"/>
                  <a:pt x="1009780" y="100789"/>
                  <a:pt x="997712" y="105161"/>
                </a:cubicBezTo>
                <a:cubicBezTo>
                  <a:pt x="989714" y="108100"/>
                  <a:pt x="978467" y="110394"/>
                  <a:pt x="963970" y="112043"/>
                </a:cubicBezTo>
                <a:moveTo>
                  <a:pt x="964720" y="106687"/>
                </a:moveTo>
                <a:cubicBezTo>
                  <a:pt x="975289" y="105471"/>
                  <a:pt x="983894" y="103395"/>
                  <a:pt x="990535" y="100461"/>
                </a:cubicBezTo>
                <a:cubicBezTo>
                  <a:pt x="999318" y="96524"/>
                  <a:pt x="1005906" y="91818"/>
                  <a:pt x="1010298" y="86342"/>
                </a:cubicBezTo>
                <a:cubicBezTo>
                  <a:pt x="1014690" y="80865"/>
                  <a:pt x="1016885" y="75658"/>
                  <a:pt x="1016885" y="70720"/>
                </a:cubicBezTo>
                <a:cubicBezTo>
                  <a:pt x="1016885" y="67714"/>
                  <a:pt x="1015939" y="65280"/>
                  <a:pt x="1014047" y="63419"/>
                </a:cubicBezTo>
                <a:cubicBezTo>
                  <a:pt x="1012154" y="61558"/>
                  <a:pt x="1009459" y="60627"/>
                  <a:pt x="1005960" y="60627"/>
                </a:cubicBezTo>
                <a:cubicBezTo>
                  <a:pt x="998676" y="60627"/>
                  <a:pt x="990946" y="64510"/>
                  <a:pt x="982769" y="72276"/>
                </a:cubicBezTo>
                <a:cubicBezTo>
                  <a:pt x="974593" y="80042"/>
                  <a:pt x="968576" y="91512"/>
                  <a:pt x="964720" y="106687"/>
                </a:cubicBezTo>
                <a:close/>
                <a:moveTo>
                  <a:pt x="1114910" y="55272"/>
                </a:moveTo>
                <a:lnTo>
                  <a:pt x="1108376" y="88263"/>
                </a:lnTo>
                <a:lnTo>
                  <a:pt x="1104412" y="88263"/>
                </a:lnTo>
                <a:cubicBezTo>
                  <a:pt x="1104055" y="78618"/>
                  <a:pt x="1102020" y="71601"/>
                  <a:pt x="1098307" y="67212"/>
                </a:cubicBezTo>
                <a:cubicBezTo>
                  <a:pt x="1094594" y="62822"/>
                  <a:pt x="1089988" y="60627"/>
                  <a:pt x="1084489" y="60627"/>
                </a:cubicBezTo>
                <a:cubicBezTo>
                  <a:pt x="1080062" y="60627"/>
                  <a:pt x="1076545" y="61845"/>
                  <a:pt x="1073938" y="64279"/>
                </a:cubicBezTo>
                <a:cubicBezTo>
                  <a:pt x="1071332" y="66712"/>
                  <a:pt x="1070028" y="69645"/>
                  <a:pt x="1070028" y="73079"/>
                </a:cubicBezTo>
                <a:cubicBezTo>
                  <a:pt x="1070028" y="75443"/>
                  <a:pt x="1070546" y="77698"/>
                  <a:pt x="1071582" y="79844"/>
                </a:cubicBezTo>
                <a:cubicBezTo>
                  <a:pt x="1072617" y="81991"/>
                  <a:pt x="1074884" y="84997"/>
                  <a:pt x="1078383" y="88862"/>
                </a:cubicBezTo>
                <a:cubicBezTo>
                  <a:pt x="1087667" y="99027"/>
                  <a:pt x="1093665" y="106686"/>
                  <a:pt x="1096379" y="111839"/>
                </a:cubicBezTo>
                <a:cubicBezTo>
                  <a:pt x="1099092" y="116991"/>
                  <a:pt x="1100449" y="121858"/>
                  <a:pt x="1100449" y="126440"/>
                </a:cubicBezTo>
                <a:cubicBezTo>
                  <a:pt x="1100449" y="133882"/>
                  <a:pt x="1097361" y="140484"/>
                  <a:pt x="1091184" y="146246"/>
                </a:cubicBezTo>
                <a:cubicBezTo>
                  <a:pt x="1085007" y="152008"/>
                  <a:pt x="1077205" y="154889"/>
                  <a:pt x="1067779" y="154889"/>
                </a:cubicBezTo>
                <a:cubicBezTo>
                  <a:pt x="1062637" y="154889"/>
                  <a:pt x="1056710" y="153675"/>
                  <a:pt x="1049998" y="151247"/>
                </a:cubicBezTo>
                <a:cubicBezTo>
                  <a:pt x="1047641" y="150390"/>
                  <a:pt x="1045820" y="149962"/>
                  <a:pt x="1044535" y="149962"/>
                </a:cubicBezTo>
                <a:cubicBezTo>
                  <a:pt x="1041321" y="149962"/>
                  <a:pt x="1038893" y="151604"/>
                  <a:pt x="1037251" y="154889"/>
                </a:cubicBezTo>
                <a:lnTo>
                  <a:pt x="1033288" y="154889"/>
                </a:lnTo>
                <a:lnTo>
                  <a:pt x="1039822" y="119969"/>
                </a:lnTo>
                <a:lnTo>
                  <a:pt x="1043785" y="119969"/>
                </a:lnTo>
                <a:cubicBezTo>
                  <a:pt x="1044214" y="130902"/>
                  <a:pt x="1046463" y="138634"/>
                  <a:pt x="1050533" y="143166"/>
                </a:cubicBezTo>
                <a:cubicBezTo>
                  <a:pt x="1054604" y="147697"/>
                  <a:pt x="1060174" y="149962"/>
                  <a:pt x="1067243" y="149962"/>
                </a:cubicBezTo>
                <a:cubicBezTo>
                  <a:pt x="1072671" y="149962"/>
                  <a:pt x="1076973" y="148443"/>
                  <a:pt x="1080151" y="145406"/>
                </a:cubicBezTo>
                <a:cubicBezTo>
                  <a:pt x="1083329" y="142366"/>
                  <a:pt x="1084917" y="138631"/>
                  <a:pt x="1084917" y="134199"/>
                </a:cubicBezTo>
                <a:cubicBezTo>
                  <a:pt x="1084917" y="131338"/>
                  <a:pt x="1084346" y="128692"/>
                  <a:pt x="1083204" y="126262"/>
                </a:cubicBezTo>
                <a:cubicBezTo>
                  <a:pt x="1081204" y="121973"/>
                  <a:pt x="1077009" y="116039"/>
                  <a:pt x="1070618" y="108461"/>
                </a:cubicBezTo>
                <a:cubicBezTo>
                  <a:pt x="1064226" y="100883"/>
                  <a:pt x="1060120" y="95199"/>
                  <a:pt x="1058299" y="91410"/>
                </a:cubicBezTo>
                <a:cubicBezTo>
                  <a:pt x="1056478" y="87620"/>
                  <a:pt x="1055568" y="83831"/>
                  <a:pt x="1055568" y="80042"/>
                </a:cubicBezTo>
                <a:cubicBezTo>
                  <a:pt x="1055568" y="73108"/>
                  <a:pt x="1058085" y="67247"/>
                  <a:pt x="1063119" y="62458"/>
                </a:cubicBezTo>
                <a:cubicBezTo>
                  <a:pt x="1068154" y="57667"/>
                  <a:pt x="1074634" y="55272"/>
                  <a:pt x="1082561" y="55272"/>
                </a:cubicBezTo>
                <a:cubicBezTo>
                  <a:pt x="1084846" y="55272"/>
                  <a:pt x="1086917" y="55453"/>
                  <a:pt x="1088774" y="55817"/>
                </a:cubicBezTo>
                <a:cubicBezTo>
                  <a:pt x="1089773" y="56036"/>
                  <a:pt x="1092112" y="56857"/>
                  <a:pt x="1095790" y="58281"/>
                </a:cubicBezTo>
                <a:cubicBezTo>
                  <a:pt x="1099467" y="59702"/>
                  <a:pt x="1101913" y="60413"/>
                  <a:pt x="1103127" y="60413"/>
                </a:cubicBezTo>
                <a:cubicBezTo>
                  <a:pt x="1106198" y="60413"/>
                  <a:pt x="1108768" y="58699"/>
                  <a:pt x="1110839" y="55272"/>
                </a:cubicBezTo>
                <a:lnTo>
                  <a:pt x="1114910" y="55272"/>
                </a:lnTo>
                <a:close/>
                <a:moveTo>
                  <a:pt x="1139746" y="133252"/>
                </a:moveTo>
                <a:cubicBezTo>
                  <a:pt x="1142817" y="133252"/>
                  <a:pt x="1145405" y="134305"/>
                  <a:pt x="1147512" y="136411"/>
                </a:cubicBezTo>
                <a:cubicBezTo>
                  <a:pt x="1149618" y="138518"/>
                  <a:pt x="1150672" y="141071"/>
                  <a:pt x="1150672" y="144070"/>
                </a:cubicBezTo>
                <a:cubicBezTo>
                  <a:pt x="1150672" y="147069"/>
                  <a:pt x="1149601" y="149622"/>
                  <a:pt x="1147458" y="151729"/>
                </a:cubicBezTo>
                <a:cubicBezTo>
                  <a:pt x="1145316" y="153836"/>
                  <a:pt x="1142745" y="154889"/>
                  <a:pt x="1139746" y="154889"/>
                </a:cubicBezTo>
                <a:cubicBezTo>
                  <a:pt x="1136747" y="154889"/>
                  <a:pt x="1134194" y="153836"/>
                  <a:pt x="1132087" y="151729"/>
                </a:cubicBezTo>
                <a:cubicBezTo>
                  <a:pt x="1129981" y="149622"/>
                  <a:pt x="1128927" y="147069"/>
                  <a:pt x="1128927" y="144070"/>
                </a:cubicBezTo>
                <a:cubicBezTo>
                  <a:pt x="1128927" y="141071"/>
                  <a:pt x="1129981" y="138518"/>
                  <a:pt x="1132087" y="136411"/>
                </a:cubicBezTo>
                <a:cubicBezTo>
                  <a:pt x="1134194" y="134305"/>
                  <a:pt x="1136747" y="133252"/>
                  <a:pt x="1139746" y="1332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9dbfe61554228"/>
          <a:stretch xmlns:a="http://schemas.openxmlformats.org/drawingml/2006/main"/>
        </p:blipFill>
        <p:spPr>
          <a:xfrm xmlns:a="http://schemas.openxmlformats.org/drawingml/2006/main">
            <a:off x="4225112" y="5922473"/>
            <a:ext cx="685941" cy="665617"/>
          </a:xfrm>
          <a:prstGeom xmlns:a="http://schemas.openxmlformats.org/drawingml/2006/main" prst="rect">
            <a:avLst/>
          </a:prstGeom>
        </p:spPr>
      </p:pic>
      <p:pic>
        <p:nvPicPr>
          <p:cNvPr id="5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0c89450e2428a"/>
          <a:stretch xmlns:a="http://schemas.openxmlformats.org/drawingml/2006/main"/>
        </p:blipFill>
        <p:spPr>
          <a:xfrm xmlns:a="http://schemas.openxmlformats.org/drawingml/2006/main">
            <a:off x="13246395" y="2909960"/>
            <a:ext cx="690023" cy="664466"/>
          </a:xfrm>
          <a:prstGeom xmlns:a="http://schemas.openxmlformats.org/drawingml/2006/main" prst="rect">
            <a:avLst/>
          </a:prstGeom>
        </p:spPr>
      </p:pic>
      <p:pic>
        <p:nvPicPr>
          <p:cNvPr id="5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94b3ea9cf4a02"/>
          <a:stretch xmlns:a="http://schemas.openxmlformats.org/drawingml/2006/main"/>
        </p:blipFill>
        <p:spPr>
          <a:xfrm xmlns:a="http://schemas.openxmlformats.org/drawingml/2006/main">
            <a:off x="13234374" y="5159357"/>
            <a:ext cx="685941" cy="665617"/>
          </a:xfrm>
          <a:prstGeom xmlns:a="http://schemas.openxmlformats.org/drawingml/2006/main" prst="rect">
            <a:avLst/>
          </a:prstGeom>
        </p:spPr>
      </p:pic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2AC10-9924-4B02-9E52-949732C9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49" y="1316121"/>
            <a:ext cx="187096" cy="173974"/>
          </a:xfrm>
          <a:custGeom xmlns:a="http://schemas.openxmlformats.org/drawingml/2006/main">
            <a:pathLst>
              <a:path w="187096" h="173974">
                <a:moveTo>
                  <a:pt x="45723" y="173974"/>
                </a:moveTo>
                <a:lnTo>
                  <a:pt x="45723" y="173974"/>
                </a:lnTo>
                <a:cubicBezTo>
                  <a:pt x="104585" y="173974"/>
                  <a:pt x="187096" y="128613"/>
                  <a:pt x="187096" y="59237"/>
                </a:cubicBezTo>
                <a:cubicBezTo>
                  <a:pt x="187096" y="36289"/>
                  <a:pt x="176585" y="21880"/>
                  <a:pt x="163972" y="13875"/>
                </a:cubicBezTo>
                <a:cubicBezTo>
                  <a:pt x="142424" y="0"/>
                  <a:pt x="119300" y="0"/>
                  <a:pt x="95650" y="0"/>
                </a:cubicBezTo>
                <a:cubicBezTo>
                  <a:pt x="74103" y="0"/>
                  <a:pt x="58862" y="0"/>
                  <a:pt x="37840" y="9072"/>
                </a:cubicBezTo>
                <a:cubicBezTo>
                  <a:pt x="4730" y="24015"/>
                  <a:pt x="0" y="45361"/>
                  <a:pt x="0" y="47496"/>
                </a:cubicBezTo>
                <a:cubicBezTo>
                  <a:pt x="0" y="48563"/>
                  <a:pt x="1051" y="49097"/>
                  <a:pt x="2102" y="49097"/>
                </a:cubicBezTo>
                <a:cubicBezTo>
                  <a:pt x="6307" y="49097"/>
                  <a:pt x="12088" y="45895"/>
                  <a:pt x="14190" y="44294"/>
                </a:cubicBezTo>
                <a:cubicBezTo>
                  <a:pt x="19445" y="41092"/>
                  <a:pt x="19971" y="39491"/>
                  <a:pt x="21548" y="34688"/>
                </a:cubicBezTo>
                <a:cubicBezTo>
                  <a:pt x="25226" y="24548"/>
                  <a:pt x="32059" y="15476"/>
                  <a:pt x="64117" y="13875"/>
                </a:cubicBezTo>
                <a:cubicBezTo>
                  <a:pt x="59913" y="67241"/>
                  <a:pt x="47300" y="115805"/>
                  <a:pt x="29431" y="160632"/>
                </a:cubicBezTo>
                <a:cubicBezTo>
                  <a:pt x="19971" y="163834"/>
                  <a:pt x="14190" y="169705"/>
                  <a:pt x="14190" y="172373"/>
                </a:cubicBezTo>
                <a:cubicBezTo>
                  <a:pt x="14190" y="173974"/>
                  <a:pt x="14190" y="173974"/>
                  <a:pt x="19971" y="173974"/>
                </a:cubicBezTo>
                <a:lnTo>
                  <a:pt x="45723" y="173974"/>
                </a:lnTo>
                <a:close/>
                <a:moveTo>
                  <a:pt x="47300" y="160099"/>
                </a:moveTo>
                <a:lnTo>
                  <a:pt x="47300" y="160099"/>
                </a:lnTo>
                <a:cubicBezTo>
                  <a:pt x="75679" y="88588"/>
                  <a:pt x="80935" y="44294"/>
                  <a:pt x="84614" y="13875"/>
                </a:cubicBezTo>
                <a:cubicBezTo>
                  <a:pt x="101431" y="13875"/>
                  <a:pt x="165549" y="13875"/>
                  <a:pt x="165549" y="69910"/>
                </a:cubicBezTo>
                <a:cubicBezTo>
                  <a:pt x="165549" y="120074"/>
                  <a:pt x="121402" y="160099"/>
                  <a:pt x="60438" y="160099"/>
                </a:cubicBezTo>
                <a:lnTo>
                  <a:pt x="47300" y="160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06AB7-EC14-47F4-880F-ECE55BB8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54" y="1447936"/>
            <a:ext cx="88818" cy="116872"/>
          </a:xfrm>
          <a:custGeom xmlns:a="http://schemas.openxmlformats.org/drawingml/2006/main">
            <a:pathLst>
              <a:path w="88818" h="116872">
                <a:moveTo>
                  <a:pt x="18394" y="48563"/>
                </a:moveTo>
                <a:lnTo>
                  <a:pt x="18394" y="48563"/>
                </a:lnTo>
                <a:cubicBezTo>
                  <a:pt x="21022" y="50164"/>
                  <a:pt x="27329" y="54434"/>
                  <a:pt x="37314" y="54434"/>
                </a:cubicBezTo>
                <a:cubicBezTo>
                  <a:pt x="55183" y="54434"/>
                  <a:pt x="68322" y="42159"/>
                  <a:pt x="68322" y="28284"/>
                </a:cubicBezTo>
                <a:cubicBezTo>
                  <a:pt x="68322" y="21346"/>
                  <a:pt x="65168" y="15476"/>
                  <a:pt x="60964" y="11207"/>
                </a:cubicBezTo>
                <a:cubicBezTo>
                  <a:pt x="68847" y="5337"/>
                  <a:pt x="75679" y="5337"/>
                  <a:pt x="78833" y="5337"/>
                </a:cubicBezTo>
                <a:cubicBezTo>
                  <a:pt x="78307" y="5870"/>
                  <a:pt x="77256" y="6404"/>
                  <a:pt x="77256" y="9606"/>
                </a:cubicBezTo>
                <a:cubicBezTo>
                  <a:pt x="77256" y="12808"/>
                  <a:pt x="79884" y="14943"/>
                  <a:pt x="83037" y="14943"/>
                </a:cubicBezTo>
                <a:cubicBezTo>
                  <a:pt x="85665" y="14943"/>
                  <a:pt x="88818" y="13342"/>
                  <a:pt x="88818" y="9072"/>
                </a:cubicBezTo>
                <a:cubicBezTo>
                  <a:pt x="88818" y="5337"/>
                  <a:pt x="85139" y="0"/>
                  <a:pt x="78307" y="0"/>
                </a:cubicBezTo>
                <a:cubicBezTo>
                  <a:pt x="75679" y="0"/>
                  <a:pt x="66219" y="534"/>
                  <a:pt x="57811" y="8539"/>
                </a:cubicBezTo>
                <a:cubicBezTo>
                  <a:pt x="52555" y="4269"/>
                  <a:pt x="45197" y="2135"/>
                  <a:pt x="37314" y="2135"/>
                </a:cubicBezTo>
                <a:cubicBezTo>
                  <a:pt x="19445" y="2135"/>
                  <a:pt x="6307" y="14409"/>
                  <a:pt x="6307" y="28284"/>
                </a:cubicBezTo>
                <a:cubicBezTo>
                  <a:pt x="6307" y="35222"/>
                  <a:pt x="9985" y="41626"/>
                  <a:pt x="14715" y="45895"/>
                </a:cubicBezTo>
                <a:cubicBezTo>
                  <a:pt x="13139" y="47496"/>
                  <a:pt x="9460" y="53366"/>
                  <a:pt x="9460" y="60304"/>
                </a:cubicBezTo>
                <a:cubicBezTo>
                  <a:pt x="9460" y="62972"/>
                  <a:pt x="9985" y="71511"/>
                  <a:pt x="16818" y="76314"/>
                </a:cubicBezTo>
                <a:cubicBezTo>
                  <a:pt x="8934" y="78982"/>
                  <a:pt x="0" y="84852"/>
                  <a:pt x="0" y="94458"/>
                </a:cubicBezTo>
                <a:cubicBezTo>
                  <a:pt x="0" y="107266"/>
                  <a:pt x="18920" y="116872"/>
                  <a:pt x="42570" y="116872"/>
                </a:cubicBezTo>
                <a:cubicBezTo>
                  <a:pt x="65168" y="116872"/>
                  <a:pt x="85665" y="108333"/>
                  <a:pt x="85665" y="93925"/>
                </a:cubicBezTo>
                <a:cubicBezTo>
                  <a:pt x="85665" y="88588"/>
                  <a:pt x="83563" y="78982"/>
                  <a:pt x="74103" y="73645"/>
                </a:cubicBezTo>
                <a:cubicBezTo>
                  <a:pt x="63592" y="68309"/>
                  <a:pt x="53081" y="68309"/>
                  <a:pt x="36263" y="68309"/>
                </a:cubicBezTo>
                <a:cubicBezTo>
                  <a:pt x="32584" y="68309"/>
                  <a:pt x="26278" y="68309"/>
                  <a:pt x="24701" y="67775"/>
                </a:cubicBezTo>
                <a:cubicBezTo>
                  <a:pt x="18920" y="66708"/>
                  <a:pt x="15767" y="61371"/>
                  <a:pt x="15767" y="56035"/>
                </a:cubicBezTo>
                <a:cubicBezTo>
                  <a:pt x="15767" y="51765"/>
                  <a:pt x="17343" y="50164"/>
                  <a:pt x="18394" y="48563"/>
                </a:cubicBezTo>
                <a:moveTo>
                  <a:pt x="37314" y="49097"/>
                </a:moveTo>
                <a:lnTo>
                  <a:pt x="37314" y="49097"/>
                </a:lnTo>
                <a:cubicBezTo>
                  <a:pt x="20497" y="49097"/>
                  <a:pt x="20497" y="32020"/>
                  <a:pt x="20497" y="28284"/>
                </a:cubicBezTo>
                <a:cubicBezTo>
                  <a:pt x="20497" y="25082"/>
                  <a:pt x="20497" y="18145"/>
                  <a:pt x="23650" y="13342"/>
                </a:cubicBezTo>
                <a:cubicBezTo>
                  <a:pt x="26278" y="10673"/>
                  <a:pt x="31008" y="7471"/>
                  <a:pt x="37314" y="7471"/>
                </a:cubicBezTo>
                <a:cubicBezTo>
                  <a:pt x="54657" y="7471"/>
                  <a:pt x="54657" y="24548"/>
                  <a:pt x="54657" y="28284"/>
                </a:cubicBezTo>
                <a:cubicBezTo>
                  <a:pt x="54657" y="30952"/>
                  <a:pt x="54657" y="37890"/>
                  <a:pt x="50978" y="42693"/>
                </a:cubicBezTo>
                <a:cubicBezTo>
                  <a:pt x="48351" y="45895"/>
                  <a:pt x="43621" y="49097"/>
                  <a:pt x="37314" y="49097"/>
                </a:cubicBezTo>
                <a:moveTo>
                  <a:pt x="37314" y="80049"/>
                </a:moveTo>
                <a:lnTo>
                  <a:pt x="37314" y="80049"/>
                </a:lnTo>
                <a:cubicBezTo>
                  <a:pt x="53081" y="80049"/>
                  <a:pt x="75154" y="80049"/>
                  <a:pt x="75154" y="93925"/>
                </a:cubicBezTo>
                <a:cubicBezTo>
                  <a:pt x="75154" y="103530"/>
                  <a:pt x="60964" y="111535"/>
                  <a:pt x="42570" y="111535"/>
                </a:cubicBezTo>
                <a:cubicBezTo>
                  <a:pt x="24175" y="111535"/>
                  <a:pt x="10511" y="103530"/>
                  <a:pt x="10511" y="93925"/>
                </a:cubicBezTo>
                <a:cubicBezTo>
                  <a:pt x="10511" y="88054"/>
                  <a:pt x="16292" y="80049"/>
                  <a:pt x="27329" y="80049"/>
                </a:cubicBezTo>
                <a:lnTo>
                  <a:pt x="37314" y="800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4EC7B-22AE-4B2F-91C0-15EC6937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844" y="1300654"/>
            <a:ext cx="57811" cy="253480"/>
          </a:xfrm>
          <a:custGeom xmlns:a="http://schemas.openxmlformats.org/drawingml/2006/main">
            <a:pathLst>
              <a:path w="57811" h="253480">
                <a:moveTo>
                  <a:pt x="57808" y="250553"/>
                </a:moveTo>
                <a:lnTo>
                  <a:pt x="57802" y="250428"/>
                </a:lnTo>
                <a:lnTo>
                  <a:pt x="57791" y="250303"/>
                </a:lnTo>
                <a:lnTo>
                  <a:pt x="57773" y="250175"/>
                </a:lnTo>
                <a:lnTo>
                  <a:pt x="57745" y="250044"/>
                </a:lnTo>
                <a:lnTo>
                  <a:pt x="57706" y="249908"/>
                </a:lnTo>
                <a:lnTo>
                  <a:pt x="57655" y="249764"/>
                </a:lnTo>
                <a:lnTo>
                  <a:pt x="57589" y="249611"/>
                </a:lnTo>
                <a:lnTo>
                  <a:pt x="57507" y="249447"/>
                </a:lnTo>
                <a:lnTo>
                  <a:pt x="57406" y="249269"/>
                </a:lnTo>
                <a:lnTo>
                  <a:pt x="57285" y="249077"/>
                </a:lnTo>
                <a:lnTo>
                  <a:pt x="57142" y="248868"/>
                </a:lnTo>
                <a:lnTo>
                  <a:pt x="56976" y="248641"/>
                </a:lnTo>
                <a:lnTo>
                  <a:pt x="56784" y="248393"/>
                </a:lnTo>
                <a:lnTo>
                  <a:pt x="56565" y="248124"/>
                </a:lnTo>
                <a:lnTo>
                  <a:pt x="56316" y="247830"/>
                </a:lnTo>
                <a:lnTo>
                  <a:pt x="56037" y="247510"/>
                </a:lnTo>
                <a:lnTo>
                  <a:pt x="55725" y="247162"/>
                </a:lnTo>
                <a:lnTo>
                  <a:pt x="55378" y="246784"/>
                </a:lnTo>
                <a:lnTo>
                  <a:pt x="54994" y="246376"/>
                </a:lnTo>
                <a:lnTo>
                  <a:pt x="54572" y="245933"/>
                </a:lnTo>
                <a:lnTo>
                  <a:pt x="54110" y="245456"/>
                </a:lnTo>
                <a:lnTo>
                  <a:pt x="53606" y="244941"/>
                </a:lnTo>
                <a:lnTo>
                  <a:pt x="49847" y="240857"/>
                </a:lnTo>
                <a:lnTo>
                  <a:pt x="46317" y="236617"/>
                </a:lnTo>
                <a:lnTo>
                  <a:pt x="43010" y="232232"/>
                </a:lnTo>
                <a:lnTo>
                  <a:pt x="39920" y="227713"/>
                </a:lnTo>
                <a:lnTo>
                  <a:pt x="37041" y="223071"/>
                </a:lnTo>
                <a:lnTo>
                  <a:pt x="34366" y="218317"/>
                </a:lnTo>
                <a:lnTo>
                  <a:pt x="31890" y="213461"/>
                </a:lnTo>
                <a:lnTo>
                  <a:pt x="29606" y="208514"/>
                </a:lnTo>
                <a:lnTo>
                  <a:pt x="27508" y="203488"/>
                </a:lnTo>
                <a:lnTo>
                  <a:pt x="25591" y="198393"/>
                </a:lnTo>
                <a:lnTo>
                  <a:pt x="23847" y="193240"/>
                </a:lnTo>
                <a:lnTo>
                  <a:pt x="22270" y="188040"/>
                </a:lnTo>
                <a:lnTo>
                  <a:pt x="20855" y="182803"/>
                </a:lnTo>
                <a:lnTo>
                  <a:pt x="19596" y="177542"/>
                </a:lnTo>
                <a:lnTo>
                  <a:pt x="18486" y="172266"/>
                </a:lnTo>
                <a:lnTo>
                  <a:pt x="17518" y="166987"/>
                </a:lnTo>
                <a:lnTo>
                  <a:pt x="16688" y="161715"/>
                </a:lnTo>
                <a:lnTo>
                  <a:pt x="15988" y="156462"/>
                </a:lnTo>
                <a:lnTo>
                  <a:pt x="15413" y="151237"/>
                </a:lnTo>
                <a:lnTo>
                  <a:pt x="14956" y="146053"/>
                </a:lnTo>
                <a:lnTo>
                  <a:pt x="14612" y="140920"/>
                </a:lnTo>
                <a:lnTo>
                  <a:pt x="14373" y="135848"/>
                </a:lnTo>
                <a:lnTo>
                  <a:pt x="14235" y="130850"/>
                </a:lnTo>
                <a:lnTo>
                  <a:pt x="14190" y="125935"/>
                </a:lnTo>
                <a:lnTo>
                  <a:pt x="14240" y="120335"/>
                </a:lnTo>
                <a:lnTo>
                  <a:pt x="14394" y="114746"/>
                </a:lnTo>
                <a:lnTo>
                  <a:pt x="14657" y="109173"/>
                </a:lnTo>
                <a:lnTo>
                  <a:pt x="15034" y="103622"/>
                </a:lnTo>
                <a:lnTo>
                  <a:pt x="15531" y="98098"/>
                </a:lnTo>
                <a:lnTo>
                  <a:pt x="16152" y="92606"/>
                </a:lnTo>
                <a:lnTo>
                  <a:pt x="16904" y="87151"/>
                </a:lnTo>
                <a:lnTo>
                  <a:pt x="17791" y="81740"/>
                </a:lnTo>
                <a:lnTo>
                  <a:pt x="18818" y="76376"/>
                </a:lnTo>
                <a:lnTo>
                  <a:pt x="19991" y="71066"/>
                </a:lnTo>
                <a:lnTo>
                  <a:pt x="21315" y="65815"/>
                </a:lnTo>
                <a:lnTo>
                  <a:pt x="22796" y="60628"/>
                </a:lnTo>
                <a:lnTo>
                  <a:pt x="24438" y="55510"/>
                </a:lnTo>
                <a:lnTo>
                  <a:pt x="26246" y="50467"/>
                </a:lnTo>
                <a:lnTo>
                  <a:pt x="28227" y="45505"/>
                </a:lnTo>
                <a:lnTo>
                  <a:pt x="30385" y="40628"/>
                </a:lnTo>
                <a:lnTo>
                  <a:pt x="32725" y="35841"/>
                </a:lnTo>
                <a:lnTo>
                  <a:pt x="35253" y="31151"/>
                </a:lnTo>
                <a:lnTo>
                  <a:pt x="37974" y="26562"/>
                </a:lnTo>
                <a:lnTo>
                  <a:pt x="40893" y="22081"/>
                </a:lnTo>
                <a:lnTo>
                  <a:pt x="44016" y="17711"/>
                </a:lnTo>
                <a:lnTo>
                  <a:pt x="47347" y="13458"/>
                </a:lnTo>
                <a:lnTo>
                  <a:pt x="50893" y="9329"/>
                </a:lnTo>
                <a:lnTo>
                  <a:pt x="54657" y="5327"/>
                </a:lnTo>
                <a:lnTo>
                  <a:pt x="55035" y="4940"/>
                </a:lnTo>
                <a:lnTo>
                  <a:pt x="55382" y="4580"/>
                </a:lnTo>
                <a:lnTo>
                  <a:pt x="55698" y="4245"/>
                </a:lnTo>
                <a:lnTo>
                  <a:pt x="55986" y="3934"/>
                </a:lnTo>
                <a:lnTo>
                  <a:pt x="56246" y="3644"/>
                </a:lnTo>
                <a:lnTo>
                  <a:pt x="56480" y="3376"/>
                </a:lnTo>
                <a:lnTo>
                  <a:pt x="56690" y="3127"/>
                </a:lnTo>
                <a:lnTo>
                  <a:pt x="56876" y="2896"/>
                </a:lnTo>
                <a:lnTo>
                  <a:pt x="57041" y="2682"/>
                </a:lnTo>
                <a:lnTo>
                  <a:pt x="57185" y="2483"/>
                </a:lnTo>
                <a:lnTo>
                  <a:pt x="57310" y="2298"/>
                </a:lnTo>
                <a:lnTo>
                  <a:pt x="57416" y="2125"/>
                </a:lnTo>
                <a:lnTo>
                  <a:pt x="57507" y="1964"/>
                </a:lnTo>
                <a:lnTo>
                  <a:pt x="57583" y="1812"/>
                </a:lnTo>
                <a:lnTo>
                  <a:pt x="57644" y="1668"/>
                </a:lnTo>
                <a:lnTo>
                  <a:pt x="57694" y="1532"/>
                </a:lnTo>
                <a:lnTo>
                  <a:pt x="57732" y="1401"/>
                </a:lnTo>
                <a:lnTo>
                  <a:pt x="57761" y="1274"/>
                </a:lnTo>
                <a:lnTo>
                  <a:pt x="57782" y="1151"/>
                </a:lnTo>
                <a:lnTo>
                  <a:pt x="57796" y="1028"/>
                </a:lnTo>
                <a:lnTo>
                  <a:pt x="57804" y="905"/>
                </a:lnTo>
                <a:lnTo>
                  <a:pt x="57809" y="782"/>
                </a:lnTo>
                <a:lnTo>
                  <a:pt x="57810" y="655"/>
                </a:lnTo>
                <a:lnTo>
                  <a:pt x="57811" y="524"/>
                </a:lnTo>
                <a:lnTo>
                  <a:pt x="57808" y="393"/>
                </a:lnTo>
                <a:lnTo>
                  <a:pt x="57799" y="268"/>
                </a:lnTo>
                <a:lnTo>
                  <a:pt x="57785" y="149"/>
                </a:lnTo>
                <a:lnTo>
                  <a:pt x="57764" y="35"/>
                </a:lnTo>
                <a:lnTo>
                  <a:pt x="57756" y="0"/>
                </a:lnTo>
                <a:lnTo>
                  <a:pt x="53348" y="0"/>
                </a:lnTo>
                <a:lnTo>
                  <a:pt x="52859" y="299"/>
                </a:lnTo>
                <a:lnTo>
                  <a:pt x="51718" y="1072"/>
                </a:lnTo>
                <a:lnTo>
                  <a:pt x="50428" y="2017"/>
                </a:lnTo>
                <a:lnTo>
                  <a:pt x="49004" y="3132"/>
                </a:lnTo>
                <a:lnTo>
                  <a:pt x="47455" y="4418"/>
                </a:lnTo>
                <a:lnTo>
                  <a:pt x="45796" y="5874"/>
                </a:lnTo>
                <a:lnTo>
                  <a:pt x="44037" y="7501"/>
                </a:lnTo>
                <a:lnTo>
                  <a:pt x="42191" y="9298"/>
                </a:lnTo>
                <a:lnTo>
                  <a:pt x="40270" y="11264"/>
                </a:lnTo>
                <a:lnTo>
                  <a:pt x="38287" y="13400"/>
                </a:lnTo>
                <a:lnTo>
                  <a:pt x="36252" y="15705"/>
                </a:lnTo>
                <a:lnTo>
                  <a:pt x="34178" y="18180"/>
                </a:lnTo>
                <a:lnTo>
                  <a:pt x="32078" y="20823"/>
                </a:lnTo>
                <a:lnTo>
                  <a:pt x="29963" y="23635"/>
                </a:lnTo>
                <a:lnTo>
                  <a:pt x="27846" y="26615"/>
                </a:lnTo>
                <a:lnTo>
                  <a:pt x="25738" y="29764"/>
                </a:lnTo>
                <a:lnTo>
                  <a:pt x="23652" y="33080"/>
                </a:lnTo>
                <a:lnTo>
                  <a:pt x="21600" y="36564"/>
                </a:lnTo>
                <a:lnTo>
                  <a:pt x="19594" y="40215"/>
                </a:lnTo>
                <a:lnTo>
                  <a:pt x="17645" y="44034"/>
                </a:lnTo>
                <a:lnTo>
                  <a:pt x="15767" y="48020"/>
                </a:lnTo>
                <a:lnTo>
                  <a:pt x="14178" y="51491"/>
                </a:lnTo>
                <a:lnTo>
                  <a:pt x="12696" y="54965"/>
                </a:lnTo>
                <a:lnTo>
                  <a:pt x="11317" y="58438"/>
                </a:lnTo>
                <a:lnTo>
                  <a:pt x="10037" y="61908"/>
                </a:lnTo>
                <a:lnTo>
                  <a:pt x="8852" y="65371"/>
                </a:lnTo>
                <a:lnTo>
                  <a:pt x="7760" y="68824"/>
                </a:lnTo>
                <a:lnTo>
                  <a:pt x="6757" y="72266"/>
                </a:lnTo>
                <a:lnTo>
                  <a:pt x="5839" y="75691"/>
                </a:lnTo>
                <a:lnTo>
                  <a:pt x="5004" y="79098"/>
                </a:lnTo>
                <a:lnTo>
                  <a:pt x="4247" y="82484"/>
                </a:lnTo>
                <a:lnTo>
                  <a:pt x="3566" y="85845"/>
                </a:lnTo>
                <a:lnTo>
                  <a:pt x="2956" y="89179"/>
                </a:lnTo>
                <a:lnTo>
                  <a:pt x="2415" y="92482"/>
                </a:lnTo>
                <a:lnTo>
                  <a:pt x="1939" y="95751"/>
                </a:lnTo>
                <a:lnTo>
                  <a:pt x="1524" y="98984"/>
                </a:lnTo>
                <a:lnTo>
                  <a:pt x="1168" y="102177"/>
                </a:lnTo>
                <a:lnTo>
                  <a:pt x="866" y="105327"/>
                </a:lnTo>
                <a:lnTo>
                  <a:pt x="616" y="108432"/>
                </a:lnTo>
                <a:lnTo>
                  <a:pt x="413" y="111488"/>
                </a:lnTo>
                <a:lnTo>
                  <a:pt x="255" y="114493"/>
                </a:lnTo>
                <a:lnTo>
                  <a:pt x="139" y="117443"/>
                </a:lnTo>
                <a:lnTo>
                  <a:pt x="59" y="120335"/>
                </a:lnTo>
                <a:lnTo>
                  <a:pt x="14" y="123167"/>
                </a:lnTo>
                <a:lnTo>
                  <a:pt x="0" y="125935"/>
                </a:lnTo>
                <a:lnTo>
                  <a:pt x="14" y="128460"/>
                </a:lnTo>
                <a:lnTo>
                  <a:pt x="60" y="131097"/>
                </a:lnTo>
                <a:lnTo>
                  <a:pt x="140" y="133838"/>
                </a:lnTo>
                <a:lnTo>
                  <a:pt x="258" y="136680"/>
                </a:lnTo>
                <a:lnTo>
                  <a:pt x="418" y="139614"/>
                </a:lnTo>
                <a:lnTo>
                  <a:pt x="624" y="142637"/>
                </a:lnTo>
                <a:lnTo>
                  <a:pt x="879" y="145741"/>
                </a:lnTo>
                <a:lnTo>
                  <a:pt x="1187" y="148922"/>
                </a:lnTo>
                <a:lnTo>
                  <a:pt x="1552" y="152173"/>
                </a:lnTo>
                <a:lnTo>
                  <a:pt x="1977" y="155488"/>
                </a:lnTo>
                <a:lnTo>
                  <a:pt x="2466" y="158863"/>
                </a:lnTo>
                <a:lnTo>
                  <a:pt x="3022" y="162290"/>
                </a:lnTo>
                <a:lnTo>
                  <a:pt x="3649" y="165765"/>
                </a:lnTo>
                <a:lnTo>
                  <a:pt x="4352" y="169281"/>
                </a:lnTo>
                <a:lnTo>
                  <a:pt x="5132" y="172833"/>
                </a:lnTo>
                <a:lnTo>
                  <a:pt x="5995" y="176415"/>
                </a:lnTo>
                <a:lnTo>
                  <a:pt x="6944" y="180021"/>
                </a:lnTo>
                <a:lnTo>
                  <a:pt x="7982" y="183645"/>
                </a:lnTo>
                <a:lnTo>
                  <a:pt x="9113" y="187282"/>
                </a:lnTo>
                <a:lnTo>
                  <a:pt x="10341" y="190925"/>
                </a:lnTo>
                <a:lnTo>
                  <a:pt x="11669" y="194570"/>
                </a:lnTo>
                <a:lnTo>
                  <a:pt x="13101" y="198209"/>
                </a:lnTo>
                <a:lnTo>
                  <a:pt x="14641" y="201838"/>
                </a:lnTo>
                <a:lnTo>
                  <a:pt x="16292" y="205450"/>
                </a:lnTo>
                <a:lnTo>
                  <a:pt x="18228" y="209308"/>
                </a:lnTo>
                <a:lnTo>
                  <a:pt x="20219" y="213010"/>
                </a:lnTo>
                <a:lnTo>
                  <a:pt x="22254" y="216554"/>
                </a:lnTo>
                <a:lnTo>
                  <a:pt x="24321" y="219941"/>
                </a:lnTo>
                <a:lnTo>
                  <a:pt x="26411" y="223169"/>
                </a:lnTo>
                <a:lnTo>
                  <a:pt x="28511" y="226238"/>
                </a:lnTo>
                <a:lnTo>
                  <a:pt x="30612" y="229147"/>
                </a:lnTo>
                <a:lnTo>
                  <a:pt x="32701" y="231896"/>
                </a:lnTo>
                <a:lnTo>
                  <a:pt x="34769" y="234484"/>
                </a:lnTo>
                <a:lnTo>
                  <a:pt x="36803" y="236910"/>
                </a:lnTo>
                <a:lnTo>
                  <a:pt x="38794" y="239173"/>
                </a:lnTo>
                <a:lnTo>
                  <a:pt x="40730" y="241272"/>
                </a:lnTo>
                <a:lnTo>
                  <a:pt x="42601" y="243208"/>
                </a:lnTo>
                <a:lnTo>
                  <a:pt x="44394" y="244979"/>
                </a:lnTo>
                <a:lnTo>
                  <a:pt x="46101" y="246585"/>
                </a:lnTo>
                <a:lnTo>
                  <a:pt x="47708" y="248025"/>
                </a:lnTo>
                <a:lnTo>
                  <a:pt x="49207" y="249298"/>
                </a:lnTo>
                <a:lnTo>
                  <a:pt x="50584" y="250403"/>
                </a:lnTo>
                <a:lnTo>
                  <a:pt x="51831" y="251340"/>
                </a:lnTo>
                <a:lnTo>
                  <a:pt x="52935" y="252109"/>
                </a:lnTo>
                <a:lnTo>
                  <a:pt x="53885" y="252708"/>
                </a:lnTo>
                <a:lnTo>
                  <a:pt x="54672" y="253136"/>
                </a:lnTo>
                <a:lnTo>
                  <a:pt x="55283" y="253394"/>
                </a:lnTo>
                <a:lnTo>
                  <a:pt x="55708" y="253480"/>
                </a:lnTo>
                <a:lnTo>
                  <a:pt x="55900" y="253474"/>
                </a:lnTo>
                <a:lnTo>
                  <a:pt x="56081" y="253458"/>
                </a:lnTo>
                <a:lnTo>
                  <a:pt x="56251" y="253431"/>
                </a:lnTo>
                <a:lnTo>
                  <a:pt x="56412" y="253393"/>
                </a:lnTo>
                <a:lnTo>
                  <a:pt x="56562" y="253346"/>
                </a:lnTo>
                <a:lnTo>
                  <a:pt x="56702" y="253288"/>
                </a:lnTo>
                <a:lnTo>
                  <a:pt x="56833" y="253221"/>
                </a:lnTo>
                <a:lnTo>
                  <a:pt x="56954" y="253144"/>
                </a:lnTo>
                <a:lnTo>
                  <a:pt x="57066" y="253058"/>
                </a:lnTo>
                <a:lnTo>
                  <a:pt x="57170" y="252963"/>
                </a:lnTo>
                <a:lnTo>
                  <a:pt x="57265" y="252859"/>
                </a:lnTo>
                <a:lnTo>
                  <a:pt x="57351" y="252746"/>
                </a:lnTo>
                <a:lnTo>
                  <a:pt x="57429" y="252625"/>
                </a:lnTo>
                <a:lnTo>
                  <a:pt x="57499" y="252496"/>
                </a:lnTo>
                <a:lnTo>
                  <a:pt x="57561" y="252359"/>
                </a:lnTo>
                <a:lnTo>
                  <a:pt x="57616" y="252215"/>
                </a:lnTo>
                <a:lnTo>
                  <a:pt x="57663" y="252063"/>
                </a:lnTo>
                <a:lnTo>
                  <a:pt x="57704" y="251904"/>
                </a:lnTo>
                <a:lnTo>
                  <a:pt x="57737" y="251738"/>
                </a:lnTo>
                <a:lnTo>
                  <a:pt x="57764" y="251565"/>
                </a:lnTo>
                <a:lnTo>
                  <a:pt x="57785" y="251386"/>
                </a:lnTo>
                <a:lnTo>
                  <a:pt x="57799" y="251200"/>
                </a:lnTo>
                <a:lnTo>
                  <a:pt x="57808" y="251009"/>
                </a:lnTo>
                <a:lnTo>
                  <a:pt x="57811" y="250812"/>
                </a:lnTo>
                <a:lnTo>
                  <a:pt x="57810" y="250681"/>
                </a:lnTo>
                <a:lnTo>
                  <a:pt x="57808" y="2505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20A6C-E45F-4EF7-B424-FF6EDD0E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356" y="1320390"/>
            <a:ext cx="105636" cy="175575"/>
          </a:xfrm>
          <a:custGeom xmlns:a="http://schemas.openxmlformats.org/drawingml/2006/main">
            <a:pathLst>
              <a:path w="105636" h="175575">
                <a:moveTo>
                  <a:pt x="105636" y="88054"/>
                </a:moveTo>
                <a:lnTo>
                  <a:pt x="105636" y="88054"/>
                </a:lnTo>
                <a:cubicBezTo>
                  <a:pt x="105636" y="67775"/>
                  <a:pt x="104585" y="47496"/>
                  <a:pt x="95650" y="28284"/>
                </a:cubicBezTo>
                <a:cubicBezTo>
                  <a:pt x="84088" y="3736"/>
                  <a:pt x="63592" y="0"/>
                  <a:pt x="53081" y="0"/>
                </a:cubicBezTo>
                <a:cubicBezTo>
                  <a:pt x="37840" y="0"/>
                  <a:pt x="19445" y="6404"/>
                  <a:pt x="8934" y="30419"/>
                </a:cubicBezTo>
                <a:cubicBezTo>
                  <a:pt x="1051" y="48030"/>
                  <a:pt x="0" y="67775"/>
                  <a:pt x="0" y="88054"/>
                </a:cubicBezTo>
                <a:cubicBezTo>
                  <a:pt x="0" y="107266"/>
                  <a:pt x="1051" y="130214"/>
                  <a:pt x="11037" y="149425"/>
                </a:cubicBezTo>
                <a:cubicBezTo>
                  <a:pt x="22073" y="170238"/>
                  <a:pt x="40467" y="175575"/>
                  <a:pt x="52555" y="175575"/>
                </a:cubicBezTo>
                <a:cubicBezTo>
                  <a:pt x="66219" y="175575"/>
                  <a:pt x="85139" y="170238"/>
                  <a:pt x="96176" y="145690"/>
                </a:cubicBezTo>
                <a:cubicBezTo>
                  <a:pt x="104585" y="128079"/>
                  <a:pt x="105636" y="108333"/>
                  <a:pt x="105636" y="88054"/>
                </a:cubicBezTo>
                <a:moveTo>
                  <a:pt x="52555" y="169705"/>
                </a:moveTo>
                <a:lnTo>
                  <a:pt x="52555" y="169705"/>
                </a:lnTo>
                <a:cubicBezTo>
                  <a:pt x="43095" y="169705"/>
                  <a:pt x="27854" y="163301"/>
                  <a:pt x="23650" y="138752"/>
                </a:cubicBezTo>
                <a:cubicBezTo>
                  <a:pt x="20497" y="123810"/>
                  <a:pt x="20497" y="100329"/>
                  <a:pt x="20497" y="84852"/>
                </a:cubicBezTo>
                <a:cubicBezTo>
                  <a:pt x="20497" y="68842"/>
                  <a:pt x="20497" y="51765"/>
                  <a:pt x="22599" y="38424"/>
                </a:cubicBezTo>
                <a:cubicBezTo>
                  <a:pt x="27329" y="8005"/>
                  <a:pt x="46249" y="5337"/>
                  <a:pt x="52555" y="5337"/>
                </a:cubicBezTo>
                <a:cubicBezTo>
                  <a:pt x="60964" y="5337"/>
                  <a:pt x="77782" y="10140"/>
                  <a:pt x="82512" y="35222"/>
                </a:cubicBezTo>
                <a:cubicBezTo>
                  <a:pt x="84614" y="49631"/>
                  <a:pt x="84614" y="68842"/>
                  <a:pt x="84614" y="84852"/>
                </a:cubicBezTo>
                <a:cubicBezTo>
                  <a:pt x="84614" y="104064"/>
                  <a:pt x="84614" y="121675"/>
                  <a:pt x="81986" y="137685"/>
                </a:cubicBezTo>
                <a:cubicBezTo>
                  <a:pt x="78307" y="162233"/>
                  <a:pt x="64117" y="169705"/>
                  <a:pt x="52555" y="16970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E89B7-4B71-4832-923E-542ADA38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93" y="1300654"/>
            <a:ext cx="57095" cy="253479"/>
          </a:xfrm>
          <a:custGeom xmlns:a="http://schemas.openxmlformats.org/drawingml/2006/main">
            <a:pathLst>
              <a:path w="57095" h="253479">
                <a:moveTo>
                  <a:pt x="56931" y="105893"/>
                </a:moveTo>
                <a:lnTo>
                  <a:pt x="56623" y="102710"/>
                </a:lnTo>
                <a:lnTo>
                  <a:pt x="56259" y="99461"/>
                </a:lnTo>
                <a:lnTo>
                  <a:pt x="55834" y="96153"/>
                </a:lnTo>
                <a:lnTo>
                  <a:pt x="55345" y="92790"/>
                </a:lnTo>
                <a:lnTo>
                  <a:pt x="54789" y="89378"/>
                </a:lnTo>
                <a:lnTo>
                  <a:pt x="54161" y="85921"/>
                </a:lnTo>
                <a:lnTo>
                  <a:pt x="53459" y="82425"/>
                </a:lnTo>
                <a:lnTo>
                  <a:pt x="52678" y="78894"/>
                </a:lnTo>
                <a:lnTo>
                  <a:pt x="51815" y="75335"/>
                </a:lnTo>
                <a:lnTo>
                  <a:pt x="50867" y="71751"/>
                </a:lnTo>
                <a:lnTo>
                  <a:pt x="49829" y="68148"/>
                </a:lnTo>
                <a:lnTo>
                  <a:pt x="48698" y="64531"/>
                </a:lnTo>
                <a:lnTo>
                  <a:pt x="47470" y="60906"/>
                </a:lnTo>
                <a:lnTo>
                  <a:pt x="46142" y="57277"/>
                </a:lnTo>
                <a:lnTo>
                  <a:pt x="44710" y="53649"/>
                </a:lnTo>
                <a:lnTo>
                  <a:pt x="43170" y="50028"/>
                </a:lnTo>
                <a:lnTo>
                  <a:pt x="41519" y="46418"/>
                </a:lnTo>
                <a:lnTo>
                  <a:pt x="39582" y="42563"/>
                </a:lnTo>
                <a:lnTo>
                  <a:pt x="37592" y="38869"/>
                </a:lnTo>
                <a:lnTo>
                  <a:pt x="35557" y="35337"/>
                </a:lnTo>
                <a:lnTo>
                  <a:pt x="33489" y="31967"/>
                </a:lnTo>
                <a:lnTo>
                  <a:pt x="31400" y="28759"/>
                </a:lnTo>
                <a:lnTo>
                  <a:pt x="29299" y="25714"/>
                </a:lnTo>
                <a:lnTo>
                  <a:pt x="27199" y="22831"/>
                </a:lnTo>
                <a:lnTo>
                  <a:pt x="25110" y="20110"/>
                </a:lnTo>
                <a:lnTo>
                  <a:pt x="23042" y="17553"/>
                </a:lnTo>
                <a:lnTo>
                  <a:pt x="21007" y="15160"/>
                </a:lnTo>
                <a:lnTo>
                  <a:pt x="19017" y="12929"/>
                </a:lnTo>
                <a:lnTo>
                  <a:pt x="17080" y="10863"/>
                </a:lnTo>
                <a:lnTo>
                  <a:pt x="15210" y="8960"/>
                </a:lnTo>
                <a:lnTo>
                  <a:pt x="13416" y="7222"/>
                </a:lnTo>
                <a:lnTo>
                  <a:pt x="11710" y="5648"/>
                </a:lnTo>
                <a:lnTo>
                  <a:pt x="10102" y="4239"/>
                </a:lnTo>
                <a:lnTo>
                  <a:pt x="8604" y="2995"/>
                </a:lnTo>
                <a:lnTo>
                  <a:pt x="7226" y="1916"/>
                </a:lnTo>
                <a:lnTo>
                  <a:pt x="5980" y="1002"/>
                </a:lnTo>
                <a:lnTo>
                  <a:pt x="4876" y="254"/>
                </a:lnTo>
                <a:lnTo>
                  <a:pt x="4462" y="0"/>
                </a:lnTo>
                <a:lnTo>
                  <a:pt x="129" y="0"/>
                </a:lnTo>
                <a:lnTo>
                  <a:pt x="107" y="48"/>
                </a:lnTo>
                <a:lnTo>
                  <a:pt x="73" y="135"/>
                </a:lnTo>
                <a:lnTo>
                  <a:pt x="46" y="219"/>
                </a:lnTo>
                <a:lnTo>
                  <a:pt x="26" y="301"/>
                </a:lnTo>
                <a:lnTo>
                  <a:pt x="11" y="379"/>
                </a:lnTo>
                <a:lnTo>
                  <a:pt x="3" y="454"/>
                </a:lnTo>
                <a:lnTo>
                  <a:pt x="0" y="523"/>
                </a:lnTo>
                <a:lnTo>
                  <a:pt x="0" y="654"/>
                </a:lnTo>
                <a:lnTo>
                  <a:pt x="3" y="781"/>
                </a:lnTo>
                <a:lnTo>
                  <a:pt x="9" y="907"/>
                </a:lnTo>
                <a:lnTo>
                  <a:pt x="22" y="1032"/>
                </a:lnTo>
                <a:lnTo>
                  <a:pt x="43" y="1159"/>
                </a:lnTo>
                <a:lnTo>
                  <a:pt x="74" y="1290"/>
                </a:lnTo>
                <a:lnTo>
                  <a:pt x="117" y="1427"/>
                </a:lnTo>
                <a:lnTo>
                  <a:pt x="175" y="1571"/>
                </a:lnTo>
                <a:lnTo>
                  <a:pt x="249" y="1724"/>
                </a:lnTo>
                <a:lnTo>
                  <a:pt x="342" y="1888"/>
                </a:lnTo>
                <a:lnTo>
                  <a:pt x="455" y="2065"/>
                </a:lnTo>
                <a:lnTo>
                  <a:pt x="591" y="2258"/>
                </a:lnTo>
                <a:lnTo>
                  <a:pt x="752" y="2466"/>
                </a:lnTo>
                <a:lnTo>
                  <a:pt x="939" y="2694"/>
                </a:lnTo>
                <a:lnTo>
                  <a:pt x="1155" y="2941"/>
                </a:lnTo>
                <a:lnTo>
                  <a:pt x="1401" y="3211"/>
                </a:lnTo>
                <a:lnTo>
                  <a:pt x="1681" y="3505"/>
                </a:lnTo>
                <a:lnTo>
                  <a:pt x="1995" y="3825"/>
                </a:lnTo>
                <a:lnTo>
                  <a:pt x="2347" y="4173"/>
                </a:lnTo>
                <a:lnTo>
                  <a:pt x="2737" y="4550"/>
                </a:lnTo>
                <a:lnTo>
                  <a:pt x="3169" y="4959"/>
                </a:lnTo>
                <a:lnTo>
                  <a:pt x="3643" y="5401"/>
                </a:lnTo>
                <a:lnTo>
                  <a:pt x="4163" y="5879"/>
                </a:lnTo>
                <a:lnTo>
                  <a:pt x="4730" y="6393"/>
                </a:lnTo>
                <a:lnTo>
                  <a:pt x="7702" y="9673"/>
                </a:lnTo>
                <a:lnTo>
                  <a:pt x="10574" y="13107"/>
                </a:lnTo>
                <a:lnTo>
                  <a:pt x="13342" y="16696"/>
                </a:lnTo>
                <a:lnTo>
                  <a:pt x="16005" y="20437"/>
                </a:lnTo>
                <a:lnTo>
                  <a:pt x="18560" y="24330"/>
                </a:lnTo>
                <a:lnTo>
                  <a:pt x="21006" y="28374"/>
                </a:lnTo>
                <a:lnTo>
                  <a:pt x="23339" y="32568"/>
                </a:lnTo>
                <a:lnTo>
                  <a:pt x="25557" y="36911"/>
                </a:lnTo>
                <a:lnTo>
                  <a:pt x="27659" y="41402"/>
                </a:lnTo>
                <a:lnTo>
                  <a:pt x="29642" y="46041"/>
                </a:lnTo>
                <a:lnTo>
                  <a:pt x="31503" y="50826"/>
                </a:lnTo>
                <a:lnTo>
                  <a:pt x="33241" y="55757"/>
                </a:lnTo>
                <a:lnTo>
                  <a:pt x="34853" y="60832"/>
                </a:lnTo>
                <a:lnTo>
                  <a:pt x="36337" y="66051"/>
                </a:lnTo>
                <a:lnTo>
                  <a:pt x="37690" y="71413"/>
                </a:lnTo>
                <a:lnTo>
                  <a:pt x="38910" y="76916"/>
                </a:lnTo>
                <a:lnTo>
                  <a:pt x="39996" y="82560"/>
                </a:lnTo>
                <a:lnTo>
                  <a:pt x="40944" y="88344"/>
                </a:lnTo>
                <a:lnTo>
                  <a:pt x="41752" y="94267"/>
                </a:lnTo>
                <a:lnTo>
                  <a:pt x="42419" y="100328"/>
                </a:lnTo>
                <a:lnTo>
                  <a:pt x="42941" y="106526"/>
                </a:lnTo>
                <a:lnTo>
                  <a:pt x="43317" y="112860"/>
                </a:lnTo>
                <a:lnTo>
                  <a:pt x="43545" y="119330"/>
                </a:lnTo>
                <a:lnTo>
                  <a:pt x="43621" y="125934"/>
                </a:lnTo>
                <a:lnTo>
                  <a:pt x="43571" y="131347"/>
                </a:lnTo>
                <a:lnTo>
                  <a:pt x="43417" y="136776"/>
                </a:lnTo>
                <a:lnTo>
                  <a:pt x="43154" y="142214"/>
                </a:lnTo>
                <a:lnTo>
                  <a:pt x="42776" y="147653"/>
                </a:lnTo>
                <a:lnTo>
                  <a:pt x="42280" y="153088"/>
                </a:lnTo>
                <a:lnTo>
                  <a:pt x="41658" y="158512"/>
                </a:lnTo>
                <a:lnTo>
                  <a:pt x="40907" y="163918"/>
                </a:lnTo>
                <a:lnTo>
                  <a:pt x="40020" y="169299"/>
                </a:lnTo>
                <a:lnTo>
                  <a:pt x="38992" y="174648"/>
                </a:lnTo>
                <a:lnTo>
                  <a:pt x="37819" y="179959"/>
                </a:lnTo>
                <a:lnTo>
                  <a:pt x="36495" y="185226"/>
                </a:lnTo>
                <a:lnTo>
                  <a:pt x="35015" y="190440"/>
                </a:lnTo>
                <a:lnTo>
                  <a:pt x="33373" y="195596"/>
                </a:lnTo>
                <a:lnTo>
                  <a:pt x="31564" y="200688"/>
                </a:lnTo>
                <a:lnTo>
                  <a:pt x="29584" y="205707"/>
                </a:lnTo>
                <a:lnTo>
                  <a:pt x="27426" y="210648"/>
                </a:lnTo>
                <a:lnTo>
                  <a:pt x="25086" y="215503"/>
                </a:lnTo>
                <a:lnTo>
                  <a:pt x="22558" y="220267"/>
                </a:lnTo>
                <a:lnTo>
                  <a:pt x="19837" y="224932"/>
                </a:lnTo>
                <a:lnTo>
                  <a:pt x="16917" y="229491"/>
                </a:lnTo>
                <a:lnTo>
                  <a:pt x="13795" y="233939"/>
                </a:lnTo>
                <a:lnTo>
                  <a:pt x="10463" y="238267"/>
                </a:lnTo>
                <a:lnTo>
                  <a:pt x="6918" y="242471"/>
                </a:lnTo>
                <a:lnTo>
                  <a:pt x="3153" y="246541"/>
                </a:lnTo>
                <a:lnTo>
                  <a:pt x="2775" y="246864"/>
                </a:lnTo>
                <a:lnTo>
                  <a:pt x="2429" y="247166"/>
                </a:lnTo>
                <a:lnTo>
                  <a:pt x="2112" y="247447"/>
                </a:lnTo>
                <a:lnTo>
                  <a:pt x="1825" y="247710"/>
                </a:lnTo>
                <a:lnTo>
                  <a:pt x="1565" y="247955"/>
                </a:lnTo>
                <a:lnTo>
                  <a:pt x="1330" y="248184"/>
                </a:lnTo>
                <a:lnTo>
                  <a:pt x="1121" y="248398"/>
                </a:lnTo>
                <a:lnTo>
                  <a:pt x="934" y="248597"/>
                </a:lnTo>
                <a:lnTo>
                  <a:pt x="770" y="248783"/>
                </a:lnTo>
                <a:lnTo>
                  <a:pt x="626" y="248958"/>
                </a:lnTo>
                <a:lnTo>
                  <a:pt x="501" y="249122"/>
                </a:lnTo>
                <a:lnTo>
                  <a:pt x="394" y="249276"/>
                </a:lnTo>
                <a:lnTo>
                  <a:pt x="304" y="249423"/>
                </a:lnTo>
                <a:lnTo>
                  <a:pt x="228" y="249561"/>
                </a:lnTo>
                <a:lnTo>
                  <a:pt x="166" y="249694"/>
                </a:lnTo>
                <a:lnTo>
                  <a:pt x="117" y="249822"/>
                </a:lnTo>
                <a:lnTo>
                  <a:pt x="78" y="249947"/>
                </a:lnTo>
                <a:lnTo>
                  <a:pt x="49" y="250069"/>
                </a:lnTo>
                <a:lnTo>
                  <a:pt x="29" y="250189"/>
                </a:lnTo>
                <a:lnTo>
                  <a:pt x="15" y="250309"/>
                </a:lnTo>
                <a:lnTo>
                  <a:pt x="6" y="250430"/>
                </a:lnTo>
                <a:lnTo>
                  <a:pt x="2" y="250553"/>
                </a:lnTo>
                <a:lnTo>
                  <a:pt x="0" y="250680"/>
                </a:lnTo>
                <a:lnTo>
                  <a:pt x="0" y="250811"/>
                </a:lnTo>
                <a:lnTo>
                  <a:pt x="3" y="251008"/>
                </a:lnTo>
                <a:lnTo>
                  <a:pt x="11" y="251200"/>
                </a:lnTo>
                <a:lnTo>
                  <a:pt x="26" y="251385"/>
                </a:lnTo>
                <a:lnTo>
                  <a:pt x="46" y="251564"/>
                </a:lnTo>
                <a:lnTo>
                  <a:pt x="73" y="251737"/>
                </a:lnTo>
                <a:lnTo>
                  <a:pt x="107" y="251903"/>
                </a:lnTo>
                <a:lnTo>
                  <a:pt x="147" y="252062"/>
                </a:lnTo>
                <a:lnTo>
                  <a:pt x="195" y="252214"/>
                </a:lnTo>
                <a:lnTo>
                  <a:pt x="249" y="252359"/>
                </a:lnTo>
                <a:lnTo>
                  <a:pt x="312" y="252495"/>
                </a:lnTo>
                <a:lnTo>
                  <a:pt x="382" y="252624"/>
                </a:lnTo>
                <a:lnTo>
                  <a:pt x="460" y="252745"/>
                </a:lnTo>
                <a:lnTo>
                  <a:pt x="546" y="252858"/>
                </a:lnTo>
                <a:lnTo>
                  <a:pt x="641" y="252962"/>
                </a:lnTo>
                <a:lnTo>
                  <a:pt x="744" y="253057"/>
                </a:lnTo>
                <a:lnTo>
                  <a:pt x="856" y="253143"/>
                </a:lnTo>
                <a:lnTo>
                  <a:pt x="978" y="253220"/>
                </a:lnTo>
                <a:lnTo>
                  <a:pt x="1109" y="253287"/>
                </a:lnTo>
                <a:lnTo>
                  <a:pt x="1249" y="253345"/>
                </a:lnTo>
                <a:lnTo>
                  <a:pt x="1399" y="253393"/>
                </a:lnTo>
                <a:lnTo>
                  <a:pt x="1559" y="253430"/>
                </a:lnTo>
                <a:lnTo>
                  <a:pt x="1730" y="253457"/>
                </a:lnTo>
                <a:lnTo>
                  <a:pt x="1911" y="253474"/>
                </a:lnTo>
                <a:lnTo>
                  <a:pt x="2102" y="253479"/>
                </a:lnTo>
                <a:lnTo>
                  <a:pt x="2533" y="253387"/>
                </a:lnTo>
                <a:lnTo>
                  <a:pt x="3159" y="253114"/>
                </a:lnTo>
                <a:lnTo>
                  <a:pt x="3969" y="252659"/>
                </a:lnTo>
                <a:lnTo>
                  <a:pt x="4951" y="252024"/>
                </a:lnTo>
                <a:lnTo>
                  <a:pt x="6093" y="251210"/>
                </a:lnTo>
                <a:lnTo>
                  <a:pt x="7382" y="250219"/>
                </a:lnTo>
                <a:lnTo>
                  <a:pt x="8807" y="249051"/>
                </a:lnTo>
                <a:lnTo>
                  <a:pt x="10355" y="247708"/>
                </a:lnTo>
                <a:lnTo>
                  <a:pt x="12015" y="246190"/>
                </a:lnTo>
                <a:lnTo>
                  <a:pt x="13774" y="244500"/>
                </a:lnTo>
                <a:lnTo>
                  <a:pt x="15619" y="242637"/>
                </a:lnTo>
                <a:lnTo>
                  <a:pt x="17540" y="240604"/>
                </a:lnTo>
                <a:lnTo>
                  <a:pt x="19524" y="238402"/>
                </a:lnTo>
                <a:lnTo>
                  <a:pt x="21559" y="236031"/>
                </a:lnTo>
                <a:lnTo>
                  <a:pt x="23632" y="233493"/>
                </a:lnTo>
                <a:lnTo>
                  <a:pt x="25733" y="230788"/>
                </a:lnTo>
                <a:lnTo>
                  <a:pt x="27847" y="227919"/>
                </a:lnTo>
                <a:lnTo>
                  <a:pt x="29965" y="224886"/>
                </a:lnTo>
                <a:lnTo>
                  <a:pt x="32072" y="221691"/>
                </a:lnTo>
                <a:lnTo>
                  <a:pt x="34158" y="218334"/>
                </a:lnTo>
                <a:lnTo>
                  <a:pt x="36211" y="214817"/>
                </a:lnTo>
                <a:lnTo>
                  <a:pt x="38217" y="211140"/>
                </a:lnTo>
                <a:lnTo>
                  <a:pt x="40166" y="207306"/>
                </a:lnTo>
                <a:lnTo>
                  <a:pt x="42044" y="203315"/>
                </a:lnTo>
                <a:lnTo>
                  <a:pt x="43632" y="199844"/>
                </a:lnTo>
                <a:lnTo>
                  <a:pt x="45114" y="196370"/>
                </a:lnTo>
                <a:lnTo>
                  <a:pt x="46494" y="192898"/>
                </a:lnTo>
                <a:lnTo>
                  <a:pt x="47774" y="189430"/>
                </a:lnTo>
                <a:lnTo>
                  <a:pt x="48959" y="185969"/>
                </a:lnTo>
                <a:lnTo>
                  <a:pt x="50051" y="182519"/>
                </a:lnTo>
                <a:lnTo>
                  <a:pt x="51054" y="179082"/>
                </a:lnTo>
                <a:lnTo>
                  <a:pt x="51971" y="175663"/>
                </a:lnTo>
                <a:lnTo>
                  <a:pt x="52807" y="172264"/>
                </a:lnTo>
                <a:lnTo>
                  <a:pt x="53563" y="168889"/>
                </a:lnTo>
                <a:lnTo>
                  <a:pt x="54245" y="165541"/>
                </a:lnTo>
                <a:lnTo>
                  <a:pt x="54854" y="162223"/>
                </a:lnTo>
                <a:lnTo>
                  <a:pt x="55396" y="158938"/>
                </a:lnTo>
                <a:lnTo>
                  <a:pt x="55872" y="155690"/>
                </a:lnTo>
                <a:lnTo>
                  <a:pt x="56286" y="152481"/>
                </a:lnTo>
                <a:lnTo>
                  <a:pt x="56643" y="149316"/>
                </a:lnTo>
                <a:lnTo>
                  <a:pt x="56944" y="146197"/>
                </a:lnTo>
                <a:lnTo>
                  <a:pt x="57095" y="144352"/>
                </a:lnTo>
                <a:lnTo>
                  <a:pt x="57095" y="107888"/>
                </a:lnTo>
                <a:lnTo>
                  <a:pt x="56931" y="105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FB12C-4208-46DA-AAE7-24DB5789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62" y="3562347"/>
            <a:ext cx="187605" cy="173974"/>
          </a:xfrm>
          <a:custGeom xmlns:a="http://schemas.openxmlformats.org/drawingml/2006/main">
            <a:pathLst>
              <a:path w="187605" h="173974">
                <a:moveTo>
                  <a:pt x="46374" y="173974"/>
                </a:moveTo>
                <a:lnTo>
                  <a:pt x="46374" y="173974"/>
                </a:lnTo>
                <a:cubicBezTo>
                  <a:pt x="104869" y="173974"/>
                  <a:pt x="187605" y="128613"/>
                  <a:pt x="187605" y="59237"/>
                </a:cubicBezTo>
                <a:cubicBezTo>
                  <a:pt x="187605" y="36289"/>
                  <a:pt x="177066" y="21880"/>
                  <a:pt x="164945" y="13875"/>
                </a:cubicBezTo>
                <a:cubicBezTo>
                  <a:pt x="143339" y="0"/>
                  <a:pt x="120152" y="0"/>
                  <a:pt x="95911" y="0"/>
                </a:cubicBezTo>
                <a:cubicBezTo>
                  <a:pt x="74304" y="0"/>
                  <a:pt x="59549" y="0"/>
                  <a:pt x="38470" y="9072"/>
                </a:cubicBezTo>
                <a:cubicBezTo>
                  <a:pt x="4743" y="24015"/>
                  <a:pt x="0" y="45361"/>
                  <a:pt x="0" y="47496"/>
                </a:cubicBezTo>
                <a:cubicBezTo>
                  <a:pt x="0" y="48563"/>
                  <a:pt x="1054" y="49097"/>
                  <a:pt x="2635" y="49097"/>
                </a:cubicBezTo>
                <a:cubicBezTo>
                  <a:pt x="6851" y="49097"/>
                  <a:pt x="12121" y="45895"/>
                  <a:pt x="14228" y="44294"/>
                </a:cubicBezTo>
                <a:cubicBezTo>
                  <a:pt x="19498" y="41092"/>
                  <a:pt x="20552" y="39491"/>
                  <a:pt x="22133" y="34688"/>
                </a:cubicBezTo>
                <a:cubicBezTo>
                  <a:pt x="25295" y="24548"/>
                  <a:pt x="32673" y="15476"/>
                  <a:pt x="64292" y="13875"/>
                </a:cubicBezTo>
                <a:cubicBezTo>
                  <a:pt x="60076" y="67241"/>
                  <a:pt x="47428" y="115805"/>
                  <a:pt x="29511" y="160632"/>
                </a:cubicBezTo>
                <a:cubicBezTo>
                  <a:pt x="20552" y="163834"/>
                  <a:pt x="14228" y="169705"/>
                  <a:pt x="14228" y="172373"/>
                </a:cubicBezTo>
                <a:cubicBezTo>
                  <a:pt x="14228" y="173974"/>
                  <a:pt x="14755" y="173974"/>
                  <a:pt x="20025" y="173974"/>
                </a:cubicBezTo>
                <a:lnTo>
                  <a:pt x="46374" y="173974"/>
                </a:lnTo>
                <a:close/>
                <a:moveTo>
                  <a:pt x="47428" y="160099"/>
                </a:moveTo>
                <a:lnTo>
                  <a:pt x="47428" y="160099"/>
                </a:lnTo>
                <a:cubicBezTo>
                  <a:pt x="75885" y="88588"/>
                  <a:pt x="81155" y="44294"/>
                  <a:pt x="84844" y="13875"/>
                </a:cubicBezTo>
                <a:cubicBezTo>
                  <a:pt x="101707" y="13875"/>
                  <a:pt x="166526" y="13875"/>
                  <a:pt x="166526" y="69910"/>
                </a:cubicBezTo>
                <a:cubicBezTo>
                  <a:pt x="166526" y="120074"/>
                  <a:pt x="121733" y="160099"/>
                  <a:pt x="61130" y="160099"/>
                </a:cubicBezTo>
                <a:lnTo>
                  <a:pt x="47428" y="160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3438B-ADF5-4FE6-8510-B6D1CD06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9" y="3694162"/>
            <a:ext cx="89060" cy="116872"/>
          </a:xfrm>
          <a:custGeom xmlns:a="http://schemas.openxmlformats.org/drawingml/2006/main">
            <a:pathLst>
              <a:path w="89060" h="116872">
                <a:moveTo>
                  <a:pt x="18444" y="48563"/>
                </a:moveTo>
                <a:lnTo>
                  <a:pt x="18444" y="48563"/>
                </a:lnTo>
                <a:cubicBezTo>
                  <a:pt x="21079" y="50164"/>
                  <a:pt x="27403" y="54434"/>
                  <a:pt x="37416" y="54434"/>
                </a:cubicBezTo>
                <a:cubicBezTo>
                  <a:pt x="55860" y="54434"/>
                  <a:pt x="69035" y="42159"/>
                  <a:pt x="69035" y="28284"/>
                </a:cubicBezTo>
                <a:cubicBezTo>
                  <a:pt x="69035" y="21346"/>
                  <a:pt x="65873" y="15476"/>
                  <a:pt x="61657" y="11207"/>
                </a:cubicBezTo>
                <a:cubicBezTo>
                  <a:pt x="69562" y="5337"/>
                  <a:pt x="76412" y="5337"/>
                  <a:pt x="79574" y="5337"/>
                </a:cubicBezTo>
                <a:cubicBezTo>
                  <a:pt x="78520" y="5870"/>
                  <a:pt x="77993" y="6404"/>
                  <a:pt x="77993" y="9606"/>
                </a:cubicBezTo>
                <a:cubicBezTo>
                  <a:pt x="77993" y="12808"/>
                  <a:pt x="80628" y="14943"/>
                  <a:pt x="83263" y="14943"/>
                </a:cubicBezTo>
                <a:cubicBezTo>
                  <a:pt x="85898" y="14943"/>
                  <a:pt x="89060" y="13342"/>
                  <a:pt x="89060" y="9072"/>
                </a:cubicBezTo>
                <a:cubicBezTo>
                  <a:pt x="89060" y="5337"/>
                  <a:pt x="85898" y="0"/>
                  <a:pt x="78520" y="0"/>
                </a:cubicBezTo>
                <a:cubicBezTo>
                  <a:pt x="75885" y="0"/>
                  <a:pt x="66400" y="534"/>
                  <a:pt x="57968" y="8539"/>
                </a:cubicBezTo>
                <a:cubicBezTo>
                  <a:pt x="52698" y="4269"/>
                  <a:pt x="45320" y="2135"/>
                  <a:pt x="37943" y="2135"/>
                </a:cubicBezTo>
                <a:cubicBezTo>
                  <a:pt x="19498" y="2135"/>
                  <a:pt x="6324" y="14409"/>
                  <a:pt x="6324" y="28284"/>
                </a:cubicBezTo>
                <a:cubicBezTo>
                  <a:pt x="6324" y="35222"/>
                  <a:pt x="10013" y="41626"/>
                  <a:pt x="14755" y="45895"/>
                </a:cubicBezTo>
                <a:cubicBezTo>
                  <a:pt x="13702" y="47496"/>
                  <a:pt x="9486" y="53366"/>
                  <a:pt x="9486" y="60304"/>
                </a:cubicBezTo>
                <a:cubicBezTo>
                  <a:pt x="9486" y="62972"/>
                  <a:pt x="10013" y="71511"/>
                  <a:pt x="16863" y="76314"/>
                </a:cubicBezTo>
                <a:cubicBezTo>
                  <a:pt x="8959" y="78982"/>
                  <a:pt x="0" y="84852"/>
                  <a:pt x="0" y="94458"/>
                </a:cubicBezTo>
                <a:cubicBezTo>
                  <a:pt x="0" y="107266"/>
                  <a:pt x="19498" y="116872"/>
                  <a:pt x="43212" y="116872"/>
                </a:cubicBezTo>
                <a:cubicBezTo>
                  <a:pt x="65346" y="116872"/>
                  <a:pt x="86425" y="108333"/>
                  <a:pt x="86425" y="93925"/>
                </a:cubicBezTo>
                <a:cubicBezTo>
                  <a:pt x="86425" y="88588"/>
                  <a:pt x="84317" y="78982"/>
                  <a:pt x="74304" y="73645"/>
                </a:cubicBezTo>
                <a:cubicBezTo>
                  <a:pt x="64292" y="68309"/>
                  <a:pt x="53752" y="68309"/>
                  <a:pt x="36362" y="68309"/>
                </a:cubicBezTo>
                <a:cubicBezTo>
                  <a:pt x="32673" y="68309"/>
                  <a:pt x="26349" y="68309"/>
                  <a:pt x="24768" y="67775"/>
                </a:cubicBezTo>
                <a:cubicBezTo>
                  <a:pt x="19498" y="66708"/>
                  <a:pt x="16336" y="61371"/>
                  <a:pt x="16336" y="56035"/>
                </a:cubicBezTo>
                <a:cubicBezTo>
                  <a:pt x="16336" y="51765"/>
                  <a:pt x="17390" y="50164"/>
                  <a:pt x="18444" y="48563"/>
                </a:cubicBezTo>
                <a:moveTo>
                  <a:pt x="37943" y="49097"/>
                </a:moveTo>
                <a:lnTo>
                  <a:pt x="37943" y="49097"/>
                </a:lnTo>
                <a:cubicBezTo>
                  <a:pt x="20552" y="49097"/>
                  <a:pt x="20552" y="32020"/>
                  <a:pt x="20552" y="28284"/>
                </a:cubicBezTo>
                <a:cubicBezTo>
                  <a:pt x="20552" y="25082"/>
                  <a:pt x="20552" y="18145"/>
                  <a:pt x="24241" y="13342"/>
                </a:cubicBezTo>
                <a:cubicBezTo>
                  <a:pt x="26349" y="10673"/>
                  <a:pt x="31092" y="7471"/>
                  <a:pt x="37416" y="7471"/>
                </a:cubicBezTo>
                <a:cubicBezTo>
                  <a:pt x="54806" y="7471"/>
                  <a:pt x="54806" y="24548"/>
                  <a:pt x="54806" y="28284"/>
                </a:cubicBezTo>
                <a:cubicBezTo>
                  <a:pt x="54806" y="30952"/>
                  <a:pt x="54806" y="37890"/>
                  <a:pt x="51117" y="42693"/>
                </a:cubicBezTo>
                <a:cubicBezTo>
                  <a:pt x="49009" y="45895"/>
                  <a:pt x="44266" y="49097"/>
                  <a:pt x="37943" y="49097"/>
                </a:cubicBezTo>
                <a:moveTo>
                  <a:pt x="37943" y="80049"/>
                </a:moveTo>
                <a:lnTo>
                  <a:pt x="37943" y="80049"/>
                </a:lnTo>
                <a:cubicBezTo>
                  <a:pt x="53225" y="80049"/>
                  <a:pt x="75358" y="80049"/>
                  <a:pt x="75358" y="93925"/>
                </a:cubicBezTo>
                <a:cubicBezTo>
                  <a:pt x="75358" y="103530"/>
                  <a:pt x="61657" y="111535"/>
                  <a:pt x="43212" y="111535"/>
                </a:cubicBezTo>
                <a:cubicBezTo>
                  <a:pt x="24768" y="111535"/>
                  <a:pt x="10540" y="103530"/>
                  <a:pt x="10540" y="93925"/>
                </a:cubicBezTo>
                <a:cubicBezTo>
                  <a:pt x="10540" y="88054"/>
                  <a:pt x="16336" y="80049"/>
                  <a:pt x="27403" y="80049"/>
                </a:cubicBezTo>
                <a:lnTo>
                  <a:pt x="37943" y="800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3427B-3209-4E9B-9DBD-653357EE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52" y="3546877"/>
            <a:ext cx="58495" cy="253484"/>
          </a:xfrm>
          <a:custGeom xmlns:a="http://schemas.openxmlformats.org/drawingml/2006/main">
            <a:pathLst>
              <a:path w="58495" h="253484">
                <a:moveTo>
                  <a:pt x="58492" y="250558"/>
                </a:moveTo>
                <a:lnTo>
                  <a:pt x="58487" y="250432"/>
                </a:lnTo>
                <a:lnTo>
                  <a:pt x="58475" y="250307"/>
                </a:lnTo>
                <a:lnTo>
                  <a:pt x="58457" y="250179"/>
                </a:lnTo>
                <a:lnTo>
                  <a:pt x="58429" y="250049"/>
                </a:lnTo>
                <a:lnTo>
                  <a:pt x="58390" y="249912"/>
                </a:lnTo>
                <a:lnTo>
                  <a:pt x="58339" y="249768"/>
                </a:lnTo>
                <a:lnTo>
                  <a:pt x="58273" y="249615"/>
                </a:lnTo>
                <a:lnTo>
                  <a:pt x="58190" y="249451"/>
                </a:lnTo>
                <a:lnTo>
                  <a:pt x="58089" y="249273"/>
                </a:lnTo>
                <a:lnTo>
                  <a:pt x="57968" y="249081"/>
                </a:lnTo>
                <a:lnTo>
                  <a:pt x="57825" y="248873"/>
                </a:lnTo>
                <a:lnTo>
                  <a:pt x="57658" y="248645"/>
                </a:lnTo>
                <a:lnTo>
                  <a:pt x="57466" y="248398"/>
                </a:lnTo>
                <a:lnTo>
                  <a:pt x="57246" y="248128"/>
                </a:lnTo>
                <a:lnTo>
                  <a:pt x="56997" y="247834"/>
                </a:lnTo>
                <a:lnTo>
                  <a:pt x="56716" y="247514"/>
                </a:lnTo>
                <a:lnTo>
                  <a:pt x="56403" y="247166"/>
                </a:lnTo>
                <a:lnTo>
                  <a:pt x="56055" y="246789"/>
                </a:lnTo>
                <a:lnTo>
                  <a:pt x="55671" y="246380"/>
                </a:lnTo>
                <a:lnTo>
                  <a:pt x="55248" y="245937"/>
                </a:lnTo>
                <a:lnTo>
                  <a:pt x="54784" y="245460"/>
                </a:lnTo>
                <a:lnTo>
                  <a:pt x="54279" y="244945"/>
                </a:lnTo>
                <a:lnTo>
                  <a:pt x="50449" y="240861"/>
                </a:lnTo>
                <a:lnTo>
                  <a:pt x="46859" y="236621"/>
                </a:lnTo>
                <a:lnTo>
                  <a:pt x="43503" y="232237"/>
                </a:lnTo>
                <a:lnTo>
                  <a:pt x="40373" y="227718"/>
                </a:lnTo>
                <a:lnTo>
                  <a:pt x="37462" y="223075"/>
                </a:lnTo>
                <a:lnTo>
                  <a:pt x="34764" y="218321"/>
                </a:lnTo>
                <a:lnTo>
                  <a:pt x="32272" y="213465"/>
                </a:lnTo>
                <a:lnTo>
                  <a:pt x="29979" y="208518"/>
                </a:lnTo>
                <a:lnTo>
                  <a:pt x="27879" y="203492"/>
                </a:lnTo>
                <a:lnTo>
                  <a:pt x="25963" y="198397"/>
                </a:lnTo>
                <a:lnTo>
                  <a:pt x="24226" y="193244"/>
                </a:lnTo>
                <a:lnTo>
                  <a:pt x="22660" y="188044"/>
                </a:lnTo>
                <a:lnTo>
                  <a:pt x="21259" y="182808"/>
                </a:lnTo>
                <a:lnTo>
                  <a:pt x="20016" y="177546"/>
                </a:lnTo>
                <a:lnTo>
                  <a:pt x="18924" y="172270"/>
                </a:lnTo>
                <a:lnTo>
                  <a:pt x="17976" y="166991"/>
                </a:lnTo>
                <a:lnTo>
                  <a:pt x="17165" y="161719"/>
                </a:lnTo>
                <a:lnTo>
                  <a:pt x="16485" y="156466"/>
                </a:lnTo>
                <a:lnTo>
                  <a:pt x="15928" y="151242"/>
                </a:lnTo>
                <a:lnTo>
                  <a:pt x="15487" y="146057"/>
                </a:lnTo>
                <a:lnTo>
                  <a:pt x="15157" y="140924"/>
                </a:lnTo>
                <a:lnTo>
                  <a:pt x="14929" y="135853"/>
                </a:lnTo>
                <a:lnTo>
                  <a:pt x="14798" y="130854"/>
                </a:lnTo>
                <a:lnTo>
                  <a:pt x="14755" y="125939"/>
                </a:lnTo>
                <a:lnTo>
                  <a:pt x="14806" y="120339"/>
                </a:lnTo>
                <a:lnTo>
                  <a:pt x="14960" y="114750"/>
                </a:lnTo>
                <a:lnTo>
                  <a:pt x="15224" y="109177"/>
                </a:lnTo>
                <a:lnTo>
                  <a:pt x="15602" y="103626"/>
                </a:lnTo>
                <a:lnTo>
                  <a:pt x="16100" y="98102"/>
                </a:lnTo>
                <a:lnTo>
                  <a:pt x="16723" y="92610"/>
                </a:lnTo>
                <a:lnTo>
                  <a:pt x="17477" y="87155"/>
                </a:lnTo>
                <a:lnTo>
                  <a:pt x="18366" y="81744"/>
                </a:lnTo>
                <a:lnTo>
                  <a:pt x="19396" y="76380"/>
                </a:lnTo>
                <a:lnTo>
                  <a:pt x="20573" y="71070"/>
                </a:lnTo>
                <a:lnTo>
                  <a:pt x="21900" y="65819"/>
                </a:lnTo>
                <a:lnTo>
                  <a:pt x="23385" y="60632"/>
                </a:lnTo>
                <a:lnTo>
                  <a:pt x="25031" y="55514"/>
                </a:lnTo>
                <a:lnTo>
                  <a:pt x="26845" y="50472"/>
                </a:lnTo>
                <a:lnTo>
                  <a:pt x="28831" y="45509"/>
                </a:lnTo>
                <a:lnTo>
                  <a:pt x="30994" y="40632"/>
                </a:lnTo>
                <a:lnTo>
                  <a:pt x="33341" y="35845"/>
                </a:lnTo>
                <a:lnTo>
                  <a:pt x="35876" y="31155"/>
                </a:lnTo>
                <a:lnTo>
                  <a:pt x="38604" y="26567"/>
                </a:lnTo>
                <a:lnTo>
                  <a:pt x="41531" y="22085"/>
                </a:lnTo>
                <a:lnTo>
                  <a:pt x="44663" y="17715"/>
                </a:lnTo>
                <a:lnTo>
                  <a:pt x="48003" y="13462"/>
                </a:lnTo>
                <a:lnTo>
                  <a:pt x="51558" y="9333"/>
                </a:lnTo>
                <a:lnTo>
                  <a:pt x="55333" y="5331"/>
                </a:lnTo>
                <a:lnTo>
                  <a:pt x="55712" y="4944"/>
                </a:lnTo>
                <a:lnTo>
                  <a:pt x="56059" y="4584"/>
                </a:lnTo>
                <a:lnTo>
                  <a:pt x="56377" y="4249"/>
                </a:lnTo>
                <a:lnTo>
                  <a:pt x="56665" y="3938"/>
                </a:lnTo>
                <a:lnTo>
                  <a:pt x="56926" y="3648"/>
                </a:lnTo>
                <a:lnTo>
                  <a:pt x="57161" y="3380"/>
                </a:lnTo>
                <a:lnTo>
                  <a:pt x="57371" y="3131"/>
                </a:lnTo>
                <a:lnTo>
                  <a:pt x="57558" y="2900"/>
                </a:lnTo>
                <a:lnTo>
                  <a:pt x="57723" y="2686"/>
                </a:lnTo>
                <a:lnTo>
                  <a:pt x="57867" y="2487"/>
                </a:lnTo>
                <a:lnTo>
                  <a:pt x="57992" y="2302"/>
                </a:lnTo>
                <a:lnTo>
                  <a:pt x="58100" y="2129"/>
                </a:lnTo>
                <a:lnTo>
                  <a:pt x="58190" y="1968"/>
                </a:lnTo>
                <a:lnTo>
                  <a:pt x="58266" y="1816"/>
                </a:lnTo>
                <a:lnTo>
                  <a:pt x="58328" y="1673"/>
                </a:lnTo>
                <a:lnTo>
                  <a:pt x="58378" y="1536"/>
                </a:lnTo>
                <a:lnTo>
                  <a:pt x="58416" y="1405"/>
                </a:lnTo>
                <a:lnTo>
                  <a:pt x="58445" y="1279"/>
                </a:lnTo>
                <a:lnTo>
                  <a:pt x="58466" y="1155"/>
                </a:lnTo>
                <a:lnTo>
                  <a:pt x="58480" y="1032"/>
                </a:lnTo>
                <a:lnTo>
                  <a:pt x="58489" y="910"/>
                </a:lnTo>
                <a:lnTo>
                  <a:pt x="58493" y="786"/>
                </a:lnTo>
                <a:lnTo>
                  <a:pt x="58495" y="659"/>
                </a:lnTo>
                <a:lnTo>
                  <a:pt x="58495" y="528"/>
                </a:lnTo>
                <a:lnTo>
                  <a:pt x="58489" y="397"/>
                </a:lnTo>
                <a:lnTo>
                  <a:pt x="58473" y="272"/>
                </a:lnTo>
                <a:lnTo>
                  <a:pt x="58447" y="153"/>
                </a:lnTo>
                <a:lnTo>
                  <a:pt x="58410" y="39"/>
                </a:lnTo>
                <a:lnTo>
                  <a:pt x="58393" y="0"/>
                </a:lnTo>
                <a:lnTo>
                  <a:pt x="53499" y="0"/>
                </a:lnTo>
                <a:lnTo>
                  <a:pt x="53003" y="303"/>
                </a:lnTo>
                <a:lnTo>
                  <a:pt x="51858" y="1076"/>
                </a:lnTo>
                <a:lnTo>
                  <a:pt x="50565" y="2021"/>
                </a:lnTo>
                <a:lnTo>
                  <a:pt x="49137" y="3136"/>
                </a:lnTo>
                <a:lnTo>
                  <a:pt x="47584" y="4422"/>
                </a:lnTo>
                <a:lnTo>
                  <a:pt x="45920" y="5878"/>
                </a:lnTo>
                <a:lnTo>
                  <a:pt x="44157" y="7505"/>
                </a:lnTo>
                <a:lnTo>
                  <a:pt x="42306" y="9302"/>
                </a:lnTo>
                <a:lnTo>
                  <a:pt x="40380" y="11268"/>
                </a:lnTo>
                <a:lnTo>
                  <a:pt x="38391" y="13404"/>
                </a:lnTo>
                <a:lnTo>
                  <a:pt x="36350" y="15709"/>
                </a:lnTo>
                <a:lnTo>
                  <a:pt x="34271" y="18184"/>
                </a:lnTo>
                <a:lnTo>
                  <a:pt x="32165" y="20827"/>
                </a:lnTo>
                <a:lnTo>
                  <a:pt x="30045" y="23639"/>
                </a:lnTo>
                <a:lnTo>
                  <a:pt x="27922" y="26619"/>
                </a:lnTo>
                <a:lnTo>
                  <a:pt x="25808" y="29768"/>
                </a:lnTo>
                <a:lnTo>
                  <a:pt x="23717" y="33084"/>
                </a:lnTo>
                <a:lnTo>
                  <a:pt x="21659" y="36568"/>
                </a:lnTo>
                <a:lnTo>
                  <a:pt x="19647" y="40220"/>
                </a:lnTo>
                <a:lnTo>
                  <a:pt x="17693" y="44038"/>
                </a:lnTo>
                <a:lnTo>
                  <a:pt x="15809" y="48024"/>
                </a:lnTo>
                <a:lnTo>
                  <a:pt x="14277" y="51495"/>
                </a:lnTo>
                <a:lnTo>
                  <a:pt x="12842" y="54969"/>
                </a:lnTo>
                <a:lnTo>
                  <a:pt x="11499" y="58442"/>
                </a:lnTo>
                <a:lnTo>
                  <a:pt x="10247" y="61912"/>
                </a:lnTo>
                <a:lnTo>
                  <a:pt x="9083" y="65375"/>
                </a:lnTo>
                <a:lnTo>
                  <a:pt x="8004" y="68829"/>
                </a:lnTo>
                <a:lnTo>
                  <a:pt x="7007" y="72270"/>
                </a:lnTo>
                <a:lnTo>
                  <a:pt x="6090" y="75695"/>
                </a:lnTo>
                <a:lnTo>
                  <a:pt x="5249" y="79103"/>
                </a:lnTo>
                <a:lnTo>
                  <a:pt x="4483" y="82488"/>
                </a:lnTo>
                <a:lnTo>
                  <a:pt x="3788" y="85849"/>
                </a:lnTo>
                <a:lnTo>
                  <a:pt x="3162" y="89183"/>
                </a:lnTo>
                <a:lnTo>
                  <a:pt x="2602" y="92486"/>
                </a:lnTo>
                <a:lnTo>
                  <a:pt x="2104" y="95755"/>
                </a:lnTo>
                <a:lnTo>
                  <a:pt x="1667" y="98988"/>
                </a:lnTo>
                <a:lnTo>
                  <a:pt x="1288" y="102181"/>
                </a:lnTo>
                <a:lnTo>
                  <a:pt x="964" y="105331"/>
                </a:lnTo>
                <a:lnTo>
                  <a:pt x="692" y="108436"/>
                </a:lnTo>
                <a:lnTo>
                  <a:pt x="469" y="111493"/>
                </a:lnTo>
                <a:lnTo>
                  <a:pt x="293" y="114497"/>
                </a:lnTo>
                <a:lnTo>
                  <a:pt x="161" y="117447"/>
                </a:lnTo>
                <a:lnTo>
                  <a:pt x="70" y="120339"/>
                </a:lnTo>
                <a:lnTo>
                  <a:pt x="17" y="123171"/>
                </a:lnTo>
                <a:lnTo>
                  <a:pt x="0" y="125939"/>
                </a:lnTo>
                <a:lnTo>
                  <a:pt x="14" y="128464"/>
                </a:lnTo>
                <a:lnTo>
                  <a:pt x="60" y="131101"/>
                </a:lnTo>
                <a:lnTo>
                  <a:pt x="140" y="133843"/>
                </a:lnTo>
                <a:lnTo>
                  <a:pt x="259" y="136684"/>
                </a:lnTo>
                <a:lnTo>
                  <a:pt x="419" y="139618"/>
                </a:lnTo>
                <a:lnTo>
                  <a:pt x="626" y="142641"/>
                </a:lnTo>
                <a:lnTo>
                  <a:pt x="882" y="145745"/>
                </a:lnTo>
                <a:lnTo>
                  <a:pt x="1191" y="148926"/>
                </a:lnTo>
                <a:lnTo>
                  <a:pt x="1556" y="152177"/>
                </a:lnTo>
                <a:lnTo>
                  <a:pt x="1982" y="155492"/>
                </a:lnTo>
                <a:lnTo>
                  <a:pt x="2472" y="158867"/>
                </a:lnTo>
                <a:lnTo>
                  <a:pt x="3030" y="162294"/>
                </a:lnTo>
                <a:lnTo>
                  <a:pt x="3659" y="165769"/>
                </a:lnTo>
                <a:lnTo>
                  <a:pt x="4363" y="169285"/>
                </a:lnTo>
                <a:lnTo>
                  <a:pt x="5146" y="172837"/>
                </a:lnTo>
                <a:lnTo>
                  <a:pt x="6011" y="176419"/>
                </a:lnTo>
                <a:lnTo>
                  <a:pt x="6963" y="180025"/>
                </a:lnTo>
                <a:lnTo>
                  <a:pt x="8004" y="183649"/>
                </a:lnTo>
                <a:lnTo>
                  <a:pt x="9138" y="187286"/>
                </a:lnTo>
                <a:lnTo>
                  <a:pt x="10369" y="190929"/>
                </a:lnTo>
                <a:lnTo>
                  <a:pt x="11701" y="194574"/>
                </a:lnTo>
                <a:lnTo>
                  <a:pt x="13137" y="198213"/>
                </a:lnTo>
                <a:lnTo>
                  <a:pt x="14681" y="201842"/>
                </a:lnTo>
                <a:lnTo>
                  <a:pt x="16336" y="205454"/>
                </a:lnTo>
                <a:lnTo>
                  <a:pt x="18278" y="209312"/>
                </a:lnTo>
                <a:lnTo>
                  <a:pt x="20274" y="213014"/>
                </a:lnTo>
                <a:lnTo>
                  <a:pt x="22314" y="216558"/>
                </a:lnTo>
                <a:lnTo>
                  <a:pt x="24388" y="219945"/>
                </a:lnTo>
                <a:lnTo>
                  <a:pt x="26483" y="223173"/>
                </a:lnTo>
                <a:lnTo>
                  <a:pt x="28589" y="226242"/>
                </a:lnTo>
                <a:lnTo>
                  <a:pt x="30695" y="229152"/>
                </a:lnTo>
                <a:lnTo>
                  <a:pt x="32790" y="231900"/>
                </a:lnTo>
                <a:lnTo>
                  <a:pt x="34863" y="234488"/>
                </a:lnTo>
                <a:lnTo>
                  <a:pt x="36903" y="236914"/>
                </a:lnTo>
                <a:lnTo>
                  <a:pt x="38900" y="239177"/>
                </a:lnTo>
                <a:lnTo>
                  <a:pt x="40841" y="241276"/>
                </a:lnTo>
                <a:lnTo>
                  <a:pt x="42717" y="243212"/>
                </a:lnTo>
                <a:lnTo>
                  <a:pt x="44515" y="244983"/>
                </a:lnTo>
                <a:lnTo>
                  <a:pt x="46226" y="246589"/>
                </a:lnTo>
                <a:lnTo>
                  <a:pt x="47838" y="248029"/>
                </a:lnTo>
                <a:lnTo>
                  <a:pt x="49340" y="249302"/>
                </a:lnTo>
                <a:lnTo>
                  <a:pt x="50722" y="250407"/>
                </a:lnTo>
                <a:lnTo>
                  <a:pt x="51972" y="251344"/>
                </a:lnTo>
                <a:lnTo>
                  <a:pt x="53079" y="252113"/>
                </a:lnTo>
                <a:lnTo>
                  <a:pt x="54032" y="252712"/>
                </a:lnTo>
                <a:lnTo>
                  <a:pt x="54821" y="253140"/>
                </a:lnTo>
                <a:lnTo>
                  <a:pt x="55434" y="253398"/>
                </a:lnTo>
                <a:lnTo>
                  <a:pt x="55860" y="253484"/>
                </a:lnTo>
                <a:lnTo>
                  <a:pt x="56055" y="253478"/>
                </a:lnTo>
                <a:lnTo>
                  <a:pt x="56244" y="253462"/>
                </a:lnTo>
                <a:lnTo>
                  <a:pt x="56427" y="253435"/>
                </a:lnTo>
                <a:lnTo>
                  <a:pt x="56604" y="253398"/>
                </a:lnTo>
                <a:lnTo>
                  <a:pt x="56775" y="253350"/>
                </a:lnTo>
                <a:lnTo>
                  <a:pt x="56939" y="253292"/>
                </a:lnTo>
                <a:lnTo>
                  <a:pt x="57096" y="253225"/>
                </a:lnTo>
                <a:lnTo>
                  <a:pt x="57246" y="253148"/>
                </a:lnTo>
                <a:lnTo>
                  <a:pt x="57388" y="253062"/>
                </a:lnTo>
                <a:lnTo>
                  <a:pt x="57524" y="252967"/>
                </a:lnTo>
                <a:lnTo>
                  <a:pt x="57651" y="252863"/>
                </a:lnTo>
                <a:lnTo>
                  <a:pt x="57770" y="252750"/>
                </a:lnTo>
                <a:lnTo>
                  <a:pt x="57881" y="252629"/>
                </a:lnTo>
                <a:lnTo>
                  <a:pt x="57984" y="252500"/>
                </a:lnTo>
                <a:lnTo>
                  <a:pt x="58078" y="252364"/>
                </a:lnTo>
                <a:lnTo>
                  <a:pt x="58163" y="252219"/>
                </a:lnTo>
                <a:lnTo>
                  <a:pt x="58239" y="252067"/>
                </a:lnTo>
                <a:lnTo>
                  <a:pt x="58306" y="251908"/>
                </a:lnTo>
                <a:lnTo>
                  <a:pt x="58362" y="251742"/>
                </a:lnTo>
                <a:lnTo>
                  <a:pt x="58410" y="251569"/>
                </a:lnTo>
                <a:lnTo>
                  <a:pt x="58447" y="251390"/>
                </a:lnTo>
                <a:lnTo>
                  <a:pt x="58473" y="251205"/>
                </a:lnTo>
                <a:lnTo>
                  <a:pt x="58489" y="251013"/>
                </a:lnTo>
                <a:lnTo>
                  <a:pt x="58495" y="250816"/>
                </a:lnTo>
                <a:lnTo>
                  <a:pt x="58495" y="250685"/>
                </a:lnTo>
                <a:lnTo>
                  <a:pt x="58492" y="250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2CA6E-469A-4700-80FF-E118CEF4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299" y="3576756"/>
            <a:ext cx="76939" cy="162233"/>
          </a:xfrm>
          <a:custGeom xmlns:a="http://schemas.openxmlformats.org/drawingml/2006/main">
            <a:pathLst>
              <a:path w="76939" h="162233">
                <a:moveTo>
                  <a:pt x="45847" y="57636"/>
                </a:moveTo>
                <a:lnTo>
                  <a:pt x="45847" y="57636"/>
                </a:lnTo>
                <a:lnTo>
                  <a:pt x="69562" y="57636"/>
                </a:lnTo>
                <a:cubicBezTo>
                  <a:pt x="74831" y="57636"/>
                  <a:pt x="76939" y="57636"/>
                  <a:pt x="76939" y="52299"/>
                </a:cubicBezTo>
                <a:cubicBezTo>
                  <a:pt x="76939" y="49631"/>
                  <a:pt x="74831" y="49631"/>
                  <a:pt x="70088" y="49631"/>
                </a:cubicBezTo>
                <a:lnTo>
                  <a:pt x="47955" y="49631"/>
                </a:lnTo>
                <a:cubicBezTo>
                  <a:pt x="56914" y="13342"/>
                  <a:pt x="57968" y="8539"/>
                  <a:pt x="57968" y="6938"/>
                </a:cubicBezTo>
                <a:cubicBezTo>
                  <a:pt x="57968" y="2668"/>
                  <a:pt x="55333" y="0"/>
                  <a:pt x="51117" y="0"/>
                </a:cubicBezTo>
                <a:cubicBezTo>
                  <a:pt x="50063" y="0"/>
                  <a:pt x="43212" y="0"/>
                  <a:pt x="40578" y="9072"/>
                </a:cubicBezTo>
                <a:lnTo>
                  <a:pt x="31092" y="49631"/>
                </a:lnTo>
                <a:lnTo>
                  <a:pt x="7378" y="49631"/>
                </a:lnTo>
                <a:cubicBezTo>
                  <a:pt x="2108" y="49631"/>
                  <a:pt x="0" y="49631"/>
                  <a:pt x="0" y="54434"/>
                </a:cubicBezTo>
                <a:cubicBezTo>
                  <a:pt x="0" y="57636"/>
                  <a:pt x="1581" y="57636"/>
                  <a:pt x="6851" y="57636"/>
                </a:cubicBezTo>
                <a:lnTo>
                  <a:pt x="28984" y="57636"/>
                </a:lnTo>
                <a:cubicBezTo>
                  <a:pt x="11067" y="130214"/>
                  <a:pt x="10013" y="134483"/>
                  <a:pt x="10013" y="138752"/>
                </a:cubicBezTo>
                <a:cubicBezTo>
                  <a:pt x="10013" y="152627"/>
                  <a:pt x="19498" y="162233"/>
                  <a:pt x="33200" y="162233"/>
                </a:cubicBezTo>
                <a:cubicBezTo>
                  <a:pt x="58495" y="162233"/>
                  <a:pt x="73250" y="125411"/>
                  <a:pt x="73250" y="123276"/>
                </a:cubicBezTo>
                <a:cubicBezTo>
                  <a:pt x="73250" y="120608"/>
                  <a:pt x="71142" y="120608"/>
                  <a:pt x="70088" y="120608"/>
                </a:cubicBezTo>
                <a:cubicBezTo>
                  <a:pt x="67981" y="120608"/>
                  <a:pt x="67454" y="121141"/>
                  <a:pt x="66400" y="124343"/>
                </a:cubicBezTo>
                <a:cubicBezTo>
                  <a:pt x="55333" y="150493"/>
                  <a:pt x="42158" y="156897"/>
                  <a:pt x="33727" y="156897"/>
                </a:cubicBezTo>
                <a:cubicBezTo>
                  <a:pt x="28457" y="156897"/>
                  <a:pt x="25822" y="153695"/>
                  <a:pt x="25822" y="145156"/>
                </a:cubicBezTo>
                <a:cubicBezTo>
                  <a:pt x="25822" y="138752"/>
                  <a:pt x="26349" y="137151"/>
                  <a:pt x="27403" y="132882"/>
                </a:cubicBezTo>
                <a:lnTo>
                  <a:pt x="45847" y="57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1582D-3BAD-4944-ABE0-A8529048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082" y="3667479"/>
            <a:ext cx="153878" cy="10140"/>
          </a:xfrm>
          <a:custGeom xmlns:a="http://schemas.openxmlformats.org/drawingml/2006/main">
            <a:pathLst>
              <a:path w="153878" h="10140">
                <a:moveTo>
                  <a:pt x="145447" y="10140"/>
                </a:moveTo>
                <a:lnTo>
                  <a:pt x="145447" y="10140"/>
                </a:lnTo>
                <a:cubicBezTo>
                  <a:pt x="149663" y="10140"/>
                  <a:pt x="153878" y="10140"/>
                  <a:pt x="153878" y="5337"/>
                </a:cubicBezTo>
                <a:cubicBezTo>
                  <a:pt x="153878" y="0"/>
                  <a:pt x="149663" y="0"/>
                  <a:pt x="145447" y="0"/>
                </a:cubicBezTo>
                <a:lnTo>
                  <a:pt x="8959" y="0"/>
                </a:lnTo>
                <a:cubicBezTo>
                  <a:pt x="4743" y="0"/>
                  <a:pt x="0" y="0"/>
                  <a:pt x="0" y="5337"/>
                </a:cubicBezTo>
                <a:cubicBezTo>
                  <a:pt x="0" y="10140"/>
                  <a:pt x="4743" y="10140"/>
                  <a:pt x="8959" y="10140"/>
                </a:cubicBezTo>
                <a:lnTo>
                  <a:pt x="145447" y="10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5CD74-B979-4A9B-9486-1D0C83A8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561" y="3566617"/>
            <a:ext cx="83263" cy="169705"/>
          </a:xfrm>
          <a:custGeom xmlns:a="http://schemas.openxmlformats.org/drawingml/2006/main">
            <a:pathLst>
              <a:path w="83263" h="169705">
                <a:moveTo>
                  <a:pt x="51644" y="6404"/>
                </a:moveTo>
                <a:lnTo>
                  <a:pt x="51644" y="6404"/>
                </a:lnTo>
                <a:cubicBezTo>
                  <a:pt x="51644" y="534"/>
                  <a:pt x="51644" y="0"/>
                  <a:pt x="45847" y="0"/>
                </a:cubicBezTo>
                <a:cubicBezTo>
                  <a:pt x="30565" y="16010"/>
                  <a:pt x="8432" y="16010"/>
                  <a:pt x="0" y="16010"/>
                </a:cubicBezTo>
                <a:lnTo>
                  <a:pt x="0" y="24015"/>
                </a:lnTo>
                <a:cubicBezTo>
                  <a:pt x="5270" y="24015"/>
                  <a:pt x="20025" y="24015"/>
                  <a:pt x="33200" y="17611"/>
                </a:cubicBezTo>
                <a:lnTo>
                  <a:pt x="33200" y="149425"/>
                </a:lnTo>
                <a:cubicBezTo>
                  <a:pt x="33200" y="159031"/>
                  <a:pt x="32146" y="161700"/>
                  <a:pt x="9486" y="161700"/>
                </a:cubicBezTo>
                <a:lnTo>
                  <a:pt x="1581" y="161700"/>
                </a:lnTo>
                <a:lnTo>
                  <a:pt x="1581" y="169705"/>
                </a:lnTo>
                <a:cubicBezTo>
                  <a:pt x="10540" y="169171"/>
                  <a:pt x="32146" y="169171"/>
                  <a:pt x="42685" y="169171"/>
                </a:cubicBezTo>
                <a:cubicBezTo>
                  <a:pt x="52698" y="169171"/>
                  <a:pt x="74304" y="169171"/>
                  <a:pt x="83263" y="169705"/>
                </a:cubicBezTo>
                <a:lnTo>
                  <a:pt x="83263" y="161700"/>
                </a:lnTo>
                <a:lnTo>
                  <a:pt x="75358" y="161700"/>
                </a:lnTo>
                <a:cubicBezTo>
                  <a:pt x="52698" y="161700"/>
                  <a:pt x="51644" y="159031"/>
                  <a:pt x="51644" y="149425"/>
                </a:cubicBezTo>
                <a:lnTo>
                  <a:pt x="51644" y="6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BF865-1DA7-4210-8F92-EE3E239F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605" y="3546877"/>
            <a:ext cx="55306" cy="253484"/>
          </a:xfrm>
          <a:custGeom xmlns:a="http://schemas.openxmlformats.org/drawingml/2006/main">
            <a:pathLst>
              <a:path w="55306" h="253484">
                <a:moveTo>
                  <a:pt x="54752" y="85926"/>
                </a:moveTo>
                <a:lnTo>
                  <a:pt x="54027" y="82430"/>
                </a:lnTo>
                <a:lnTo>
                  <a:pt x="53220" y="78899"/>
                </a:lnTo>
                <a:lnTo>
                  <a:pt x="52327" y="75340"/>
                </a:lnTo>
                <a:lnTo>
                  <a:pt x="51345" y="71756"/>
                </a:lnTo>
                <a:lnTo>
                  <a:pt x="50269" y="68153"/>
                </a:lnTo>
                <a:lnTo>
                  <a:pt x="49096" y="64536"/>
                </a:lnTo>
                <a:lnTo>
                  <a:pt x="47821" y="60911"/>
                </a:lnTo>
                <a:lnTo>
                  <a:pt x="46441" y="57282"/>
                </a:lnTo>
                <a:lnTo>
                  <a:pt x="44952" y="53654"/>
                </a:lnTo>
                <a:lnTo>
                  <a:pt x="43350" y="50033"/>
                </a:lnTo>
                <a:lnTo>
                  <a:pt x="41632" y="46423"/>
                </a:lnTo>
                <a:lnTo>
                  <a:pt x="39753" y="42568"/>
                </a:lnTo>
                <a:lnTo>
                  <a:pt x="37815" y="38874"/>
                </a:lnTo>
                <a:lnTo>
                  <a:pt x="35828" y="35342"/>
                </a:lnTo>
                <a:lnTo>
                  <a:pt x="33802" y="31972"/>
                </a:lnTo>
                <a:lnTo>
                  <a:pt x="31751" y="28764"/>
                </a:lnTo>
                <a:lnTo>
                  <a:pt x="29684" y="25719"/>
                </a:lnTo>
                <a:lnTo>
                  <a:pt x="27613" y="22836"/>
                </a:lnTo>
                <a:lnTo>
                  <a:pt x="25549" y="20115"/>
                </a:lnTo>
                <a:lnTo>
                  <a:pt x="23503" y="17558"/>
                </a:lnTo>
                <a:lnTo>
                  <a:pt x="21487" y="15165"/>
                </a:lnTo>
                <a:lnTo>
                  <a:pt x="19512" y="12934"/>
                </a:lnTo>
                <a:lnTo>
                  <a:pt x="17588" y="10868"/>
                </a:lnTo>
                <a:lnTo>
                  <a:pt x="15728" y="8965"/>
                </a:lnTo>
                <a:lnTo>
                  <a:pt x="13942" y="7227"/>
                </a:lnTo>
                <a:lnTo>
                  <a:pt x="12241" y="5653"/>
                </a:lnTo>
                <a:lnTo>
                  <a:pt x="10637" y="4244"/>
                </a:lnTo>
                <a:lnTo>
                  <a:pt x="9141" y="3000"/>
                </a:lnTo>
                <a:lnTo>
                  <a:pt x="7765" y="1921"/>
                </a:lnTo>
                <a:lnTo>
                  <a:pt x="6518" y="1007"/>
                </a:lnTo>
                <a:lnTo>
                  <a:pt x="5414" y="259"/>
                </a:lnTo>
                <a:lnTo>
                  <a:pt x="4991" y="0"/>
                </a:lnTo>
                <a:lnTo>
                  <a:pt x="229" y="0"/>
                </a:lnTo>
                <a:lnTo>
                  <a:pt x="189" y="53"/>
                </a:lnTo>
                <a:lnTo>
                  <a:pt x="132" y="139"/>
                </a:lnTo>
                <a:lnTo>
                  <a:pt x="85" y="224"/>
                </a:lnTo>
                <a:lnTo>
                  <a:pt x="48" y="306"/>
                </a:lnTo>
                <a:lnTo>
                  <a:pt x="22" y="384"/>
                </a:lnTo>
                <a:lnTo>
                  <a:pt x="5" y="459"/>
                </a:lnTo>
                <a:lnTo>
                  <a:pt x="0" y="528"/>
                </a:lnTo>
                <a:lnTo>
                  <a:pt x="0" y="659"/>
                </a:lnTo>
                <a:lnTo>
                  <a:pt x="3" y="786"/>
                </a:lnTo>
                <a:lnTo>
                  <a:pt x="9" y="912"/>
                </a:lnTo>
                <a:lnTo>
                  <a:pt x="22" y="1037"/>
                </a:lnTo>
                <a:lnTo>
                  <a:pt x="43" y="1164"/>
                </a:lnTo>
                <a:lnTo>
                  <a:pt x="74" y="1295"/>
                </a:lnTo>
                <a:lnTo>
                  <a:pt x="118" y="1432"/>
                </a:lnTo>
                <a:lnTo>
                  <a:pt x="176" y="1576"/>
                </a:lnTo>
                <a:lnTo>
                  <a:pt x="250" y="1729"/>
                </a:lnTo>
                <a:lnTo>
                  <a:pt x="343" y="1893"/>
                </a:lnTo>
                <a:lnTo>
                  <a:pt x="457" y="2070"/>
                </a:lnTo>
                <a:lnTo>
                  <a:pt x="593" y="2262"/>
                </a:lnTo>
                <a:lnTo>
                  <a:pt x="754" y="2471"/>
                </a:lnTo>
                <a:lnTo>
                  <a:pt x="941" y="2698"/>
                </a:lnTo>
                <a:lnTo>
                  <a:pt x="1158" y="2946"/>
                </a:lnTo>
                <a:lnTo>
                  <a:pt x="1405" y="3216"/>
                </a:lnTo>
                <a:lnTo>
                  <a:pt x="1686" y="3510"/>
                </a:lnTo>
                <a:lnTo>
                  <a:pt x="2001" y="3830"/>
                </a:lnTo>
                <a:lnTo>
                  <a:pt x="2353" y="4178"/>
                </a:lnTo>
                <a:lnTo>
                  <a:pt x="2745" y="4555"/>
                </a:lnTo>
                <a:lnTo>
                  <a:pt x="3177" y="4964"/>
                </a:lnTo>
                <a:lnTo>
                  <a:pt x="3653" y="5406"/>
                </a:lnTo>
                <a:lnTo>
                  <a:pt x="4174" y="5884"/>
                </a:lnTo>
                <a:lnTo>
                  <a:pt x="4743" y="6398"/>
                </a:lnTo>
                <a:lnTo>
                  <a:pt x="7784" y="9678"/>
                </a:lnTo>
                <a:lnTo>
                  <a:pt x="10713" y="13112"/>
                </a:lnTo>
                <a:lnTo>
                  <a:pt x="13530" y="16700"/>
                </a:lnTo>
                <a:lnTo>
                  <a:pt x="16232" y="20442"/>
                </a:lnTo>
                <a:lnTo>
                  <a:pt x="18817" y="24335"/>
                </a:lnTo>
                <a:lnTo>
                  <a:pt x="21285" y="28379"/>
                </a:lnTo>
                <a:lnTo>
                  <a:pt x="23634" y="32573"/>
                </a:lnTo>
                <a:lnTo>
                  <a:pt x="25861" y="36916"/>
                </a:lnTo>
                <a:lnTo>
                  <a:pt x="27966" y="41407"/>
                </a:lnTo>
                <a:lnTo>
                  <a:pt x="29947" y="46046"/>
                </a:lnTo>
                <a:lnTo>
                  <a:pt x="31802" y="50831"/>
                </a:lnTo>
                <a:lnTo>
                  <a:pt x="33529" y="55762"/>
                </a:lnTo>
                <a:lnTo>
                  <a:pt x="35128" y="60837"/>
                </a:lnTo>
                <a:lnTo>
                  <a:pt x="36596" y="66056"/>
                </a:lnTo>
                <a:lnTo>
                  <a:pt x="37931" y="71418"/>
                </a:lnTo>
                <a:lnTo>
                  <a:pt x="39133" y="76921"/>
                </a:lnTo>
                <a:lnTo>
                  <a:pt x="40200" y="82565"/>
                </a:lnTo>
                <a:lnTo>
                  <a:pt x="41129" y="88349"/>
                </a:lnTo>
                <a:lnTo>
                  <a:pt x="41920" y="94272"/>
                </a:lnTo>
                <a:lnTo>
                  <a:pt x="42571" y="100333"/>
                </a:lnTo>
                <a:lnTo>
                  <a:pt x="43080" y="106531"/>
                </a:lnTo>
                <a:lnTo>
                  <a:pt x="43445" y="112865"/>
                </a:lnTo>
                <a:lnTo>
                  <a:pt x="43666" y="119335"/>
                </a:lnTo>
                <a:lnTo>
                  <a:pt x="43739" y="125939"/>
                </a:lnTo>
                <a:lnTo>
                  <a:pt x="43692" y="131352"/>
                </a:lnTo>
                <a:lnTo>
                  <a:pt x="43545" y="136781"/>
                </a:lnTo>
                <a:lnTo>
                  <a:pt x="43293" y="142218"/>
                </a:lnTo>
                <a:lnTo>
                  <a:pt x="42929" y="147658"/>
                </a:lnTo>
                <a:lnTo>
                  <a:pt x="42449" y="153093"/>
                </a:lnTo>
                <a:lnTo>
                  <a:pt x="41846" y="158517"/>
                </a:lnTo>
                <a:lnTo>
                  <a:pt x="41113" y="163923"/>
                </a:lnTo>
                <a:lnTo>
                  <a:pt x="40246" y="169304"/>
                </a:lnTo>
                <a:lnTo>
                  <a:pt x="39237" y="174653"/>
                </a:lnTo>
                <a:lnTo>
                  <a:pt x="38082" y="179964"/>
                </a:lnTo>
                <a:lnTo>
                  <a:pt x="36774" y="185230"/>
                </a:lnTo>
                <a:lnTo>
                  <a:pt x="35308" y="190445"/>
                </a:lnTo>
                <a:lnTo>
                  <a:pt x="33676" y="195601"/>
                </a:lnTo>
                <a:lnTo>
                  <a:pt x="31874" y="200692"/>
                </a:lnTo>
                <a:lnTo>
                  <a:pt x="29896" y="205712"/>
                </a:lnTo>
                <a:lnTo>
                  <a:pt x="27735" y="210653"/>
                </a:lnTo>
                <a:lnTo>
                  <a:pt x="25385" y="215508"/>
                </a:lnTo>
                <a:lnTo>
                  <a:pt x="22841" y="220272"/>
                </a:lnTo>
                <a:lnTo>
                  <a:pt x="20097" y="224937"/>
                </a:lnTo>
                <a:lnTo>
                  <a:pt x="17146" y="229496"/>
                </a:lnTo>
                <a:lnTo>
                  <a:pt x="13984" y="233944"/>
                </a:lnTo>
                <a:lnTo>
                  <a:pt x="10602" y="238272"/>
                </a:lnTo>
                <a:lnTo>
                  <a:pt x="6997" y="242475"/>
                </a:lnTo>
                <a:lnTo>
                  <a:pt x="3162" y="246546"/>
                </a:lnTo>
                <a:lnTo>
                  <a:pt x="2783" y="246869"/>
                </a:lnTo>
                <a:lnTo>
                  <a:pt x="2435" y="247170"/>
                </a:lnTo>
                <a:lnTo>
                  <a:pt x="2118" y="247452"/>
                </a:lnTo>
                <a:lnTo>
                  <a:pt x="1830" y="247715"/>
                </a:lnTo>
                <a:lnTo>
                  <a:pt x="1569" y="247960"/>
                </a:lnTo>
                <a:lnTo>
                  <a:pt x="1334" y="248189"/>
                </a:lnTo>
                <a:lnTo>
                  <a:pt x="1124" y="248403"/>
                </a:lnTo>
                <a:lnTo>
                  <a:pt x="937" y="248602"/>
                </a:lnTo>
                <a:lnTo>
                  <a:pt x="772" y="248788"/>
                </a:lnTo>
                <a:lnTo>
                  <a:pt x="628" y="248963"/>
                </a:lnTo>
                <a:lnTo>
                  <a:pt x="503" y="249127"/>
                </a:lnTo>
                <a:lnTo>
                  <a:pt x="395" y="249281"/>
                </a:lnTo>
                <a:lnTo>
                  <a:pt x="304" y="249427"/>
                </a:lnTo>
                <a:lnTo>
                  <a:pt x="229" y="249566"/>
                </a:lnTo>
                <a:lnTo>
                  <a:pt x="167" y="249699"/>
                </a:lnTo>
                <a:lnTo>
                  <a:pt x="117" y="249827"/>
                </a:lnTo>
                <a:lnTo>
                  <a:pt x="78" y="249952"/>
                </a:lnTo>
                <a:lnTo>
                  <a:pt x="49" y="250074"/>
                </a:lnTo>
                <a:lnTo>
                  <a:pt x="29" y="250194"/>
                </a:lnTo>
                <a:lnTo>
                  <a:pt x="15" y="250314"/>
                </a:lnTo>
                <a:lnTo>
                  <a:pt x="6" y="250435"/>
                </a:lnTo>
                <a:lnTo>
                  <a:pt x="2" y="250558"/>
                </a:lnTo>
                <a:lnTo>
                  <a:pt x="0" y="250685"/>
                </a:lnTo>
                <a:lnTo>
                  <a:pt x="0" y="250816"/>
                </a:lnTo>
                <a:lnTo>
                  <a:pt x="5" y="251013"/>
                </a:lnTo>
                <a:lnTo>
                  <a:pt x="22" y="251204"/>
                </a:lnTo>
                <a:lnTo>
                  <a:pt x="48" y="251390"/>
                </a:lnTo>
                <a:lnTo>
                  <a:pt x="85" y="251569"/>
                </a:lnTo>
                <a:lnTo>
                  <a:pt x="132" y="251742"/>
                </a:lnTo>
                <a:lnTo>
                  <a:pt x="189" y="251908"/>
                </a:lnTo>
                <a:lnTo>
                  <a:pt x="256" y="252067"/>
                </a:lnTo>
                <a:lnTo>
                  <a:pt x="332" y="252219"/>
                </a:lnTo>
                <a:lnTo>
                  <a:pt x="417" y="252363"/>
                </a:lnTo>
                <a:lnTo>
                  <a:pt x="511" y="252500"/>
                </a:lnTo>
                <a:lnTo>
                  <a:pt x="613" y="252629"/>
                </a:lnTo>
                <a:lnTo>
                  <a:pt x="725" y="252750"/>
                </a:lnTo>
                <a:lnTo>
                  <a:pt x="844" y="252863"/>
                </a:lnTo>
                <a:lnTo>
                  <a:pt x="971" y="252967"/>
                </a:lnTo>
                <a:lnTo>
                  <a:pt x="1106" y="253062"/>
                </a:lnTo>
                <a:lnTo>
                  <a:pt x="1249" y="253148"/>
                </a:lnTo>
                <a:lnTo>
                  <a:pt x="1399" y="253225"/>
                </a:lnTo>
                <a:lnTo>
                  <a:pt x="1556" y="253292"/>
                </a:lnTo>
                <a:lnTo>
                  <a:pt x="1720" y="253350"/>
                </a:lnTo>
                <a:lnTo>
                  <a:pt x="1891" y="253397"/>
                </a:lnTo>
                <a:lnTo>
                  <a:pt x="2068" y="253435"/>
                </a:lnTo>
                <a:lnTo>
                  <a:pt x="2251" y="253462"/>
                </a:lnTo>
                <a:lnTo>
                  <a:pt x="2440" y="253478"/>
                </a:lnTo>
                <a:lnTo>
                  <a:pt x="2635" y="253484"/>
                </a:lnTo>
                <a:lnTo>
                  <a:pt x="3067" y="253392"/>
                </a:lnTo>
                <a:lnTo>
                  <a:pt x="3695" y="253119"/>
                </a:lnTo>
                <a:lnTo>
                  <a:pt x="4507" y="252664"/>
                </a:lnTo>
                <a:lnTo>
                  <a:pt x="5492" y="252029"/>
                </a:lnTo>
                <a:lnTo>
                  <a:pt x="6637" y="251215"/>
                </a:lnTo>
                <a:lnTo>
                  <a:pt x="7929" y="250224"/>
                </a:lnTo>
                <a:lnTo>
                  <a:pt x="9358" y="249056"/>
                </a:lnTo>
                <a:lnTo>
                  <a:pt x="10910" y="247712"/>
                </a:lnTo>
                <a:lnTo>
                  <a:pt x="12574" y="246195"/>
                </a:lnTo>
                <a:lnTo>
                  <a:pt x="14338" y="244505"/>
                </a:lnTo>
                <a:lnTo>
                  <a:pt x="16189" y="242642"/>
                </a:lnTo>
                <a:lnTo>
                  <a:pt x="18115" y="240609"/>
                </a:lnTo>
                <a:lnTo>
                  <a:pt x="20104" y="238407"/>
                </a:lnTo>
                <a:lnTo>
                  <a:pt x="22144" y="236036"/>
                </a:lnTo>
                <a:lnTo>
                  <a:pt x="24224" y="233498"/>
                </a:lnTo>
                <a:lnTo>
                  <a:pt x="26330" y="230793"/>
                </a:lnTo>
                <a:lnTo>
                  <a:pt x="28450" y="227924"/>
                </a:lnTo>
                <a:lnTo>
                  <a:pt x="30573" y="224891"/>
                </a:lnTo>
                <a:lnTo>
                  <a:pt x="32687" y="221696"/>
                </a:lnTo>
                <a:lnTo>
                  <a:pt x="34778" y="218339"/>
                </a:lnTo>
                <a:lnTo>
                  <a:pt x="36836" y="214822"/>
                </a:lnTo>
                <a:lnTo>
                  <a:pt x="38848" y="211145"/>
                </a:lnTo>
                <a:lnTo>
                  <a:pt x="40802" y="207311"/>
                </a:lnTo>
                <a:lnTo>
                  <a:pt x="42685" y="203320"/>
                </a:lnTo>
                <a:lnTo>
                  <a:pt x="44217" y="199849"/>
                </a:lnTo>
                <a:lnTo>
                  <a:pt x="45653" y="196375"/>
                </a:lnTo>
                <a:lnTo>
                  <a:pt x="46996" y="192903"/>
                </a:lnTo>
                <a:lnTo>
                  <a:pt x="48248" y="189435"/>
                </a:lnTo>
                <a:lnTo>
                  <a:pt x="49412" y="185974"/>
                </a:lnTo>
                <a:lnTo>
                  <a:pt x="50491" y="182524"/>
                </a:lnTo>
                <a:lnTo>
                  <a:pt x="51488" y="179087"/>
                </a:lnTo>
                <a:lnTo>
                  <a:pt x="52405" y="175668"/>
                </a:lnTo>
                <a:lnTo>
                  <a:pt x="53246" y="172269"/>
                </a:lnTo>
                <a:lnTo>
                  <a:pt x="54012" y="168894"/>
                </a:lnTo>
                <a:lnTo>
                  <a:pt x="54707" y="165546"/>
                </a:lnTo>
                <a:lnTo>
                  <a:pt x="55306" y="162373"/>
                </a:lnTo>
                <a:lnTo>
                  <a:pt x="55306" y="88885"/>
                </a:lnTo>
                <a:lnTo>
                  <a:pt x="54752" y="859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B799C-50B4-4BA0-9A82-1A831BE1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377" y="5832948"/>
            <a:ext cx="187408" cy="173974"/>
          </a:xfrm>
          <a:custGeom xmlns:a="http://schemas.openxmlformats.org/drawingml/2006/main">
            <a:pathLst>
              <a:path w="187408" h="173974">
                <a:moveTo>
                  <a:pt x="46326" y="173974"/>
                </a:moveTo>
                <a:lnTo>
                  <a:pt x="46326" y="173974"/>
                </a:lnTo>
                <a:cubicBezTo>
                  <a:pt x="104759" y="173974"/>
                  <a:pt x="187408" y="128613"/>
                  <a:pt x="187408" y="59237"/>
                </a:cubicBezTo>
                <a:cubicBezTo>
                  <a:pt x="187408" y="36289"/>
                  <a:pt x="176880" y="21880"/>
                  <a:pt x="164772" y="13875"/>
                </a:cubicBezTo>
                <a:cubicBezTo>
                  <a:pt x="143188" y="0"/>
                  <a:pt x="120026" y="0"/>
                  <a:pt x="95810" y="0"/>
                </a:cubicBezTo>
                <a:cubicBezTo>
                  <a:pt x="74226" y="0"/>
                  <a:pt x="59486" y="0"/>
                  <a:pt x="38429" y="9072"/>
                </a:cubicBezTo>
                <a:cubicBezTo>
                  <a:pt x="4738" y="24015"/>
                  <a:pt x="0" y="45361"/>
                  <a:pt x="0" y="47496"/>
                </a:cubicBezTo>
                <a:cubicBezTo>
                  <a:pt x="0" y="48563"/>
                  <a:pt x="1053" y="49097"/>
                  <a:pt x="2632" y="49097"/>
                </a:cubicBezTo>
                <a:cubicBezTo>
                  <a:pt x="6844" y="49097"/>
                  <a:pt x="12634" y="45895"/>
                  <a:pt x="14214" y="44294"/>
                </a:cubicBezTo>
                <a:cubicBezTo>
                  <a:pt x="19478" y="41092"/>
                  <a:pt x="20531" y="39491"/>
                  <a:pt x="22110" y="34688"/>
                </a:cubicBezTo>
                <a:cubicBezTo>
                  <a:pt x="25269" y="24548"/>
                  <a:pt x="32639" y="15476"/>
                  <a:pt x="64224" y="13875"/>
                </a:cubicBezTo>
                <a:cubicBezTo>
                  <a:pt x="60013" y="67241"/>
                  <a:pt x="47379" y="115805"/>
                  <a:pt x="30006" y="160632"/>
                </a:cubicBezTo>
                <a:cubicBezTo>
                  <a:pt x="20531" y="163834"/>
                  <a:pt x="14214" y="169705"/>
                  <a:pt x="14214" y="172373"/>
                </a:cubicBezTo>
                <a:cubicBezTo>
                  <a:pt x="14214" y="173974"/>
                  <a:pt x="14740" y="173974"/>
                  <a:pt x="20004" y="173974"/>
                </a:cubicBezTo>
                <a:lnTo>
                  <a:pt x="46326" y="173974"/>
                </a:lnTo>
                <a:close/>
                <a:moveTo>
                  <a:pt x="47379" y="160099"/>
                </a:moveTo>
                <a:lnTo>
                  <a:pt x="47379" y="160099"/>
                </a:lnTo>
                <a:cubicBezTo>
                  <a:pt x="76332" y="88588"/>
                  <a:pt x="81596" y="44294"/>
                  <a:pt x="84755" y="13875"/>
                </a:cubicBezTo>
                <a:cubicBezTo>
                  <a:pt x="101601" y="13875"/>
                  <a:pt x="166351" y="13875"/>
                  <a:pt x="166351" y="69910"/>
                </a:cubicBezTo>
                <a:cubicBezTo>
                  <a:pt x="166351" y="120074"/>
                  <a:pt x="122131" y="160099"/>
                  <a:pt x="61066" y="160099"/>
                </a:cubicBezTo>
                <a:lnTo>
                  <a:pt x="47379" y="160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4BA1D-331C-40EC-86CB-327A470C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08" y="5964763"/>
            <a:ext cx="88966" cy="116872"/>
          </a:xfrm>
          <a:custGeom xmlns:a="http://schemas.openxmlformats.org/drawingml/2006/main">
            <a:pathLst>
              <a:path w="88966" h="116872">
                <a:moveTo>
                  <a:pt x="18425" y="48563"/>
                </a:moveTo>
                <a:lnTo>
                  <a:pt x="18425" y="48563"/>
                </a:lnTo>
                <a:cubicBezTo>
                  <a:pt x="21057" y="50164"/>
                  <a:pt x="27374" y="54434"/>
                  <a:pt x="37376" y="54434"/>
                </a:cubicBezTo>
                <a:cubicBezTo>
                  <a:pt x="55801" y="54434"/>
                  <a:pt x="68962" y="42159"/>
                  <a:pt x="68962" y="28284"/>
                </a:cubicBezTo>
                <a:cubicBezTo>
                  <a:pt x="68962" y="21346"/>
                  <a:pt x="65804" y="15476"/>
                  <a:pt x="61592" y="11207"/>
                </a:cubicBezTo>
                <a:cubicBezTo>
                  <a:pt x="69489" y="5337"/>
                  <a:pt x="76332" y="5337"/>
                  <a:pt x="79491" y="5337"/>
                </a:cubicBezTo>
                <a:cubicBezTo>
                  <a:pt x="78438" y="5870"/>
                  <a:pt x="77911" y="6404"/>
                  <a:pt x="77911" y="9606"/>
                </a:cubicBezTo>
                <a:cubicBezTo>
                  <a:pt x="77911" y="12808"/>
                  <a:pt x="80543" y="14943"/>
                  <a:pt x="83176" y="14943"/>
                </a:cubicBezTo>
                <a:cubicBezTo>
                  <a:pt x="85808" y="14943"/>
                  <a:pt x="88966" y="13342"/>
                  <a:pt x="88966" y="9072"/>
                </a:cubicBezTo>
                <a:cubicBezTo>
                  <a:pt x="88966" y="5337"/>
                  <a:pt x="85808" y="0"/>
                  <a:pt x="78438" y="0"/>
                </a:cubicBezTo>
                <a:cubicBezTo>
                  <a:pt x="75806" y="0"/>
                  <a:pt x="66330" y="534"/>
                  <a:pt x="58434" y="8539"/>
                </a:cubicBezTo>
                <a:cubicBezTo>
                  <a:pt x="53169" y="4269"/>
                  <a:pt x="45799" y="2135"/>
                  <a:pt x="37903" y="2135"/>
                </a:cubicBezTo>
                <a:cubicBezTo>
                  <a:pt x="19478" y="2135"/>
                  <a:pt x="6317" y="14409"/>
                  <a:pt x="6317" y="28284"/>
                </a:cubicBezTo>
                <a:cubicBezTo>
                  <a:pt x="6317" y="35222"/>
                  <a:pt x="10002" y="41626"/>
                  <a:pt x="14740" y="45895"/>
                </a:cubicBezTo>
                <a:cubicBezTo>
                  <a:pt x="13687" y="47496"/>
                  <a:pt x="9476" y="53366"/>
                  <a:pt x="9476" y="60304"/>
                </a:cubicBezTo>
                <a:cubicBezTo>
                  <a:pt x="9476" y="62972"/>
                  <a:pt x="10002" y="71511"/>
                  <a:pt x="16846" y="76314"/>
                </a:cubicBezTo>
                <a:cubicBezTo>
                  <a:pt x="8949" y="78982"/>
                  <a:pt x="0" y="84852"/>
                  <a:pt x="0" y="94458"/>
                </a:cubicBezTo>
                <a:cubicBezTo>
                  <a:pt x="0" y="107266"/>
                  <a:pt x="19478" y="116872"/>
                  <a:pt x="43167" y="116872"/>
                </a:cubicBezTo>
                <a:cubicBezTo>
                  <a:pt x="65277" y="116872"/>
                  <a:pt x="86334" y="108333"/>
                  <a:pt x="86334" y="93925"/>
                </a:cubicBezTo>
                <a:cubicBezTo>
                  <a:pt x="86334" y="88588"/>
                  <a:pt x="84228" y="78982"/>
                  <a:pt x="74226" y="73645"/>
                </a:cubicBezTo>
                <a:cubicBezTo>
                  <a:pt x="64224" y="68309"/>
                  <a:pt x="53696" y="68309"/>
                  <a:pt x="36324" y="68309"/>
                </a:cubicBezTo>
                <a:cubicBezTo>
                  <a:pt x="32639" y="68309"/>
                  <a:pt x="26321" y="68309"/>
                  <a:pt x="24742" y="67775"/>
                </a:cubicBezTo>
                <a:cubicBezTo>
                  <a:pt x="19478" y="66708"/>
                  <a:pt x="16319" y="61371"/>
                  <a:pt x="16319" y="56035"/>
                </a:cubicBezTo>
                <a:cubicBezTo>
                  <a:pt x="16319" y="51765"/>
                  <a:pt x="17372" y="50164"/>
                  <a:pt x="18425" y="48563"/>
                </a:cubicBezTo>
                <a:moveTo>
                  <a:pt x="37903" y="49097"/>
                </a:moveTo>
                <a:lnTo>
                  <a:pt x="37903" y="49097"/>
                </a:lnTo>
                <a:cubicBezTo>
                  <a:pt x="20531" y="49097"/>
                  <a:pt x="20531" y="32020"/>
                  <a:pt x="20531" y="28284"/>
                </a:cubicBezTo>
                <a:cubicBezTo>
                  <a:pt x="20531" y="25082"/>
                  <a:pt x="20531" y="18145"/>
                  <a:pt x="24216" y="13342"/>
                </a:cubicBezTo>
                <a:cubicBezTo>
                  <a:pt x="26321" y="10673"/>
                  <a:pt x="31059" y="7471"/>
                  <a:pt x="37376" y="7471"/>
                </a:cubicBezTo>
                <a:cubicBezTo>
                  <a:pt x="54749" y="7471"/>
                  <a:pt x="54749" y="24548"/>
                  <a:pt x="54749" y="28284"/>
                </a:cubicBezTo>
                <a:cubicBezTo>
                  <a:pt x="54749" y="30952"/>
                  <a:pt x="54749" y="37890"/>
                  <a:pt x="51590" y="42693"/>
                </a:cubicBezTo>
                <a:cubicBezTo>
                  <a:pt x="48958" y="45895"/>
                  <a:pt x="44220" y="49097"/>
                  <a:pt x="37903" y="49097"/>
                </a:cubicBezTo>
                <a:moveTo>
                  <a:pt x="37903" y="80049"/>
                </a:moveTo>
                <a:lnTo>
                  <a:pt x="37903" y="80049"/>
                </a:lnTo>
                <a:cubicBezTo>
                  <a:pt x="53696" y="80049"/>
                  <a:pt x="75279" y="80049"/>
                  <a:pt x="75279" y="93925"/>
                </a:cubicBezTo>
                <a:cubicBezTo>
                  <a:pt x="75279" y="103530"/>
                  <a:pt x="61592" y="111535"/>
                  <a:pt x="43167" y="111535"/>
                </a:cubicBezTo>
                <a:cubicBezTo>
                  <a:pt x="24742" y="111535"/>
                  <a:pt x="10529" y="103530"/>
                  <a:pt x="10529" y="93925"/>
                </a:cubicBezTo>
                <a:cubicBezTo>
                  <a:pt x="10529" y="88054"/>
                  <a:pt x="16319" y="80049"/>
                  <a:pt x="27374" y="80049"/>
                </a:cubicBezTo>
                <a:lnTo>
                  <a:pt x="37903" y="800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C9D3A-BFE6-4EEE-AAE4-73D1AB1B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21" y="5817474"/>
            <a:ext cx="58434" cy="253487"/>
          </a:xfrm>
          <a:custGeom xmlns:a="http://schemas.openxmlformats.org/drawingml/2006/main">
            <a:pathLst>
              <a:path w="58434" h="253487">
                <a:moveTo>
                  <a:pt x="58431" y="250561"/>
                </a:moveTo>
                <a:lnTo>
                  <a:pt x="58425" y="250436"/>
                </a:lnTo>
                <a:lnTo>
                  <a:pt x="58414" y="250310"/>
                </a:lnTo>
                <a:lnTo>
                  <a:pt x="58395" y="250183"/>
                </a:lnTo>
                <a:lnTo>
                  <a:pt x="58368" y="250052"/>
                </a:lnTo>
                <a:lnTo>
                  <a:pt x="58329" y="249915"/>
                </a:lnTo>
                <a:lnTo>
                  <a:pt x="58278" y="249772"/>
                </a:lnTo>
                <a:lnTo>
                  <a:pt x="58211" y="249618"/>
                </a:lnTo>
                <a:lnTo>
                  <a:pt x="58129" y="249454"/>
                </a:lnTo>
                <a:lnTo>
                  <a:pt x="58028" y="249277"/>
                </a:lnTo>
                <a:lnTo>
                  <a:pt x="57907" y="249085"/>
                </a:lnTo>
                <a:lnTo>
                  <a:pt x="57764" y="248876"/>
                </a:lnTo>
                <a:lnTo>
                  <a:pt x="57598" y="248649"/>
                </a:lnTo>
                <a:lnTo>
                  <a:pt x="57405" y="248401"/>
                </a:lnTo>
                <a:lnTo>
                  <a:pt x="57186" y="248131"/>
                </a:lnTo>
                <a:lnTo>
                  <a:pt x="56937" y="247837"/>
                </a:lnTo>
                <a:lnTo>
                  <a:pt x="56657" y="247517"/>
                </a:lnTo>
                <a:lnTo>
                  <a:pt x="56344" y="247169"/>
                </a:lnTo>
                <a:lnTo>
                  <a:pt x="55996" y="246792"/>
                </a:lnTo>
                <a:lnTo>
                  <a:pt x="55612" y="246383"/>
                </a:lnTo>
                <a:lnTo>
                  <a:pt x="55190" y="245941"/>
                </a:lnTo>
                <a:lnTo>
                  <a:pt x="54727" y="245463"/>
                </a:lnTo>
                <a:lnTo>
                  <a:pt x="54222" y="244949"/>
                </a:lnTo>
                <a:lnTo>
                  <a:pt x="50396" y="240865"/>
                </a:lnTo>
                <a:lnTo>
                  <a:pt x="46810" y="236625"/>
                </a:lnTo>
                <a:lnTo>
                  <a:pt x="43457" y="232240"/>
                </a:lnTo>
                <a:lnTo>
                  <a:pt x="40330" y="227721"/>
                </a:lnTo>
                <a:lnTo>
                  <a:pt x="37423" y="223079"/>
                </a:lnTo>
                <a:lnTo>
                  <a:pt x="34728" y="218324"/>
                </a:lnTo>
                <a:lnTo>
                  <a:pt x="32238" y="213468"/>
                </a:lnTo>
                <a:lnTo>
                  <a:pt x="29948" y="208521"/>
                </a:lnTo>
                <a:lnTo>
                  <a:pt x="27849" y="203495"/>
                </a:lnTo>
                <a:lnTo>
                  <a:pt x="25936" y="198400"/>
                </a:lnTo>
                <a:lnTo>
                  <a:pt x="24200" y="193247"/>
                </a:lnTo>
                <a:lnTo>
                  <a:pt x="22636" y="188047"/>
                </a:lnTo>
                <a:lnTo>
                  <a:pt x="21237" y="182811"/>
                </a:lnTo>
                <a:lnTo>
                  <a:pt x="19995" y="177550"/>
                </a:lnTo>
                <a:lnTo>
                  <a:pt x="18904" y="172274"/>
                </a:lnTo>
                <a:lnTo>
                  <a:pt x="17957" y="166995"/>
                </a:lnTo>
                <a:lnTo>
                  <a:pt x="17147" y="161723"/>
                </a:lnTo>
                <a:lnTo>
                  <a:pt x="16467" y="156469"/>
                </a:lnTo>
                <a:lnTo>
                  <a:pt x="15911" y="151245"/>
                </a:lnTo>
                <a:lnTo>
                  <a:pt x="15471" y="146061"/>
                </a:lnTo>
                <a:lnTo>
                  <a:pt x="15141" y="140927"/>
                </a:lnTo>
                <a:lnTo>
                  <a:pt x="14914" y="135856"/>
                </a:lnTo>
                <a:lnTo>
                  <a:pt x="14782" y="130857"/>
                </a:lnTo>
                <a:lnTo>
                  <a:pt x="14740" y="125942"/>
                </a:lnTo>
                <a:lnTo>
                  <a:pt x="14790" y="120342"/>
                </a:lnTo>
                <a:lnTo>
                  <a:pt x="14944" y="114753"/>
                </a:lnTo>
                <a:lnTo>
                  <a:pt x="15208" y="109181"/>
                </a:lnTo>
                <a:lnTo>
                  <a:pt x="15586" y="103630"/>
                </a:lnTo>
                <a:lnTo>
                  <a:pt x="16083" y="98105"/>
                </a:lnTo>
                <a:lnTo>
                  <a:pt x="16706" y="92613"/>
                </a:lnTo>
                <a:lnTo>
                  <a:pt x="17459" y="87159"/>
                </a:lnTo>
                <a:lnTo>
                  <a:pt x="18347" y="81747"/>
                </a:lnTo>
                <a:lnTo>
                  <a:pt x="19376" y="76383"/>
                </a:lnTo>
                <a:lnTo>
                  <a:pt x="20551" y="71073"/>
                </a:lnTo>
                <a:lnTo>
                  <a:pt x="21877" y="65822"/>
                </a:lnTo>
                <a:lnTo>
                  <a:pt x="23360" y="60635"/>
                </a:lnTo>
                <a:lnTo>
                  <a:pt x="25005" y="55518"/>
                </a:lnTo>
                <a:lnTo>
                  <a:pt x="26816" y="50475"/>
                </a:lnTo>
                <a:lnTo>
                  <a:pt x="28800" y="45512"/>
                </a:lnTo>
                <a:lnTo>
                  <a:pt x="30962" y="40635"/>
                </a:lnTo>
                <a:lnTo>
                  <a:pt x="33306" y="35849"/>
                </a:lnTo>
                <a:lnTo>
                  <a:pt x="35838" y="31159"/>
                </a:lnTo>
                <a:lnTo>
                  <a:pt x="38564" y="26570"/>
                </a:lnTo>
                <a:lnTo>
                  <a:pt x="41488" y="22088"/>
                </a:lnTo>
                <a:lnTo>
                  <a:pt x="44616" y="17718"/>
                </a:lnTo>
                <a:lnTo>
                  <a:pt x="47953" y="13466"/>
                </a:lnTo>
                <a:lnTo>
                  <a:pt x="51504" y="9336"/>
                </a:lnTo>
                <a:lnTo>
                  <a:pt x="55275" y="5334"/>
                </a:lnTo>
                <a:lnTo>
                  <a:pt x="55654" y="4948"/>
                </a:lnTo>
                <a:lnTo>
                  <a:pt x="56001" y="4588"/>
                </a:lnTo>
                <a:lnTo>
                  <a:pt x="56318" y="4252"/>
                </a:lnTo>
                <a:lnTo>
                  <a:pt x="56606" y="3941"/>
                </a:lnTo>
                <a:lnTo>
                  <a:pt x="56866" y="3652"/>
                </a:lnTo>
                <a:lnTo>
                  <a:pt x="57101" y="3383"/>
                </a:lnTo>
                <a:lnTo>
                  <a:pt x="57311" y="3134"/>
                </a:lnTo>
                <a:lnTo>
                  <a:pt x="57498" y="2903"/>
                </a:lnTo>
                <a:lnTo>
                  <a:pt x="57662" y="2689"/>
                </a:lnTo>
                <a:lnTo>
                  <a:pt x="57807" y="2490"/>
                </a:lnTo>
                <a:lnTo>
                  <a:pt x="57932" y="2305"/>
                </a:lnTo>
                <a:lnTo>
                  <a:pt x="58039" y="2132"/>
                </a:lnTo>
                <a:lnTo>
                  <a:pt x="58129" y="1971"/>
                </a:lnTo>
                <a:lnTo>
                  <a:pt x="58205" y="1819"/>
                </a:lnTo>
                <a:lnTo>
                  <a:pt x="58267" y="1676"/>
                </a:lnTo>
                <a:lnTo>
                  <a:pt x="58317" y="1539"/>
                </a:lnTo>
                <a:lnTo>
                  <a:pt x="58355" y="1409"/>
                </a:lnTo>
                <a:lnTo>
                  <a:pt x="58384" y="1282"/>
                </a:lnTo>
                <a:lnTo>
                  <a:pt x="58405" y="1158"/>
                </a:lnTo>
                <a:lnTo>
                  <a:pt x="58419" y="1035"/>
                </a:lnTo>
                <a:lnTo>
                  <a:pt x="58427" y="913"/>
                </a:lnTo>
                <a:lnTo>
                  <a:pt x="58432" y="789"/>
                </a:lnTo>
                <a:lnTo>
                  <a:pt x="58433" y="662"/>
                </a:lnTo>
                <a:lnTo>
                  <a:pt x="58434" y="531"/>
                </a:lnTo>
                <a:lnTo>
                  <a:pt x="58428" y="401"/>
                </a:lnTo>
                <a:lnTo>
                  <a:pt x="58412" y="276"/>
                </a:lnTo>
                <a:lnTo>
                  <a:pt x="58385" y="156"/>
                </a:lnTo>
                <a:lnTo>
                  <a:pt x="58348" y="42"/>
                </a:lnTo>
                <a:lnTo>
                  <a:pt x="58330" y="0"/>
                </a:lnTo>
                <a:lnTo>
                  <a:pt x="53449" y="0"/>
                </a:lnTo>
                <a:lnTo>
                  <a:pt x="52947" y="307"/>
                </a:lnTo>
                <a:lnTo>
                  <a:pt x="51804" y="1080"/>
                </a:lnTo>
                <a:lnTo>
                  <a:pt x="50512" y="2024"/>
                </a:lnTo>
                <a:lnTo>
                  <a:pt x="49085" y="3139"/>
                </a:lnTo>
                <a:lnTo>
                  <a:pt x="47535" y="4425"/>
                </a:lnTo>
                <a:lnTo>
                  <a:pt x="45872" y="5882"/>
                </a:lnTo>
                <a:lnTo>
                  <a:pt x="44111" y="7508"/>
                </a:lnTo>
                <a:lnTo>
                  <a:pt x="42262" y="9305"/>
                </a:lnTo>
                <a:lnTo>
                  <a:pt x="40338" y="11271"/>
                </a:lnTo>
                <a:lnTo>
                  <a:pt x="38350" y="13407"/>
                </a:lnTo>
                <a:lnTo>
                  <a:pt x="36312" y="15713"/>
                </a:lnTo>
                <a:lnTo>
                  <a:pt x="34235" y="18187"/>
                </a:lnTo>
                <a:lnTo>
                  <a:pt x="32132" y="20830"/>
                </a:lnTo>
                <a:lnTo>
                  <a:pt x="30013" y="23642"/>
                </a:lnTo>
                <a:lnTo>
                  <a:pt x="27892" y="26623"/>
                </a:lnTo>
                <a:lnTo>
                  <a:pt x="25781" y="29771"/>
                </a:lnTo>
                <a:lnTo>
                  <a:pt x="23692" y="33087"/>
                </a:lnTo>
                <a:lnTo>
                  <a:pt x="21636" y="36571"/>
                </a:lnTo>
                <a:lnTo>
                  <a:pt x="19626" y="40223"/>
                </a:lnTo>
                <a:lnTo>
                  <a:pt x="17674" y="44042"/>
                </a:lnTo>
                <a:lnTo>
                  <a:pt x="15793" y="48027"/>
                </a:lnTo>
                <a:lnTo>
                  <a:pt x="14262" y="51498"/>
                </a:lnTo>
                <a:lnTo>
                  <a:pt x="12828" y="54972"/>
                </a:lnTo>
                <a:lnTo>
                  <a:pt x="11487" y="58445"/>
                </a:lnTo>
                <a:lnTo>
                  <a:pt x="10236" y="61915"/>
                </a:lnTo>
                <a:lnTo>
                  <a:pt x="9073" y="65378"/>
                </a:lnTo>
                <a:lnTo>
                  <a:pt x="7995" y="68832"/>
                </a:lnTo>
                <a:lnTo>
                  <a:pt x="6999" y="72273"/>
                </a:lnTo>
                <a:lnTo>
                  <a:pt x="6083" y="75699"/>
                </a:lnTo>
                <a:lnTo>
                  <a:pt x="5244" y="79106"/>
                </a:lnTo>
                <a:lnTo>
                  <a:pt x="4478" y="82492"/>
                </a:lnTo>
                <a:lnTo>
                  <a:pt x="3784" y="85853"/>
                </a:lnTo>
                <a:lnTo>
                  <a:pt x="3159" y="89186"/>
                </a:lnTo>
                <a:lnTo>
                  <a:pt x="2599" y="92489"/>
                </a:lnTo>
                <a:lnTo>
                  <a:pt x="2102" y="95758"/>
                </a:lnTo>
                <a:lnTo>
                  <a:pt x="1666" y="98991"/>
                </a:lnTo>
                <a:lnTo>
                  <a:pt x="1287" y="102184"/>
                </a:lnTo>
                <a:lnTo>
                  <a:pt x="963" y="105335"/>
                </a:lnTo>
                <a:lnTo>
                  <a:pt x="691" y="108440"/>
                </a:lnTo>
                <a:lnTo>
                  <a:pt x="468" y="111496"/>
                </a:lnTo>
                <a:lnTo>
                  <a:pt x="292" y="114500"/>
                </a:lnTo>
                <a:lnTo>
                  <a:pt x="160" y="117450"/>
                </a:lnTo>
                <a:lnTo>
                  <a:pt x="69" y="120343"/>
                </a:lnTo>
                <a:lnTo>
                  <a:pt x="17" y="123174"/>
                </a:lnTo>
                <a:lnTo>
                  <a:pt x="0" y="125942"/>
                </a:lnTo>
                <a:lnTo>
                  <a:pt x="14" y="128468"/>
                </a:lnTo>
                <a:lnTo>
                  <a:pt x="60" y="131104"/>
                </a:lnTo>
                <a:lnTo>
                  <a:pt x="141" y="133846"/>
                </a:lnTo>
                <a:lnTo>
                  <a:pt x="261" y="136687"/>
                </a:lnTo>
                <a:lnTo>
                  <a:pt x="424" y="139622"/>
                </a:lnTo>
                <a:lnTo>
                  <a:pt x="633" y="142644"/>
                </a:lnTo>
                <a:lnTo>
                  <a:pt x="894" y="145748"/>
                </a:lnTo>
                <a:lnTo>
                  <a:pt x="1209" y="148929"/>
                </a:lnTo>
                <a:lnTo>
                  <a:pt x="1582" y="152180"/>
                </a:lnTo>
                <a:lnTo>
                  <a:pt x="2018" y="155496"/>
                </a:lnTo>
                <a:lnTo>
                  <a:pt x="2520" y="158870"/>
                </a:lnTo>
                <a:lnTo>
                  <a:pt x="3093" y="162298"/>
                </a:lnTo>
                <a:lnTo>
                  <a:pt x="3739" y="165773"/>
                </a:lnTo>
                <a:lnTo>
                  <a:pt x="4463" y="169289"/>
                </a:lnTo>
                <a:lnTo>
                  <a:pt x="5269" y="172841"/>
                </a:lnTo>
                <a:lnTo>
                  <a:pt x="6161" y="176423"/>
                </a:lnTo>
                <a:lnTo>
                  <a:pt x="7142" y="180028"/>
                </a:lnTo>
                <a:lnTo>
                  <a:pt x="8217" y="183653"/>
                </a:lnTo>
                <a:lnTo>
                  <a:pt x="9389" y="187289"/>
                </a:lnTo>
                <a:lnTo>
                  <a:pt x="10663" y="190933"/>
                </a:lnTo>
                <a:lnTo>
                  <a:pt x="12041" y="194577"/>
                </a:lnTo>
                <a:lnTo>
                  <a:pt x="13528" y="198217"/>
                </a:lnTo>
                <a:lnTo>
                  <a:pt x="15129" y="201845"/>
                </a:lnTo>
                <a:lnTo>
                  <a:pt x="16846" y="205458"/>
                </a:lnTo>
                <a:lnTo>
                  <a:pt x="18722" y="209316"/>
                </a:lnTo>
                <a:lnTo>
                  <a:pt x="20658" y="213017"/>
                </a:lnTo>
                <a:lnTo>
                  <a:pt x="22644" y="216561"/>
                </a:lnTo>
                <a:lnTo>
                  <a:pt x="24667" y="219948"/>
                </a:lnTo>
                <a:lnTo>
                  <a:pt x="26716" y="223176"/>
                </a:lnTo>
                <a:lnTo>
                  <a:pt x="28781" y="226246"/>
                </a:lnTo>
                <a:lnTo>
                  <a:pt x="30850" y="229155"/>
                </a:lnTo>
                <a:lnTo>
                  <a:pt x="32912" y="231904"/>
                </a:lnTo>
                <a:lnTo>
                  <a:pt x="34955" y="234491"/>
                </a:lnTo>
                <a:lnTo>
                  <a:pt x="36969" y="236917"/>
                </a:lnTo>
                <a:lnTo>
                  <a:pt x="38942" y="239180"/>
                </a:lnTo>
                <a:lnTo>
                  <a:pt x="40864" y="241280"/>
                </a:lnTo>
                <a:lnTo>
                  <a:pt x="42722" y="243216"/>
                </a:lnTo>
                <a:lnTo>
                  <a:pt x="44507" y="244987"/>
                </a:lnTo>
                <a:lnTo>
                  <a:pt x="46205" y="246593"/>
                </a:lnTo>
                <a:lnTo>
                  <a:pt x="47807" y="248032"/>
                </a:lnTo>
                <a:lnTo>
                  <a:pt x="49302" y="249305"/>
                </a:lnTo>
                <a:lnTo>
                  <a:pt x="50677" y="250410"/>
                </a:lnTo>
                <a:lnTo>
                  <a:pt x="51922" y="251348"/>
                </a:lnTo>
                <a:lnTo>
                  <a:pt x="53025" y="252116"/>
                </a:lnTo>
                <a:lnTo>
                  <a:pt x="53976" y="252715"/>
                </a:lnTo>
                <a:lnTo>
                  <a:pt x="54763" y="253144"/>
                </a:lnTo>
                <a:lnTo>
                  <a:pt x="55376" y="253401"/>
                </a:lnTo>
                <a:lnTo>
                  <a:pt x="55801" y="253487"/>
                </a:lnTo>
                <a:lnTo>
                  <a:pt x="55996" y="253482"/>
                </a:lnTo>
                <a:lnTo>
                  <a:pt x="56185" y="253465"/>
                </a:lnTo>
                <a:lnTo>
                  <a:pt x="56368" y="253438"/>
                </a:lnTo>
                <a:lnTo>
                  <a:pt x="56545" y="253401"/>
                </a:lnTo>
                <a:lnTo>
                  <a:pt x="56715" y="253353"/>
                </a:lnTo>
                <a:lnTo>
                  <a:pt x="56879" y="253296"/>
                </a:lnTo>
                <a:lnTo>
                  <a:pt x="57036" y="253228"/>
                </a:lnTo>
                <a:lnTo>
                  <a:pt x="57186" y="253151"/>
                </a:lnTo>
                <a:lnTo>
                  <a:pt x="57328" y="253065"/>
                </a:lnTo>
                <a:lnTo>
                  <a:pt x="57463" y="252970"/>
                </a:lnTo>
                <a:lnTo>
                  <a:pt x="57590" y="252866"/>
                </a:lnTo>
                <a:lnTo>
                  <a:pt x="57710" y="252754"/>
                </a:lnTo>
                <a:lnTo>
                  <a:pt x="57821" y="252633"/>
                </a:lnTo>
                <a:lnTo>
                  <a:pt x="57923" y="252504"/>
                </a:lnTo>
                <a:lnTo>
                  <a:pt x="58017" y="252367"/>
                </a:lnTo>
                <a:lnTo>
                  <a:pt x="58102" y="252222"/>
                </a:lnTo>
                <a:lnTo>
                  <a:pt x="58178" y="252071"/>
                </a:lnTo>
                <a:lnTo>
                  <a:pt x="58244" y="251911"/>
                </a:lnTo>
                <a:lnTo>
                  <a:pt x="58301" y="251745"/>
                </a:lnTo>
                <a:lnTo>
                  <a:pt x="58348" y="251573"/>
                </a:lnTo>
                <a:lnTo>
                  <a:pt x="58385" y="251393"/>
                </a:lnTo>
                <a:lnTo>
                  <a:pt x="58412" y="251208"/>
                </a:lnTo>
                <a:lnTo>
                  <a:pt x="58428" y="251016"/>
                </a:lnTo>
                <a:lnTo>
                  <a:pt x="58434" y="250819"/>
                </a:lnTo>
                <a:lnTo>
                  <a:pt x="58433" y="250688"/>
                </a:lnTo>
                <a:lnTo>
                  <a:pt x="58431" y="2505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B7511-70DA-41EC-B397-E4894135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85" y="5834549"/>
            <a:ext cx="171089" cy="172373"/>
          </a:xfrm>
          <a:custGeom xmlns:a="http://schemas.openxmlformats.org/drawingml/2006/main">
            <a:pathLst>
              <a:path w="171089" h="172373">
                <a:moveTo>
                  <a:pt x="101601" y="17611"/>
                </a:moveTo>
                <a:lnTo>
                  <a:pt x="101601" y="17611"/>
                </a:lnTo>
                <a:cubicBezTo>
                  <a:pt x="103180" y="10673"/>
                  <a:pt x="104233" y="9072"/>
                  <a:pt x="107391" y="8005"/>
                </a:cubicBezTo>
                <a:cubicBezTo>
                  <a:pt x="109497" y="7471"/>
                  <a:pt x="117920" y="7471"/>
                  <a:pt x="123184" y="7471"/>
                </a:cubicBezTo>
                <a:cubicBezTo>
                  <a:pt x="148453" y="7471"/>
                  <a:pt x="160034" y="8539"/>
                  <a:pt x="160034" y="28818"/>
                </a:cubicBezTo>
                <a:cubicBezTo>
                  <a:pt x="160034" y="32553"/>
                  <a:pt x="158981" y="42159"/>
                  <a:pt x="157928" y="49097"/>
                </a:cubicBezTo>
                <a:cubicBezTo>
                  <a:pt x="157402" y="50164"/>
                  <a:pt x="156876" y="52833"/>
                  <a:pt x="156876" y="53900"/>
                </a:cubicBezTo>
                <a:cubicBezTo>
                  <a:pt x="156876" y="55501"/>
                  <a:pt x="157928" y="57102"/>
                  <a:pt x="160034" y="57102"/>
                </a:cubicBezTo>
                <a:cubicBezTo>
                  <a:pt x="162666" y="57102"/>
                  <a:pt x="163193" y="54967"/>
                  <a:pt x="163719" y="51232"/>
                </a:cubicBezTo>
                <a:lnTo>
                  <a:pt x="170563" y="6938"/>
                </a:lnTo>
                <a:cubicBezTo>
                  <a:pt x="171089" y="5870"/>
                  <a:pt x="171089" y="3202"/>
                  <a:pt x="171089" y="2668"/>
                </a:cubicBezTo>
                <a:cubicBezTo>
                  <a:pt x="171089" y="0"/>
                  <a:pt x="168457" y="0"/>
                  <a:pt x="164246" y="0"/>
                </a:cubicBezTo>
                <a:lnTo>
                  <a:pt x="24742" y="0"/>
                </a:lnTo>
                <a:cubicBezTo>
                  <a:pt x="18425" y="0"/>
                  <a:pt x="18425" y="0"/>
                  <a:pt x="16846" y="4803"/>
                </a:cubicBezTo>
                <a:lnTo>
                  <a:pt x="1579" y="49631"/>
                </a:lnTo>
                <a:cubicBezTo>
                  <a:pt x="1579" y="50164"/>
                  <a:pt x="0" y="53900"/>
                  <a:pt x="0" y="54434"/>
                </a:cubicBezTo>
                <a:cubicBezTo>
                  <a:pt x="0" y="56035"/>
                  <a:pt x="1579" y="57102"/>
                  <a:pt x="3159" y="57102"/>
                </a:cubicBezTo>
                <a:cubicBezTo>
                  <a:pt x="5791" y="57102"/>
                  <a:pt x="5791" y="56035"/>
                  <a:pt x="7370" y="51765"/>
                </a:cubicBezTo>
                <a:cubicBezTo>
                  <a:pt x="21057" y="12274"/>
                  <a:pt x="27374" y="7471"/>
                  <a:pt x="64751" y="7471"/>
                </a:cubicBezTo>
                <a:lnTo>
                  <a:pt x="74753" y="7471"/>
                </a:lnTo>
                <a:cubicBezTo>
                  <a:pt x="81596" y="7471"/>
                  <a:pt x="81596" y="8539"/>
                  <a:pt x="81596" y="10673"/>
                </a:cubicBezTo>
                <a:cubicBezTo>
                  <a:pt x="81596" y="12274"/>
                  <a:pt x="81070" y="15476"/>
                  <a:pt x="80543" y="16010"/>
                </a:cubicBezTo>
                <a:lnTo>
                  <a:pt x="46852" y="152094"/>
                </a:lnTo>
                <a:cubicBezTo>
                  <a:pt x="44746" y="161700"/>
                  <a:pt x="43694" y="164368"/>
                  <a:pt x="16846" y="164368"/>
                </a:cubicBezTo>
                <a:cubicBezTo>
                  <a:pt x="7896" y="164368"/>
                  <a:pt x="6317" y="164368"/>
                  <a:pt x="6317" y="169171"/>
                </a:cubicBezTo>
                <a:cubicBezTo>
                  <a:pt x="6317" y="172373"/>
                  <a:pt x="8949" y="172373"/>
                  <a:pt x="10529" y="172373"/>
                </a:cubicBezTo>
                <a:cubicBezTo>
                  <a:pt x="17372" y="172373"/>
                  <a:pt x="24216" y="171839"/>
                  <a:pt x="31059" y="171839"/>
                </a:cubicBezTo>
                <a:lnTo>
                  <a:pt x="52643" y="171839"/>
                </a:lnTo>
                <a:lnTo>
                  <a:pt x="73700" y="171839"/>
                </a:lnTo>
                <a:cubicBezTo>
                  <a:pt x="81070" y="171839"/>
                  <a:pt x="88440" y="172373"/>
                  <a:pt x="95283" y="172373"/>
                </a:cubicBezTo>
                <a:cubicBezTo>
                  <a:pt x="97916" y="172373"/>
                  <a:pt x="101074" y="172373"/>
                  <a:pt x="101074" y="167570"/>
                </a:cubicBezTo>
                <a:cubicBezTo>
                  <a:pt x="101074" y="164368"/>
                  <a:pt x="98968" y="164368"/>
                  <a:pt x="92651" y="164368"/>
                </a:cubicBezTo>
                <a:cubicBezTo>
                  <a:pt x="86334" y="164368"/>
                  <a:pt x="82649" y="164368"/>
                  <a:pt x="76332" y="163834"/>
                </a:cubicBezTo>
                <a:cubicBezTo>
                  <a:pt x="68962" y="163301"/>
                  <a:pt x="66856" y="162767"/>
                  <a:pt x="66856" y="158498"/>
                </a:cubicBezTo>
                <a:cubicBezTo>
                  <a:pt x="66856" y="157964"/>
                  <a:pt x="66856" y="156897"/>
                  <a:pt x="67909" y="153161"/>
                </a:cubicBezTo>
                <a:lnTo>
                  <a:pt x="101601" y="176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A5DBE-82AC-47F4-BAC5-A944A88A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70" y="5938079"/>
            <a:ext cx="154243" cy="10140"/>
          </a:xfrm>
          <a:custGeom xmlns:a="http://schemas.openxmlformats.org/drawingml/2006/main">
            <a:pathLst>
              <a:path w="154243" h="10140">
                <a:moveTo>
                  <a:pt x="145294" y="10140"/>
                </a:moveTo>
                <a:lnTo>
                  <a:pt x="145294" y="10140"/>
                </a:lnTo>
                <a:cubicBezTo>
                  <a:pt x="149506" y="10140"/>
                  <a:pt x="154243" y="10140"/>
                  <a:pt x="154243" y="5337"/>
                </a:cubicBezTo>
                <a:cubicBezTo>
                  <a:pt x="154243" y="0"/>
                  <a:pt x="149506" y="0"/>
                  <a:pt x="145294" y="0"/>
                </a:cubicBezTo>
                <a:lnTo>
                  <a:pt x="8949" y="0"/>
                </a:lnTo>
                <a:cubicBezTo>
                  <a:pt x="4738" y="0"/>
                  <a:pt x="0" y="0"/>
                  <a:pt x="0" y="5337"/>
                </a:cubicBezTo>
                <a:cubicBezTo>
                  <a:pt x="0" y="10140"/>
                  <a:pt x="4738" y="10140"/>
                  <a:pt x="8949" y="10140"/>
                </a:cubicBezTo>
                <a:lnTo>
                  <a:pt x="145294" y="10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61365-1606-41F3-AE6B-F5D45318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308" y="5837217"/>
            <a:ext cx="82649" cy="169705"/>
          </a:xfrm>
          <a:custGeom xmlns:a="http://schemas.openxmlformats.org/drawingml/2006/main">
            <a:pathLst>
              <a:path w="82649" h="169705">
                <a:moveTo>
                  <a:pt x="51590" y="6404"/>
                </a:moveTo>
                <a:lnTo>
                  <a:pt x="51590" y="6404"/>
                </a:lnTo>
                <a:cubicBezTo>
                  <a:pt x="51590" y="534"/>
                  <a:pt x="51590" y="0"/>
                  <a:pt x="45799" y="0"/>
                </a:cubicBezTo>
                <a:cubicBezTo>
                  <a:pt x="30006" y="16010"/>
                  <a:pt x="7896" y="16010"/>
                  <a:pt x="0" y="16010"/>
                </a:cubicBezTo>
                <a:lnTo>
                  <a:pt x="0" y="24015"/>
                </a:lnTo>
                <a:cubicBezTo>
                  <a:pt x="4738" y="24015"/>
                  <a:pt x="19478" y="24015"/>
                  <a:pt x="32639" y="17611"/>
                </a:cubicBezTo>
                <a:lnTo>
                  <a:pt x="32639" y="149425"/>
                </a:lnTo>
                <a:cubicBezTo>
                  <a:pt x="32639" y="159031"/>
                  <a:pt x="32112" y="161700"/>
                  <a:pt x="9476" y="161700"/>
                </a:cubicBezTo>
                <a:lnTo>
                  <a:pt x="1053" y="161700"/>
                </a:lnTo>
                <a:lnTo>
                  <a:pt x="1053" y="169705"/>
                </a:lnTo>
                <a:cubicBezTo>
                  <a:pt x="10002" y="169171"/>
                  <a:pt x="32112" y="169171"/>
                  <a:pt x="42114" y="169171"/>
                </a:cubicBezTo>
                <a:cubicBezTo>
                  <a:pt x="52116" y="169171"/>
                  <a:pt x="74226" y="169171"/>
                  <a:pt x="82649" y="169705"/>
                </a:cubicBezTo>
                <a:lnTo>
                  <a:pt x="82649" y="161700"/>
                </a:lnTo>
                <a:lnTo>
                  <a:pt x="74753" y="161700"/>
                </a:lnTo>
                <a:cubicBezTo>
                  <a:pt x="52116" y="161700"/>
                  <a:pt x="51590" y="159031"/>
                  <a:pt x="51590" y="149425"/>
                </a:cubicBezTo>
                <a:lnTo>
                  <a:pt x="51590" y="6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F0656-FEB4-4DCD-A6C2-5C00F17C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702" y="5817474"/>
            <a:ext cx="57333" cy="253486"/>
          </a:xfrm>
          <a:custGeom xmlns:a="http://schemas.openxmlformats.org/drawingml/2006/main">
            <a:pathLst>
              <a:path w="57333" h="253486">
                <a:moveTo>
                  <a:pt x="57244" y="102717"/>
                </a:moveTo>
                <a:lnTo>
                  <a:pt x="56879" y="99469"/>
                </a:lnTo>
                <a:lnTo>
                  <a:pt x="56453" y="96160"/>
                </a:lnTo>
                <a:lnTo>
                  <a:pt x="55964" y="92798"/>
                </a:lnTo>
                <a:lnTo>
                  <a:pt x="55407" y="89385"/>
                </a:lnTo>
                <a:lnTo>
                  <a:pt x="54778" y="85928"/>
                </a:lnTo>
                <a:lnTo>
                  <a:pt x="54075" y="82432"/>
                </a:lnTo>
                <a:lnTo>
                  <a:pt x="53293" y="78902"/>
                </a:lnTo>
                <a:lnTo>
                  <a:pt x="52428" y="75342"/>
                </a:lnTo>
                <a:lnTo>
                  <a:pt x="51478" y="71758"/>
                </a:lnTo>
                <a:lnTo>
                  <a:pt x="50438" y="68156"/>
                </a:lnTo>
                <a:lnTo>
                  <a:pt x="49305" y="64539"/>
                </a:lnTo>
                <a:lnTo>
                  <a:pt x="48076" y="60913"/>
                </a:lnTo>
                <a:lnTo>
                  <a:pt x="46745" y="57284"/>
                </a:lnTo>
                <a:lnTo>
                  <a:pt x="45311" y="53656"/>
                </a:lnTo>
                <a:lnTo>
                  <a:pt x="43768" y="50035"/>
                </a:lnTo>
                <a:lnTo>
                  <a:pt x="42114" y="46425"/>
                </a:lnTo>
                <a:lnTo>
                  <a:pt x="40175" y="42570"/>
                </a:lnTo>
                <a:lnTo>
                  <a:pt x="38181" y="38877"/>
                </a:lnTo>
                <a:lnTo>
                  <a:pt x="36143" y="35345"/>
                </a:lnTo>
                <a:lnTo>
                  <a:pt x="34072" y="31975"/>
                </a:lnTo>
                <a:lnTo>
                  <a:pt x="31979" y="28767"/>
                </a:lnTo>
                <a:lnTo>
                  <a:pt x="29875" y="25721"/>
                </a:lnTo>
                <a:lnTo>
                  <a:pt x="27771" y="22838"/>
                </a:lnTo>
                <a:lnTo>
                  <a:pt x="25678" y="20118"/>
                </a:lnTo>
                <a:lnTo>
                  <a:pt x="23607" y="17561"/>
                </a:lnTo>
                <a:lnTo>
                  <a:pt x="21569" y="15167"/>
                </a:lnTo>
                <a:lnTo>
                  <a:pt x="19575" y="12937"/>
                </a:lnTo>
                <a:lnTo>
                  <a:pt x="17635" y="10870"/>
                </a:lnTo>
                <a:lnTo>
                  <a:pt x="15762" y="8968"/>
                </a:lnTo>
                <a:lnTo>
                  <a:pt x="13965" y="7229"/>
                </a:lnTo>
                <a:lnTo>
                  <a:pt x="12256" y="5656"/>
                </a:lnTo>
                <a:lnTo>
                  <a:pt x="10646" y="4246"/>
                </a:lnTo>
                <a:lnTo>
                  <a:pt x="9145" y="3002"/>
                </a:lnTo>
                <a:lnTo>
                  <a:pt x="7765" y="1923"/>
                </a:lnTo>
                <a:lnTo>
                  <a:pt x="6516" y="1009"/>
                </a:lnTo>
                <a:lnTo>
                  <a:pt x="5411" y="261"/>
                </a:lnTo>
                <a:lnTo>
                  <a:pt x="4983" y="0"/>
                </a:lnTo>
                <a:lnTo>
                  <a:pt x="231" y="0"/>
                </a:lnTo>
                <a:lnTo>
                  <a:pt x="189" y="55"/>
                </a:lnTo>
                <a:lnTo>
                  <a:pt x="132" y="142"/>
                </a:lnTo>
                <a:lnTo>
                  <a:pt x="85" y="227"/>
                </a:lnTo>
                <a:lnTo>
                  <a:pt x="48" y="309"/>
                </a:lnTo>
                <a:lnTo>
                  <a:pt x="22" y="387"/>
                </a:lnTo>
                <a:lnTo>
                  <a:pt x="5" y="461"/>
                </a:lnTo>
                <a:lnTo>
                  <a:pt x="0" y="531"/>
                </a:lnTo>
                <a:lnTo>
                  <a:pt x="0" y="661"/>
                </a:lnTo>
                <a:lnTo>
                  <a:pt x="3" y="789"/>
                </a:lnTo>
                <a:lnTo>
                  <a:pt x="9" y="914"/>
                </a:lnTo>
                <a:lnTo>
                  <a:pt x="22" y="1039"/>
                </a:lnTo>
                <a:lnTo>
                  <a:pt x="43" y="1167"/>
                </a:lnTo>
                <a:lnTo>
                  <a:pt x="74" y="1298"/>
                </a:lnTo>
                <a:lnTo>
                  <a:pt x="118" y="1434"/>
                </a:lnTo>
                <a:lnTo>
                  <a:pt x="175" y="1578"/>
                </a:lnTo>
                <a:lnTo>
                  <a:pt x="250" y="1731"/>
                </a:lnTo>
                <a:lnTo>
                  <a:pt x="343" y="1896"/>
                </a:lnTo>
                <a:lnTo>
                  <a:pt x="456" y="2073"/>
                </a:lnTo>
                <a:lnTo>
                  <a:pt x="592" y="2265"/>
                </a:lnTo>
                <a:lnTo>
                  <a:pt x="753" y="2474"/>
                </a:lnTo>
                <a:lnTo>
                  <a:pt x="940" y="2701"/>
                </a:lnTo>
                <a:lnTo>
                  <a:pt x="1157" y="2949"/>
                </a:lnTo>
                <a:lnTo>
                  <a:pt x="1404" y="3219"/>
                </a:lnTo>
                <a:lnTo>
                  <a:pt x="1684" y="3513"/>
                </a:lnTo>
                <a:lnTo>
                  <a:pt x="1999" y="3833"/>
                </a:lnTo>
                <a:lnTo>
                  <a:pt x="2351" y="4180"/>
                </a:lnTo>
                <a:lnTo>
                  <a:pt x="2742" y="4558"/>
                </a:lnTo>
                <a:lnTo>
                  <a:pt x="3174" y="4967"/>
                </a:lnTo>
                <a:lnTo>
                  <a:pt x="3649" y="5409"/>
                </a:lnTo>
                <a:lnTo>
                  <a:pt x="4170" y="5886"/>
                </a:lnTo>
                <a:lnTo>
                  <a:pt x="4738" y="6401"/>
                </a:lnTo>
                <a:lnTo>
                  <a:pt x="7778" y="9680"/>
                </a:lnTo>
                <a:lnTo>
                  <a:pt x="10712" y="13115"/>
                </a:lnTo>
                <a:lnTo>
                  <a:pt x="13538" y="16703"/>
                </a:lnTo>
                <a:lnTo>
                  <a:pt x="16253" y="20444"/>
                </a:lnTo>
                <a:lnTo>
                  <a:pt x="18856" y="24337"/>
                </a:lnTo>
                <a:lnTo>
                  <a:pt x="21345" y="28381"/>
                </a:lnTo>
                <a:lnTo>
                  <a:pt x="23717" y="32575"/>
                </a:lnTo>
                <a:lnTo>
                  <a:pt x="25970" y="36918"/>
                </a:lnTo>
                <a:lnTo>
                  <a:pt x="28103" y="41410"/>
                </a:lnTo>
                <a:lnTo>
                  <a:pt x="30113" y="46049"/>
                </a:lnTo>
                <a:lnTo>
                  <a:pt x="31999" y="50834"/>
                </a:lnTo>
                <a:lnTo>
                  <a:pt x="33757" y="55765"/>
                </a:lnTo>
                <a:lnTo>
                  <a:pt x="35387" y="60840"/>
                </a:lnTo>
                <a:lnTo>
                  <a:pt x="36886" y="66059"/>
                </a:lnTo>
                <a:lnTo>
                  <a:pt x="38251" y="71420"/>
                </a:lnTo>
                <a:lnTo>
                  <a:pt x="39482" y="76923"/>
                </a:lnTo>
                <a:lnTo>
                  <a:pt x="40576" y="82567"/>
                </a:lnTo>
                <a:lnTo>
                  <a:pt x="41530" y="88351"/>
                </a:lnTo>
                <a:lnTo>
                  <a:pt x="42344" y="94274"/>
                </a:lnTo>
                <a:lnTo>
                  <a:pt x="43014" y="100335"/>
                </a:lnTo>
                <a:lnTo>
                  <a:pt x="43538" y="106533"/>
                </a:lnTo>
                <a:lnTo>
                  <a:pt x="43916" y="112868"/>
                </a:lnTo>
                <a:lnTo>
                  <a:pt x="44144" y="119337"/>
                </a:lnTo>
                <a:lnTo>
                  <a:pt x="44220" y="125941"/>
                </a:lnTo>
                <a:lnTo>
                  <a:pt x="44170" y="131355"/>
                </a:lnTo>
                <a:lnTo>
                  <a:pt x="44016" y="136783"/>
                </a:lnTo>
                <a:lnTo>
                  <a:pt x="43752" y="142221"/>
                </a:lnTo>
                <a:lnTo>
                  <a:pt x="43374" y="147661"/>
                </a:lnTo>
                <a:lnTo>
                  <a:pt x="42877" y="153096"/>
                </a:lnTo>
                <a:lnTo>
                  <a:pt x="42254" y="158520"/>
                </a:lnTo>
                <a:lnTo>
                  <a:pt x="41501" y="163925"/>
                </a:lnTo>
                <a:lnTo>
                  <a:pt x="40613" y="169306"/>
                </a:lnTo>
                <a:lnTo>
                  <a:pt x="39584" y="174656"/>
                </a:lnTo>
                <a:lnTo>
                  <a:pt x="38409" y="179967"/>
                </a:lnTo>
                <a:lnTo>
                  <a:pt x="37083" y="185233"/>
                </a:lnTo>
                <a:lnTo>
                  <a:pt x="35600" y="190448"/>
                </a:lnTo>
                <a:lnTo>
                  <a:pt x="33955" y="195604"/>
                </a:lnTo>
                <a:lnTo>
                  <a:pt x="32143" y="200695"/>
                </a:lnTo>
                <a:lnTo>
                  <a:pt x="30160" y="205714"/>
                </a:lnTo>
                <a:lnTo>
                  <a:pt x="27998" y="210655"/>
                </a:lnTo>
                <a:lnTo>
                  <a:pt x="25654" y="215511"/>
                </a:lnTo>
                <a:lnTo>
                  <a:pt x="23122" y="220274"/>
                </a:lnTo>
                <a:lnTo>
                  <a:pt x="20396" y="224939"/>
                </a:lnTo>
                <a:lnTo>
                  <a:pt x="17472" y="229499"/>
                </a:lnTo>
                <a:lnTo>
                  <a:pt x="14344" y="233946"/>
                </a:lnTo>
                <a:lnTo>
                  <a:pt x="11007" y="238275"/>
                </a:lnTo>
                <a:lnTo>
                  <a:pt x="7456" y="242478"/>
                </a:lnTo>
                <a:lnTo>
                  <a:pt x="3685" y="246549"/>
                </a:lnTo>
                <a:lnTo>
                  <a:pt x="3243" y="246871"/>
                </a:lnTo>
                <a:lnTo>
                  <a:pt x="2838" y="247173"/>
                </a:lnTo>
                <a:lnTo>
                  <a:pt x="2469" y="247455"/>
                </a:lnTo>
                <a:lnTo>
                  <a:pt x="2133" y="247717"/>
                </a:lnTo>
                <a:lnTo>
                  <a:pt x="1828" y="247963"/>
                </a:lnTo>
                <a:lnTo>
                  <a:pt x="1555" y="248192"/>
                </a:lnTo>
                <a:lnTo>
                  <a:pt x="1310" y="248405"/>
                </a:lnTo>
                <a:lnTo>
                  <a:pt x="1092" y="248604"/>
                </a:lnTo>
                <a:lnTo>
                  <a:pt x="900" y="248791"/>
                </a:lnTo>
                <a:lnTo>
                  <a:pt x="731" y="248965"/>
                </a:lnTo>
                <a:lnTo>
                  <a:pt x="586" y="249129"/>
                </a:lnTo>
                <a:lnTo>
                  <a:pt x="461" y="249284"/>
                </a:lnTo>
                <a:lnTo>
                  <a:pt x="355" y="249430"/>
                </a:lnTo>
                <a:lnTo>
                  <a:pt x="267" y="249569"/>
                </a:lnTo>
                <a:lnTo>
                  <a:pt x="194" y="249702"/>
                </a:lnTo>
                <a:lnTo>
                  <a:pt x="136" y="249830"/>
                </a:lnTo>
                <a:lnTo>
                  <a:pt x="91" y="249954"/>
                </a:lnTo>
                <a:lnTo>
                  <a:pt x="58" y="250076"/>
                </a:lnTo>
                <a:lnTo>
                  <a:pt x="33" y="250196"/>
                </a:lnTo>
                <a:lnTo>
                  <a:pt x="17" y="250317"/>
                </a:lnTo>
                <a:lnTo>
                  <a:pt x="7" y="250438"/>
                </a:lnTo>
                <a:lnTo>
                  <a:pt x="2" y="250561"/>
                </a:lnTo>
                <a:lnTo>
                  <a:pt x="0" y="250687"/>
                </a:lnTo>
                <a:lnTo>
                  <a:pt x="0" y="250818"/>
                </a:lnTo>
                <a:lnTo>
                  <a:pt x="5" y="251015"/>
                </a:lnTo>
                <a:lnTo>
                  <a:pt x="22" y="251207"/>
                </a:lnTo>
                <a:lnTo>
                  <a:pt x="48" y="251392"/>
                </a:lnTo>
                <a:lnTo>
                  <a:pt x="85" y="251572"/>
                </a:lnTo>
                <a:lnTo>
                  <a:pt x="132" y="251744"/>
                </a:lnTo>
                <a:lnTo>
                  <a:pt x="189" y="251910"/>
                </a:lnTo>
                <a:lnTo>
                  <a:pt x="256" y="252070"/>
                </a:lnTo>
                <a:lnTo>
                  <a:pt x="331" y="252221"/>
                </a:lnTo>
                <a:lnTo>
                  <a:pt x="416" y="252366"/>
                </a:lnTo>
                <a:lnTo>
                  <a:pt x="510" y="252503"/>
                </a:lnTo>
                <a:lnTo>
                  <a:pt x="613" y="252632"/>
                </a:lnTo>
                <a:lnTo>
                  <a:pt x="724" y="252753"/>
                </a:lnTo>
                <a:lnTo>
                  <a:pt x="843" y="252865"/>
                </a:lnTo>
                <a:lnTo>
                  <a:pt x="970" y="252969"/>
                </a:lnTo>
                <a:lnTo>
                  <a:pt x="1105" y="253064"/>
                </a:lnTo>
                <a:lnTo>
                  <a:pt x="1248" y="253150"/>
                </a:lnTo>
                <a:lnTo>
                  <a:pt x="1398" y="253227"/>
                </a:lnTo>
                <a:lnTo>
                  <a:pt x="1555" y="253295"/>
                </a:lnTo>
                <a:lnTo>
                  <a:pt x="1718" y="253352"/>
                </a:lnTo>
                <a:lnTo>
                  <a:pt x="1889" y="253400"/>
                </a:lnTo>
                <a:lnTo>
                  <a:pt x="2066" y="253437"/>
                </a:lnTo>
                <a:lnTo>
                  <a:pt x="2249" y="253465"/>
                </a:lnTo>
                <a:lnTo>
                  <a:pt x="2438" y="253481"/>
                </a:lnTo>
                <a:lnTo>
                  <a:pt x="2632" y="253486"/>
                </a:lnTo>
                <a:lnTo>
                  <a:pt x="3063" y="253395"/>
                </a:lnTo>
                <a:lnTo>
                  <a:pt x="3691" y="253121"/>
                </a:lnTo>
                <a:lnTo>
                  <a:pt x="4502" y="252666"/>
                </a:lnTo>
                <a:lnTo>
                  <a:pt x="5486" y="252031"/>
                </a:lnTo>
                <a:lnTo>
                  <a:pt x="6630" y="251218"/>
                </a:lnTo>
                <a:lnTo>
                  <a:pt x="7921" y="250226"/>
                </a:lnTo>
                <a:lnTo>
                  <a:pt x="9348" y="249058"/>
                </a:lnTo>
                <a:lnTo>
                  <a:pt x="10899" y="247715"/>
                </a:lnTo>
                <a:lnTo>
                  <a:pt x="12561" y="246198"/>
                </a:lnTo>
                <a:lnTo>
                  <a:pt x="14323" y="244507"/>
                </a:lnTo>
                <a:lnTo>
                  <a:pt x="16172" y="242645"/>
                </a:lnTo>
                <a:lnTo>
                  <a:pt x="18096" y="240612"/>
                </a:lnTo>
                <a:lnTo>
                  <a:pt x="20083" y="238409"/>
                </a:lnTo>
                <a:lnTo>
                  <a:pt x="22121" y="236038"/>
                </a:lnTo>
                <a:lnTo>
                  <a:pt x="24198" y="233500"/>
                </a:lnTo>
                <a:lnTo>
                  <a:pt x="26302" y="230796"/>
                </a:lnTo>
                <a:lnTo>
                  <a:pt x="28420" y="227927"/>
                </a:lnTo>
                <a:lnTo>
                  <a:pt x="30541" y="224894"/>
                </a:lnTo>
                <a:lnTo>
                  <a:pt x="32652" y="221698"/>
                </a:lnTo>
                <a:lnTo>
                  <a:pt x="34742" y="218341"/>
                </a:lnTo>
                <a:lnTo>
                  <a:pt x="36798" y="214824"/>
                </a:lnTo>
                <a:lnTo>
                  <a:pt x="38807" y="211148"/>
                </a:lnTo>
                <a:lnTo>
                  <a:pt x="40759" y="207313"/>
                </a:lnTo>
                <a:lnTo>
                  <a:pt x="42641" y="203322"/>
                </a:lnTo>
                <a:lnTo>
                  <a:pt x="44171" y="199851"/>
                </a:lnTo>
                <a:lnTo>
                  <a:pt x="45605" y="196378"/>
                </a:lnTo>
                <a:lnTo>
                  <a:pt x="46947" y="192905"/>
                </a:lnTo>
                <a:lnTo>
                  <a:pt x="48197" y="189437"/>
                </a:lnTo>
                <a:lnTo>
                  <a:pt x="49360" y="185976"/>
                </a:lnTo>
                <a:lnTo>
                  <a:pt x="50438" y="182526"/>
                </a:lnTo>
                <a:lnTo>
                  <a:pt x="51434" y="179090"/>
                </a:lnTo>
                <a:lnTo>
                  <a:pt x="52350" y="175671"/>
                </a:lnTo>
                <a:lnTo>
                  <a:pt x="53190" y="172272"/>
                </a:lnTo>
                <a:lnTo>
                  <a:pt x="53955" y="168897"/>
                </a:lnTo>
                <a:lnTo>
                  <a:pt x="54649" y="165548"/>
                </a:lnTo>
                <a:lnTo>
                  <a:pt x="55275" y="162230"/>
                </a:lnTo>
                <a:lnTo>
                  <a:pt x="55835" y="158945"/>
                </a:lnTo>
                <a:lnTo>
                  <a:pt x="56331" y="155697"/>
                </a:lnTo>
                <a:lnTo>
                  <a:pt x="56768" y="152489"/>
                </a:lnTo>
                <a:lnTo>
                  <a:pt x="57147" y="149323"/>
                </a:lnTo>
                <a:lnTo>
                  <a:pt x="57333" y="147528"/>
                </a:lnTo>
                <a:lnTo>
                  <a:pt x="57333" y="103635"/>
                </a:lnTo>
                <a:lnTo>
                  <a:pt x="57244" y="102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CDE3C-B324-482E-9C65-FC42D631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8314" y="2209068"/>
            <a:ext cx="229273" cy="207029"/>
          </a:xfrm>
          <a:custGeom xmlns:a="http://schemas.openxmlformats.org/drawingml/2006/main">
            <a:pathLst>
              <a:path w="229273" h="207029">
                <a:moveTo>
                  <a:pt x="129479" y="39886"/>
                </a:moveTo>
                <a:lnTo>
                  <a:pt x="129479" y="39886"/>
                </a:lnTo>
                <a:cubicBezTo>
                  <a:pt x="126953" y="17727"/>
                  <a:pt x="124426" y="0"/>
                  <a:pt x="102952" y="0"/>
                </a:cubicBezTo>
                <a:cubicBezTo>
                  <a:pt x="74529" y="0"/>
                  <a:pt x="54950" y="20893"/>
                  <a:pt x="54950" y="29123"/>
                </a:cubicBezTo>
                <a:cubicBezTo>
                  <a:pt x="54950" y="31656"/>
                  <a:pt x="56844" y="31656"/>
                  <a:pt x="58108" y="31656"/>
                </a:cubicBezTo>
                <a:cubicBezTo>
                  <a:pt x="61266" y="31656"/>
                  <a:pt x="74529" y="27224"/>
                  <a:pt x="80214" y="17094"/>
                </a:cubicBezTo>
                <a:lnTo>
                  <a:pt x="80845" y="17094"/>
                </a:lnTo>
                <a:cubicBezTo>
                  <a:pt x="97267" y="17094"/>
                  <a:pt x="101057" y="25958"/>
                  <a:pt x="104215" y="57614"/>
                </a:cubicBezTo>
                <a:lnTo>
                  <a:pt x="108636" y="101932"/>
                </a:lnTo>
                <a:cubicBezTo>
                  <a:pt x="97899" y="107630"/>
                  <a:pt x="56844" y="132322"/>
                  <a:pt x="35370" y="147516"/>
                </a:cubicBezTo>
                <a:cubicBezTo>
                  <a:pt x="632" y="172208"/>
                  <a:pt x="0" y="181072"/>
                  <a:pt x="0" y="189935"/>
                </a:cubicBezTo>
                <a:cubicBezTo>
                  <a:pt x="0" y="200065"/>
                  <a:pt x="5684" y="207029"/>
                  <a:pt x="14527" y="207029"/>
                </a:cubicBezTo>
                <a:cubicBezTo>
                  <a:pt x="24001" y="207029"/>
                  <a:pt x="37896" y="196899"/>
                  <a:pt x="37896" y="192468"/>
                </a:cubicBezTo>
                <a:cubicBezTo>
                  <a:pt x="37896" y="190568"/>
                  <a:pt x="36633" y="190568"/>
                  <a:pt x="35370" y="190568"/>
                </a:cubicBezTo>
                <a:cubicBezTo>
                  <a:pt x="32843" y="189935"/>
                  <a:pt x="25896" y="188669"/>
                  <a:pt x="25896" y="176640"/>
                </a:cubicBezTo>
                <a:cubicBezTo>
                  <a:pt x="25896" y="169042"/>
                  <a:pt x="25896" y="165244"/>
                  <a:pt x="58108" y="143718"/>
                </a:cubicBezTo>
                <a:cubicBezTo>
                  <a:pt x="76424" y="131688"/>
                  <a:pt x="93478" y="121559"/>
                  <a:pt x="109268" y="112062"/>
                </a:cubicBezTo>
                <a:cubicBezTo>
                  <a:pt x="109268" y="112695"/>
                  <a:pt x="113689" y="157646"/>
                  <a:pt x="114320" y="162711"/>
                </a:cubicBezTo>
                <a:cubicBezTo>
                  <a:pt x="116847" y="186770"/>
                  <a:pt x="119373" y="207029"/>
                  <a:pt x="141479" y="207029"/>
                </a:cubicBezTo>
                <a:cubicBezTo>
                  <a:pt x="169902" y="207029"/>
                  <a:pt x="189481" y="186137"/>
                  <a:pt x="189481" y="177906"/>
                </a:cubicBezTo>
                <a:cubicBezTo>
                  <a:pt x="189481" y="176007"/>
                  <a:pt x="188218" y="176007"/>
                  <a:pt x="186323" y="176007"/>
                </a:cubicBezTo>
                <a:cubicBezTo>
                  <a:pt x="183165" y="176007"/>
                  <a:pt x="169902" y="179805"/>
                  <a:pt x="164217" y="189935"/>
                </a:cubicBezTo>
                <a:cubicBezTo>
                  <a:pt x="163586" y="190568"/>
                  <a:pt x="161691" y="190568"/>
                  <a:pt x="161691" y="190568"/>
                </a:cubicBezTo>
                <a:cubicBezTo>
                  <a:pt x="144006" y="190568"/>
                  <a:pt x="142111" y="170942"/>
                  <a:pt x="140216" y="145617"/>
                </a:cubicBezTo>
                <a:cubicBezTo>
                  <a:pt x="138953" y="136120"/>
                  <a:pt x="138321" y="128523"/>
                  <a:pt x="135163" y="96867"/>
                </a:cubicBezTo>
                <a:cubicBezTo>
                  <a:pt x="229273" y="40520"/>
                  <a:pt x="229273" y="29757"/>
                  <a:pt x="229273" y="17094"/>
                </a:cubicBezTo>
                <a:cubicBezTo>
                  <a:pt x="229273" y="6964"/>
                  <a:pt x="223588" y="0"/>
                  <a:pt x="214746" y="0"/>
                </a:cubicBezTo>
                <a:cubicBezTo>
                  <a:pt x="205272" y="0"/>
                  <a:pt x="191376" y="10763"/>
                  <a:pt x="191376" y="14562"/>
                </a:cubicBezTo>
                <a:cubicBezTo>
                  <a:pt x="191376" y="16461"/>
                  <a:pt x="193271" y="17094"/>
                  <a:pt x="193903" y="17094"/>
                </a:cubicBezTo>
                <a:cubicBezTo>
                  <a:pt x="195798" y="17094"/>
                  <a:pt x="203377" y="18360"/>
                  <a:pt x="203377" y="30390"/>
                </a:cubicBezTo>
                <a:cubicBezTo>
                  <a:pt x="203377" y="37987"/>
                  <a:pt x="202745" y="42419"/>
                  <a:pt x="176849" y="59513"/>
                </a:cubicBezTo>
                <a:cubicBezTo>
                  <a:pt x="168007" y="65844"/>
                  <a:pt x="154743" y="73442"/>
                  <a:pt x="133900" y="86737"/>
                </a:cubicBezTo>
                <a:lnTo>
                  <a:pt x="129479" y="39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DADE3-BEC6-4E14-A61C-9C0658EA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376" y="2367348"/>
            <a:ext cx="90319" cy="96234"/>
          </a:xfrm>
          <a:custGeom xmlns:a="http://schemas.openxmlformats.org/drawingml/2006/main">
            <a:pathLst>
              <a:path w="90319" h="96234">
                <a:moveTo>
                  <a:pt x="84003" y="45584"/>
                </a:moveTo>
                <a:lnTo>
                  <a:pt x="84003" y="45584"/>
                </a:lnTo>
                <a:cubicBezTo>
                  <a:pt x="88425" y="45584"/>
                  <a:pt x="90319" y="45584"/>
                  <a:pt x="90319" y="41153"/>
                </a:cubicBezTo>
                <a:cubicBezTo>
                  <a:pt x="90319" y="22792"/>
                  <a:pt x="79582" y="0"/>
                  <a:pt x="48634" y="0"/>
                </a:cubicBezTo>
                <a:cubicBezTo>
                  <a:pt x="20843" y="0"/>
                  <a:pt x="0" y="21526"/>
                  <a:pt x="0" y="47484"/>
                </a:cubicBezTo>
                <a:cubicBezTo>
                  <a:pt x="0" y="74708"/>
                  <a:pt x="23369" y="96234"/>
                  <a:pt x="51160" y="96234"/>
                </a:cubicBezTo>
                <a:cubicBezTo>
                  <a:pt x="79582" y="96234"/>
                  <a:pt x="90319" y="73442"/>
                  <a:pt x="90319" y="68377"/>
                </a:cubicBezTo>
                <a:cubicBezTo>
                  <a:pt x="90319" y="67744"/>
                  <a:pt x="89688" y="65844"/>
                  <a:pt x="86530" y="65844"/>
                </a:cubicBezTo>
                <a:cubicBezTo>
                  <a:pt x="84003" y="65844"/>
                  <a:pt x="83372" y="67110"/>
                  <a:pt x="82740" y="69010"/>
                </a:cubicBezTo>
                <a:cubicBezTo>
                  <a:pt x="76424" y="86104"/>
                  <a:pt x="60002" y="89270"/>
                  <a:pt x="52423" y="89270"/>
                </a:cubicBezTo>
                <a:cubicBezTo>
                  <a:pt x="42949" y="89270"/>
                  <a:pt x="33475" y="84838"/>
                  <a:pt x="27159" y="77240"/>
                </a:cubicBezTo>
                <a:cubicBezTo>
                  <a:pt x="18948" y="67110"/>
                  <a:pt x="18948" y="53815"/>
                  <a:pt x="18948" y="45584"/>
                </a:cubicBezTo>
                <a:lnTo>
                  <a:pt x="84003" y="45584"/>
                </a:lnTo>
                <a:close/>
                <a:moveTo>
                  <a:pt x="18948" y="40520"/>
                </a:moveTo>
                <a:lnTo>
                  <a:pt x="18948" y="40520"/>
                </a:lnTo>
                <a:cubicBezTo>
                  <a:pt x="21475" y="10763"/>
                  <a:pt x="40423" y="5698"/>
                  <a:pt x="48634" y="5698"/>
                </a:cubicBezTo>
                <a:cubicBezTo>
                  <a:pt x="74529" y="5698"/>
                  <a:pt x="75161" y="34821"/>
                  <a:pt x="75161" y="40520"/>
                </a:cubicBezTo>
                <a:lnTo>
                  <a:pt x="18948" y="405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8AEBD-93C0-491A-BDA7-623B8EB6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4750" y="2367348"/>
            <a:ext cx="90319" cy="96234"/>
          </a:xfrm>
          <a:custGeom xmlns:a="http://schemas.openxmlformats.org/drawingml/2006/main">
            <a:pathLst>
              <a:path w="90319" h="96234">
                <a:moveTo>
                  <a:pt x="84003" y="45584"/>
                </a:moveTo>
                <a:lnTo>
                  <a:pt x="84003" y="45584"/>
                </a:lnTo>
                <a:cubicBezTo>
                  <a:pt x="88425" y="45584"/>
                  <a:pt x="90319" y="45584"/>
                  <a:pt x="90319" y="41153"/>
                </a:cubicBezTo>
                <a:cubicBezTo>
                  <a:pt x="90319" y="22792"/>
                  <a:pt x="79582" y="0"/>
                  <a:pt x="48634" y="0"/>
                </a:cubicBezTo>
                <a:cubicBezTo>
                  <a:pt x="20843" y="0"/>
                  <a:pt x="0" y="21526"/>
                  <a:pt x="0" y="47484"/>
                </a:cubicBezTo>
                <a:cubicBezTo>
                  <a:pt x="0" y="74708"/>
                  <a:pt x="23369" y="96234"/>
                  <a:pt x="51160" y="96234"/>
                </a:cubicBezTo>
                <a:cubicBezTo>
                  <a:pt x="79582" y="96234"/>
                  <a:pt x="90319" y="73442"/>
                  <a:pt x="90319" y="68377"/>
                </a:cubicBezTo>
                <a:cubicBezTo>
                  <a:pt x="90319" y="67744"/>
                  <a:pt x="89688" y="65844"/>
                  <a:pt x="86530" y="65844"/>
                </a:cubicBezTo>
                <a:cubicBezTo>
                  <a:pt x="84003" y="65844"/>
                  <a:pt x="83372" y="67110"/>
                  <a:pt x="82740" y="69010"/>
                </a:cubicBezTo>
                <a:cubicBezTo>
                  <a:pt x="76424" y="86104"/>
                  <a:pt x="60002" y="89270"/>
                  <a:pt x="52423" y="89270"/>
                </a:cubicBezTo>
                <a:cubicBezTo>
                  <a:pt x="42949" y="89270"/>
                  <a:pt x="33475" y="84838"/>
                  <a:pt x="27159" y="77240"/>
                </a:cubicBezTo>
                <a:cubicBezTo>
                  <a:pt x="18948" y="67110"/>
                  <a:pt x="18948" y="53815"/>
                  <a:pt x="18948" y="45584"/>
                </a:cubicBezTo>
                <a:lnTo>
                  <a:pt x="84003" y="45584"/>
                </a:lnTo>
                <a:close/>
                <a:moveTo>
                  <a:pt x="18948" y="40520"/>
                </a:moveTo>
                <a:lnTo>
                  <a:pt x="18948" y="40520"/>
                </a:lnTo>
                <a:cubicBezTo>
                  <a:pt x="21475" y="10763"/>
                  <a:pt x="40423" y="5698"/>
                  <a:pt x="48634" y="5698"/>
                </a:cubicBezTo>
                <a:cubicBezTo>
                  <a:pt x="74529" y="5698"/>
                  <a:pt x="75161" y="34821"/>
                  <a:pt x="75161" y="40520"/>
                </a:cubicBezTo>
                <a:lnTo>
                  <a:pt x="18948" y="405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DC98E-8ECD-424B-9565-23F20639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8757" y="2188809"/>
            <a:ext cx="70108" cy="302630"/>
          </a:xfrm>
          <a:custGeom xmlns:a="http://schemas.openxmlformats.org/drawingml/2006/main">
            <a:pathLst>
              <a:path w="70108" h="302630">
                <a:moveTo>
                  <a:pt x="70108" y="300098"/>
                </a:moveTo>
                <a:lnTo>
                  <a:pt x="70108" y="300098"/>
                </a:lnTo>
                <a:cubicBezTo>
                  <a:pt x="70108" y="298831"/>
                  <a:pt x="70108" y="298198"/>
                  <a:pt x="65055" y="293133"/>
                </a:cubicBezTo>
                <a:cubicBezTo>
                  <a:pt x="27159" y="255146"/>
                  <a:pt x="17053" y="197533"/>
                  <a:pt x="17053" y="151315"/>
                </a:cubicBezTo>
                <a:cubicBezTo>
                  <a:pt x="17053" y="98766"/>
                  <a:pt x="29054" y="46218"/>
                  <a:pt x="65687" y="8231"/>
                </a:cubicBezTo>
                <a:cubicBezTo>
                  <a:pt x="70108" y="4432"/>
                  <a:pt x="70108" y="4432"/>
                  <a:pt x="70108" y="3166"/>
                </a:cubicBezTo>
                <a:cubicBezTo>
                  <a:pt x="70108" y="1266"/>
                  <a:pt x="68845" y="0"/>
                  <a:pt x="66950" y="0"/>
                </a:cubicBezTo>
                <a:cubicBezTo>
                  <a:pt x="63792" y="0"/>
                  <a:pt x="36633" y="20893"/>
                  <a:pt x="18948" y="59513"/>
                </a:cubicBezTo>
                <a:cubicBezTo>
                  <a:pt x="3158" y="92435"/>
                  <a:pt x="0" y="125990"/>
                  <a:pt x="0" y="151315"/>
                </a:cubicBezTo>
                <a:cubicBezTo>
                  <a:pt x="0" y="175374"/>
                  <a:pt x="3158" y="211461"/>
                  <a:pt x="19580" y="245650"/>
                </a:cubicBezTo>
                <a:cubicBezTo>
                  <a:pt x="37896" y="283003"/>
                  <a:pt x="63792" y="302630"/>
                  <a:pt x="66950" y="302630"/>
                </a:cubicBezTo>
                <a:cubicBezTo>
                  <a:pt x="68845" y="302630"/>
                  <a:pt x="70108" y="301997"/>
                  <a:pt x="70108" y="30009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60E72-7E0A-4881-8F71-3CADC70E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79" y="2214133"/>
            <a:ext cx="99794" cy="201964"/>
          </a:xfrm>
          <a:custGeom xmlns:a="http://schemas.openxmlformats.org/drawingml/2006/main">
            <a:pathLst>
              <a:path w="99794" h="201964">
                <a:moveTo>
                  <a:pt x="61897" y="8231"/>
                </a:moveTo>
                <a:lnTo>
                  <a:pt x="61897" y="8231"/>
                </a:lnTo>
                <a:cubicBezTo>
                  <a:pt x="61897" y="633"/>
                  <a:pt x="61897" y="0"/>
                  <a:pt x="54950" y="0"/>
                </a:cubicBezTo>
                <a:cubicBezTo>
                  <a:pt x="36001" y="19627"/>
                  <a:pt x="9474" y="19627"/>
                  <a:pt x="0" y="19627"/>
                </a:cubicBezTo>
                <a:lnTo>
                  <a:pt x="0" y="29123"/>
                </a:lnTo>
                <a:cubicBezTo>
                  <a:pt x="6316" y="29123"/>
                  <a:pt x="24001" y="29123"/>
                  <a:pt x="39791" y="20893"/>
                </a:cubicBezTo>
                <a:lnTo>
                  <a:pt x="39791" y="177906"/>
                </a:lnTo>
                <a:cubicBezTo>
                  <a:pt x="39791" y="188669"/>
                  <a:pt x="38528" y="192468"/>
                  <a:pt x="11369" y="192468"/>
                </a:cubicBezTo>
                <a:lnTo>
                  <a:pt x="1895" y="192468"/>
                </a:lnTo>
                <a:lnTo>
                  <a:pt x="1895" y="201964"/>
                </a:lnTo>
                <a:cubicBezTo>
                  <a:pt x="12632" y="200698"/>
                  <a:pt x="38528" y="200698"/>
                  <a:pt x="50528" y="200698"/>
                </a:cubicBezTo>
                <a:cubicBezTo>
                  <a:pt x="62529" y="200698"/>
                  <a:pt x="89056" y="200698"/>
                  <a:pt x="99794" y="201964"/>
                </a:cubicBezTo>
                <a:lnTo>
                  <a:pt x="99794" y="192468"/>
                </a:lnTo>
                <a:lnTo>
                  <a:pt x="89688" y="192468"/>
                </a:lnTo>
                <a:cubicBezTo>
                  <a:pt x="62529" y="192468"/>
                  <a:pt x="61897" y="189302"/>
                  <a:pt x="61897" y="177906"/>
                </a:cubicBezTo>
                <a:lnTo>
                  <a:pt x="61897" y="8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111BB-6078-4771-B73E-844EE3B8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4559" y="2188809"/>
            <a:ext cx="68089" cy="302630"/>
          </a:xfrm>
          <a:custGeom xmlns:a="http://schemas.openxmlformats.org/drawingml/2006/main">
            <a:pathLst>
              <a:path w="68089" h="302630">
                <a:moveTo>
                  <a:pt x="68043" y="120187"/>
                </a:moveTo>
                <a:lnTo>
                  <a:pt x="67495" y="116254"/>
                </a:lnTo>
                <a:lnTo>
                  <a:pt x="66869" y="112250"/>
                </a:lnTo>
                <a:lnTo>
                  <a:pt x="66161" y="108184"/>
                </a:lnTo>
                <a:lnTo>
                  <a:pt x="65367" y="104062"/>
                </a:lnTo>
                <a:lnTo>
                  <a:pt x="64484" y="99890"/>
                </a:lnTo>
                <a:lnTo>
                  <a:pt x="63508" y="95676"/>
                </a:lnTo>
                <a:lnTo>
                  <a:pt x="62435" y="91427"/>
                </a:lnTo>
                <a:lnTo>
                  <a:pt x="61261" y="87149"/>
                </a:lnTo>
                <a:lnTo>
                  <a:pt x="59983" y="82849"/>
                </a:lnTo>
                <a:lnTo>
                  <a:pt x="58596" y="78535"/>
                </a:lnTo>
                <a:lnTo>
                  <a:pt x="57096" y="74212"/>
                </a:lnTo>
                <a:lnTo>
                  <a:pt x="55480" y="69889"/>
                </a:lnTo>
                <a:lnTo>
                  <a:pt x="53744" y="65571"/>
                </a:lnTo>
                <a:lnTo>
                  <a:pt x="51884" y="61266"/>
                </a:lnTo>
                <a:lnTo>
                  <a:pt x="49897" y="56981"/>
                </a:lnTo>
                <a:lnTo>
                  <a:pt x="47570" y="52404"/>
                </a:lnTo>
                <a:lnTo>
                  <a:pt x="45178" y="48012"/>
                </a:lnTo>
                <a:lnTo>
                  <a:pt x="42733" y="43808"/>
                </a:lnTo>
                <a:lnTo>
                  <a:pt x="40250" y="39790"/>
                </a:lnTo>
                <a:lnTo>
                  <a:pt x="37742" y="35960"/>
                </a:lnTo>
                <a:lnTo>
                  <a:pt x="35222" y="32319"/>
                </a:lnTo>
                <a:lnTo>
                  <a:pt x="32703" y="28867"/>
                </a:lnTo>
                <a:lnTo>
                  <a:pt x="30200" y="25606"/>
                </a:lnTo>
                <a:lnTo>
                  <a:pt x="27725" y="22536"/>
                </a:lnTo>
                <a:lnTo>
                  <a:pt x="25292" y="19659"/>
                </a:lnTo>
                <a:lnTo>
                  <a:pt x="22915" y="16974"/>
                </a:lnTo>
                <a:lnTo>
                  <a:pt x="20606" y="14483"/>
                </a:lnTo>
                <a:lnTo>
                  <a:pt x="18380" y="12186"/>
                </a:lnTo>
                <a:lnTo>
                  <a:pt x="16249" y="10085"/>
                </a:lnTo>
                <a:lnTo>
                  <a:pt x="14227" y="8180"/>
                </a:lnTo>
                <a:lnTo>
                  <a:pt x="12328" y="6472"/>
                </a:lnTo>
                <a:lnTo>
                  <a:pt x="10565" y="4962"/>
                </a:lnTo>
                <a:lnTo>
                  <a:pt x="8951" y="3650"/>
                </a:lnTo>
                <a:lnTo>
                  <a:pt x="7500" y="2538"/>
                </a:lnTo>
                <a:lnTo>
                  <a:pt x="6225" y="1627"/>
                </a:lnTo>
                <a:lnTo>
                  <a:pt x="5140" y="916"/>
                </a:lnTo>
                <a:lnTo>
                  <a:pt x="4259" y="408"/>
                </a:lnTo>
                <a:lnTo>
                  <a:pt x="3593" y="102"/>
                </a:lnTo>
                <a:lnTo>
                  <a:pt x="3158" y="0"/>
                </a:lnTo>
                <a:lnTo>
                  <a:pt x="2925" y="7"/>
                </a:lnTo>
                <a:lnTo>
                  <a:pt x="2698" y="26"/>
                </a:lnTo>
                <a:lnTo>
                  <a:pt x="2478" y="58"/>
                </a:lnTo>
                <a:lnTo>
                  <a:pt x="2266" y="103"/>
                </a:lnTo>
                <a:lnTo>
                  <a:pt x="2062" y="159"/>
                </a:lnTo>
                <a:lnTo>
                  <a:pt x="1865" y="228"/>
                </a:lnTo>
                <a:lnTo>
                  <a:pt x="1677" y="307"/>
                </a:lnTo>
                <a:lnTo>
                  <a:pt x="1497" y="399"/>
                </a:lnTo>
                <a:lnTo>
                  <a:pt x="1326" y="501"/>
                </a:lnTo>
                <a:lnTo>
                  <a:pt x="1164" y="614"/>
                </a:lnTo>
                <a:lnTo>
                  <a:pt x="1012" y="737"/>
                </a:lnTo>
                <a:lnTo>
                  <a:pt x="868" y="871"/>
                </a:lnTo>
                <a:lnTo>
                  <a:pt x="735" y="1014"/>
                </a:lnTo>
                <a:lnTo>
                  <a:pt x="612" y="1167"/>
                </a:lnTo>
                <a:lnTo>
                  <a:pt x="500" y="1329"/>
                </a:lnTo>
                <a:lnTo>
                  <a:pt x="398" y="1501"/>
                </a:lnTo>
                <a:lnTo>
                  <a:pt x="307" y="1681"/>
                </a:lnTo>
                <a:lnTo>
                  <a:pt x="227" y="1870"/>
                </a:lnTo>
                <a:lnTo>
                  <a:pt x="159" y="2067"/>
                </a:lnTo>
                <a:lnTo>
                  <a:pt x="102" y="2272"/>
                </a:lnTo>
                <a:lnTo>
                  <a:pt x="58" y="2484"/>
                </a:lnTo>
                <a:lnTo>
                  <a:pt x="26" y="2704"/>
                </a:lnTo>
                <a:lnTo>
                  <a:pt x="7" y="2932"/>
                </a:lnTo>
                <a:lnTo>
                  <a:pt x="0" y="3166"/>
                </a:lnTo>
                <a:lnTo>
                  <a:pt x="0" y="3318"/>
                </a:lnTo>
                <a:lnTo>
                  <a:pt x="3" y="3460"/>
                </a:lnTo>
                <a:lnTo>
                  <a:pt x="11" y="3595"/>
                </a:lnTo>
                <a:lnTo>
                  <a:pt x="26" y="3725"/>
                </a:lnTo>
                <a:lnTo>
                  <a:pt x="51" y="3855"/>
                </a:lnTo>
                <a:lnTo>
                  <a:pt x="89" y="3987"/>
                </a:lnTo>
                <a:lnTo>
                  <a:pt x="141" y="4123"/>
                </a:lnTo>
                <a:lnTo>
                  <a:pt x="211" y="4268"/>
                </a:lnTo>
                <a:lnTo>
                  <a:pt x="300" y="4423"/>
                </a:lnTo>
                <a:lnTo>
                  <a:pt x="411" y="4593"/>
                </a:lnTo>
                <a:lnTo>
                  <a:pt x="547" y="4779"/>
                </a:lnTo>
                <a:lnTo>
                  <a:pt x="711" y="4986"/>
                </a:lnTo>
                <a:lnTo>
                  <a:pt x="903" y="5215"/>
                </a:lnTo>
                <a:lnTo>
                  <a:pt x="1128" y="5471"/>
                </a:lnTo>
                <a:lnTo>
                  <a:pt x="1388" y="5756"/>
                </a:lnTo>
                <a:lnTo>
                  <a:pt x="1684" y="6073"/>
                </a:lnTo>
                <a:lnTo>
                  <a:pt x="2020" y="6425"/>
                </a:lnTo>
                <a:lnTo>
                  <a:pt x="2398" y="6816"/>
                </a:lnTo>
                <a:lnTo>
                  <a:pt x="2820" y="7248"/>
                </a:lnTo>
                <a:lnTo>
                  <a:pt x="3290" y="7723"/>
                </a:lnTo>
                <a:lnTo>
                  <a:pt x="3808" y="8247"/>
                </a:lnTo>
                <a:lnTo>
                  <a:pt x="4378" y="8820"/>
                </a:lnTo>
                <a:lnTo>
                  <a:pt x="5003" y="9447"/>
                </a:lnTo>
                <a:lnTo>
                  <a:pt x="5684" y="10130"/>
                </a:lnTo>
                <a:lnTo>
                  <a:pt x="9329" y="13945"/>
                </a:lnTo>
                <a:lnTo>
                  <a:pt x="12840" y="17950"/>
                </a:lnTo>
                <a:lnTo>
                  <a:pt x="16216" y="22143"/>
                </a:lnTo>
                <a:lnTo>
                  <a:pt x="19454" y="26524"/>
                </a:lnTo>
                <a:lnTo>
                  <a:pt x="22553" y="31090"/>
                </a:lnTo>
                <a:lnTo>
                  <a:pt x="25511" y="35840"/>
                </a:lnTo>
                <a:lnTo>
                  <a:pt x="28326" y="40774"/>
                </a:lnTo>
                <a:lnTo>
                  <a:pt x="30995" y="45889"/>
                </a:lnTo>
                <a:lnTo>
                  <a:pt x="33518" y="51185"/>
                </a:lnTo>
                <a:lnTo>
                  <a:pt x="35892" y="56659"/>
                </a:lnTo>
                <a:lnTo>
                  <a:pt x="38115" y="62311"/>
                </a:lnTo>
                <a:lnTo>
                  <a:pt x="40186" y="68139"/>
                </a:lnTo>
                <a:lnTo>
                  <a:pt x="42102" y="74142"/>
                </a:lnTo>
                <a:lnTo>
                  <a:pt x="43861" y="80318"/>
                </a:lnTo>
                <a:lnTo>
                  <a:pt x="45462" y="86667"/>
                </a:lnTo>
                <a:lnTo>
                  <a:pt x="46903" y="93185"/>
                </a:lnTo>
                <a:lnTo>
                  <a:pt x="48181" y="99874"/>
                </a:lnTo>
                <a:lnTo>
                  <a:pt x="49295" y="106730"/>
                </a:lnTo>
                <a:lnTo>
                  <a:pt x="50243" y="113752"/>
                </a:lnTo>
                <a:lnTo>
                  <a:pt x="51023" y="120940"/>
                </a:lnTo>
                <a:lnTo>
                  <a:pt x="51632" y="128292"/>
                </a:lnTo>
                <a:lnTo>
                  <a:pt x="52070" y="135806"/>
                </a:lnTo>
                <a:lnTo>
                  <a:pt x="52335" y="143480"/>
                </a:lnTo>
                <a:lnTo>
                  <a:pt x="52423" y="151315"/>
                </a:lnTo>
                <a:lnTo>
                  <a:pt x="52363" y="157810"/>
                </a:lnTo>
                <a:lnTo>
                  <a:pt x="52178" y="164311"/>
                </a:lnTo>
                <a:lnTo>
                  <a:pt x="51862" y="170811"/>
                </a:lnTo>
                <a:lnTo>
                  <a:pt x="51409" y="177302"/>
                </a:lnTo>
                <a:lnTo>
                  <a:pt x="50812" y="183778"/>
                </a:lnTo>
                <a:lnTo>
                  <a:pt x="50065" y="190232"/>
                </a:lnTo>
                <a:lnTo>
                  <a:pt x="49161" y="196656"/>
                </a:lnTo>
                <a:lnTo>
                  <a:pt x="48096" y="203043"/>
                </a:lnTo>
                <a:lnTo>
                  <a:pt x="46861" y="209386"/>
                </a:lnTo>
                <a:lnTo>
                  <a:pt x="45451" y="215678"/>
                </a:lnTo>
                <a:lnTo>
                  <a:pt x="43860" y="221912"/>
                </a:lnTo>
                <a:lnTo>
                  <a:pt x="42081" y="228081"/>
                </a:lnTo>
                <a:lnTo>
                  <a:pt x="40108" y="234176"/>
                </a:lnTo>
                <a:lnTo>
                  <a:pt x="37934" y="240193"/>
                </a:lnTo>
                <a:lnTo>
                  <a:pt x="35554" y="246122"/>
                </a:lnTo>
                <a:lnTo>
                  <a:pt x="32960" y="251957"/>
                </a:lnTo>
                <a:lnTo>
                  <a:pt x="30148" y="257691"/>
                </a:lnTo>
                <a:lnTo>
                  <a:pt x="27110" y="263317"/>
                </a:lnTo>
                <a:lnTo>
                  <a:pt x="23840" y="268828"/>
                </a:lnTo>
                <a:lnTo>
                  <a:pt x="20331" y="274216"/>
                </a:lnTo>
                <a:lnTo>
                  <a:pt x="16578" y="279474"/>
                </a:lnTo>
                <a:lnTo>
                  <a:pt x="12575" y="284596"/>
                </a:lnTo>
                <a:lnTo>
                  <a:pt x="8314" y="289573"/>
                </a:lnTo>
                <a:lnTo>
                  <a:pt x="3790" y="294400"/>
                </a:lnTo>
                <a:lnTo>
                  <a:pt x="3335" y="294858"/>
                </a:lnTo>
                <a:lnTo>
                  <a:pt x="2919" y="295285"/>
                </a:lnTo>
                <a:lnTo>
                  <a:pt x="2539" y="295683"/>
                </a:lnTo>
                <a:lnTo>
                  <a:pt x="2193" y="296053"/>
                </a:lnTo>
                <a:lnTo>
                  <a:pt x="1880" y="296396"/>
                </a:lnTo>
                <a:lnTo>
                  <a:pt x="1599" y="296714"/>
                </a:lnTo>
                <a:lnTo>
                  <a:pt x="1347" y="297010"/>
                </a:lnTo>
                <a:lnTo>
                  <a:pt x="1123" y="297284"/>
                </a:lnTo>
                <a:lnTo>
                  <a:pt x="925" y="297538"/>
                </a:lnTo>
                <a:lnTo>
                  <a:pt x="752" y="297774"/>
                </a:lnTo>
                <a:lnTo>
                  <a:pt x="602" y="297994"/>
                </a:lnTo>
                <a:lnTo>
                  <a:pt x="474" y="298198"/>
                </a:lnTo>
                <a:lnTo>
                  <a:pt x="365" y="298390"/>
                </a:lnTo>
                <a:lnTo>
                  <a:pt x="274" y="298570"/>
                </a:lnTo>
                <a:lnTo>
                  <a:pt x="200" y="298740"/>
                </a:lnTo>
                <a:lnTo>
                  <a:pt x="140" y="298902"/>
                </a:lnTo>
                <a:lnTo>
                  <a:pt x="94" y="299057"/>
                </a:lnTo>
                <a:lnTo>
                  <a:pt x="59" y="299207"/>
                </a:lnTo>
                <a:lnTo>
                  <a:pt x="34" y="299354"/>
                </a:lnTo>
                <a:lnTo>
                  <a:pt x="18" y="299500"/>
                </a:lnTo>
                <a:lnTo>
                  <a:pt x="7" y="299645"/>
                </a:lnTo>
                <a:lnTo>
                  <a:pt x="2" y="299792"/>
                </a:lnTo>
                <a:lnTo>
                  <a:pt x="0" y="299942"/>
                </a:lnTo>
                <a:lnTo>
                  <a:pt x="0" y="300098"/>
                </a:lnTo>
                <a:lnTo>
                  <a:pt x="7" y="300256"/>
                </a:lnTo>
                <a:lnTo>
                  <a:pt x="26" y="300413"/>
                </a:lnTo>
                <a:lnTo>
                  <a:pt x="58" y="300570"/>
                </a:lnTo>
                <a:lnTo>
                  <a:pt x="102" y="300725"/>
                </a:lnTo>
                <a:lnTo>
                  <a:pt x="159" y="300878"/>
                </a:lnTo>
                <a:lnTo>
                  <a:pt x="227" y="301028"/>
                </a:lnTo>
                <a:lnTo>
                  <a:pt x="307" y="301174"/>
                </a:lnTo>
                <a:lnTo>
                  <a:pt x="398" y="301317"/>
                </a:lnTo>
                <a:lnTo>
                  <a:pt x="500" y="301455"/>
                </a:lnTo>
                <a:lnTo>
                  <a:pt x="612" y="301589"/>
                </a:lnTo>
                <a:lnTo>
                  <a:pt x="735" y="301717"/>
                </a:lnTo>
                <a:lnTo>
                  <a:pt x="868" y="301839"/>
                </a:lnTo>
                <a:lnTo>
                  <a:pt x="1012" y="301954"/>
                </a:lnTo>
                <a:lnTo>
                  <a:pt x="1164" y="302062"/>
                </a:lnTo>
                <a:lnTo>
                  <a:pt x="1326" y="302163"/>
                </a:lnTo>
                <a:lnTo>
                  <a:pt x="1497" y="302255"/>
                </a:lnTo>
                <a:lnTo>
                  <a:pt x="1677" y="302338"/>
                </a:lnTo>
                <a:lnTo>
                  <a:pt x="1865" y="302412"/>
                </a:lnTo>
                <a:lnTo>
                  <a:pt x="2062" y="302477"/>
                </a:lnTo>
                <a:lnTo>
                  <a:pt x="2266" y="302530"/>
                </a:lnTo>
                <a:lnTo>
                  <a:pt x="2478" y="302573"/>
                </a:lnTo>
                <a:lnTo>
                  <a:pt x="2698" y="302604"/>
                </a:lnTo>
                <a:lnTo>
                  <a:pt x="2925" y="302624"/>
                </a:lnTo>
                <a:lnTo>
                  <a:pt x="3158" y="302630"/>
                </a:lnTo>
                <a:lnTo>
                  <a:pt x="3600" y="302525"/>
                </a:lnTo>
                <a:lnTo>
                  <a:pt x="4283" y="302209"/>
                </a:lnTo>
                <a:lnTo>
                  <a:pt x="5195" y="301684"/>
                </a:lnTo>
                <a:lnTo>
                  <a:pt x="6319" y="300951"/>
                </a:lnTo>
                <a:lnTo>
                  <a:pt x="7642" y="300009"/>
                </a:lnTo>
                <a:lnTo>
                  <a:pt x="9148" y="298861"/>
                </a:lnTo>
                <a:lnTo>
                  <a:pt x="10825" y="297507"/>
                </a:lnTo>
                <a:lnTo>
                  <a:pt x="12655" y="295947"/>
                </a:lnTo>
                <a:lnTo>
                  <a:pt x="14627" y="294183"/>
                </a:lnTo>
                <a:lnTo>
                  <a:pt x="16724" y="292216"/>
                </a:lnTo>
                <a:lnTo>
                  <a:pt x="18932" y="290045"/>
                </a:lnTo>
                <a:lnTo>
                  <a:pt x="21238" y="287673"/>
                </a:lnTo>
                <a:lnTo>
                  <a:pt x="23625" y="285099"/>
                </a:lnTo>
                <a:lnTo>
                  <a:pt x="26080" y="282325"/>
                </a:lnTo>
                <a:lnTo>
                  <a:pt x="28589" y="279352"/>
                </a:lnTo>
                <a:lnTo>
                  <a:pt x="31136" y="276180"/>
                </a:lnTo>
                <a:lnTo>
                  <a:pt x="33707" y="272810"/>
                </a:lnTo>
                <a:lnTo>
                  <a:pt x="36288" y="269243"/>
                </a:lnTo>
                <a:lnTo>
                  <a:pt x="38863" y="265480"/>
                </a:lnTo>
                <a:lnTo>
                  <a:pt x="41420" y="261521"/>
                </a:lnTo>
                <a:lnTo>
                  <a:pt x="43942" y="257368"/>
                </a:lnTo>
                <a:lnTo>
                  <a:pt x="46416" y="253022"/>
                </a:lnTo>
                <a:lnTo>
                  <a:pt x="48827" y="248482"/>
                </a:lnTo>
                <a:lnTo>
                  <a:pt x="51160" y="243750"/>
                </a:lnTo>
                <a:lnTo>
                  <a:pt x="52996" y="239629"/>
                </a:lnTo>
                <a:lnTo>
                  <a:pt x="54717" y="235499"/>
                </a:lnTo>
                <a:lnTo>
                  <a:pt x="56326" y="231365"/>
                </a:lnTo>
                <a:lnTo>
                  <a:pt x="57827" y="227231"/>
                </a:lnTo>
                <a:lnTo>
                  <a:pt x="59222" y="223101"/>
                </a:lnTo>
                <a:lnTo>
                  <a:pt x="60516" y="218979"/>
                </a:lnTo>
                <a:lnTo>
                  <a:pt x="61710" y="214872"/>
                </a:lnTo>
                <a:lnTo>
                  <a:pt x="62810" y="210781"/>
                </a:lnTo>
                <a:lnTo>
                  <a:pt x="63817" y="206713"/>
                </a:lnTo>
                <a:lnTo>
                  <a:pt x="64735" y="202671"/>
                </a:lnTo>
                <a:lnTo>
                  <a:pt x="65568" y="198660"/>
                </a:lnTo>
                <a:lnTo>
                  <a:pt x="66319" y="194684"/>
                </a:lnTo>
                <a:lnTo>
                  <a:pt x="66990" y="190747"/>
                </a:lnTo>
                <a:lnTo>
                  <a:pt x="67586" y="186855"/>
                </a:lnTo>
                <a:lnTo>
                  <a:pt x="68089" y="183161"/>
                </a:lnTo>
                <a:lnTo>
                  <a:pt x="68089" y="120562"/>
                </a:lnTo>
                <a:lnTo>
                  <a:pt x="68043" y="1201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06440-0C34-4F46-B346-E70C176E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178" y="4430918"/>
            <a:ext cx="228419" cy="207029"/>
          </a:xfrm>
          <a:custGeom xmlns:a="http://schemas.openxmlformats.org/drawingml/2006/main">
            <a:pathLst>
              <a:path w="228419" h="207029">
                <a:moveTo>
                  <a:pt x="129353" y="39886"/>
                </a:moveTo>
                <a:lnTo>
                  <a:pt x="129353" y="39886"/>
                </a:lnTo>
                <a:cubicBezTo>
                  <a:pt x="126829" y="17727"/>
                  <a:pt x="123675" y="0"/>
                  <a:pt x="102852" y="0"/>
                </a:cubicBezTo>
                <a:cubicBezTo>
                  <a:pt x="73826" y="0"/>
                  <a:pt x="54265" y="20893"/>
                  <a:pt x="54265" y="29123"/>
                </a:cubicBezTo>
                <a:cubicBezTo>
                  <a:pt x="54265" y="31656"/>
                  <a:pt x="56158" y="31656"/>
                  <a:pt x="58051" y="31656"/>
                </a:cubicBezTo>
                <a:cubicBezTo>
                  <a:pt x="61206" y="31656"/>
                  <a:pt x="74457" y="27224"/>
                  <a:pt x="79505" y="17094"/>
                </a:cubicBezTo>
                <a:lnTo>
                  <a:pt x="80136" y="17094"/>
                </a:lnTo>
                <a:cubicBezTo>
                  <a:pt x="97173" y="17094"/>
                  <a:pt x="100959" y="25958"/>
                  <a:pt x="104114" y="57614"/>
                </a:cubicBezTo>
                <a:lnTo>
                  <a:pt x="107900" y="101932"/>
                </a:lnTo>
                <a:cubicBezTo>
                  <a:pt x="97173" y="107630"/>
                  <a:pt x="56789" y="132322"/>
                  <a:pt x="34705" y="147516"/>
                </a:cubicBezTo>
                <a:cubicBezTo>
                  <a:pt x="631" y="172208"/>
                  <a:pt x="0" y="181072"/>
                  <a:pt x="0" y="189935"/>
                </a:cubicBezTo>
                <a:cubicBezTo>
                  <a:pt x="0" y="200065"/>
                  <a:pt x="5048" y="207029"/>
                  <a:pt x="14513" y="207029"/>
                </a:cubicBezTo>
                <a:cubicBezTo>
                  <a:pt x="23347" y="207029"/>
                  <a:pt x="37229" y="196899"/>
                  <a:pt x="37229" y="192468"/>
                </a:cubicBezTo>
                <a:cubicBezTo>
                  <a:pt x="37229" y="190568"/>
                  <a:pt x="36598" y="190568"/>
                  <a:pt x="35336" y="190568"/>
                </a:cubicBezTo>
                <a:cubicBezTo>
                  <a:pt x="32812" y="189935"/>
                  <a:pt x="25240" y="188669"/>
                  <a:pt x="25240" y="176640"/>
                </a:cubicBezTo>
                <a:cubicBezTo>
                  <a:pt x="25240" y="169042"/>
                  <a:pt x="25240" y="165244"/>
                  <a:pt x="57420" y="143718"/>
                </a:cubicBezTo>
                <a:cubicBezTo>
                  <a:pt x="75719" y="131688"/>
                  <a:pt x="93387" y="121559"/>
                  <a:pt x="109162" y="112062"/>
                </a:cubicBezTo>
                <a:cubicBezTo>
                  <a:pt x="109162" y="112695"/>
                  <a:pt x="113579" y="157646"/>
                  <a:pt x="114210" y="162711"/>
                </a:cubicBezTo>
                <a:cubicBezTo>
                  <a:pt x="116734" y="186770"/>
                  <a:pt x="118627" y="207029"/>
                  <a:pt x="141342" y="207029"/>
                </a:cubicBezTo>
                <a:cubicBezTo>
                  <a:pt x="169737" y="207029"/>
                  <a:pt x="189298" y="186137"/>
                  <a:pt x="189298" y="177906"/>
                </a:cubicBezTo>
                <a:cubicBezTo>
                  <a:pt x="189298" y="176007"/>
                  <a:pt x="188036" y="176007"/>
                  <a:pt x="186143" y="176007"/>
                </a:cubicBezTo>
                <a:cubicBezTo>
                  <a:pt x="182988" y="176007"/>
                  <a:pt x="169737" y="179805"/>
                  <a:pt x="164058" y="189935"/>
                </a:cubicBezTo>
                <a:cubicBezTo>
                  <a:pt x="162796" y="190568"/>
                  <a:pt x="161534" y="190568"/>
                  <a:pt x="160903" y="190568"/>
                </a:cubicBezTo>
                <a:cubicBezTo>
                  <a:pt x="143866" y="190568"/>
                  <a:pt x="141973" y="170942"/>
                  <a:pt x="139449" y="145617"/>
                </a:cubicBezTo>
                <a:cubicBezTo>
                  <a:pt x="138818" y="136120"/>
                  <a:pt x="137556" y="128523"/>
                  <a:pt x="134401" y="96867"/>
                </a:cubicBezTo>
                <a:cubicBezTo>
                  <a:pt x="228419" y="40520"/>
                  <a:pt x="228419" y="29757"/>
                  <a:pt x="228419" y="17094"/>
                </a:cubicBezTo>
                <a:cubicBezTo>
                  <a:pt x="228419" y="6964"/>
                  <a:pt x="223371" y="0"/>
                  <a:pt x="214537" y="0"/>
                </a:cubicBezTo>
                <a:cubicBezTo>
                  <a:pt x="205073" y="0"/>
                  <a:pt x="191191" y="10763"/>
                  <a:pt x="191191" y="14562"/>
                </a:cubicBezTo>
                <a:cubicBezTo>
                  <a:pt x="191191" y="16461"/>
                  <a:pt x="193084" y="17094"/>
                  <a:pt x="193084" y="17094"/>
                </a:cubicBezTo>
                <a:cubicBezTo>
                  <a:pt x="195608" y="17094"/>
                  <a:pt x="202549" y="18360"/>
                  <a:pt x="202549" y="30390"/>
                </a:cubicBezTo>
                <a:cubicBezTo>
                  <a:pt x="202549" y="37987"/>
                  <a:pt x="201918" y="42419"/>
                  <a:pt x="176047" y="59513"/>
                </a:cubicBezTo>
                <a:cubicBezTo>
                  <a:pt x="167213" y="65844"/>
                  <a:pt x="154593" y="73442"/>
                  <a:pt x="133770" y="86737"/>
                </a:cubicBezTo>
                <a:lnTo>
                  <a:pt x="129353" y="39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C25D9-E052-46E3-AC65-4FF2FA52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405" y="4589197"/>
            <a:ext cx="90232" cy="96234"/>
          </a:xfrm>
          <a:custGeom xmlns:a="http://schemas.openxmlformats.org/drawingml/2006/main">
            <a:pathLst>
              <a:path w="90232" h="96234">
                <a:moveTo>
                  <a:pt x="84553" y="45584"/>
                </a:moveTo>
                <a:lnTo>
                  <a:pt x="84553" y="45584"/>
                </a:lnTo>
                <a:cubicBezTo>
                  <a:pt x="88970" y="45584"/>
                  <a:pt x="90232" y="45584"/>
                  <a:pt x="90232" y="41153"/>
                </a:cubicBezTo>
                <a:cubicBezTo>
                  <a:pt x="90232" y="22792"/>
                  <a:pt x="80136" y="0"/>
                  <a:pt x="48586" y="0"/>
                </a:cubicBezTo>
                <a:cubicBezTo>
                  <a:pt x="20823" y="0"/>
                  <a:pt x="0" y="21526"/>
                  <a:pt x="0" y="47484"/>
                </a:cubicBezTo>
                <a:cubicBezTo>
                  <a:pt x="0" y="74708"/>
                  <a:pt x="23347" y="96234"/>
                  <a:pt x="51741" y="96234"/>
                </a:cubicBezTo>
                <a:cubicBezTo>
                  <a:pt x="80136" y="96234"/>
                  <a:pt x="90232" y="73442"/>
                  <a:pt x="90232" y="68377"/>
                </a:cubicBezTo>
                <a:cubicBezTo>
                  <a:pt x="90232" y="67744"/>
                  <a:pt x="90232" y="65844"/>
                  <a:pt x="87077" y="65844"/>
                </a:cubicBezTo>
                <a:cubicBezTo>
                  <a:pt x="83922" y="65844"/>
                  <a:pt x="83922" y="67110"/>
                  <a:pt x="83291" y="69010"/>
                </a:cubicBezTo>
                <a:cubicBezTo>
                  <a:pt x="76350" y="86104"/>
                  <a:pt x="60575" y="89270"/>
                  <a:pt x="53003" y="89270"/>
                </a:cubicBezTo>
                <a:cubicBezTo>
                  <a:pt x="42907" y="89270"/>
                  <a:pt x="33443" y="84838"/>
                  <a:pt x="27133" y="77240"/>
                </a:cubicBezTo>
                <a:cubicBezTo>
                  <a:pt x="19561" y="67110"/>
                  <a:pt x="18930" y="53815"/>
                  <a:pt x="18930" y="45584"/>
                </a:cubicBezTo>
                <a:lnTo>
                  <a:pt x="84553" y="45584"/>
                </a:lnTo>
                <a:close/>
                <a:moveTo>
                  <a:pt x="19561" y="40520"/>
                </a:moveTo>
                <a:lnTo>
                  <a:pt x="19561" y="40520"/>
                </a:lnTo>
                <a:cubicBezTo>
                  <a:pt x="21454" y="10763"/>
                  <a:pt x="41015" y="5698"/>
                  <a:pt x="48586" y="5698"/>
                </a:cubicBezTo>
                <a:cubicBezTo>
                  <a:pt x="74457" y="5698"/>
                  <a:pt x="75719" y="34821"/>
                  <a:pt x="75719" y="40520"/>
                </a:cubicBezTo>
                <a:lnTo>
                  <a:pt x="19561" y="405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2BF15-3E1F-457B-9F27-2DF608E0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5673" y="4589197"/>
            <a:ext cx="90232" cy="96234"/>
          </a:xfrm>
          <a:custGeom xmlns:a="http://schemas.openxmlformats.org/drawingml/2006/main">
            <a:pathLst>
              <a:path w="90232" h="96234">
                <a:moveTo>
                  <a:pt x="84553" y="45584"/>
                </a:moveTo>
                <a:lnTo>
                  <a:pt x="84553" y="45584"/>
                </a:lnTo>
                <a:cubicBezTo>
                  <a:pt x="88970" y="45584"/>
                  <a:pt x="90232" y="45584"/>
                  <a:pt x="90232" y="41153"/>
                </a:cubicBezTo>
                <a:cubicBezTo>
                  <a:pt x="90232" y="22792"/>
                  <a:pt x="80136" y="0"/>
                  <a:pt x="48586" y="0"/>
                </a:cubicBezTo>
                <a:cubicBezTo>
                  <a:pt x="20823" y="0"/>
                  <a:pt x="0" y="21526"/>
                  <a:pt x="0" y="47484"/>
                </a:cubicBezTo>
                <a:cubicBezTo>
                  <a:pt x="0" y="74708"/>
                  <a:pt x="23347" y="96234"/>
                  <a:pt x="51741" y="96234"/>
                </a:cubicBezTo>
                <a:cubicBezTo>
                  <a:pt x="80136" y="96234"/>
                  <a:pt x="90232" y="73442"/>
                  <a:pt x="90232" y="68377"/>
                </a:cubicBezTo>
                <a:cubicBezTo>
                  <a:pt x="90232" y="67744"/>
                  <a:pt x="90232" y="65844"/>
                  <a:pt x="87077" y="65844"/>
                </a:cubicBezTo>
                <a:cubicBezTo>
                  <a:pt x="83922" y="65844"/>
                  <a:pt x="83922" y="67110"/>
                  <a:pt x="83291" y="69010"/>
                </a:cubicBezTo>
                <a:cubicBezTo>
                  <a:pt x="76350" y="86104"/>
                  <a:pt x="60575" y="89270"/>
                  <a:pt x="53003" y="89270"/>
                </a:cubicBezTo>
                <a:cubicBezTo>
                  <a:pt x="42907" y="89270"/>
                  <a:pt x="33443" y="84838"/>
                  <a:pt x="27133" y="77240"/>
                </a:cubicBezTo>
                <a:cubicBezTo>
                  <a:pt x="19561" y="67110"/>
                  <a:pt x="18930" y="53815"/>
                  <a:pt x="18930" y="45584"/>
                </a:cubicBezTo>
                <a:lnTo>
                  <a:pt x="84553" y="45584"/>
                </a:lnTo>
                <a:close/>
                <a:moveTo>
                  <a:pt x="19561" y="40520"/>
                </a:moveTo>
                <a:lnTo>
                  <a:pt x="19561" y="40520"/>
                </a:lnTo>
                <a:cubicBezTo>
                  <a:pt x="21454" y="10763"/>
                  <a:pt x="41015" y="5698"/>
                  <a:pt x="48586" y="5698"/>
                </a:cubicBezTo>
                <a:cubicBezTo>
                  <a:pt x="74457" y="5698"/>
                  <a:pt x="75719" y="34821"/>
                  <a:pt x="75719" y="40520"/>
                </a:cubicBezTo>
                <a:lnTo>
                  <a:pt x="19561" y="405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B256DA-A9A3-4C5A-A820-70692C4C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9540" y="4410658"/>
            <a:ext cx="70040" cy="302630"/>
          </a:xfrm>
          <a:custGeom xmlns:a="http://schemas.openxmlformats.org/drawingml/2006/main">
            <a:pathLst>
              <a:path w="70040" h="302630">
                <a:moveTo>
                  <a:pt x="70040" y="300098"/>
                </a:moveTo>
                <a:lnTo>
                  <a:pt x="70040" y="300098"/>
                </a:lnTo>
                <a:cubicBezTo>
                  <a:pt x="70040" y="298831"/>
                  <a:pt x="70040" y="298198"/>
                  <a:pt x="64992" y="293133"/>
                </a:cubicBezTo>
                <a:cubicBezTo>
                  <a:pt x="27133" y="255146"/>
                  <a:pt x="17668" y="197533"/>
                  <a:pt x="17668" y="151315"/>
                </a:cubicBezTo>
                <a:cubicBezTo>
                  <a:pt x="17668" y="98766"/>
                  <a:pt x="29026" y="46218"/>
                  <a:pt x="66254" y="8231"/>
                </a:cubicBezTo>
                <a:cubicBezTo>
                  <a:pt x="70040" y="4432"/>
                  <a:pt x="70040" y="4432"/>
                  <a:pt x="70040" y="3166"/>
                </a:cubicBezTo>
                <a:cubicBezTo>
                  <a:pt x="70040" y="1266"/>
                  <a:pt x="68778" y="0"/>
                  <a:pt x="66885" y="0"/>
                </a:cubicBezTo>
                <a:cubicBezTo>
                  <a:pt x="64361" y="0"/>
                  <a:pt x="37229" y="20893"/>
                  <a:pt x="18930" y="59513"/>
                </a:cubicBezTo>
                <a:cubicBezTo>
                  <a:pt x="3786" y="92435"/>
                  <a:pt x="0" y="125990"/>
                  <a:pt x="0" y="151315"/>
                </a:cubicBezTo>
                <a:cubicBezTo>
                  <a:pt x="0" y="175374"/>
                  <a:pt x="3786" y="211461"/>
                  <a:pt x="20192" y="245650"/>
                </a:cubicBezTo>
                <a:cubicBezTo>
                  <a:pt x="38491" y="283003"/>
                  <a:pt x="64361" y="302630"/>
                  <a:pt x="66885" y="302630"/>
                </a:cubicBezTo>
                <a:cubicBezTo>
                  <a:pt x="68778" y="302630"/>
                  <a:pt x="70040" y="301997"/>
                  <a:pt x="70040" y="30009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DA13D-F7BD-48D5-9FBE-5B03D5E4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4189" y="4448645"/>
            <a:ext cx="92756" cy="192468"/>
          </a:xfrm>
          <a:custGeom xmlns:a="http://schemas.openxmlformats.org/drawingml/2006/main">
            <a:pathLst>
              <a:path w="92756" h="192468">
                <a:moveTo>
                  <a:pt x="54896" y="68377"/>
                </a:moveTo>
                <a:lnTo>
                  <a:pt x="54896" y="68377"/>
                </a:lnTo>
                <a:lnTo>
                  <a:pt x="83291" y="68377"/>
                </a:lnTo>
                <a:cubicBezTo>
                  <a:pt x="89601" y="68377"/>
                  <a:pt x="92756" y="68377"/>
                  <a:pt x="92756" y="62046"/>
                </a:cubicBezTo>
                <a:cubicBezTo>
                  <a:pt x="92756" y="58880"/>
                  <a:pt x="89601" y="58880"/>
                  <a:pt x="83922" y="58880"/>
                </a:cubicBezTo>
                <a:lnTo>
                  <a:pt x="57420" y="58880"/>
                </a:lnTo>
                <a:cubicBezTo>
                  <a:pt x="68147" y="15828"/>
                  <a:pt x="70040" y="9497"/>
                  <a:pt x="70040" y="7597"/>
                </a:cubicBezTo>
                <a:cubicBezTo>
                  <a:pt x="70040" y="2532"/>
                  <a:pt x="66254" y="0"/>
                  <a:pt x="61206" y="0"/>
                </a:cubicBezTo>
                <a:cubicBezTo>
                  <a:pt x="60575" y="0"/>
                  <a:pt x="51741" y="0"/>
                  <a:pt x="49217" y="10763"/>
                </a:cubicBezTo>
                <a:lnTo>
                  <a:pt x="37229" y="58880"/>
                </a:lnTo>
                <a:lnTo>
                  <a:pt x="8834" y="58880"/>
                </a:lnTo>
                <a:cubicBezTo>
                  <a:pt x="3155" y="58880"/>
                  <a:pt x="0" y="58880"/>
                  <a:pt x="0" y="64578"/>
                </a:cubicBezTo>
                <a:cubicBezTo>
                  <a:pt x="0" y="68377"/>
                  <a:pt x="2524" y="68377"/>
                  <a:pt x="8203" y="68377"/>
                </a:cubicBezTo>
                <a:lnTo>
                  <a:pt x="34705" y="68377"/>
                </a:lnTo>
                <a:cubicBezTo>
                  <a:pt x="13251" y="153848"/>
                  <a:pt x="11989" y="158912"/>
                  <a:pt x="11989" y="164611"/>
                </a:cubicBezTo>
                <a:cubicBezTo>
                  <a:pt x="11989" y="181072"/>
                  <a:pt x="23347" y="192468"/>
                  <a:pt x="39753" y="192468"/>
                </a:cubicBezTo>
                <a:cubicBezTo>
                  <a:pt x="70671" y="192468"/>
                  <a:pt x="87708" y="148149"/>
                  <a:pt x="87708" y="145617"/>
                </a:cubicBezTo>
                <a:cubicBezTo>
                  <a:pt x="87708" y="143085"/>
                  <a:pt x="85184" y="143085"/>
                  <a:pt x="83922" y="143085"/>
                </a:cubicBezTo>
                <a:cubicBezTo>
                  <a:pt x="81398" y="143085"/>
                  <a:pt x="81398" y="143718"/>
                  <a:pt x="79505" y="146883"/>
                </a:cubicBezTo>
                <a:cubicBezTo>
                  <a:pt x="66885" y="178539"/>
                  <a:pt x="50479" y="186137"/>
                  <a:pt x="40384" y="186137"/>
                </a:cubicBezTo>
                <a:cubicBezTo>
                  <a:pt x="34074" y="186137"/>
                  <a:pt x="30919" y="181705"/>
                  <a:pt x="30919" y="172208"/>
                </a:cubicBezTo>
                <a:cubicBezTo>
                  <a:pt x="30919" y="164611"/>
                  <a:pt x="31550" y="162711"/>
                  <a:pt x="32812" y="157646"/>
                </a:cubicBezTo>
                <a:lnTo>
                  <a:pt x="54896" y="683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57790-BCE1-4E98-807A-9B021589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447" y="4410658"/>
            <a:ext cx="68576" cy="302630"/>
          </a:xfrm>
          <a:custGeom xmlns:a="http://schemas.openxmlformats.org/drawingml/2006/main">
            <a:pathLst>
              <a:path w="68576" h="302630">
                <a:moveTo>
                  <a:pt x="68143" y="120187"/>
                </a:moveTo>
                <a:lnTo>
                  <a:pt x="67621" y="116254"/>
                </a:lnTo>
                <a:lnTo>
                  <a:pt x="67019" y="112250"/>
                </a:lnTo>
                <a:lnTo>
                  <a:pt x="66333" y="108184"/>
                </a:lnTo>
                <a:lnTo>
                  <a:pt x="65558" y="104062"/>
                </a:lnTo>
                <a:lnTo>
                  <a:pt x="64690" y="99890"/>
                </a:lnTo>
                <a:lnTo>
                  <a:pt x="63724" y="95676"/>
                </a:lnTo>
                <a:lnTo>
                  <a:pt x="62655" y="91427"/>
                </a:lnTo>
                <a:lnTo>
                  <a:pt x="61479" y="87149"/>
                </a:lnTo>
                <a:lnTo>
                  <a:pt x="60191" y="82849"/>
                </a:lnTo>
                <a:lnTo>
                  <a:pt x="58786" y="78535"/>
                </a:lnTo>
                <a:lnTo>
                  <a:pt x="57260" y="74212"/>
                </a:lnTo>
                <a:lnTo>
                  <a:pt x="55607" y="69889"/>
                </a:lnTo>
                <a:lnTo>
                  <a:pt x="53825" y="65571"/>
                </a:lnTo>
                <a:lnTo>
                  <a:pt x="51906" y="61266"/>
                </a:lnTo>
                <a:lnTo>
                  <a:pt x="49848" y="56981"/>
                </a:lnTo>
                <a:lnTo>
                  <a:pt x="47596" y="52404"/>
                </a:lnTo>
                <a:lnTo>
                  <a:pt x="45266" y="48012"/>
                </a:lnTo>
                <a:lnTo>
                  <a:pt x="42873" y="43808"/>
                </a:lnTo>
                <a:lnTo>
                  <a:pt x="40430" y="39790"/>
                </a:lnTo>
                <a:lnTo>
                  <a:pt x="37952" y="35960"/>
                </a:lnTo>
                <a:lnTo>
                  <a:pt x="35454" y="32319"/>
                </a:lnTo>
                <a:lnTo>
                  <a:pt x="32949" y="28867"/>
                </a:lnTo>
                <a:lnTo>
                  <a:pt x="30451" y="25606"/>
                </a:lnTo>
                <a:lnTo>
                  <a:pt x="27976" y="22536"/>
                </a:lnTo>
                <a:lnTo>
                  <a:pt x="25536" y="19659"/>
                </a:lnTo>
                <a:lnTo>
                  <a:pt x="23147" y="16974"/>
                </a:lnTo>
                <a:lnTo>
                  <a:pt x="20823" y="14483"/>
                </a:lnTo>
                <a:lnTo>
                  <a:pt x="18577" y="12186"/>
                </a:lnTo>
                <a:lnTo>
                  <a:pt x="16425" y="10085"/>
                </a:lnTo>
                <a:lnTo>
                  <a:pt x="14380" y="8180"/>
                </a:lnTo>
                <a:lnTo>
                  <a:pt x="12456" y="6472"/>
                </a:lnTo>
                <a:lnTo>
                  <a:pt x="10669" y="4962"/>
                </a:lnTo>
                <a:lnTo>
                  <a:pt x="9031" y="3650"/>
                </a:lnTo>
                <a:lnTo>
                  <a:pt x="7558" y="2538"/>
                </a:lnTo>
                <a:lnTo>
                  <a:pt x="6263" y="1627"/>
                </a:lnTo>
                <a:lnTo>
                  <a:pt x="5161" y="916"/>
                </a:lnTo>
                <a:lnTo>
                  <a:pt x="4267" y="408"/>
                </a:lnTo>
                <a:lnTo>
                  <a:pt x="3593" y="102"/>
                </a:lnTo>
                <a:lnTo>
                  <a:pt x="3155" y="0"/>
                </a:lnTo>
                <a:lnTo>
                  <a:pt x="2922" y="7"/>
                </a:lnTo>
                <a:lnTo>
                  <a:pt x="2695" y="26"/>
                </a:lnTo>
                <a:lnTo>
                  <a:pt x="2476" y="58"/>
                </a:lnTo>
                <a:lnTo>
                  <a:pt x="2264" y="103"/>
                </a:lnTo>
                <a:lnTo>
                  <a:pt x="2060" y="159"/>
                </a:lnTo>
                <a:lnTo>
                  <a:pt x="1863" y="228"/>
                </a:lnTo>
                <a:lnTo>
                  <a:pt x="1675" y="307"/>
                </a:lnTo>
                <a:lnTo>
                  <a:pt x="1496" y="399"/>
                </a:lnTo>
                <a:lnTo>
                  <a:pt x="1325" y="501"/>
                </a:lnTo>
                <a:lnTo>
                  <a:pt x="1163" y="614"/>
                </a:lnTo>
                <a:lnTo>
                  <a:pt x="1011" y="737"/>
                </a:lnTo>
                <a:lnTo>
                  <a:pt x="868" y="871"/>
                </a:lnTo>
                <a:lnTo>
                  <a:pt x="735" y="1014"/>
                </a:lnTo>
                <a:lnTo>
                  <a:pt x="612" y="1167"/>
                </a:lnTo>
                <a:lnTo>
                  <a:pt x="499" y="1329"/>
                </a:lnTo>
                <a:lnTo>
                  <a:pt x="397" y="1501"/>
                </a:lnTo>
                <a:lnTo>
                  <a:pt x="306" y="1681"/>
                </a:lnTo>
                <a:lnTo>
                  <a:pt x="227" y="1870"/>
                </a:lnTo>
                <a:lnTo>
                  <a:pt x="159" y="2067"/>
                </a:lnTo>
                <a:lnTo>
                  <a:pt x="102" y="2272"/>
                </a:lnTo>
                <a:lnTo>
                  <a:pt x="58" y="2484"/>
                </a:lnTo>
                <a:lnTo>
                  <a:pt x="26" y="2704"/>
                </a:lnTo>
                <a:lnTo>
                  <a:pt x="7" y="2932"/>
                </a:lnTo>
                <a:lnTo>
                  <a:pt x="0" y="3166"/>
                </a:lnTo>
                <a:lnTo>
                  <a:pt x="0" y="3318"/>
                </a:lnTo>
                <a:lnTo>
                  <a:pt x="3" y="3460"/>
                </a:lnTo>
                <a:lnTo>
                  <a:pt x="11" y="3595"/>
                </a:lnTo>
                <a:lnTo>
                  <a:pt x="26" y="3725"/>
                </a:lnTo>
                <a:lnTo>
                  <a:pt x="51" y="3855"/>
                </a:lnTo>
                <a:lnTo>
                  <a:pt x="89" y="3987"/>
                </a:lnTo>
                <a:lnTo>
                  <a:pt x="141" y="4123"/>
                </a:lnTo>
                <a:lnTo>
                  <a:pt x="210" y="4268"/>
                </a:lnTo>
                <a:lnTo>
                  <a:pt x="299" y="4423"/>
                </a:lnTo>
                <a:lnTo>
                  <a:pt x="411" y="4593"/>
                </a:lnTo>
                <a:lnTo>
                  <a:pt x="547" y="4779"/>
                </a:lnTo>
                <a:lnTo>
                  <a:pt x="710" y="4986"/>
                </a:lnTo>
                <a:lnTo>
                  <a:pt x="903" y="5215"/>
                </a:lnTo>
                <a:lnTo>
                  <a:pt x="1127" y="5471"/>
                </a:lnTo>
                <a:lnTo>
                  <a:pt x="1386" y="5756"/>
                </a:lnTo>
                <a:lnTo>
                  <a:pt x="1683" y="6073"/>
                </a:lnTo>
                <a:lnTo>
                  <a:pt x="2018" y="6425"/>
                </a:lnTo>
                <a:lnTo>
                  <a:pt x="2396" y="6816"/>
                </a:lnTo>
                <a:lnTo>
                  <a:pt x="2818" y="7248"/>
                </a:lnTo>
                <a:lnTo>
                  <a:pt x="3286" y="7723"/>
                </a:lnTo>
                <a:lnTo>
                  <a:pt x="3804" y="8247"/>
                </a:lnTo>
                <a:lnTo>
                  <a:pt x="4374" y="8820"/>
                </a:lnTo>
                <a:lnTo>
                  <a:pt x="4998" y="9447"/>
                </a:lnTo>
                <a:lnTo>
                  <a:pt x="5679" y="10130"/>
                </a:lnTo>
                <a:lnTo>
                  <a:pt x="9320" y="13945"/>
                </a:lnTo>
                <a:lnTo>
                  <a:pt x="12828" y="17950"/>
                </a:lnTo>
                <a:lnTo>
                  <a:pt x="16200" y="22143"/>
                </a:lnTo>
                <a:lnTo>
                  <a:pt x="19435" y="26524"/>
                </a:lnTo>
                <a:lnTo>
                  <a:pt x="22531" y="31090"/>
                </a:lnTo>
                <a:lnTo>
                  <a:pt x="25486" y="35840"/>
                </a:lnTo>
                <a:lnTo>
                  <a:pt x="28298" y="40774"/>
                </a:lnTo>
                <a:lnTo>
                  <a:pt x="30965" y="45889"/>
                </a:lnTo>
                <a:lnTo>
                  <a:pt x="33486" y="51185"/>
                </a:lnTo>
                <a:lnTo>
                  <a:pt x="35857" y="56659"/>
                </a:lnTo>
                <a:lnTo>
                  <a:pt x="38078" y="62311"/>
                </a:lnTo>
                <a:lnTo>
                  <a:pt x="40147" y="68139"/>
                </a:lnTo>
                <a:lnTo>
                  <a:pt x="42061" y="74142"/>
                </a:lnTo>
                <a:lnTo>
                  <a:pt x="43819" y="80318"/>
                </a:lnTo>
                <a:lnTo>
                  <a:pt x="45418" y="86667"/>
                </a:lnTo>
                <a:lnTo>
                  <a:pt x="46857" y="93185"/>
                </a:lnTo>
                <a:lnTo>
                  <a:pt x="48134" y="99874"/>
                </a:lnTo>
                <a:lnTo>
                  <a:pt x="49247" y="106730"/>
                </a:lnTo>
                <a:lnTo>
                  <a:pt x="50194" y="113752"/>
                </a:lnTo>
                <a:lnTo>
                  <a:pt x="50973" y="120940"/>
                </a:lnTo>
                <a:lnTo>
                  <a:pt x="51582" y="128292"/>
                </a:lnTo>
                <a:lnTo>
                  <a:pt x="52020" y="135806"/>
                </a:lnTo>
                <a:lnTo>
                  <a:pt x="52284" y="143480"/>
                </a:lnTo>
                <a:lnTo>
                  <a:pt x="52372" y="151315"/>
                </a:lnTo>
                <a:lnTo>
                  <a:pt x="52312" y="157810"/>
                </a:lnTo>
                <a:lnTo>
                  <a:pt x="52127" y="164311"/>
                </a:lnTo>
                <a:lnTo>
                  <a:pt x="51812" y="170811"/>
                </a:lnTo>
                <a:lnTo>
                  <a:pt x="51359" y="177302"/>
                </a:lnTo>
                <a:lnTo>
                  <a:pt x="50762" y="183778"/>
                </a:lnTo>
                <a:lnTo>
                  <a:pt x="50016" y="190232"/>
                </a:lnTo>
                <a:lnTo>
                  <a:pt x="49114" y="196656"/>
                </a:lnTo>
                <a:lnTo>
                  <a:pt x="48049" y="203043"/>
                </a:lnTo>
                <a:lnTo>
                  <a:pt x="46815" y="209386"/>
                </a:lnTo>
                <a:lnTo>
                  <a:pt x="45407" y="215678"/>
                </a:lnTo>
                <a:lnTo>
                  <a:pt x="43817" y="221912"/>
                </a:lnTo>
                <a:lnTo>
                  <a:pt x="42040" y="228081"/>
                </a:lnTo>
                <a:lnTo>
                  <a:pt x="40069" y="234176"/>
                </a:lnTo>
                <a:lnTo>
                  <a:pt x="37897" y="240193"/>
                </a:lnTo>
                <a:lnTo>
                  <a:pt x="35519" y="246122"/>
                </a:lnTo>
                <a:lnTo>
                  <a:pt x="32928" y="251957"/>
                </a:lnTo>
                <a:lnTo>
                  <a:pt x="30119" y="257691"/>
                </a:lnTo>
                <a:lnTo>
                  <a:pt x="27083" y="263317"/>
                </a:lnTo>
                <a:lnTo>
                  <a:pt x="23816" y="268828"/>
                </a:lnTo>
                <a:lnTo>
                  <a:pt x="20312" y="274216"/>
                </a:lnTo>
                <a:lnTo>
                  <a:pt x="16562" y="279474"/>
                </a:lnTo>
                <a:lnTo>
                  <a:pt x="12563" y="284596"/>
                </a:lnTo>
                <a:lnTo>
                  <a:pt x="8306" y="289573"/>
                </a:lnTo>
                <a:lnTo>
                  <a:pt x="3786" y="294400"/>
                </a:lnTo>
                <a:lnTo>
                  <a:pt x="3332" y="294858"/>
                </a:lnTo>
                <a:lnTo>
                  <a:pt x="2916" y="295285"/>
                </a:lnTo>
                <a:lnTo>
                  <a:pt x="2536" y="295683"/>
                </a:lnTo>
                <a:lnTo>
                  <a:pt x="2191" y="296053"/>
                </a:lnTo>
                <a:lnTo>
                  <a:pt x="1878" y="296396"/>
                </a:lnTo>
                <a:lnTo>
                  <a:pt x="1597" y="296714"/>
                </a:lnTo>
                <a:lnTo>
                  <a:pt x="1346" y="297010"/>
                </a:lnTo>
                <a:lnTo>
                  <a:pt x="1122" y="297284"/>
                </a:lnTo>
                <a:lnTo>
                  <a:pt x="924" y="297538"/>
                </a:lnTo>
                <a:lnTo>
                  <a:pt x="751" y="297774"/>
                </a:lnTo>
                <a:lnTo>
                  <a:pt x="602" y="297994"/>
                </a:lnTo>
                <a:lnTo>
                  <a:pt x="473" y="298198"/>
                </a:lnTo>
                <a:lnTo>
                  <a:pt x="365" y="298390"/>
                </a:lnTo>
                <a:lnTo>
                  <a:pt x="274" y="298570"/>
                </a:lnTo>
                <a:lnTo>
                  <a:pt x="200" y="298740"/>
                </a:lnTo>
                <a:lnTo>
                  <a:pt x="140" y="298902"/>
                </a:lnTo>
                <a:lnTo>
                  <a:pt x="94" y="299057"/>
                </a:lnTo>
                <a:lnTo>
                  <a:pt x="59" y="299207"/>
                </a:lnTo>
                <a:lnTo>
                  <a:pt x="34" y="299354"/>
                </a:lnTo>
                <a:lnTo>
                  <a:pt x="18" y="299500"/>
                </a:lnTo>
                <a:lnTo>
                  <a:pt x="7" y="299645"/>
                </a:lnTo>
                <a:lnTo>
                  <a:pt x="2" y="299792"/>
                </a:lnTo>
                <a:lnTo>
                  <a:pt x="0" y="299942"/>
                </a:lnTo>
                <a:lnTo>
                  <a:pt x="0" y="300098"/>
                </a:lnTo>
                <a:lnTo>
                  <a:pt x="7" y="300256"/>
                </a:lnTo>
                <a:lnTo>
                  <a:pt x="26" y="300413"/>
                </a:lnTo>
                <a:lnTo>
                  <a:pt x="58" y="300570"/>
                </a:lnTo>
                <a:lnTo>
                  <a:pt x="102" y="300725"/>
                </a:lnTo>
                <a:lnTo>
                  <a:pt x="159" y="300878"/>
                </a:lnTo>
                <a:lnTo>
                  <a:pt x="227" y="301028"/>
                </a:lnTo>
                <a:lnTo>
                  <a:pt x="306" y="301174"/>
                </a:lnTo>
                <a:lnTo>
                  <a:pt x="397" y="301317"/>
                </a:lnTo>
                <a:lnTo>
                  <a:pt x="499" y="301455"/>
                </a:lnTo>
                <a:lnTo>
                  <a:pt x="612" y="301589"/>
                </a:lnTo>
                <a:lnTo>
                  <a:pt x="735" y="301717"/>
                </a:lnTo>
                <a:lnTo>
                  <a:pt x="868" y="301839"/>
                </a:lnTo>
                <a:lnTo>
                  <a:pt x="1011" y="301954"/>
                </a:lnTo>
                <a:lnTo>
                  <a:pt x="1163" y="302062"/>
                </a:lnTo>
                <a:lnTo>
                  <a:pt x="1325" y="302163"/>
                </a:lnTo>
                <a:lnTo>
                  <a:pt x="1496" y="302255"/>
                </a:lnTo>
                <a:lnTo>
                  <a:pt x="1675" y="302338"/>
                </a:lnTo>
                <a:lnTo>
                  <a:pt x="1863" y="302412"/>
                </a:lnTo>
                <a:lnTo>
                  <a:pt x="2060" y="302477"/>
                </a:lnTo>
                <a:lnTo>
                  <a:pt x="2264" y="302530"/>
                </a:lnTo>
                <a:lnTo>
                  <a:pt x="2476" y="302573"/>
                </a:lnTo>
                <a:lnTo>
                  <a:pt x="2695" y="302604"/>
                </a:lnTo>
                <a:lnTo>
                  <a:pt x="2922" y="302624"/>
                </a:lnTo>
                <a:lnTo>
                  <a:pt x="3155" y="302630"/>
                </a:lnTo>
                <a:lnTo>
                  <a:pt x="3596" y="302525"/>
                </a:lnTo>
                <a:lnTo>
                  <a:pt x="4279" y="302209"/>
                </a:lnTo>
                <a:lnTo>
                  <a:pt x="5190" y="301684"/>
                </a:lnTo>
                <a:lnTo>
                  <a:pt x="6313" y="300951"/>
                </a:lnTo>
                <a:lnTo>
                  <a:pt x="7634" y="300009"/>
                </a:lnTo>
                <a:lnTo>
                  <a:pt x="9140" y="298861"/>
                </a:lnTo>
                <a:lnTo>
                  <a:pt x="10814" y="297507"/>
                </a:lnTo>
                <a:lnTo>
                  <a:pt x="12643" y="295947"/>
                </a:lnTo>
                <a:lnTo>
                  <a:pt x="14613" y="294183"/>
                </a:lnTo>
                <a:lnTo>
                  <a:pt x="16708" y="292216"/>
                </a:lnTo>
                <a:lnTo>
                  <a:pt x="18914" y="290045"/>
                </a:lnTo>
                <a:lnTo>
                  <a:pt x="21217" y="287673"/>
                </a:lnTo>
                <a:lnTo>
                  <a:pt x="23602" y="285099"/>
                </a:lnTo>
                <a:lnTo>
                  <a:pt x="26055" y="282325"/>
                </a:lnTo>
                <a:lnTo>
                  <a:pt x="28561" y="279352"/>
                </a:lnTo>
                <a:lnTo>
                  <a:pt x="31106" y="276180"/>
                </a:lnTo>
                <a:lnTo>
                  <a:pt x="33674" y="272810"/>
                </a:lnTo>
                <a:lnTo>
                  <a:pt x="36252" y="269243"/>
                </a:lnTo>
                <a:lnTo>
                  <a:pt x="38826" y="265480"/>
                </a:lnTo>
                <a:lnTo>
                  <a:pt x="41380" y="261521"/>
                </a:lnTo>
                <a:lnTo>
                  <a:pt x="43900" y="257368"/>
                </a:lnTo>
                <a:lnTo>
                  <a:pt x="46371" y="253022"/>
                </a:lnTo>
                <a:lnTo>
                  <a:pt x="48779" y="248482"/>
                </a:lnTo>
                <a:lnTo>
                  <a:pt x="51110" y="243750"/>
                </a:lnTo>
                <a:lnTo>
                  <a:pt x="52945" y="239629"/>
                </a:lnTo>
                <a:lnTo>
                  <a:pt x="54664" y="235499"/>
                </a:lnTo>
                <a:lnTo>
                  <a:pt x="56272" y="231365"/>
                </a:lnTo>
                <a:lnTo>
                  <a:pt x="57771" y="227231"/>
                </a:lnTo>
                <a:lnTo>
                  <a:pt x="59165" y="223101"/>
                </a:lnTo>
                <a:lnTo>
                  <a:pt x="60457" y="218979"/>
                </a:lnTo>
                <a:lnTo>
                  <a:pt x="61650" y="214872"/>
                </a:lnTo>
                <a:lnTo>
                  <a:pt x="62749" y="210781"/>
                </a:lnTo>
                <a:lnTo>
                  <a:pt x="63755" y="206713"/>
                </a:lnTo>
                <a:lnTo>
                  <a:pt x="64672" y="202671"/>
                </a:lnTo>
                <a:lnTo>
                  <a:pt x="65504" y="198660"/>
                </a:lnTo>
                <a:lnTo>
                  <a:pt x="66254" y="194684"/>
                </a:lnTo>
                <a:lnTo>
                  <a:pt x="66925" y="190747"/>
                </a:lnTo>
                <a:lnTo>
                  <a:pt x="67521" y="186855"/>
                </a:lnTo>
                <a:lnTo>
                  <a:pt x="68044" y="183010"/>
                </a:lnTo>
                <a:lnTo>
                  <a:pt x="68498" y="179219"/>
                </a:lnTo>
                <a:lnTo>
                  <a:pt x="68576" y="178462"/>
                </a:lnTo>
                <a:lnTo>
                  <a:pt x="68576" y="123917"/>
                </a:lnTo>
                <a:lnTo>
                  <a:pt x="68143" y="1201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04B6E-FD9D-496B-80B3-23EACD0D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408" y="6735263"/>
            <a:ext cx="228818" cy="207029"/>
          </a:xfrm>
          <a:custGeom xmlns:a="http://schemas.openxmlformats.org/drawingml/2006/main">
            <a:pathLst>
              <a:path w="228818" h="207029">
                <a:moveTo>
                  <a:pt x="129579" y="39886"/>
                </a:moveTo>
                <a:lnTo>
                  <a:pt x="129579" y="39886"/>
                </a:lnTo>
                <a:cubicBezTo>
                  <a:pt x="127051" y="17727"/>
                  <a:pt x="123890" y="0"/>
                  <a:pt x="103031" y="0"/>
                </a:cubicBezTo>
                <a:cubicBezTo>
                  <a:pt x="73955" y="0"/>
                  <a:pt x="54360" y="20893"/>
                  <a:pt x="54360" y="29123"/>
                </a:cubicBezTo>
                <a:cubicBezTo>
                  <a:pt x="54360" y="31656"/>
                  <a:pt x="56256" y="31656"/>
                  <a:pt x="58153" y="31656"/>
                </a:cubicBezTo>
                <a:cubicBezTo>
                  <a:pt x="61313" y="31656"/>
                  <a:pt x="74587" y="27224"/>
                  <a:pt x="80276" y="17094"/>
                </a:cubicBezTo>
                <a:lnTo>
                  <a:pt x="80908" y="17094"/>
                </a:lnTo>
                <a:cubicBezTo>
                  <a:pt x="97342" y="17094"/>
                  <a:pt x="101135" y="25958"/>
                  <a:pt x="104295" y="57614"/>
                </a:cubicBezTo>
                <a:lnTo>
                  <a:pt x="108088" y="101932"/>
                </a:lnTo>
                <a:cubicBezTo>
                  <a:pt x="97342" y="107630"/>
                  <a:pt x="56888" y="132322"/>
                  <a:pt x="34765" y="147516"/>
                </a:cubicBezTo>
                <a:cubicBezTo>
                  <a:pt x="632" y="172208"/>
                  <a:pt x="0" y="181072"/>
                  <a:pt x="0" y="189935"/>
                </a:cubicBezTo>
                <a:cubicBezTo>
                  <a:pt x="0" y="200065"/>
                  <a:pt x="5057" y="207029"/>
                  <a:pt x="14538" y="207029"/>
                </a:cubicBezTo>
                <a:cubicBezTo>
                  <a:pt x="23387" y="207029"/>
                  <a:pt x="37294" y="196899"/>
                  <a:pt x="37294" y="192468"/>
                </a:cubicBezTo>
                <a:cubicBezTo>
                  <a:pt x="37294" y="190568"/>
                  <a:pt x="36661" y="190568"/>
                  <a:pt x="35397" y="190568"/>
                </a:cubicBezTo>
                <a:cubicBezTo>
                  <a:pt x="32869" y="189935"/>
                  <a:pt x="25916" y="188669"/>
                  <a:pt x="25916" y="176640"/>
                </a:cubicBezTo>
                <a:cubicBezTo>
                  <a:pt x="25916" y="169042"/>
                  <a:pt x="25916" y="165244"/>
                  <a:pt x="57521" y="143718"/>
                </a:cubicBezTo>
                <a:cubicBezTo>
                  <a:pt x="75851" y="131688"/>
                  <a:pt x="93550" y="121559"/>
                  <a:pt x="109352" y="112062"/>
                </a:cubicBezTo>
                <a:cubicBezTo>
                  <a:pt x="109352" y="112695"/>
                  <a:pt x="113777" y="157646"/>
                  <a:pt x="114409" y="162711"/>
                </a:cubicBezTo>
                <a:cubicBezTo>
                  <a:pt x="116937" y="186770"/>
                  <a:pt x="118834" y="207029"/>
                  <a:pt x="141589" y="207029"/>
                </a:cubicBezTo>
                <a:cubicBezTo>
                  <a:pt x="170033" y="207029"/>
                  <a:pt x="189628" y="186137"/>
                  <a:pt x="189628" y="177906"/>
                </a:cubicBezTo>
                <a:cubicBezTo>
                  <a:pt x="189628" y="176007"/>
                  <a:pt x="188364" y="176007"/>
                  <a:pt x="186468" y="176007"/>
                </a:cubicBezTo>
                <a:cubicBezTo>
                  <a:pt x="183307" y="176007"/>
                  <a:pt x="170033" y="179805"/>
                  <a:pt x="164344" y="189935"/>
                </a:cubicBezTo>
                <a:cubicBezTo>
                  <a:pt x="163080" y="190568"/>
                  <a:pt x="161816" y="190568"/>
                  <a:pt x="161184" y="190568"/>
                </a:cubicBezTo>
                <a:cubicBezTo>
                  <a:pt x="144117" y="190568"/>
                  <a:pt x="142221" y="170942"/>
                  <a:pt x="139693" y="145617"/>
                </a:cubicBezTo>
                <a:cubicBezTo>
                  <a:pt x="139061" y="136120"/>
                  <a:pt x="137796" y="128523"/>
                  <a:pt x="135268" y="96867"/>
                </a:cubicBezTo>
                <a:cubicBezTo>
                  <a:pt x="228818" y="40520"/>
                  <a:pt x="228818" y="29757"/>
                  <a:pt x="228818" y="17094"/>
                </a:cubicBezTo>
                <a:cubicBezTo>
                  <a:pt x="228818" y="6964"/>
                  <a:pt x="223761" y="0"/>
                  <a:pt x="214912" y="0"/>
                </a:cubicBezTo>
                <a:cubicBezTo>
                  <a:pt x="205431" y="0"/>
                  <a:pt x="191524" y="10763"/>
                  <a:pt x="191524" y="14562"/>
                </a:cubicBezTo>
                <a:cubicBezTo>
                  <a:pt x="191524" y="16461"/>
                  <a:pt x="193421" y="17094"/>
                  <a:pt x="193421" y="17094"/>
                </a:cubicBezTo>
                <a:cubicBezTo>
                  <a:pt x="195949" y="17094"/>
                  <a:pt x="203534" y="18360"/>
                  <a:pt x="203534" y="30390"/>
                </a:cubicBezTo>
                <a:cubicBezTo>
                  <a:pt x="203534" y="37987"/>
                  <a:pt x="202270" y="42419"/>
                  <a:pt x="176986" y="59513"/>
                </a:cubicBezTo>
                <a:cubicBezTo>
                  <a:pt x="167505" y="65844"/>
                  <a:pt x="154863" y="73442"/>
                  <a:pt x="134004" y="86737"/>
                </a:cubicBezTo>
                <a:lnTo>
                  <a:pt x="129579" y="39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93B52-1D48-4B38-B158-815DD1D2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999" y="6893543"/>
            <a:ext cx="90389" cy="96234"/>
          </a:xfrm>
          <a:custGeom xmlns:a="http://schemas.openxmlformats.org/drawingml/2006/main">
            <a:pathLst>
              <a:path w="90389" h="96234">
                <a:moveTo>
                  <a:pt x="84701" y="45584"/>
                </a:moveTo>
                <a:lnTo>
                  <a:pt x="84701" y="45584"/>
                </a:lnTo>
                <a:cubicBezTo>
                  <a:pt x="89125" y="45584"/>
                  <a:pt x="90389" y="45584"/>
                  <a:pt x="90389" y="41153"/>
                </a:cubicBezTo>
                <a:cubicBezTo>
                  <a:pt x="90389" y="22792"/>
                  <a:pt x="80276" y="0"/>
                  <a:pt x="48671" y="0"/>
                </a:cubicBezTo>
                <a:cubicBezTo>
                  <a:pt x="20859" y="0"/>
                  <a:pt x="0" y="21526"/>
                  <a:pt x="0" y="47484"/>
                </a:cubicBezTo>
                <a:cubicBezTo>
                  <a:pt x="0" y="74708"/>
                  <a:pt x="23387" y="96234"/>
                  <a:pt x="51832" y="96234"/>
                </a:cubicBezTo>
                <a:cubicBezTo>
                  <a:pt x="80276" y="96234"/>
                  <a:pt x="90389" y="73442"/>
                  <a:pt x="90389" y="68377"/>
                </a:cubicBezTo>
                <a:cubicBezTo>
                  <a:pt x="90389" y="67744"/>
                  <a:pt x="90389" y="65844"/>
                  <a:pt x="87229" y="65844"/>
                </a:cubicBezTo>
                <a:cubicBezTo>
                  <a:pt x="84068" y="65844"/>
                  <a:pt x="84068" y="67110"/>
                  <a:pt x="83436" y="69010"/>
                </a:cubicBezTo>
                <a:cubicBezTo>
                  <a:pt x="76483" y="86104"/>
                  <a:pt x="60681" y="89270"/>
                  <a:pt x="53096" y="89270"/>
                </a:cubicBezTo>
                <a:cubicBezTo>
                  <a:pt x="42982" y="89270"/>
                  <a:pt x="33501" y="84838"/>
                  <a:pt x="27180" y="77240"/>
                </a:cubicBezTo>
                <a:cubicBezTo>
                  <a:pt x="19595" y="67110"/>
                  <a:pt x="18963" y="53815"/>
                  <a:pt x="18963" y="45584"/>
                </a:cubicBezTo>
                <a:lnTo>
                  <a:pt x="84701" y="45584"/>
                </a:lnTo>
                <a:close/>
                <a:moveTo>
                  <a:pt x="19595" y="40520"/>
                </a:moveTo>
                <a:lnTo>
                  <a:pt x="19595" y="40520"/>
                </a:lnTo>
                <a:cubicBezTo>
                  <a:pt x="21491" y="10763"/>
                  <a:pt x="41086" y="5698"/>
                  <a:pt x="48671" y="5698"/>
                </a:cubicBezTo>
                <a:cubicBezTo>
                  <a:pt x="74587" y="5698"/>
                  <a:pt x="75851" y="34821"/>
                  <a:pt x="75851" y="40520"/>
                </a:cubicBezTo>
                <a:lnTo>
                  <a:pt x="19595" y="405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A96E86-71F6-4082-BA69-DD61EADE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7455" y="6893543"/>
            <a:ext cx="90389" cy="96234"/>
          </a:xfrm>
          <a:custGeom xmlns:a="http://schemas.openxmlformats.org/drawingml/2006/main">
            <a:pathLst>
              <a:path w="90389" h="96234">
                <a:moveTo>
                  <a:pt x="84701" y="45584"/>
                </a:moveTo>
                <a:lnTo>
                  <a:pt x="84701" y="45584"/>
                </a:lnTo>
                <a:cubicBezTo>
                  <a:pt x="89125" y="45584"/>
                  <a:pt x="90389" y="45584"/>
                  <a:pt x="90389" y="41153"/>
                </a:cubicBezTo>
                <a:cubicBezTo>
                  <a:pt x="90389" y="22792"/>
                  <a:pt x="80276" y="0"/>
                  <a:pt x="48671" y="0"/>
                </a:cubicBezTo>
                <a:cubicBezTo>
                  <a:pt x="20859" y="0"/>
                  <a:pt x="0" y="21526"/>
                  <a:pt x="0" y="47484"/>
                </a:cubicBezTo>
                <a:cubicBezTo>
                  <a:pt x="0" y="74708"/>
                  <a:pt x="23387" y="96234"/>
                  <a:pt x="51832" y="96234"/>
                </a:cubicBezTo>
                <a:cubicBezTo>
                  <a:pt x="80276" y="96234"/>
                  <a:pt x="90389" y="73442"/>
                  <a:pt x="90389" y="68377"/>
                </a:cubicBezTo>
                <a:cubicBezTo>
                  <a:pt x="90389" y="67744"/>
                  <a:pt x="90389" y="65844"/>
                  <a:pt x="87229" y="65844"/>
                </a:cubicBezTo>
                <a:cubicBezTo>
                  <a:pt x="84068" y="65844"/>
                  <a:pt x="84068" y="67110"/>
                  <a:pt x="83436" y="69010"/>
                </a:cubicBezTo>
                <a:cubicBezTo>
                  <a:pt x="76483" y="86104"/>
                  <a:pt x="60681" y="89270"/>
                  <a:pt x="53096" y="89270"/>
                </a:cubicBezTo>
                <a:cubicBezTo>
                  <a:pt x="42982" y="89270"/>
                  <a:pt x="33501" y="84838"/>
                  <a:pt x="27180" y="77240"/>
                </a:cubicBezTo>
                <a:cubicBezTo>
                  <a:pt x="19595" y="67110"/>
                  <a:pt x="18963" y="53815"/>
                  <a:pt x="18963" y="45584"/>
                </a:cubicBezTo>
                <a:lnTo>
                  <a:pt x="84701" y="45584"/>
                </a:lnTo>
                <a:close/>
                <a:moveTo>
                  <a:pt x="19595" y="40520"/>
                </a:moveTo>
                <a:lnTo>
                  <a:pt x="19595" y="40520"/>
                </a:lnTo>
                <a:cubicBezTo>
                  <a:pt x="21491" y="10763"/>
                  <a:pt x="41086" y="5698"/>
                  <a:pt x="48671" y="5698"/>
                </a:cubicBezTo>
                <a:cubicBezTo>
                  <a:pt x="74587" y="5698"/>
                  <a:pt x="75851" y="34821"/>
                  <a:pt x="75851" y="40520"/>
                </a:cubicBezTo>
                <a:lnTo>
                  <a:pt x="19595" y="405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AB54B-A950-43AD-BACF-8C6F1362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1572" y="6715003"/>
            <a:ext cx="70162" cy="302630"/>
          </a:xfrm>
          <a:custGeom xmlns:a="http://schemas.openxmlformats.org/drawingml/2006/main">
            <a:pathLst>
              <a:path w="70162" h="302630">
                <a:moveTo>
                  <a:pt x="70162" y="300098"/>
                </a:moveTo>
                <a:lnTo>
                  <a:pt x="70162" y="300098"/>
                </a:lnTo>
                <a:cubicBezTo>
                  <a:pt x="70162" y="298831"/>
                  <a:pt x="70162" y="298198"/>
                  <a:pt x="65106" y="293133"/>
                </a:cubicBezTo>
                <a:cubicBezTo>
                  <a:pt x="27180" y="255146"/>
                  <a:pt x="17699" y="197533"/>
                  <a:pt x="17699" y="151315"/>
                </a:cubicBezTo>
                <a:cubicBezTo>
                  <a:pt x="17699" y="98766"/>
                  <a:pt x="29076" y="46218"/>
                  <a:pt x="66370" y="8231"/>
                </a:cubicBezTo>
                <a:cubicBezTo>
                  <a:pt x="70162" y="4432"/>
                  <a:pt x="70162" y="4432"/>
                  <a:pt x="70162" y="3166"/>
                </a:cubicBezTo>
                <a:cubicBezTo>
                  <a:pt x="70162" y="1266"/>
                  <a:pt x="68898" y="0"/>
                  <a:pt x="67002" y="0"/>
                </a:cubicBezTo>
                <a:cubicBezTo>
                  <a:pt x="64474" y="0"/>
                  <a:pt x="37294" y="20893"/>
                  <a:pt x="18963" y="59513"/>
                </a:cubicBezTo>
                <a:cubicBezTo>
                  <a:pt x="3793" y="92435"/>
                  <a:pt x="0" y="125990"/>
                  <a:pt x="0" y="151315"/>
                </a:cubicBezTo>
                <a:cubicBezTo>
                  <a:pt x="0" y="175374"/>
                  <a:pt x="3793" y="211461"/>
                  <a:pt x="20227" y="245650"/>
                </a:cubicBezTo>
                <a:cubicBezTo>
                  <a:pt x="38558" y="283003"/>
                  <a:pt x="64474" y="302630"/>
                  <a:pt x="67002" y="302630"/>
                </a:cubicBezTo>
                <a:cubicBezTo>
                  <a:pt x="68898" y="302630"/>
                  <a:pt x="70162" y="301997"/>
                  <a:pt x="70162" y="30009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9648B-72DC-4C09-8E90-5153A97E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7018" y="6737163"/>
            <a:ext cx="205431" cy="205130"/>
          </a:xfrm>
          <a:custGeom xmlns:a="http://schemas.openxmlformats.org/drawingml/2006/main">
            <a:pathLst>
              <a:path w="205431" h="205130">
                <a:moveTo>
                  <a:pt x="121362" y="21526"/>
                </a:moveTo>
                <a:lnTo>
                  <a:pt x="121362" y="21526"/>
                </a:lnTo>
                <a:cubicBezTo>
                  <a:pt x="123258" y="12662"/>
                  <a:pt x="124522" y="10763"/>
                  <a:pt x="128315" y="10130"/>
                </a:cubicBezTo>
                <a:cubicBezTo>
                  <a:pt x="130843" y="9497"/>
                  <a:pt x="140957" y="9497"/>
                  <a:pt x="147278" y="9497"/>
                </a:cubicBezTo>
                <a:cubicBezTo>
                  <a:pt x="178250" y="9497"/>
                  <a:pt x="191524" y="10763"/>
                  <a:pt x="191524" y="34188"/>
                </a:cubicBezTo>
                <a:cubicBezTo>
                  <a:pt x="191524" y="38620"/>
                  <a:pt x="190260" y="50649"/>
                  <a:pt x="188996" y="58247"/>
                </a:cubicBezTo>
                <a:cubicBezTo>
                  <a:pt x="188996" y="59513"/>
                  <a:pt x="188364" y="63312"/>
                  <a:pt x="188364" y="64578"/>
                </a:cubicBezTo>
                <a:cubicBezTo>
                  <a:pt x="188364" y="65844"/>
                  <a:pt x="188996" y="68377"/>
                  <a:pt x="192157" y="68377"/>
                </a:cubicBezTo>
                <a:cubicBezTo>
                  <a:pt x="195317" y="68377"/>
                  <a:pt x="195949" y="65844"/>
                  <a:pt x="196581" y="61412"/>
                </a:cubicBezTo>
                <a:lnTo>
                  <a:pt x="204798" y="8864"/>
                </a:lnTo>
                <a:cubicBezTo>
                  <a:pt x="204798" y="7597"/>
                  <a:pt x="205431" y="4432"/>
                  <a:pt x="205431" y="3166"/>
                </a:cubicBezTo>
                <a:cubicBezTo>
                  <a:pt x="205431" y="0"/>
                  <a:pt x="202270" y="0"/>
                  <a:pt x="197213" y="0"/>
                </a:cubicBezTo>
                <a:lnTo>
                  <a:pt x="29076" y="0"/>
                </a:lnTo>
                <a:cubicBezTo>
                  <a:pt x="22123" y="0"/>
                  <a:pt x="21491" y="633"/>
                  <a:pt x="19595" y="6331"/>
                </a:cubicBezTo>
                <a:lnTo>
                  <a:pt x="1264" y="59513"/>
                </a:lnTo>
                <a:cubicBezTo>
                  <a:pt x="1264" y="60146"/>
                  <a:pt x="0" y="64578"/>
                  <a:pt x="0" y="64578"/>
                </a:cubicBezTo>
                <a:cubicBezTo>
                  <a:pt x="0" y="66477"/>
                  <a:pt x="1264" y="68377"/>
                  <a:pt x="3160" y="68377"/>
                </a:cubicBezTo>
                <a:cubicBezTo>
                  <a:pt x="6321" y="68377"/>
                  <a:pt x="6953" y="66477"/>
                  <a:pt x="8217" y="62046"/>
                </a:cubicBezTo>
                <a:cubicBezTo>
                  <a:pt x="24652" y="15195"/>
                  <a:pt x="32869" y="9497"/>
                  <a:pt x="77115" y="9497"/>
                </a:cubicBezTo>
                <a:lnTo>
                  <a:pt x="89125" y="9497"/>
                </a:lnTo>
                <a:cubicBezTo>
                  <a:pt x="97342" y="9497"/>
                  <a:pt x="97342" y="10763"/>
                  <a:pt x="97342" y="13295"/>
                </a:cubicBezTo>
                <a:cubicBezTo>
                  <a:pt x="97342" y="15195"/>
                  <a:pt x="96710" y="18360"/>
                  <a:pt x="96078" y="19627"/>
                </a:cubicBezTo>
                <a:lnTo>
                  <a:pt x="55624" y="181072"/>
                </a:lnTo>
                <a:cubicBezTo>
                  <a:pt x="53096" y="192468"/>
                  <a:pt x="52464" y="195633"/>
                  <a:pt x="20227" y="195633"/>
                </a:cubicBezTo>
                <a:cubicBezTo>
                  <a:pt x="8849" y="195633"/>
                  <a:pt x="6953" y="195633"/>
                  <a:pt x="6953" y="201331"/>
                </a:cubicBezTo>
                <a:cubicBezTo>
                  <a:pt x="6953" y="205130"/>
                  <a:pt x="10746" y="205130"/>
                  <a:pt x="12642" y="205130"/>
                </a:cubicBezTo>
                <a:cubicBezTo>
                  <a:pt x="20227" y="205130"/>
                  <a:pt x="29076" y="204497"/>
                  <a:pt x="37294" y="204497"/>
                </a:cubicBezTo>
                <a:cubicBezTo>
                  <a:pt x="45511" y="204497"/>
                  <a:pt x="54360" y="203864"/>
                  <a:pt x="62577" y="203864"/>
                </a:cubicBezTo>
                <a:cubicBezTo>
                  <a:pt x="71427" y="203864"/>
                  <a:pt x="79644" y="204497"/>
                  <a:pt x="87861" y="204497"/>
                </a:cubicBezTo>
                <a:cubicBezTo>
                  <a:pt x="96710" y="204497"/>
                  <a:pt x="105560" y="205130"/>
                  <a:pt x="114409" y="205130"/>
                </a:cubicBezTo>
                <a:cubicBezTo>
                  <a:pt x="116937" y="205130"/>
                  <a:pt x="120730" y="205130"/>
                  <a:pt x="120730" y="198799"/>
                </a:cubicBezTo>
                <a:cubicBezTo>
                  <a:pt x="120730" y="195633"/>
                  <a:pt x="118202" y="195633"/>
                  <a:pt x="110616" y="195633"/>
                </a:cubicBezTo>
                <a:cubicBezTo>
                  <a:pt x="103031" y="195633"/>
                  <a:pt x="99239" y="195633"/>
                  <a:pt x="91022" y="195000"/>
                </a:cubicBezTo>
                <a:cubicBezTo>
                  <a:pt x="82172" y="194367"/>
                  <a:pt x="80276" y="193101"/>
                  <a:pt x="80276" y="188669"/>
                </a:cubicBezTo>
                <a:cubicBezTo>
                  <a:pt x="80276" y="188036"/>
                  <a:pt x="80276" y="186770"/>
                  <a:pt x="81540" y="181705"/>
                </a:cubicBezTo>
                <a:lnTo>
                  <a:pt x="121362" y="215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75B96-BF4D-4305-A11F-C6D8B39D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5205" y="6715003"/>
            <a:ext cx="70162" cy="302630"/>
          </a:xfrm>
          <a:custGeom xmlns:a="http://schemas.openxmlformats.org/drawingml/2006/main">
            <a:pathLst>
              <a:path w="70162" h="302630">
                <a:moveTo>
                  <a:pt x="70162" y="151315"/>
                </a:moveTo>
                <a:lnTo>
                  <a:pt x="70162" y="151315"/>
                </a:lnTo>
                <a:cubicBezTo>
                  <a:pt x="70162" y="127890"/>
                  <a:pt x="67002" y="91169"/>
                  <a:pt x="49935" y="56981"/>
                </a:cubicBezTo>
                <a:cubicBezTo>
                  <a:pt x="32237" y="19627"/>
                  <a:pt x="6321" y="0"/>
                  <a:pt x="3160" y="0"/>
                </a:cubicBezTo>
                <a:cubicBezTo>
                  <a:pt x="1264" y="0"/>
                  <a:pt x="0" y="1266"/>
                  <a:pt x="0" y="3166"/>
                </a:cubicBezTo>
                <a:cubicBezTo>
                  <a:pt x="0" y="4432"/>
                  <a:pt x="0" y="4432"/>
                  <a:pt x="5689" y="10130"/>
                </a:cubicBezTo>
                <a:cubicBezTo>
                  <a:pt x="35397" y="39886"/>
                  <a:pt x="52464" y="88003"/>
                  <a:pt x="52464" y="151315"/>
                </a:cubicBezTo>
                <a:cubicBezTo>
                  <a:pt x="52464" y="203231"/>
                  <a:pt x="41718" y="256413"/>
                  <a:pt x="3793" y="294400"/>
                </a:cubicBezTo>
                <a:cubicBezTo>
                  <a:pt x="0" y="298198"/>
                  <a:pt x="0" y="298831"/>
                  <a:pt x="0" y="300098"/>
                </a:cubicBezTo>
                <a:cubicBezTo>
                  <a:pt x="0" y="301364"/>
                  <a:pt x="1264" y="302630"/>
                  <a:pt x="3160" y="302630"/>
                </a:cubicBezTo>
                <a:cubicBezTo>
                  <a:pt x="6321" y="302630"/>
                  <a:pt x="33501" y="282370"/>
                  <a:pt x="51200" y="243750"/>
                </a:cubicBezTo>
                <a:cubicBezTo>
                  <a:pt x="66370" y="210828"/>
                  <a:pt x="70162" y="176640"/>
                  <a:pt x="70162" y="1513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75CCD-EF6E-41CD-BEBE-72F5A9C5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412" y="5354355"/>
            <a:ext cx="692367" cy="260653"/>
          </a:xfrm>
          <a:custGeom xmlns:a="http://schemas.openxmlformats.org/drawingml/2006/main">
            <a:pathLst>
              <a:path w="692367" h="260653" fill="none">
                <a:moveTo>
                  <a:pt x="692367" y="0"/>
                </a:moveTo>
                <a:lnTo>
                  <a:pt x="0" y="260653"/>
                </a:ln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DF4E6-34AA-4219-A699-15C8D089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412" y="6297465"/>
            <a:ext cx="692367" cy="303590"/>
          </a:xfrm>
          <a:custGeom xmlns:a="http://schemas.openxmlformats.org/drawingml/2006/main">
            <a:pathLst>
              <a:path w="692367" h="303590" fill="none">
                <a:moveTo>
                  <a:pt x="692367" y="3035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1C32D-E73C-4C3B-A17C-A163124A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412" y="822534"/>
            <a:ext cx="692367" cy="260653"/>
          </a:xfrm>
          <a:custGeom xmlns:a="http://schemas.openxmlformats.org/drawingml/2006/main">
            <a:pathLst>
              <a:path w="692367" h="260653" fill="none">
                <a:moveTo>
                  <a:pt x="692367" y="0"/>
                </a:moveTo>
                <a:lnTo>
                  <a:pt x="0" y="260653"/>
                </a:ln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94D6B-715A-4B2D-85B9-1AC329AE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412" y="1490026"/>
            <a:ext cx="692367" cy="260653"/>
          </a:xfrm>
          <a:custGeom xmlns:a="http://schemas.openxmlformats.org/drawingml/2006/main">
            <a:pathLst>
              <a:path w="692367" h="260653" fill="none">
                <a:moveTo>
                  <a:pt x="692367" y="0"/>
                </a:moveTo>
                <a:lnTo>
                  <a:pt x="0" y="260653"/>
                </a:lnTo>
              </a:path>
            </a:pathLst>
          </a:custGeom>
          <a:noFill xmlns:a="http://schemas.openxmlformats.org/drawingml/2006/main"/>
          <a:ln xmlns:a="http://schemas.openxmlformats.org/drawingml/2006/main" w="7500" cap="flat">
            <a:solidFill>
              <a:srgbClr val="A5A5A5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639182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2026-09-05T16:30:43.6660000Z</dcterms:created>
  <dcterms:modified xsi:type="dcterms:W3CDTF">2026-09-05T16:30:43.6660000Z</dcterms:modified>
</coreProperties>
</file>