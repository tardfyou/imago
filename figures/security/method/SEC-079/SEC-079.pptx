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9fb7748cd84dc0" /><Relationship Type="http://schemas.openxmlformats.org/officeDocument/2006/relationships/extended-properties" Target="/docProps/app.xml" Id="R1ea56f1f7b0a4bc6" /><Relationship Type="http://schemas.openxmlformats.org/officeDocument/2006/relationships/officeDocument" Target="/ppt/presentation.xml" Id="R833c4630d70c43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7b2cb4525649c4"/>
  </p:sldMasterIdLst>
  <p:notesMasterIdLst>
    <p:notesMasterId xmlns:r="http://schemas.openxmlformats.org/officeDocument/2006/relationships" r:id="R759ad7d02a6a4393"/>
  </p:notesMasterIdLst>
  <p:sldIdLst>
    <p:sldId xmlns:r="http://schemas.openxmlformats.org/officeDocument/2006/relationships" id="256" r:id="R51660f7a5a0a46c5"/>
  </p:sldIdLst>
  <p:sldSz cx="14516100" cy="8401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83a32991ed4cfe" /><Relationship Type="http://schemas.openxmlformats.org/officeDocument/2006/relationships/slideMaster" Target="/ppt/slideMasters/slideMaster1.xml" Id="R147b2cb4525649c4" /><Relationship Type="http://schemas.openxmlformats.org/officeDocument/2006/relationships/notesMaster" Target="/ppt/notesMasters/notesMaster1.xml" Id="R759ad7d02a6a4393" /><Relationship Type="http://schemas.openxmlformats.org/officeDocument/2006/relationships/presProps" Target="/ppt/presProps.xml" Id="Ra40204a449e44d60" /><Relationship Type="http://schemas.openxmlformats.org/officeDocument/2006/relationships/tableStyles" Target="/ppt/tableStyles.xml" Id="R535c717681094a86" /><Relationship Type="http://schemas.openxmlformats.org/officeDocument/2006/relationships/slide" Target="/ppt/slides/slide1.xml" Id="R51660f7a5a0a46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8581dd24bc47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a05a38bc6a431f" /><Relationship Type="http://schemas.openxmlformats.org/officeDocument/2006/relationships/notesMaster" Target="/ppt/notesMasters/notesMaster1.xml" Id="Rf9cd09d8c33644c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素材ID：SEC-079</ns1:t>
            </ns1:r>
          </ns1:p>
          <ns1:p>
            <ns1:r>
              <ns1:t>论文：Terrapin Attack: Breaking SSH Channel Integrity By Sequence Number Manipulation</ns1:t>
            </ns1:r>
          </ns1:p>
          <ns1:p>
            <ns1:r>
              <ns1:t>会议：USENIX Security 2024</ns1:t>
            </ns1:r>
          </ns1:p>
          <ns1:p>
            <ns1:r>
              <ns1:t>奖项：Distinguished Paper Award</ns1:t>
            </ns1:r>
          </ns1:p>
          <ns1:p>
            <ns1:r>
              <ns1:t>图号：Figure 3，PDF第8页</ns1:t>
            </ns1:r>
          </ns1:p>
          <ns1:p>
            <ns1:r>
              <ns1:t>类型：方法细节</ns1:t>
            </ns1:r>
          </ns1:p>
          <ns1:p>
            <ns1:r>
              <ns1:t>借鉴点：四面板对齐包字段、加密/MAC函数、nonce与tag生成路径，便于逐字段比较不同协议模式。</ns1:t>
            </ns1:r>
          </ns1:p>
          <ns1:p>
            <ns1:r>
              <ns1:t>论文URL：https://www.usenix.org/system/files/usenixsecurity24-baumer.pdf</ns1:t>
            </ns1:r>
          </ns1:p>
          <ns1:p>
            <ns1:r>
              <ns1:t>官方获奖URL：https://www.usenix.org/conference/usenixsecurity24/presentation/b%C3%A4umer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8a3a1bb4442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48440cc22f437a" /><Relationship Type="http://schemas.openxmlformats.org/officeDocument/2006/relationships/slideLayout" Target="/ppt/slideLayouts/slideLayout1.xml" Id="Rc196d4b4e8d749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96d4b4e8d749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0ea725908479f" /><Relationship Type="http://schemas.openxmlformats.org/officeDocument/2006/relationships/notesSlide" Target="/ppt/notesSlides/notesSlide1.xml" Id="R6c53cf3cf60644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0699E-74A3-4914-99E3-BB4F6CC8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7" y="22889"/>
            <a:ext cx="6815623" cy="10"/>
          </a:xfrm>
          <a:custGeom xmlns:a="http://schemas.openxmlformats.org/drawingml/2006/main">
            <a:pathLst>
              <a:path w="6815623" h="1" fill="none">
                <a:moveTo>
                  <a:pt x="0" y="0"/>
                </a:moveTo>
                <a:lnTo>
                  <a:pt x="6815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F8EECB-C387-4067-9A2E-BE7FA72E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" y="28576"/>
            <a:ext cx="10" cy="2266112"/>
          </a:xfrm>
          <a:custGeom xmlns:a="http://schemas.openxmlformats.org/drawingml/2006/main">
            <a:pathLst>
              <a:path w="1" h="2266112" fill="none">
                <a:moveTo>
                  <a:pt x="0" y="226611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84C477-B4D4-4273-B06F-D7C30A4C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28530"/>
            <a:ext cx="6792719" cy="2266157"/>
          </a:xfrm>
          <a:custGeom xmlns:a="http://schemas.openxmlformats.org/drawingml/2006/main">
            <a:pathLst>
              <a:path w="6792719" h="2266157">
                <a:moveTo>
                  <a:pt x="0" y="2266157"/>
                </a:moveTo>
                <a:lnTo>
                  <a:pt x="0" y="0"/>
                </a:lnTo>
                <a:lnTo>
                  <a:pt x="6792719" y="0"/>
                </a:lnTo>
                <a:lnTo>
                  <a:pt x="6792719" y="2266157"/>
                </a:lnTo>
                <a:lnTo>
                  <a:pt x="0" y="22661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A42B4-CF44-4CBA-BB9F-3ABAAD55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11" y="1436730"/>
            <a:ext cx="5593497" cy="187017"/>
          </a:xfrm>
          <a:custGeom xmlns:a="http://schemas.openxmlformats.org/drawingml/2006/main">
            <a:pathLst>
              <a:path w="5593497" h="187017" fill="none">
                <a:moveTo>
                  <a:pt x="5593497" y="0"/>
                </a:moveTo>
                <a:cubicBezTo>
                  <a:pt x="5593497" y="51605"/>
                  <a:pt x="5593497" y="93505"/>
                  <a:pt x="5593497" y="93505"/>
                </a:cubicBezTo>
                <a:lnTo>
                  <a:pt x="4313112" y="93505"/>
                </a:lnTo>
                <a:cubicBezTo>
                  <a:pt x="4313112" y="93505"/>
                  <a:pt x="4313112" y="135372"/>
                  <a:pt x="4313112" y="187017"/>
                </a:cubicBezTo>
                <a:cubicBezTo>
                  <a:pt x="4313112" y="135372"/>
                  <a:pt x="4313112" y="93505"/>
                  <a:pt x="4313112" y="93505"/>
                </a:cubicBezTo>
                <a:lnTo>
                  <a:pt x="0" y="93505"/>
                </a:lnTo>
                <a:cubicBezTo>
                  <a:pt x="0" y="93505"/>
                  <a:pt x="0" y="5160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988" cap="flat">
            <a:solidFill>
              <a:srgbClr val="000000"/>
            </a:solidFill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FFCD38-6692-4613-83E4-62C92072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974" y="1264180"/>
            <a:ext cx="65026" cy="623345"/>
          </a:xfrm>
          <a:custGeom xmlns:a="http://schemas.openxmlformats.org/drawingml/2006/main">
            <a:pathLst>
              <a:path w="65026" h="623345">
                <a:moveTo>
                  <a:pt x="28519" y="0"/>
                </a:moveTo>
                <a:lnTo>
                  <a:pt x="28519" y="600664"/>
                </a:lnTo>
                <a:lnTo>
                  <a:pt x="7988" y="565469"/>
                </a:lnTo>
                <a:lnTo>
                  <a:pt x="7842" y="565238"/>
                </a:lnTo>
                <a:lnTo>
                  <a:pt x="7683" y="565020"/>
                </a:lnTo>
                <a:lnTo>
                  <a:pt x="7513" y="564816"/>
                </a:lnTo>
                <a:lnTo>
                  <a:pt x="7331" y="564625"/>
                </a:lnTo>
                <a:lnTo>
                  <a:pt x="7139" y="564448"/>
                </a:lnTo>
                <a:lnTo>
                  <a:pt x="6937" y="564286"/>
                </a:lnTo>
                <a:lnTo>
                  <a:pt x="6727" y="564138"/>
                </a:lnTo>
                <a:lnTo>
                  <a:pt x="6509" y="564004"/>
                </a:lnTo>
                <a:lnTo>
                  <a:pt x="6284" y="563886"/>
                </a:lnTo>
                <a:lnTo>
                  <a:pt x="6052" y="563782"/>
                </a:lnTo>
                <a:lnTo>
                  <a:pt x="5814" y="563693"/>
                </a:lnTo>
                <a:lnTo>
                  <a:pt x="5572" y="563620"/>
                </a:lnTo>
                <a:lnTo>
                  <a:pt x="5325" y="563563"/>
                </a:lnTo>
                <a:lnTo>
                  <a:pt x="5075" y="563522"/>
                </a:lnTo>
                <a:lnTo>
                  <a:pt x="4823" y="563497"/>
                </a:lnTo>
                <a:lnTo>
                  <a:pt x="4568" y="563488"/>
                </a:lnTo>
                <a:lnTo>
                  <a:pt x="4313" y="563495"/>
                </a:lnTo>
                <a:lnTo>
                  <a:pt x="4057" y="563520"/>
                </a:lnTo>
                <a:lnTo>
                  <a:pt x="3801" y="563561"/>
                </a:lnTo>
                <a:lnTo>
                  <a:pt x="3547" y="563620"/>
                </a:lnTo>
                <a:lnTo>
                  <a:pt x="3294" y="563696"/>
                </a:lnTo>
                <a:lnTo>
                  <a:pt x="3045" y="563790"/>
                </a:lnTo>
                <a:lnTo>
                  <a:pt x="2798" y="563901"/>
                </a:lnTo>
                <a:lnTo>
                  <a:pt x="2556" y="564031"/>
                </a:lnTo>
                <a:lnTo>
                  <a:pt x="2323" y="564177"/>
                </a:lnTo>
                <a:lnTo>
                  <a:pt x="2104" y="564337"/>
                </a:lnTo>
                <a:lnTo>
                  <a:pt x="1898" y="564509"/>
                </a:lnTo>
                <a:lnTo>
                  <a:pt x="1706" y="564692"/>
                </a:lnTo>
                <a:lnTo>
                  <a:pt x="1529" y="564886"/>
                </a:lnTo>
                <a:lnTo>
                  <a:pt x="1366" y="565089"/>
                </a:lnTo>
                <a:lnTo>
                  <a:pt x="1217" y="565302"/>
                </a:lnTo>
                <a:lnTo>
                  <a:pt x="1083" y="565522"/>
                </a:lnTo>
                <a:lnTo>
                  <a:pt x="964" y="565750"/>
                </a:lnTo>
                <a:lnTo>
                  <a:pt x="860" y="565984"/>
                </a:lnTo>
                <a:lnTo>
                  <a:pt x="772" y="566224"/>
                </a:lnTo>
                <a:lnTo>
                  <a:pt x="699" y="566469"/>
                </a:lnTo>
                <a:lnTo>
                  <a:pt x="642" y="566718"/>
                </a:lnTo>
                <a:lnTo>
                  <a:pt x="601" y="566971"/>
                </a:lnTo>
                <a:lnTo>
                  <a:pt x="576" y="567225"/>
                </a:lnTo>
                <a:lnTo>
                  <a:pt x="568" y="567482"/>
                </a:lnTo>
                <a:lnTo>
                  <a:pt x="576" y="567739"/>
                </a:lnTo>
                <a:lnTo>
                  <a:pt x="602" y="567996"/>
                </a:lnTo>
                <a:lnTo>
                  <a:pt x="644" y="568253"/>
                </a:lnTo>
                <a:lnTo>
                  <a:pt x="703" y="568508"/>
                </a:lnTo>
                <a:lnTo>
                  <a:pt x="780" y="568760"/>
                </a:lnTo>
                <a:lnTo>
                  <a:pt x="875" y="569009"/>
                </a:lnTo>
                <a:lnTo>
                  <a:pt x="988" y="569255"/>
                </a:lnTo>
                <a:lnTo>
                  <a:pt x="1118" y="569495"/>
                </a:lnTo>
                <a:lnTo>
                  <a:pt x="32513" y="623345"/>
                </a:lnTo>
                <a:lnTo>
                  <a:pt x="63907" y="569495"/>
                </a:lnTo>
                <a:lnTo>
                  <a:pt x="64038" y="569255"/>
                </a:lnTo>
                <a:lnTo>
                  <a:pt x="64151" y="569009"/>
                </a:lnTo>
                <a:lnTo>
                  <a:pt x="64245" y="568760"/>
                </a:lnTo>
                <a:lnTo>
                  <a:pt x="64322" y="568508"/>
                </a:lnTo>
                <a:lnTo>
                  <a:pt x="64382" y="568253"/>
                </a:lnTo>
                <a:lnTo>
                  <a:pt x="64424" y="567996"/>
                </a:lnTo>
                <a:lnTo>
                  <a:pt x="64449" y="567739"/>
                </a:lnTo>
                <a:lnTo>
                  <a:pt x="64458" y="567482"/>
                </a:lnTo>
                <a:lnTo>
                  <a:pt x="64449" y="567225"/>
                </a:lnTo>
                <a:lnTo>
                  <a:pt x="64425" y="566971"/>
                </a:lnTo>
                <a:lnTo>
                  <a:pt x="64384" y="566718"/>
                </a:lnTo>
                <a:lnTo>
                  <a:pt x="64327" y="566469"/>
                </a:lnTo>
                <a:lnTo>
                  <a:pt x="64254" y="566224"/>
                </a:lnTo>
                <a:lnTo>
                  <a:pt x="64166" y="565984"/>
                </a:lnTo>
                <a:lnTo>
                  <a:pt x="64062" y="565750"/>
                </a:lnTo>
                <a:lnTo>
                  <a:pt x="63943" y="565522"/>
                </a:lnTo>
                <a:lnTo>
                  <a:pt x="63809" y="565302"/>
                </a:lnTo>
                <a:lnTo>
                  <a:pt x="63660" y="565089"/>
                </a:lnTo>
                <a:lnTo>
                  <a:pt x="63497" y="564886"/>
                </a:lnTo>
                <a:lnTo>
                  <a:pt x="63319" y="564692"/>
                </a:lnTo>
                <a:lnTo>
                  <a:pt x="63128" y="564509"/>
                </a:lnTo>
                <a:lnTo>
                  <a:pt x="62922" y="564337"/>
                </a:lnTo>
                <a:lnTo>
                  <a:pt x="62702" y="564177"/>
                </a:lnTo>
                <a:lnTo>
                  <a:pt x="62469" y="564031"/>
                </a:lnTo>
                <a:lnTo>
                  <a:pt x="62227" y="563901"/>
                </a:lnTo>
                <a:lnTo>
                  <a:pt x="61981" y="563790"/>
                </a:lnTo>
                <a:lnTo>
                  <a:pt x="61732" y="563696"/>
                </a:lnTo>
                <a:lnTo>
                  <a:pt x="61479" y="563620"/>
                </a:lnTo>
                <a:lnTo>
                  <a:pt x="61225" y="563561"/>
                </a:lnTo>
                <a:lnTo>
                  <a:pt x="60969" y="563520"/>
                </a:lnTo>
                <a:lnTo>
                  <a:pt x="60713" y="563495"/>
                </a:lnTo>
                <a:lnTo>
                  <a:pt x="60458" y="563488"/>
                </a:lnTo>
                <a:lnTo>
                  <a:pt x="60203" y="563497"/>
                </a:lnTo>
                <a:lnTo>
                  <a:pt x="59950" y="563522"/>
                </a:lnTo>
                <a:lnTo>
                  <a:pt x="59700" y="563563"/>
                </a:lnTo>
                <a:lnTo>
                  <a:pt x="59454" y="563620"/>
                </a:lnTo>
                <a:lnTo>
                  <a:pt x="59211" y="563693"/>
                </a:lnTo>
                <a:lnTo>
                  <a:pt x="58974" y="563782"/>
                </a:lnTo>
                <a:lnTo>
                  <a:pt x="58742" y="563886"/>
                </a:lnTo>
                <a:lnTo>
                  <a:pt x="58517" y="564004"/>
                </a:lnTo>
                <a:lnTo>
                  <a:pt x="58299" y="564138"/>
                </a:lnTo>
                <a:lnTo>
                  <a:pt x="58088" y="564286"/>
                </a:lnTo>
                <a:lnTo>
                  <a:pt x="57887" y="564448"/>
                </a:lnTo>
                <a:lnTo>
                  <a:pt x="57695" y="564625"/>
                </a:lnTo>
                <a:lnTo>
                  <a:pt x="57513" y="564816"/>
                </a:lnTo>
                <a:lnTo>
                  <a:pt x="57343" y="565020"/>
                </a:lnTo>
                <a:lnTo>
                  <a:pt x="57184" y="565238"/>
                </a:lnTo>
                <a:lnTo>
                  <a:pt x="57037" y="565469"/>
                </a:lnTo>
                <a:lnTo>
                  <a:pt x="36507" y="600664"/>
                </a:lnTo>
                <a:lnTo>
                  <a:pt x="36507" y="0"/>
                </a:lnTo>
                <a:lnTo>
                  <a:pt x="285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29380C-622C-4C88-8B70-BE275CC7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70" y="390885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6635F-A0CB-48FA-B262-4936374D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70" y="390885"/>
            <a:ext cx="905888" cy="317300"/>
          </a:xfrm>
          <a:custGeom xmlns:a="http://schemas.openxmlformats.org/drawingml/2006/main">
            <a:pathLst>
              <a:path w="905888" h="317300" fill="none">
                <a:moveTo>
                  <a:pt x="0" y="317300"/>
                </a:moveTo>
                <a:lnTo>
                  <a:pt x="905888" y="317300"/>
                </a:lnTo>
                <a:lnTo>
                  <a:pt x="905888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>
                <a:alpha val="96078"/>
              </a:srgbClr>
            </a:solidFill>
            <a:round/>
          </a:ln>
        </p:spPr>
      </p:sp>
      <p:sp>
        <p:nvSpPr>
          <p:cNvPr id="8" name="Text PacketLength">
            <a:extLst xmlns:a="http://schemas.openxmlformats.org/drawingml/2006/main">
              <a:ext uri="{FF2B5EF4-FFF2-40B4-BE49-F238E27FC236}">
                <a16:creationId xmlns:a16="http://schemas.microsoft.com/office/drawing/2014/main" id="{A172BBEE-E53E-43E7-A005-D32012C2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557" y="500740"/>
            <a:ext cx="776635" cy="122647"/>
          </a:xfrm>
          <a:custGeom xmlns:a="http://schemas.openxmlformats.org/drawingml/2006/main">
            <a:pathLst>
              <a:path w="776635" h="122647">
                <a:moveTo>
                  <a:pt x="0" y="5444"/>
                </a:moveTo>
                <a:lnTo>
                  <a:pt x="0" y="2858"/>
                </a:lnTo>
                <a:lnTo>
                  <a:pt x="35935" y="2858"/>
                </a:lnTo>
                <a:cubicBezTo>
                  <a:pt x="42378" y="2858"/>
                  <a:pt x="48322" y="3743"/>
                  <a:pt x="53767" y="5513"/>
                </a:cubicBezTo>
                <a:cubicBezTo>
                  <a:pt x="59212" y="7282"/>
                  <a:pt x="63296" y="9665"/>
                  <a:pt x="66020" y="12660"/>
                </a:cubicBezTo>
                <a:cubicBezTo>
                  <a:pt x="69740" y="16652"/>
                  <a:pt x="71601" y="21597"/>
                  <a:pt x="71601" y="27496"/>
                </a:cubicBezTo>
                <a:cubicBezTo>
                  <a:pt x="71601" y="31943"/>
                  <a:pt x="70443" y="36117"/>
                  <a:pt x="68128" y="40021"/>
                </a:cubicBezTo>
                <a:cubicBezTo>
                  <a:pt x="65814" y="43923"/>
                  <a:pt x="62615" y="46963"/>
                  <a:pt x="58532" y="49139"/>
                </a:cubicBezTo>
                <a:cubicBezTo>
                  <a:pt x="52996" y="52226"/>
                  <a:pt x="45055" y="53769"/>
                  <a:pt x="34710" y="53769"/>
                </a:cubicBezTo>
                <a:cubicBezTo>
                  <a:pt x="32986" y="53769"/>
                  <a:pt x="31443" y="53724"/>
                  <a:pt x="30082" y="53634"/>
                </a:cubicBezTo>
                <a:cubicBezTo>
                  <a:pt x="28721" y="53543"/>
                  <a:pt x="27133" y="53451"/>
                  <a:pt x="25317" y="53360"/>
                </a:cubicBezTo>
                <a:lnTo>
                  <a:pt x="25317" y="78135"/>
                </a:lnTo>
                <a:cubicBezTo>
                  <a:pt x="25409" y="81492"/>
                  <a:pt x="25772" y="84033"/>
                  <a:pt x="26406" y="85758"/>
                </a:cubicBezTo>
                <a:cubicBezTo>
                  <a:pt x="27041" y="87482"/>
                  <a:pt x="28267" y="88662"/>
                  <a:pt x="30082" y="89297"/>
                </a:cubicBezTo>
                <a:cubicBezTo>
                  <a:pt x="31898" y="89932"/>
                  <a:pt x="34575" y="90294"/>
                  <a:pt x="38114" y="90386"/>
                </a:cubicBezTo>
                <a:lnTo>
                  <a:pt x="38114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8" y="90023"/>
                  <a:pt x="5966" y="89524"/>
                  <a:pt x="7554" y="88888"/>
                </a:cubicBezTo>
                <a:cubicBezTo>
                  <a:pt x="9143" y="88253"/>
                  <a:pt x="10186" y="87005"/>
                  <a:pt x="10684" y="85145"/>
                </a:cubicBezTo>
                <a:cubicBezTo>
                  <a:pt x="11184" y="83284"/>
                  <a:pt x="11434" y="80448"/>
                  <a:pt x="11434" y="76638"/>
                </a:cubicBezTo>
                <a:lnTo>
                  <a:pt x="11434" y="17697"/>
                </a:lnTo>
                <a:cubicBezTo>
                  <a:pt x="11434" y="14339"/>
                  <a:pt x="11161" y="11866"/>
                  <a:pt x="10616" y="10277"/>
                </a:cubicBezTo>
                <a:cubicBezTo>
                  <a:pt x="10072" y="8689"/>
                  <a:pt x="9005" y="7577"/>
                  <a:pt x="7417" y="6942"/>
                </a:cubicBezTo>
                <a:cubicBezTo>
                  <a:pt x="5829" y="6306"/>
                  <a:pt x="3357" y="5807"/>
                  <a:pt x="0" y="5444"/>
                </a:cubicBezTo>
                <a:moveTo>
                  <a:pt x="25317" y="12523"/>
                </a:moveTo>
                <a:lnTo>
                  <a:pt x="25317" y="47916"/>
                </a:lnTo>
                <a:cubicBezTo>
                  <a:pt x="26860" y="48006"/>
                  <a:pt x="28198" y="48097"/>
                  <a:pt x="29332" y="48188"/>
                </a:cubicBezTo>
                <a:cubicBezTo>
                  <a:pt x="30468" y="48278"/>
                  <a:pt x="31716" y="48323"/>
                  <a:pt x="33077" y="48323"/>
                </a:cubicBezTo>
                <a:cubicBezTo>
                  <a:pt x="48867" y="48323"/>
                  <a:pt x="56762" y="41653"/>
                  <a:pt x="56762" y="28313"/>
                </a:cubicBezTo>
                <a:cubicBezTo>
                  <a:pt x="56762" y="21325"/>
                  <a:pt x="54584" y="16176"/>
                  <a:pt x="50228" y="12863"/>
                </a:cubicBezTo>
                <a:cubicBezTo>
                  <a:pt x="45873" y="9551"/>
                  <a:pt x="39112" y="7895"/>
                  <a:pt x="29945" y="7895"/>
                </a:cubicBezTo>
                <a:cubicBezTo>
                  <a:pt x="28131" y="7895"/>
                  <a:pt x="26906" y="8213"/>
                  <a:pt x="26271" y="8848"/>
                </a:cubicBezTo>
                <a:cubicBezTo>
                  <a:pt x="25635" y="9484"/>
                  <a:pt x="25317" y="10709"/>
                  <a:pt x="25317" y="12523"/>
                </a:cubicBezTo>
                <a:close/>
                <a:moveTo>
                  <a:pt x="133672" y="83988"/>
                </a:moveTo>
                <a:lnTo>
                  <a:pt x="133672" y="87528"/>
                </a:lnTo>
                <a:cubicBezTo>
                  <a:pt x="131312" y="90069"/>
                  <a:pt x="129271" y="91838"/>
                  <a:pt x="127547" y="92837"/>
                </a:cubicBezTo>
                <a:cubicBezTo>
                  <a:pt x="125823" y="93834"/>
                  <a:pt x="123781" y="94332"/>
                  <a:pt x="121421" y="94332"/>
                </a:cubicBezTo>
                <a:cubicBezTo>
                  <a:pt x="118608" y="94332"/>
                  <a:pt x="116543" y="93584"/>
                  <a:pt x="115228" y="92087"/>
                </a:cubicBezTo>
                <a:cubicBezTo>
                  <a:pt x="113912" y="90590"/>
                  <a:pt x="113072" y="88026"/>
                  <a:pt x="112708" y="84395"/>
                </a:cubicBezTo>
                <a:cubicBezTo>
                  <a:pt x="108535" y="87935"/>
                  <a:pt x="104927" y="90476"/>
                  <a:pt x="101887" y="92018"/>
                </a:cubicBezTo>
                <a:cubicBezTo>
                  <a:pt x="98847" y="93561"/>
                  <a:pt x="95830" y="94332"/>
                  <a:pt x="92835" y="94332"/>
                </a:cubicBezTo>
                <a:cubicBezTo>
                  <a:pt x="88660" y="94332"/>
                  <a:pt x="85234" y="92971"/>
                  <a:pt x="82557" y="90249"/>
                </a:cubicBezTo>
                <a:cubicBezTo>
                  <a:pt x="79881" y="87526"/>
                  <a:pt x="78542" y="84033"/>
                  <a:pt x="78542" y="79768"/>
                </a:cubicBezTo>
                <a:cubicBezTo>
                  <a:pt x="78542" y="77500"/>
                  <a:pt x="78996" y="75299"/>
                  <a:pt x="79903" y="73167"/>
                </a:cubicBezTo>
                <a:cubicBezTo>
                  <a:pt x="80811" y="71033"/>
                  <a:pt x="81991" y="69285"/>
                  <a:pt x="83442" y="67924"/>
                </a:cubicBezTo>
                <a:cubicBezTo>
                  <a:pt x="84895" y="66655"/>
                  <a:pt x="86279" y="65543"/>
                  <a:pt x="87594" y="64591"/>
                </a:cubicBezTo>
                <a:cubicBezTo>
                  <a:pt x="88910" y="63638"/>
                  <a:pt x="90497" y="62708"/>
                  <a:pt x="92357" y="61801"/>
                </a:cubicBezTo>
                <a:cubicBezTo>
                  <a:pt x="94218" y="60893"/>
                  <a:pt x="96737" y="59758"/>
                  <a:pt x="99913" y="58397"/>
                </a:cubicBezTo>
                <a:cubicBezTo>
                  <a:pt x="103090" y="57036"/>
                  <a:pt x="107310" y="55311"/>
                  <a:pt x="112573" y="53223"/>
                </a:cubicBezTo>
                <a:lnTo>
                  <a:pt x="112573" y="44921"/>
                </a:lnTo>
                <a:cubicBezTo>
                  <a:pt x="112573" y="37388"/>
                  <a:pt x="109124" y="33622"/>
                  <a:pt x="102227" y="33622"/>
                </a:cubicBezTo>
                <a:cubicBezTo>
                  <a:pt x="99505" y="33622"/>
                  <a:pt x="97191" y="34280"/>
                  <a:pt x="95286" y="35597"/>
                </a:cubicBezTo>
                <a:cubicBezTo>
                  <a:pt x="93380" y="36912"/>
                  <a:pt x="92428" y="38478"/>
                  <a:pt x="92428" y="40293"/>
                </a:cubicBezTo>
                <a:cubicBezTo>
                  <a:pt x="92428" y="41200"/>
                  <a:pt x="92563" y="42288"/>
                  <a:pt x="92835" y="43558"/>
                </a:cubicBezTo>
                <a:cubicBezTo>
                  <a:pt x="92926" y="44012"/>
                  <a:pt x="92994" y="44421"/>
                  <a:pt x="93038" y="44784"/>
                </a:cubicBezTo>
                <a:cubicBezTo>
                  <a:pt x="93084" y="45146"/>
                  <a:pt x="93107" y="45464"/>
                  <a:pt x="93107" y="45737"/>
                </a:cubicBezTo>
                <a:cubicBezTo>
                  <a:pt x="93107" y="47190"/>
                  <a:pt x="92494" y="48506"/>
                  <a:pt x="91269" y="49686"/>
                </a:cubicBezTo>
                <a:cubicBezTo>
                  <a:pt x="90044" y="50865"/>
                  <a:pt x="88615" y="51455"/>
                  <a:pt x="86981" y="51455"/>
                </a:cubicBezTo>
                <a:cubicBezTo>
                  <a:pt x="85348" y="51455"/>
                  <a:pt x="83964" y="50865"/>
                  <a:pt x="82829" y="49686"/>
                </a:cubicBezTo>
                <a:cubicBezTo>
                  <a:pt x="81695" y="48506"/>
                  <a:pt x="81128" y="47144"/>
                  <a:pt x="81128" y="45600"/>
                </a:cubicBezTo>
                <a:cubicBezTo>
                  <a:pt x="81128" y="42696"/>
                  <a:pt x="82149" y="40110"/>
                  <a:pt x="84190" y="37842"/>
                </a:cubicBezTo>
                <a:cubicBezTo>
                  <a:pt x="86232" y="35574"/>
                  <a:pt x="88978" y="33759"/>
                  <a:pt x="92425" y="32398"/>
                </a:cubicBezTo>
                <a:cubicBezTo>
                  <a:pt x="95875" y="31036"/>
                  <a:pt x="99732" y="30354"/>
                  <a:pt x="103997" y="30354"/>
                </a:cubicBezTo>
                <a:cubicBezTo>
                  <a:pt x="112164" y="30354"/>
                  <a:pt x="117791" y="32850"/>
                  <a:pt x="120877" y="37842"/>
                </a:cubicBezTo>
                <a:cubicBezTo>
                  <a:pt x="121874" y="39476"/>
                  <a:pt x="122577" y="41382"/>
                  <a:pt x="122985" y="43560"/>
                </a:cubicBezTo>
                <a:cubicBezTo>
                  <a:pt x="123394" y="45737"/>
                  <a:pt x="123598" y="48595"/>
                  <a:pt x="123598" y="52134"/>
                </a:cubicBezTo>
                <a:lnTo>
                  <a:pt x="123598" y="78679"/>
                </a:lnTo>
                <a:cubicBezTo>
                  <a:pt x="123598" y="81673"/>
                  <a:pt x="123893" y="83738"/>
                  <a:pt x="124483" y="84873"/>
                </a:cubicBezTo>
                <a:cubicBezTo>
                  <a:pt x="125073" y="86007"/>
                  <a:pt x="126139" y="86574"/>
                  <a:pt x="127682" y="86574"/>
                </a:cubicBezTo>
                <a:cubicBezTo>
                  <a:pt x="129588" y="86574"/>
                  <a:pt x="131585" y="85712"/>
                  <a:pt x="133672" y="83988"/>
                </a:cubicBezTo>
                <a:moveTo>
                  <a:pt x="112573" y="76228"/>
                </a:moveTo>
                <a:lnTo>
                  <a:pt x="112573" y="56490"/>
                </a:lnTo>
                <a:cubicBezTo>
                  <a:pt x="104587" y="59304"/>
                  <a:pt x="98938" y="62140"/>
                  <a:pt x="95626" y="65000"/>
                </a:cubicBezTo>
                <a:cubicBezTo>
                  <a:pt x="92314" y="67858"/>
                  <a:pt x="90612" y="71329"/>
                  <a:pt x="90521" y="75412"/>
                </a:cubicBezTo>
                <a:lnTo>
                  <a:pt x="90521" y="75956"/>
                </a:lnTo>
                <a:cubicBezTo>
                  <a:pt x="90521" y="78860"/>
                  <a:pt x="91360" y="81333"/>
                  <a:pt x="93038" y="83376"/>
                </a:cubicBezTo>
                <a:cubicBezTo>
                  <a:pt x="94718" y="85417"/>
                  <a:pt x="96737" y="86437"/>
                  <a:pt x="99097" y="86437"/>
                </a:cubicBezTo>
                <a:cubicBezTo>
                  <a:pt x="102182" y="86437"/>
                  <a:pt x="105494" y="85439"/>
                  <a:pt x="109034" y="83442"/>
                </a:cubicBezTo>
                <a:cubicBezTo>
                  <a:pt x="110485" y="82627"/>
                  <a:pt x="111438" y="81720"/>
                  <a:pt x="111892" y="80721"/>
                </a:cubicBezTo>
                <a:cubicBezTo>
                  <a:pt x="112346" y="79723"/>
                  <a:pt x="112573" y="78225"/>
                  <a:pt x="112573" y="76228"/>
                </a:cubicBezTo>
                <a:close/>
                <a:moveTo>
                  <a:pt x="188120" y="71736"/>
                </a:moveTo>
                <a:lnTo>
                  <a:pt x="190027" y="72961"/>
                </a:lnTo>
                <a:cubicBezTo>
                  <a:pt x="188030" y="76955"/>
                  <a:pt x="186260" y="80063"/>
                  <a:pt x="184718" y="82287"/>
                </a:cubicBezTo>
                <a:cubicBezTo>
                  <a:pt x="183175" y="84510"/>
                  <a:pt x="181496" y="86392"/>
                  <a:pt x="179681" y="87935"/>
                </a:cubicBezTo>
                <a:cubicBezTo>
                  <a:pt x="174691" y="92200"/>
                  <a:pt x="169200" y="94332"/>
                  <a:pt x="163210" y="94332"/>
                </a:cubicBezTo>
                <a:cubicBezTo>
                  <a:pt x="158219" y="94332"/>
                  <a:pt x="153773" y="93040"/>
                  <a:pt x="149871" y="90454"/>
                </a:cubicBezTo>
                <a:cubicBezTo>
                  <a:pt x="145969" y="87868"/>
                  <a:pt x="142906" y="84283"/>
                  <a:pt x="140682" y="79701"/>
                </a:cubicBezTo>
                <a:cubicBezTo>
                  <a:pt x="138458" y="75118"/>
                  <a:pt x="137346" y="69922"/>
                  <a:pt x="137346" y="64113"/>
                </a:cubicBezTo>
                <a:cubicBezTo>
                  <a:pt x="137346" y="52951"/>
                  <a:pt x="140886" y="44239"/>
                  <a:pt x="147964" y="37977"/>
                </a:cubicBezTo>
                <a:cubicBezTo>
                  <a:pt x="153773" y="32895"/>
                  <a:pt x="160171" y="30354"/>
                  <a:pt x="167158" y="30354"/>
                </a:cubicBezTo>
                <a:cubicBezTo>
                  <a:pt x="170969" y="30354"/>
                  <a:pt x="174463" y="30990"/>
                  <a:pt x="177639" y="32261"/>
                </a:cubicBezTo>
                <a:cubicBezTo>
                  <a:pt x="180816" y="33531"/>
                  <a:pt x="183357" y="35233"/>
                  <a:pt x="185262" y="37366"/>
                </a:cubicBezTo>
                <a:cubicBezTo>
                  <a:pt x="187167" y="39499"/>
                  <a:pt x="188120" y="41836"/>
                  <a:pt x="188120" y="44377"/>
                </a:cubicBezTo>
                <a:cubicBezTo>
                  <a:pt x="188120" y="45919"/>
                  <a:pt x="187507" y="47257"/>
                  <a:pt x="186282" y="48392"/>
                </a:cubicBezTo>
                <a:cubicBezTo>
                  <a:pt x="185058" y="49526"/>
                  <a:pt x="183538" y="50093"/>
                  <a:pt x="181723" y="50093"/>
                </a:cubicBezTo>
                <a:cubicBezTo>
                  <a:pt x="178546" y="50093"/>
                  <a:pt x="176368" y="48006"/>
                  <a:pt x="175188" y="43832"/>
                </a:cubicBezTo>
                <a:lnTo>
                  <a:pt x="174372" y="40837"/>
                </a:lnTo>
                <a:cubicBezTo>
                  <a:pt x="173736" y="38296"/>
                  <a:pt x="172852" y="36572"/>
                  <a:pt x="171718" y="35665"/>
                </a:cubicBezTo>
                <a:cubicBezTo>
                  <a:pt x="170583" y="34757"/>
                  <a:pt x="168792" y="34303"/>
                  <a:pt x="166342" y="34303"/>
                </a:cubicBezTo>
                <a:cubicBezTo>
                  <a:pt x="160806" y="34303"/>
                  <a:pt x="156336" y="36481"/>
                  <a:pt x="152933" y="40837"/>
                </a:cubicBezTo>
                <a:cubicBezTo>
                  <a:pt x="149530" y="45192"/>
                  <a:pt x="147829" y="50909"/>
                  <a:pt x="147829" y="57988"/>
                </a:cubicBezTo>
                <a:cubicBezTo>
                  <a:pt x="147829" y="63161"/>
                  <a:pt x="148714" y="67744"/>
                  <a:pt x="150484" y="71738"/>
                </a:cubicBezTo>
                <a:cubicBezTo>
                  <a:pt x="152253" y="75730"/>
                  <a:pt x="154726" y="78861"/>
                  <a:pt x="157901" y="81130"/>
                </a:cubicBezTo>
                <a:cubicBezTo>
                  <a:pt x="161077" y="83398"/>
                  <a:pt x="164753" y="84533"/>
                  <a:pt x="168928" y="84533"/>
                </a:cubicBezTo>
                <a:cubicBezTo>
                  <a:pt x="172830" y="84533"/>
                  <a:pt x="176187" y="83580"/>
                  <a:pt x="179000" y="81675"/>
                </a:cubicBezTo>
                <a:cubicBezTo>
                  <a:pt x="181813" y="79768"/>
                  <a:pt x="184854" y="76455"/>
                  <a:pt x="188120" y="71736"/>
                </a:cubicBezTo>
                <a:close/>
                <a:moveTo>
                  <a:pt x="195336" y="92972"/>
                </a:moveTo>
                <a:lnTo>
                  <a:pt x="195336" y="90930"/>
                </a:lnTo>
                <a:cubicBezTo>
                  <a:pt x="198602" y="90386"/>
                  <a:pt x="200939" y="89887"/>
                  <a:pt x="202346" y="89432"/>
                </a:cubicBezTo>
                <a:cubicBezTo>
                  <a:pt x="203753" y="88978"/>
                  <a:pt x="204638" y="88207"/>
                  <a:pt x="205000" y="87119"/>
                </a:cubicBezTo>
                <a:cubicBezTo>
                  <a:pt x="205363" y="86030"/>
                  <a:pt x="205545" y="84260"/>
                  <a:pt x="205545" y="81810"/>
                </a:cubicBezTo>
                <a:lnTo>
                  <a:pt x="205545" y="16199"/>
                </a:lnTo>
                <a:cubicBezTo>
                  <a:pt x="205545" y="12931"/>
                  <a:pt x="205159" y="10730"/>
                  <a:pt x="204388" y="9596"/>
                </a:cubicBezTo>
                <a:cubicBezTo>
                  <a:pt x="203616" y="8462"/>
                  <a:pt x="202051" y="7895"/>
                  <a:pt x="199692" y="7895"/>
                </a:cubicBezTo>
                <a:cubicBezTo>
                  <a:pt x="199056" y="7895"/>
                  <a:pt x="198397" y="7918"/>
                  <a:pt x="197716" y="7963"/>
                </a:cubicBezTo>
                <a:cubicBezTo>
                  <a:pt x="197036" y="8009"/>
                  <a:pt x="196243" y="8077"/>
                  <a:pt x="195336" y="8167"/>
                </a:cubicBezTo>
                <a:lnTo>
                  <a:pt x="195336" y="5988"/>
                </a:lnTo>
                <a:lnTo>
                  <a:pt x="199419" y="4900"/>
                </a:lnTo>
                <a:cubicBezTo>
                  <a:pt x="203412" y="3811"/>
                  <a:pt x="206610" y="2927"/>
                  <a:pt x="209015" y="2247"/>
                </a:cubicBezTo>
                <a:cubicBezTo>
                  <a:pt x="211421" y="1566"/>
                  <a:pt x="213894" y="817"/>
                  <a:pt x="216435" y="0"/>
                </a:cubicBezTo>
                <a:lnTo>
                  <a:pt x="216979" y="272"/>
                </a:lnTo>
                <a:lnTo>
                  <a:pt x="216979" y="57443"/>
                </a:lnTo>
                <a:lnTo>
                  <a:pt x="235627" y="40837"/>
                </a:lnTo>
                <a:cubicBezTo>
                  <a:pt x="237715" y="38931"/>
                  <a:pt x="238759" y="37342"/>
                  <a:pt x="238759" y="36072"/>
                </a:cubicBezTo>
                <a:cubicBezTo>
                  <a:pt x="238759" y="35165"/>
                  <a:pt x="238282" y="34553"/>
                  <a:pt x="237328" y="34236"/>
                </a:cubicBezTo>
                <a:cubicBezTo>
                  <a:pt x="236375" y="33918"/>
                  <a:pt x="234584" y="33713"/>
                  <a:pt x="231953" y="33622"/>
                </a:cubicBezTo>
                <a:lnTo>
                  <a:pt x="231953" y="31717"/>
                </a:lnTo>
                <a:lnTo>
                  <a:pt x="259721" y="31717"/>
                </a:lnTo>
                <a:lnTo>
                  <a:pt x="259721" y="33759"/>
                </a:lnTo>
                <a:cubicBezTo>
                  <a:pt x="257543" y="33667"/>
                  <a:pt x="255569" y="33804"/>
                  <a:pt x="253799" y="34168"/>
                </a:cubicBezTo>
                <a:cubicBezTo>
                  <a:pt x="252031" y="34531"/>
                  <a:pt x="250148" y="35302"/>
                  <a:pt x="248152" y="36482"/>
                </a:cubicBezTo>
                <a:cubicBezTo>
                  <a:pt x="246155" y="37661"/>
                  <a:pt x="243750" y="39408"/>
                  <a:pt x="240936" y="41722"/>
                </a:cubicBezTo>
                <a:cubicBezTo>
                  <a:pt x="238124" y="44036"/>
                  <a:pt x="234585" y="47098"/>
                  <a:pt x="230320" y="50909"/>
                </a:cubicBezTo>
                <a:lnTo>
                  <a:pt x="226371" y="54585"/>
                </a:lnTo>
                <a:lnTo>
                  <a:pt x="247198" y="80993"/>
                </a:lnTo>
                <a:cubicBezTo>
                  <a:pt x="250102" y="84441"/>
                  <a:pt x="252734" y="86914"/>
                  <a:pt x="255093" y="88413"/>
                </a:cubicBezTo>
                <a:cubicBezTo>
                  <a:pt x="257453" y="89909"/>
                  <a:pt x="260130" y="90749"/>
                  <a:pt x="263125" y="90930"/>
                </a:cubicBezTo>
                <a:lnTo>
                  <a:pt x="263125" y="92972"/>
                </a:lnTo>
                <a:lnTo>
                  <a:pt x="233450" y="92972"/>
                </a:lnTo>
                <a:lnTo>
                  <a:pt x="233450" y="90930"/>
                </a:lnTo>
                <a:lnTo>
                  <a:pt x="236036" y="90930"/>
                </a:lnTo>
                <a:cubicBezTo>
                  <a:pt x="237941" y="90930"/>
                  <a:pt x="238894" y="90249"/>
                  <a:pt x="238894" y="88888"/>
                </a:cubicBezTo>
                <a:cubicBezTo>
                  <a:pt x="238894" y="88253"/>
                  <a:pt x="238395" y="87300"/>
                  <a:pt x="237397" y="86030"/>
                </a:cubicBezTo>
                <a:cubicBezTo>
                  <a:pt x="237215" y="85849"/>
                  <a:pt x="237011" y="85599"/>
                  <a:pt x="236784" y="85282"/>
                </a:cubicBezTo>
                <a:cubicBezTo>
                  <a:pt x="236558" y="84964"/>
                  <a:pt x="236309" y="84623"/>
                  <a:pt x="236036" y="84260"/>
                </a:cubicBezTo>
                <a:lnTo>
                  <a:pt x="216979" y="58804"/>
                </a:lnTo>
                <a:lnTo>
                  <a:pt x="216979" y="83851"/>
                </a:lnTo>
                <a:cubicBezTo>
                  <a:pt x="217070" y="86392"/>
                  <a:pt x="217637" y="88139"/>
                  <a:pt x="218680" y="89092"/>
                </a:cubicBezTo>
                <a:cubicBezTo>
                  <a:pt x="219724" y="90044"/>
                  <a:pt x="221652" y="90611"/>
                  <a:pt x="224465" y="90793"/>
                </a:cubicBezTo>
                <a:lnTo>
                  <a:pt x="227188" y="90930"/>
                </a:lnTo>
                <a:lnTo>
                  <a:pt x="227188" y="92972"/>
                </a:lnTo>
                <a:lnTo>
                  <a:pt x="195336" y="92972"/>
                </a:lnTo>
                <a:close/>
                <a:moveTo>
                  <a:pt x="318799" y="70647"/>
                </a:moveTo>
                <a:lnTo>
                  <a:pt x="320976" y="71601"/>
                </a:lnTo>
                <a:cubicBezTo>
                  <a:pt x="318163" y="78951"/>
                  <a:pt x="314284" y="84577"/>
                  <a:pt x="309338" y="88479"/>
                </a:cubicBezTo>
                <a:cubicBezTo>
                  <a:pt x="304392" y="92381"/>
                  <a:pt x="298652" y="94332"/>
                  <a:pt x="292119" y="94332"/>
                </a:cubicBezTo>
                <a:cubicBezTo>
                  <a:pt x="284315" y="94332"/>
                  <a:pt x="278121" y="91588"/>
                  <a:pt x="273538" y="86099"/>
                </a:cubicBezTo>
                <a:cubicBezTo>
                  <a:pt x="268956" y="80608"/>
                  <a:pt x="266665" y="73189"/>
                  <a:pt x="266665" y="63841"/>
                </a:cubicBezTo>
                <a:cubicBezTo>
                  <a:pt x="266665" y="58215"/>
                  <a:pt x="267549" y="53111"/>
                  <a:pt x="269319" y="48529"/>
                </a:cubicBezTo>
                <a:cubicBezTo>
                  <a:pt x="271089" y="43945"/>
                  <a:pt x="273561" y="40247"/>
                  <a:pt x="276736" y="37433"/>
                </a:cubicBezTo>
                <a:cubicBezTo>
                  <a:pt x="282000" y="32714"/>
                  <a:pt x="288126" y="30354"/>
                  <a:pt x="295114" y="30354"/>
                </a:cubicBezTo>
                <a:cubicBezTo>
                  <a:pt x="302464" y="30354"/>
                  <a:pt x="308272" y="32941"/>
                  <a:pt x="312537" y="38114"/>
                </a:cubicBezTo>
                <a:cubicBezTo>
                  <a:pt x="314261" y="40292"/>
                  <a:pt x="315531" y="42584"/>
                  <a:pt x="316348" y="44989"/>
                </a:cubicBezTo>
                <a:cubicBezTo>
                  <a:pt x="317165" y="47393"/>
                  <a:pt x="317846" y="50819"/>
                  <a:pt x="318390" y="55267"/>
                </a:cubicBezTo>
                <a:lnTo>
                  <a:pt x="276464" y="55267"/>
                </a:lnTo>
                <a:cubicBezTo>
                  <a:pt x="276646" y="59440"/>
                  <a:pt x="277008" y="62820"/>
                  <a:pt x="277553" y="65407"/>
                </a:cubicBezTo>
                <a:cubicBezTo>
                  <a:pt x="278098" y="67994"/>
                  <a:pt x="278961" y="70602"/>
                  <a:pt x="280141" y="73233"/>
                </a:cubicBezTo>
                <a:cubicBezTo>
                  <a:pt x="284133" y="81038"/>
                  <a:pt x="289986" y="84940"/>
                  <a:pt x="297700" y="84940"/>
                </a:cubicBezTo>
                <a:cubicBezTo>
                  <a:pt x="302056" y="84940"/>
                  <a:pt x="305845" y="83851"/>
                  <a:pt x="309066" y="81675"/>
                </a:cubicBezTo>
                <a:cubicBezTo>
                  <a:pt x="312288" y="79496"/>
                  <a:pt x="315533" y="75821"/>
                  <a:pt x="318799" y="70647"/>
                </a:cubicBezTo>
                <a:moveTo>
                  <a:pt x="276736" y="50909"/>
                </a:moveTo>
                <a:lnTo>
                  <a:pt x="304507" y="50909"/>
                </a:lnTo>
                <a:cubicBezTo>
                  <a:pt x="303598" y="45011"/>
                  <a:pt x="302191" y="40929"/>
                  <a:pt x="300286" y="38660"/>
                </a:cubicBezTo>
                <a:cubicBezTo>
                  <a:pt x="298381" y="36391"/>
                  <a:pt x="295341" y="35256"/>
                  <a:pt x="291166" y="35256"/>
                </a:cubicBezTo>
                <a:cubicBezTo>
                  <a:pt x="286991" y="35256"/>
                  <a:pt x="283724" y="36527"/>
                  <a:pt x="281364" y="39068"/>
                </a:cubicBezTo>
                <a:cubicBezTo>
                  <a:pt x="279006" y="41609"/>
                  <a:pt x="277463" y="45556"/>
                  <a:pt x="276736" y="50909"/>
                </a:cubicBezTo>
                <a:close/>
                <a:moveTo>
                  <a:pt x="358139" y="31717"/>
                </a:moveTo>
                <a:lnTo>
                  <a:pt x="358139" y="36072"/>
                </a:lnTo>
                <a:lnTo>
                  <a:pt x="344391" y="36072"/>
                </a:lnTo>
                <a:lnTo>
                  <a:pt x="344391" y="75003"/>
                </a:lnTo>
                <a:cubicBezTo>
                  <a:pt x="344391" y="79268"/>
                  <a:pt x="344935" y="82376"/>
                  <a:pt x="346023" y="84327"/>
                </a:cubicBezTo>
                <a:cubicBezTo>
                  <a:pt x="347113" y="86278"/>
                  <a:pt x="348928" y="87254"/>
                  <a:pt x="351469" y="87254"/>
                </a:cubicBezTo>
                <a:cubicBezTo>
                  <a:pt x="353012" y="87254"/>
                  <a:pt x="354395" y="86891"/>
                  <a:pt x="355619" y="86165"/>
                </a:cubicBezTo>
                <a:cubicBezTo>
                  <a:pt x="356845" y="85440"/>
                  <a:pt x="358184" y="84215"/>
                  <a:pt x="359636" y="82491"/>
                </a:cubicBezTo>
                <a:lnTo>
                  <a:pt x="361406" y="83988"/>
                </a:lnTo>
                <a:cubicBezTo>
                  <a:pt x="357050" y="90884"/>
                  <a:pt x="351604" y="94332"/>
                  <a:pt x="345070" y="94332"/>
                </a:cubicBezTo>
                <a:cubicBezTo>
                  <a:pt x="336994" y="94332"/>
                  <a:pt x="332956" y="88570"/>
                  <a:pt x="332956" y="77045"/>
                </a:cubicBezTo>
                <a:lnTo>
                  <a:pt x="332956" y="36072"/>
                </a:lnTo>
                <a:lnTo>
                  <a:pt x="325741" y="36072"/>
                </a:lnTo>
                <a:cubicBezTo>
                  <a:pt x="325378" y="35800"/>
                  <a:pt x="325196" y="35482"/>
                  <a:pt x="325196" y="35119"/>
                </a:cubicBezTo>
                <a:cubicBezTo>
                  <a:pt x="325196" y="34393"/>
                  <a:pt x="325968" y="33532"/>
                  <a:pt x="327510" y="32533"/>
                </a:cubicBezTo>
                <a:cubicBezTo>
                  <a:pt x="329507" y="31353"/>
                  <a:pt x="331685" y="29425"/>
                  <a:pt x="334045" y="26749"/>
                </a:cubicBezTo>
                <a:cubicBezTo>
                  <a:pt x="336404" y="24070"/>
                  <a:pt x="339535" y="19873"/>
                  <a:pt x="343437" y="14157"/>
                </a:cubicBezTo>
                <a:cubicBezTo>
                  <a:pt x="344073" y="14157"/>
                  <a:pt x="344391" y="14747"/>
                  <a:pt x="344391" y="15927"/>
                </a:cubicBezTo>
                <a:lnTo>
                  <a:pt x="344391" y="31717"/>
                </a:lnTo>
                <a:lnTo>
                  <a:pt x="358139" y="31717"/>
                </a:lnTo>
                <a:close/>
                <a:moveTo>
                  <a:pt x="432790" y="2858"/>
                </a:moveTo>
                <a:lnTo>
                  <a:pt x="432790" y="5444"/>
                </a:lnTo>
                <a:cubicBezTo>
                  <a:pt x="429251" y="5625"/>
                  <a:pt x="426596" y="6034"/>
                  <a:pt x="424826" y="6669"/>
                </a:cubicBezTo>
                <a:cubicBezTo>
                  <a:pt x="423057" y="7305"/>
                  <a:pt x="421854" y="8463"/>
                  <a:pt x="421218" y="10142"/>
                </a:cubicBezTo>
                <a:cubicBezTo>
                  <a:pt x="420583" y="11821"/>
                  <a:pt x="420220" y="14339"/>
                  <a:pt x="420130" y="17697"/>
                </a:cubicBezTo>
                <a:lnTo>
                  <a:pt x="420130" y="82082"/>
                </a:lnTo>
                <a:cubicBezTo>
                  <a:pt x="420220" y="83716"/>
                  <a:pt x="420492" y="84918"/>
                  <a:pt x="420946" y="85689"/>
                </a:cubicBezTo>
                <a:cubicBezTo>
                  <a:pt x="421401" y="86461"/>
                  <a:pt x="422444" y="86960"/>
                  <a:pt x="424077" y="87187"/>
                </a:cubicBezTo>
                <a:cubicBezTo>
                  <a:pt x="425710" y="87414"/>
                  <a:pt x="428297" y="87573"/>
                  <a:pt x="431836" y="87663"/>
                </a:cubicBezTo>
                <a:lnTo>
                  <a:pt x="440957" y="87663"/>
                </a:lnTo>
                <a:cubicBezTo>
                  <a:pt x="446856" y="87481"/>
                  <a:pt x="451597" y="86869"/>
                  <a:pt x="455181" y="85827"/>
                </a:cubicBezTo>
                <a:cubicBezTo>
                  <a:pt x="458766" y="84783"/>
                  <a:pt x="461738" y="82945"/>
                  <a:pt x="464097" y="80314"/>
                </a:cubicBezTo>
                <a:cubicBezTo>
                  <a:pt x="466457" y="77682"/>
                  <a:pt x="468680" y="74006"/>
                  <a:pt x="470767" y="69287"/>
                </a:cubicBezTo>
                <a:lnTo>
                  <a:pt x="474171" y="69287"/>
                </a:lnTo>
                <a:lnTo>
                  <a:pt x="467637" y="92972"/>
                </a:lnTo>
                <a:lnTo>
                  <a:pt x="394401" y="92972"/>
                </a:lnTo>
                <a:lnTo>
                  <a:pt x="394401" y="90386"/>
                </a:lnTo>
                <a:cubicBezTo>
                  <a:pt x="397669" y="90204"/>
                  <a:pt x="400142" y="89774"/>
                  <a:pt x="401821" y="89094"/>
                </a:cubicBezTo>
                <a:cubicBezTo>
                  <a:pt x="403500" y="88413"/>
                  <a:pt x="404635" y="87233"/>
                  <a:pt x="405225" y="85554"/>
                </a:cubicBezTo>
                <a:cubicBezTo>
                  <a:pt x="405815" y="83875"/>
                  <a:pt x="406155" y="81402"/>
                  <a:pt x="406245" y="78135"/>
                </a:cubicBezTo>
                <a:lnTo>
                  <a:pt x="406245" y="17697"/>
                </a:lnTo>
                <a:cubicBezTo>
                  <a:pt x="406155" y="14429"/>
                  <a:pt x="405815" y="11956"/>
                  <a:pt x="405225" y="10277"/>
                </a:cubicBezTo>
                <a:cubicBezTo>
                  <a:pt x="404635" y="8598"/>
                  <a:pt x="403523" y="7418"/>
                  <a:pt x="401889" y="6738"/>
                </a:cubicBezTo>
                <a:cubicBezTo>
                  <a:pt x="400255" y="6057"/>
                  <a:pt x="397759" y="5625"/>
                  <a:pt x="394401" y="5444"/>
                </a:cubicBezTo>
                <a:lnTo>
                  <a:pt x="394401" y="2858"/>
                </a:lnTo>
                <a:lnTo>
                  <a:pt x="432790" y="2858"/>
                </a:lnTo>
                <a:close/>
                <a:moveTo>
                  <a:pt x="532295" y="70647"/>
                </a:moveTo>
                <a:lnTo>
                  <a:pt x="534472" y="71601"/>
                </a:lnTo>
                <a:cubicBezTo>
                  <a:pt x="531659" y="78951"/>
                  <a:pt x="527780" y="84577"/>
                  <a:pt x="522834" y="88479"/>
                </a:cubicBezTo>
                <a:cubicBezTo>
                  <a:pt x="517888" y="92381"/>
                  <a:pt x="512148" y="94332"/>
                  <a:pt x="505615" y="94332"/>
                </a:cubicBezTo>
                <a:cubicBezTo>
                  <a:pt x="497811" y="94332"/>
                  <a:pt x="491617" y="91588"/>
                  <a:pt x="487034" y="86099"/>
                </a:cubicBezTo>
                <a:cubicBezTo>
                  <a:pt x="482452" y="80608"/>
                  <a:pt x="480161" y="73189"/>
                  <a:pt x="480161" y="63841"/>
                </a:cubicBezTo>
                <a:cubicBezTo>
                  <a:pt x="480161" y="58215"/>
                  <a:pt x="481045" y="53111"/>
                  <a:pt x="482815" y="48529"/>
                </a:cubicBezTo>
                <a:cubicBezTo>
                  <a:pt x="484585" y="43945"/>
                  <a:pt x="487057" y="40247"/>
                  <a:pt x="490232" y="37433"/>
                </a:cubicBezTo>
                <a:cubicBezTo>
                  <a:pt x="495496" y="32714"/>
                  <a:pt x="501622" y="30354"/>
                  <a:pt x="508610" y="30354"/>
                </a:cubicBezTo>
                <a:cubicBezTo>
                  <a:pt x="515960" y="30354"/>
                  <a:pt x="521768" y="32941"/>
                  <a:pt x="526033" y="38114"/>
                </a:cubicBezTo>
                <a:cubicBezTo>
                  <a:pt x="527757" y="40292"/>
                  <a:pt x="529027" y="42584"/>
                  <a:pt x="529844" y="44989"/>
                </a:cubicBezTo>
                <a:cubicBezTo>
                  <a:pt x="530661" y="47393"/>
                  <a:pt x="531342" y="50819"/>
                  <a:pt x="531886" y="55267"/>
                </a:cubicBezTo>
                <a:lnTo>
                  <a:pt x="489960" y="55267"/>
                </a:lnTo>
                <a:cubicBezTo>
                  <a:pt x="490142" y="59440"/>
                  <a:pt x="490504" y="62820"/>
                  <a:pt x="491049" y="65407"/>
                </a:cubicBezTo>
                <a:cubicBezTo>
                  <a:pt x="491594" y="67994"/>
                  <a:pt x="492457" y="70602"/>
                  <a:pt x="493637" y="73233"/>
                </a:cubicBezTo>
                <a:cubicBezTo>
                  <a:pt x="497629" y="81038"/>
                  <a:pt x="503482" y="84940"/>
                  <a:pt x="511196" y="84940"/>
                </a:cubicBezTo>
                <a:cubicBezTo>
                  <a:pt x="515552" y="84940"/>
                  <a:pt x="519341" y="83851"/>
                  <a:pt x="522562" y="81675"/>
                </a:cubicBezTo>
                <a:cubicBezTo>
                  <a:pt x="525784" y="79496"/>
                  <a:pt x="529028" y="75821"/>
                  <a:pt x="532295" y="70647"/>
                </a:cubicBezTo>
                <a:moveTo>
                  <a:pt x="490232" y="50909"/>
                </a:moveTo>
                <a:lnTo>
                  <a:pt x="518003" y="50909"/>
                </a:lnTo>
                <a:cubicBezTo>
                  <a:pt x="517094" y="45011"/>
                  <a:pt x="515687" y="40929"/>
                  <a:pt x="513782" y="38660"/>
                </a:cubicBezTo>
                <a:cubicBezTo>
                  <a:pt x="511877" y="36391"/>
                  <a:pt x="508837" y="35256"/>
                  <a:pt x="504662" y="35256"/>
                </a:cubicBezTo>
                <a:cubicBezTo>
                  <a:pt x="500487" y="35256"/>
                  <a:pt x="497220" y="36527"/>
                  <a:pt x="494860" y="39068"/>
                </a:cubicBezTo>
                <a:cubicBezTo>
                  <a:pt x="492502" y="41609"/>
                  <a:pt x="490959" y="45556"/>
                  <a:pt x="490232" y="50909"/>
                </a:cubicBezTo>
                <a:close/>
                <a:moveTo>
                  <a:pt x="538829" y="92972"/>
                </a:moveTo>
                <a:lnTo>
                  <a:pt x="538829" y="90930"/>
                </a:lnTo>
                <a:cubicBezTo>
                  <a:pt x="542277" y="90749"/>
                  <a:pt x="544523" y="90000"/>
                  <a:pt x="545565" y="88685"/>
                </a:cubicBezTo>
                <a:cubicBezTo>
                  <a:pt x="546609" y="87368"/>
                  <a:pt x="547177" y="84713"/>
                  <a:pt x="547269" y="80721"/>
                </a:cubicBezTo>
                <a:lnTo>
                  <a:pt x="547269" y="46963"/>
                </a:lnTo>
                <a:cubicBezTo>
                  <a:pt x="547269" y="43605"/>
                  <a:pt x="546905" y="41314"/>
                  <a:pt x="546178" y="40090"/>
                </a:cubicBezTo>
                <a:cubicBezTo>
                  <a:pt x="545453" y="38864"/>
                  <a:pt x="544137" y="38251"/>
                  <a:pt x="542232" y="38251"/>
                </a:cubicBezTo>
                <a:cubicBezTo>
                  <a:pt x="540508" y="38251"/>
                  <a:pt x="539283" y="38433"/>
                  <a:pt x="538557" y="38796"/>
                </a:cubicBezTo>
                <a:lnTo>
                  <a:pt x="538557" y="36482"/>
                </a:lnTo>
                <a:cubicBezTo>
                  <a:pt x="542278" y="35392"/>
                  <a:pt x="545500" y="34393"/>
                  <a:pt x="548222" y="33487"/>
                </a:cubicBezTo>
                <a:cubicBezTo>
                  <a:pt x="550944" y="32578"/>
                  <a:pt x="553984" y="31534"/>
                  <a:pt x="557342" y="30354"/>
                </a:cubicBezTo>
                <a:lnTo>
                  <a:pt x="558294" y="30628"/>
                </a:lnTo>
                <a:lnTo>
                  <a:pt x="558294" y="41381"/>
                </a:lnTo>
                <a:cubicBezTo>
                  <a:pt x="561380" y="38478"/>
                  <a:pt x="564012" y="36232"/>
                  <a:pt x="566189" y="34643"/>
                </a:cubicBezTo>
                <a:cubicBezTo>
                  <a:pt x="568367" y="33055"/>
                  <a:pt x="570364" y="31943"/>
                  <a:pt x="572179" y="31308"/>
                </a:cubicBezTo>
                <a:cubicBezTo>
                  <a:pt x="573994" y="30672"/>
                  <a:pt x="575945" y="30354"/>
                  <a:pt x="578032" y="30354"/>
                </a:cubicBezTo>
                <a:cubicBezTo>
                  <a:pt x="583114" y="30354"/>
                  <a:pt x="587061" y="32147"/>
                  <a:pt x="589873" y="35732"/>
                </a:cubicBezTo>
                <a:cubicBezTo>
                  <a:pt x="592687" y="39317"/>
                  <a:pt x="594094" y="44331"/>
                  <a:pt x="594094" y="50774"/>
                </a:cubicBezTo>
                <a:lnTo>
                  <a:pt x="594094" y="81947"/>
                </a:lnTo>
                <a:cubicBezTo>
                  <a:pt x="594185" y="85303"/>
                  <a:pt x="594752" y="87549"/>
                  <a:pt x="595795" y="88685"/>
                </a:cubicBezTo>
                <a:cubicBezTo>
                  <a:pt x="596839" y="89819"/>
                  <a:pt x="599040" y="90567"/>
                  <a:pt x="602398" y="90930"/>
                </a:cubicBezTo>
                <a:lnTo>
                  <a:pt x="602398" y="92972"/>
                </a:lnTo>
                <a:lnTo>
                  <a:pt x="574084" y="92972"/>
                </a:lnTo>
                <a:lnTo>
                  <a:pt x="574084" y="90930"/>
                </a:lnTo>
                <a:cubicBezTo>
                  <a:pt x="577441" y="90749"/>
                  <a:pt x="579687" y="89909"/>
                  <a:pt x="580822" y="88413"/>
                </a:cubicBezTo>
                <a:cubicBezTo>
                  <a:pt x="581957" y="86914"/>
                  <a:pt x="582570" y="83942"/>
                  <a:pt x="582660" y="79496"/>
                </a:cubicBezTo>
                <a:lnTo>
                  <a:pt x="582660" y="51046"/>
                </a:lnTo>
                <a:cubicBezTo>
                  <a:pt x="582660" y="42243"/>
                  <a:pt x="579348" y="37842"/>
                  <a:pt x="572723" y="37842"/>
                </a:cubicBezTo>
                <a:cubicBezTo>
                  <a:pt x="570455" y="37842"/>
                  <a:pt x="568345" y="38364"/>
                  <a:pt x="566394" y="39408"/>
                </a:cubicBezTo>
                <a:cubicBezTo>
                  <a:pt x="564443" y="40451"/>
                  <a:pt x="561879" y="42515"/>
                  <a:pt x="558703" y="45600"/>
                </a:cubicBezTo>
                <a:lnTo>
                  <a:pt x="558703" y="83851"/>
                </a:lnTo>
                <a:cubicBezTo>
                  <a:pt x="558703" y="86302"/>
                  <a:pt x="559361" y="88050"/>
                  <a:pt x="560676" y="89094"/>
                </a:cubicBezTo>
                <a:cubicBezTo>
                  <a:pt x="561992" y="90137"/>
                  <a:pt x="564328" y="90749"/>
                  <a:pt x="567686" y="90930"/>
                </a:cubicBezTo>
                <a:lnTo>
                  <a:pt x="567686" y="92972"/>
                </a:lnTo>
                <a:lnTo>
                  <a:pt x="538829" y="92972"/>
                </a:lnTo>
                <a:close/>
                <a:moveTo>
                  <a:pt x="668418" y="40156"/>
                </a:moveTo>
                <a:lnTo>
                  <a:pt x="657119" y="40156"/>
                </a:lnTo>
                <a:cubicBezTo>
                  <a:pt x="658117" y="42334"/>
                  <a:pt x="658797" y="44285"/>
                  <a:pt x="659160" y="46009"/>
                </a:cubicBezTo>
                <a:cubicBezTo>
                  <a:pt x="659524" y="47733"/>
                  <a:pt x="659707" y="49593"/>
                  <a:pt x="659707" y="51590"/>
                </a:cubicBezTo>
                <a:cubicBezTo>
                  <a:pt x="659707" y="58125"/>
                  <a:pt x="657528" y="63252"/>
                  <a:pt x="653172" y="66973"/>
                </a:cubicBezTo>
                <a:cubicBezTo>
                  <a:pt x="651085" y="68787"/>
                  <a:pt x="648749" y="70193"/>
                  <a:pt x="646162" y="71192"/>
                </a:cubicBezTo>
                <a:cubicBezTo>
                  <a:pt x="643575" y="72190"/>
                  <a:pt x="641012" y="72689"/>
                  <a:pt x="638471" y="72689"/>
                </a:cubicBezTo>
                <a:cubicBezTo>
                  <a:pt x="638379" y="72689"/>
                  <a:pt x="637676" y="72621"/>
                  <a:pt x="636360" y="72486"/>
                </a:cubicBezTo>
                <a:cubicBezTo>
                  <a:pt x="635045" y="72350"/>
                  <a:pt x="633162" y="72191"/>
                  <a:pt x="630711" y="72008"/>
                </a:cubicBezTo>
                <a:cubicBezTo>
                  <a:pt x="629531" y="72372"/>
                  <a:pt x="628305" y="73053"/>
                  <a:pt x="627034" y="74052"/>
                </a:cubicBezTo>
                <a:cubicBezTo>
                  <a:pt x="625764" y="75049"/>
                  <a:pt x="624698" y="76160"/>
                  <a:pt x="623836" y="77385"/>
                </a:cubicBezTo>
                <a:cubicBezTo>
                  <a:pt x="622974" y="78611"/>
                  <a:pt x="622544" y="79677"/>
                  <a:pt x="622544" y="80584"/>
                </a:cubicBezTo>
                <a:cubicBezTo>
                  <a:pt x="622544" y="82762"/>
                  <a:pt x="626083" y="83988"/>
                  <a:pt x="633162" y="84260"/>
                </a:cubicBezTo>
                <a:lnTo>
                  <a:pt x="650721" y="85077"/>
                </a:lnTo>
                <a:cubicBezTo>
                  <a:pt x="655803" y="85258"/>
                  <a:pt x="659819" y="86665"/>
                  <a:pt x="662768" y="89297"/>
                </a:cubicBezTo>
                <a:cubicBezTo>
                  <a:pt x="665718" y="91928"/>
                  <a:pt x="667192" y="95376"/>
                  <a:pt x="667192" y="99641"/>
                </a:cubicBezTo>
                <a:cubicBezTo>
                  <a:pt x="667192" y="104723"/>
                  <a:pt x="664697" y="109306"/>
                  <a:pt x="659707" y="113389"/>
                </a:cubicBezTo>
                <a:cubicBezTo>
                  <a:pt x="656167" y="116203"/>
                  <a:pt x="651902" y="118449"/>
                  <a:pt x="646910" y="120127"/>
                </a:cubicBezTo>
                <a:cubicBezTo>
                  <a:pt x="641919" y="121807"/>
                  <a:pt x="636883" y="122647"/>
                  <a:pt x="631801" y="122647"/>
                </a:cubicBezTo>
                <a:cubicBezTo>
                  <a:pt x="627445" y="122647"/>
                  <a:pt x="623497" y="122057"/>
                  <a:pt x="619958" y="120877"/>
                </a:cubicBezTo>
                <a:cubicBezTo>
                  <a:pt x="616418" y="119697"/>
                  <a:pt x="613582" y="118086"/>
                  <a:pt x="611450" y="116044"/>
                </a:cubicBezTo>
                <a:cubicBezTo>
                  <a:pt x="609318" y="114003"/>
                  <a:pt x="608251" y="111802"/>
                  <a:pt x="608251" y="109443"/>
                </a:cubicBezTo>
                <a:cubicBezTo>
                  <a:pt x="608251" y="106902"/>
                  <a:pt x="609250" y="104383"/>
                  <a:pt x="611246" y="101886"/>
                </a:cubicBezTo>
                <a:cubicBezTo>
                  <a:pt x="613243" y="99391"/>
                  <a:pt x="616692" y="96374"/>
                  <a:pt x="621592" y="92835"/>
                </a:cubicBezTo>
                <a:cubicBezTo>
                  <a:pt x="618779" y="91473"/>
                  <a:pt x="616873" y="90294"/>
                  <a:pt x="615874" y="89297"/>
                </a:cubicBezTo>
                <a:cubicBezTo>
                  <a:pt x="614876" y="88299"/>
                  <a:pt x="614377" y="87074"/>
                  <a:pt x="614377" y="85621"/>
                </a:cubicBezTo>
                <a:cubicBezTo>
                  <a:pt x="614377" y="84441"/>
                  <a:pt x="614626" y="83375"/>
                  <a:pt x="615124" y="82422"/>
                </a:cubicBezTo>
                <a:cubicBezTo>
                  <a:pt x="615624" y="81470"/>
                  <a:pt x="616600" y="80267"/>
                  <a:pt x="618053" y="78814"/>
                </a:cubicBezTo>
                <a:cubicBezTo>
                  <a:pt x="618234" y="78543"/>
                  <a:pt x="618733" y="78022"/>
                  <a:pt x="619548" y="77250"/>
                </a:cubicBezTo>
                <a:cubicBezTo>
                  <a:pt x="620365" y="76479"/>
                  <a:pt x="621500" y="75412"/>
                  <a:pt x="622953" y="74050"/>
                </a:cubicBezTo>
                <a:lnTo>
                  <a:pt x="626492" y="70784"/>
                </a:lnTo>
                <a:cubicBezTo>
                  <a:pt x="621954" y="68515"/>
                  <a:pt x="618710" y="65974"/>
                  <a:pt x="616759" y="63162"/>
                </a:cubicBezTo>
                <a:cubicBezTo>
                  <a:pt x="614808" y="60348"/>
                  <a:pt x="613832" y="56809"/>
                  <a:pt x="613832" y="52544"/>
                </a:cubicBezTo>
                <a:cubicBezTo>
                  <a:pt x="613832" y="48369"/>
                  <a:pt x="614853" y="44602"/>
                  <a:pt x="616894" y="41244"/>
                </a:cubicBezTo>
                <a:cubicBezTo>
                  <a:pt x="618936" y="37886"/>
                  <a:pt x="621682" y="35232"/>
                  <a:pt x="625130" y="33281"/>
                </a:cubicBezTo>
                <a:cubicBezTo>
                  <a:pt x="628579" y="31330"/>
                  <a:pt x="632390" y="30354"/>
                  <a:pt x="636564" y="30354"/>
                </a:cubicBezTo>
                <a:cubicBezTo>
                  <a:pt x="640195" y="30354"/>
                  <a:pt x="643825" y="31035"/>
                  <a:pt x="647454" y="32396"/>
                </a:cubicBezTo>
                <a:lnTo>
                  <a:pt x="650449" y="33487"/>
                </a:lnTo>
                <a:cubicBezTo>
                  <a:pt x="651810" y="33939"/>
                  <a:pt x="653035" y="34279"/>
                  <a:pt x="654123" y="34506"/>
                </a:cubicBezTo>
                <a:cubicBezTo>
                  <a:pt x="655213" y="34733"/>
                  <a:pt x="656484" y="34847"/>
                  <a:pt x="657937" y="34847"/>
                </a:cubicBezTo>
                <a:lnTo>
                  <a:pt x="668418" y="34847"/>
                </a:lnTo>
                <a:lnTo>
                  <a:pt x="668418" y="40156"/>
                </a:lnTo>
                <a:moveTo>
                  <a:pt x="624450" y="93244"/>
                </a:moveTo>
                <a:cubicBezTo>
                  <a:pt x="621728" y="96510"/>
                  <a:pt x="619936" y="98892"/>
                  <a:pt x="619073" y="100389"/>
                </a:cubicBezTo>
                <a:cubicBezTo>
                  <a:pt x="618212" y="101887"/>
                  <a:pt x="617781" y="103408"/>
                  <a:pt x="617781" y="104950"/>
                </a:cubicBezTo>
                <a:cubicBezTo>
                  <a:pt x="617781" y="107945"/>
                  <a:pt x="619573" y="110350"/>
                  <a:pt x="623156" y="112164"/>
                </a:cubicBezTo>
                <a:cubicBezTo>
                  <a:pt x="626741" y="113979"/>
                  <a:pt x="631574" y="114887"/>
                  <a:pt x="637654" y="114887"/>
                </a:cubicBezTo>
                <a:cubicBezTo>
                  <a:pt x="645367" y="114887"/>
                  <a:pt x="651583" y="113661"/>
                  <a:pt x="656302" y="111210"/>
                </a:cubicBezTo>
                <a:cubicBezTo>
                  <a:pt x="661021" y="108761"/>
                  <a:pt x="663381" y="105585"/>
                  <a:pt x="663381" y="101683"/>
                </a:cubicBezTo>
                <a:cubicBezTo>
                  <a:pt x="663381" y="99233"/>
                  <a:pt x="662110" y="97509"/>
                  <a:pt x="659569" y="96511"/>
                </a:cubicBezTo>
                <a:cubicBezTo>
                  <a:pt x="657029" y="95513"/>
                  <a:pt x="652673" y="95013"/>
                  <a:pt x="646503" y="95013"/>
                </a:cubicBezTo>
                <a:cubicBezTo>
                  <a:pt x="644324" y="95013"/>
                  <a:pt x="641806" y="94923"/>
                  <a:pt x="638946" y="94741"/>
                </a:cubicBezTo>
                <a:cubicBezTo>
                  <a:pt x="636088" y="94560"/>
                  <a:pt x="633343" y="94333"/>
                  <a:pt x="630711" y="94060"/>
                </a:cubicBezTo>
                <a:cubicBezTo>
                  <a:pt x="628080" y="93789"/>
                  <a:pt x="625993" y="93517"/>
                  <a:pt x="624450" y="93244"/>
                </a:cubicBezTo>
                <a:moveTo>
                  <a:pt x="625130" y="46963"/>
                </a:moveTo>
                <a:lnTo>
                  <a:pt x="625130" y="47370"/>
                </a:lnTo>
                <a:cubicBezTo>
                  <a:pt x="625130" y="53904"/>
                  <a:pt x="626423" y="59191"/>
                  <a:pt x="629010" y="63230"/>
                </a:cubicBezTo>
                <a:cubicBezTo>
                  <a:pt x="631596" y="67268"/>
                  <a:pt x="634977" y="69287"/>
                  <a:pt x="639152" y="69287"/>
                </a:cubicBezTo>
                <a:cubicBezTo>
                  <a:pt x="642327" y="69287"/>
                  <a:pt x="644799" y="68175"/>
                  <a:pt x="646569" y="65951"/>
                </a:cubicBezTo>
                <a:cubicBezTo>
                  <a:pt x="648339" y="63727"/>
                  <a:pt x="649224" y="60710"/>
                  <a:pt x="649224" y="56899"/>
                </a:cubicBezTo>
                <a:cubicBezTo>
                  <a:pt x="649224" y="54177"/>
                  <a:pt x="648861" y="51364"/>
                  <a:pt x="648135" y="48460"/>
                </a:cubicBezTo>
                <a:cubicBezTo>
                  <a:pt x="647410" y="45556"/>
                  <a:pt x="646411" y="42925"/>
                  <a:pt x="645140" y="40565"/>
                </a:cubicBezTo>
                <a:cubicBezTo>
                  <a:pt x="642872" y="36299"/>
                  <a:pt x="639560" y="34166"/>
                  <a:pt x="635203" y="34166"/>
                </a:cubicBezTo>
                <a:cubicBezTo>
                  <a:pt x="632118" y="34166"/>
                  <a:pt x="629668" y="35300"/>
                  <a:pt x="627853" y="37570"/>
                </a:cubicBezTo>
                <a:cubicBezTo>
                  <a:pt x="626037" y="39838"/>
                  <a:pt x="625130" y="42969"/>
                  <a:pt x="625130" y="46963"/>
                </a:cubicBezTo>
                <a:close/>
                <a:moveTo>
                  <a:pt x="707757" y="31717"/>
                </a:moveTo>
                <a:lnTo>
                  <a:pt x="707757" y="36072"/>
                </a:lnTo>
                <a:lnTo>
                  <a:pt x="694009" y="36072"/>
                </a:lnTo>
                <a:lnTo>
                  <a:pt x="694009" y="75003"/>
                </a:lnTo>
                <a:cubicBezTo>
                  <a:pt x="694009" y="79268"/>
                  <a:pt x="694553" y="82376"/>
                  <a:pt x="695642" y="84327"/>
                </a:cubicBezTo>
                <a:cubicBezTo>
                  <a:pt x="696732" y="86278"/>
                  <a:pt x="698547" y="87254"/>
                  <a:pt x="701088" y="87254"/>
                </a:cubicBezTo>
                <a:cubicBezTo>
                  <a:pt x="702631" y="87254"/>
                  <a:pt x="704014" y="86891"/>
                  <a:pt x="705238" y="86165"/>
                </a:cubicBezTo>
                <a:cubicBezTo>
                  <a:pt x="706463" y="85440"/>
                  <a:pt x="707802" y="84215"/>
                  <a:pt x="709255" y="82491"/>
                </a:cubicBezTo>
                <a:lnTo>
                  <a:pt x="711025" y="83988"/>
                </a:lnTo>
                <a:cubicBezTo>
                  <a:pt x="706668" y="90884"/>
                  <a:pt x="701223" y="94332"/>
                  <a:pt x="694689" y="94332"/>
                </a:cubicBezTo>
                <a:cubicBezTo>
                  <a:pt x="686613" y="94332"/>
                  <a:pt x="682575" y="88570"/>
                  <a:pt x="682575" y="77045"/>
                </a:cubicBezTo>
                <a:lnTo>
                  <a:pt x="682575" y="36072"/>
                </a:lnTo>
                <a:lnTo>
                  <a:pt x="675359" y="36072"/>
                </a:lnTo>
                <a:cubicBezTo>
                  <a:pt x="674997" y="35800"/>
                  <a:pt x="674815" y="35482"/>
                  <a:pt x="674815" y="35119"/>
                </a:cubicBezTo>
                <a:cubicBezTo>
                  <a:pt x="674815" y="34393"/>
                  <a:pt x="675586" y="33532"/>
                  <a:pt x="677129" y="32533"/>
                </a:cubicBezTo>
                <a:cubicBezTo>
                  <a:pt x="679126" y="31353"/>
                  <a:pt x="681304" y="29425"/>
                  <a:pt x="683663" y="26749"/>
                </a:cubicBezTo>
                <a:cubicBezTo>
                  <a:pt x="686023" y="24070"/>
                  <a:pt x="689154" y="19873"/>
                  <a:pt x="693056" y="14157"/>
                </a:cubicBezTo>
                <a:cubicBezTo>
                  <a:pt x="693692" y="14157"/>
                  <a:pt x="694009" y="14747"/>
                  <a:pt x="694009" y="15927"/>
                </a:cubicBezTo>
                <a:lnTo>
                  <a:pt x="694009" y="31717"/>
                </a:lnTo>
                <a:lnTo>
                  <a:pt x="707757" y="31717"/>
                </a:lnTo>
                <a:close/>
                <a:moveTo>
                  <a:pt x="776635" y="90930"/>
                </a:moveTo>
                <a:lnTo>
                  <a:pt x="776635" y="92972"/>
                </a:lnTo>
                <a:lnTo>
                  <a:pt x="747776" y="92972"/>
                </a:lnTo>
                <a:lnTo>
                  <a:pt x="747776" y="90930"/>
                </a:lnTo>
                <a:cubicBezTo>
                  <a:pt x="750409" y="90657"/>
                  <a:pt x="752360" y="90226"/>
                  <a:pt x="753630" y="89636"/>
                </a:cubicBezTo>
                <a:cubicBezTo>
                  <a:pt x="754901" y="89046"/>
                  <a:pt x="755763" y="87935"/>
                  <a:pt x="756215" y="86302"/>
                </a:cubicBezTo>
                <a:cubicBezTo>
                  <a:pt x="756670" y="84668"/>
                  <a:pt x="756942" y="82263"/>
                  <a:pt x="757034" y="79086"/>
                </a:cubicBezTo>
                <a:lnTo>
                  <a:pt x="757034" y="52134"/>
                </a:lnTo>
                <a:cubicBezTo>
                  <a:pt x="757034" y="42515"/>
                  <a:pt x="753631" y="37705"/>
                  <a:pt x="746825" y="37705"/>
                </a:cubicBezTo>
                <a:cubicBezTo>
                  <a:pt x="744193" y="37705"/>
                  <a:pt x="741742" y="38341"/>
                  <a:pt x="739472" y="39612"/>
                </a:cubicBezTo>
                <a:cubicBezTo>
                  <a:pt x="737204" y="40882"/>
                  <a:pt x="734618" y="43105"/>
                  <a:pt x="731714" y="46281"/>
                </a:cubicBezTo>
                <a:lnTo>
                  <a:pt x="731714" y="79086"/>
                </a:lnTo>
                <a:cubicBezTo>
                  <a:pt x="731806" y="82263"/>
                  <a:pt x="732078" y="84668"/>
                  <a:pt x="732531" y="86302"/>
                </a:cubicBezTo>
                <a:cubicBezTo>
                  <a:pt x="732985" y="87935"/>
                  <a:pt x="733847" y="89046"/>
                  <a:pt x="735117" y="89636"/>
                </a:cubicBezTo>
                <a:cubicBezTo>
                  <a:pt x="736388" y="90226"/>
                  <a:pt x="738340" y="90657"/>
                  <a:pt x="740972" y="90930"/>
                </a:cubicBezTo>
                <a:lnTo>
                  <a:pt x="740972" y="92972"/>
                </a:lnTo>
                <a:lnTo>
                  <a:pt x="711569" y="92972"/>
                </a:lnTo>
                <a:lnTo>
                  <a:pt x="711569" y="90930"/>
                </a:lnTo>
                <a:cubicBezTo>
                  <a:pt x="714200" y="90567"/>
                  <a:pt x="716105" y="90114"/>
                  <a:pt x="717285" y="89569"/>
                </a:cubicBezTo>
                <a:cubicBezTo>
                  <a:pt x="718465" y="89024"/>
                  <a:pt x="719236" y="87958"/>
                  <a:pt x="719599" y="86371"/>
                </a:cubicBezTo>
                <a:cubicBezTo>
                  <a:pt x="719963" y="84783"/>
                  <a:pt x="720190" y="82354"/>
                  <a:pt x="720280" y="79086"/>
                </a:cubicBezTo>
                <a:lnTo>
                  <a:pt x="720280" y="14974"/>
                </a:lnTo>
                <a:cubicBezTo>
                  <a:pt x="720280" y="12070"/>
                  <a:pt x="719849" y="10187"/>
                  <a:pt x="718986" y="9326"/>
                </a:cubicBezTo>
                <a:cubicBezTo>
                  <a:pt x="718125" y="8463"/>
                  <a:pt x="716242" y="8032"/>
                  <a:pt x="713339" y="8032"/>
                </a:cubicBezTo>
                <a:cubicBezTo>
                  <a:pt x="712613" y="8032"/>
                  <a:pt x="712068" y="8077"/>
                  <a:pt x="711704" y="8167"/>
                </a:cubicBezTo>
                <a:lnTo>
                  <a:pt x="711704" y="5988"/>
                </a:lnTo>
                <a:lnTo>
                  <a:pt x="715380" y="4900"/>
                </a:lnTo>
                <a:cubicBezTo>
                  <a:pt x="719191" y="3811"/>
                  <a:pt x="722185" y="2927"/>
                  <a:pt x="724364" y="2247"/>
                </a:cubicBezTo>
                <a:cubicBezTo>
                  <a:pt x="726542" y="1566"/>
                  <a:pt x="728765" y="817"/>
                  <a:pt x="731033" y="0"/>
                </a:cubicBezTo>
                <a:lnTo>
                  <a:pt x="731714" y="409"/>
                </a:lnTo>
                <a:lnTo>
                  <a:pt x="731714" y="41789"/>
                </a:lnTo>
                <a:cubicBezTo>
                  <a:pt x="734891" y="37705"/>
                  <a:pt x="738022" y="34778"/>
                  <a:pt x="741107" y="33009"/>
                </a:cubicBezTo>
                <a:cubicBezTo>
                  <a:pt x="744192" y="31239"/>
                  <a:pt x="747731" y="30354"/>
                  <a:pt x="751725" y="30354"/>
                </a:cubicBezTo>
                <a:cubicBezTo>
                  <a:pt x="762887" y="30354"/>
                  <a:pt x="768468" y="37569"/>
                  <a:pt x="768468" y="51999"/>
                </a:cubicBezTo>
                <a:lnTo>
                  <a:pt x="768468" y="79086"/>
                </a:lnTo>
                <a:cubicBezTo>
                  <a:pt x="768558" y="82263"/>
                  <a:pt x="768762" y="84623"/>
                  <a:pt x="769079" y="86165"/>
                </a:cubicBezTo>
                <a:cubicBezTo>
                  <a:pt x="769397" y="87708"/>
                  <a:pt x="770124" y="88774"/>
                  <a:pt x="771258" y="89364"/>
                </a:cubicBezTo>
                <a:cubicBezTo>
                  <a:pt x="772393" y="89954"/>
                  <a:pt x="774186" y="90476"/>
                  <a:pt x="776635" y="90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C92C0-A5A8-4A35-8D93-A1F310AE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813" y="390885"/>
            <a:ext cx="2038007" cy="317300"/>
          </a:xfrm>
          <a:custGeom xmlns:a="http://schemas.openxmlformats.org/drawingml/2006/main">
            <a:pathLst>
              <a:path w="2038007" h="317300">
                <a:moveTo>
                  <a:pt x="0" y="317300"/>
                </a:moveTo>
                <a:lnTo>
                  <a:pt x="0" y="0"/>
                </a:lnTo>
                <a:lnTo>
                  <a:pt x="2038007" y="0"/>
                </a:lnTo>
                <a:lnTo>
                  <a:pt x="2038007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59C4A5-5D64-4D3B-855F-9E7E68A2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813" y="390885"/>
            <a:ext cx="2038007" cy="317300"/>
          </a:xfrm>
          <a:custGeom xmlns:a="http://schemas.openxmlformats.org/drawingml/2006/main">
            <a:pathLst>
              <a:path w="2038007" h="317300" fill="none">
                <a:moveTo>
                  <a:pt x="0" y="317300"/>
                </a:moveTo>
                <a:lnTo>
                  <a:pt x="2038007" y="317300"/>
                </a:lnTo>
                <a:lnTo>
                  <a:pt x="2038007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1" name="Text Payload">
            <a:extLst xmlns:a="http://schemas.openxmlformats.org/drawingml/2006/main">
              <a:ext uri="{FF2B5EF4-FFF2-40B4-BE49-F238E27FC236}">
                <a16:creationId xmlns:a16="http://schemas.microsoft.com/office/drawing/2014/main" id="{4445B7F6-18F4-42EF-906D-029E3C80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474" y="500740"/>
            <a:ext cx="434775" cy="122647"/>
          </a:xfrm>
          <a:custGeom xmlns:a="http://schemas.openxmlformats.org/drawingml/2006/main">
            <a:pathLst>
              <a:path w="434775" h="122647">
                <a:moveTo>
                  <a:pt x="0" y="5444"/>
                </a:moveTo>
                <a:lnTo>
                  <a:pt x="0" y="2858"/>
                </a:lnTo>
                <a:lnTo>
                  <a:pt x="35935" y="2858"/>
                </a:lnTo>
                <a:cubicBezTo>
                  <a:pt x="42378" y="2858"/>
                  <a:pt x="48322" y="3743"/>
                  <a:pt x="53767" y="5513"/>
                </a:cubicBezTo>
                <a:cubicBezTo>
                  <a:pt x="59212" y="7282"/>
                  <a:pt x="63296" y="9665"/>
                  <a:pt x="66020" y="12660"/>
                </a:cubicBezTo>
                <a:cubicBezTo>
                  <a:pt x="69740" y="16652"/>
                  <a:pt x="71601" y="21597"/>
                  <a:pt x="71601" y="27496"/>
                </a:cubicBezTo>
                <a:cubicBezTo>
                  <a:pt x="71601" y="31943"/>
                  <a:pt x="70443" y="36117"/>
                  <a:pt x="68128" y="40021"/>
                </a:cubicBezTo>
                <a:cubicBezTo>
                  <a:pt x="65814" y="43923"/>
                  <a:pt x="62615" y="46963"/>
                  <a:pt x="58532" y="49139"/>
                </a:cubicBezTo>
                <a:cubicBezTo>
                  <a:pt x="52996" y="52226"/>
                  <a:pt x="45055" y="53769"/>
                  <a:pt x="34710" y="53769"/>
                </a:cubicBezTo>
                <a:cubicBezTo>
                  <a:pt x="32986" y="53769"/>
                  <a:pt x="31443" y="53724"/>
                  <a:pt x="30082" y="53634"/>
                </a:cubicBezTo>
                <a:cubicBezTo>
                  <a:pt x="28721" y="53543"/>
                  <a:pt x="27133" y="53451"/>
                  <a:pt x="25317" y="53360"/>
                </a:cubicBezTo>
                <a:lnTo>
                  <a:pt x="25317" y="78135"/>
                </a:lnTo>
                <a:cubicBezTo>
                  <a:pt x="25409" y="81492"/>
                  <a:pt x="25772" y="84033"/>
                  <a:pt x="26406" y="85758"/>
                </a:cubicBezTo>
                <a:cubicBezTo>
                  <a:pt x="27041" y="87482"/>
                  <a:pt x="28267" y="88662"/>
                  <a:pt x="30082" y="89297"/>
                </a:cubicBezTo>
                <a:cubicBezTo>
                  <a:pt x="31898" y="89932"/>
                  <a:pt x="34575" y="90294"/>
                  <a:pt x="38114" y="90386"/>
                </a:cubicBezTo>
                <a:lnTo>
                  <a:pt x="38114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8" y="90023"/>
                  <a:pt x="5966" y="89524"/>
                  <a:pt x="7554" y="88888"/>
                </a:cubicBezTo>
                <a:cubicBezTo>
                  <a:pt x="9143" y="88253"/>
                  <a:pt x="10186" y="87005"/>
                  <a:pt x="10684" y="85145"/>
                </a:cubicBezTo>
                <a:cubicBezTo>
                  <a:pt x="11184" y="83284"/>
                  <a:pt x="11434" y="80448"/>
                  <a:pt x="11434" y="76638"/>
                </a:cubicBezTo>
                <a:lnTo>
                  <a:pt x="11434" y="17697"/>
                </a:lnTo>
                <a:cubicBezTo>
                  <a:pt x="11434" y="14339"/>
                  <a:pt x="11161" y="11866"/>
                  <a:pt x="10616" y="10277"/>
                </a:cubicBezTo>
                <a:cubicBezTo>
                  <a:pt x="10072" y="8689"/>
                  <a:pt x="9005" y="7577"/>
                  <a:pt x="7417" y="6942"/>
                </a:cubicBezTo>
                <a:cubicBezTo>
                  <a:pt x="5829" y="6306"/>
                  <a:pt x="3357" y="5807"/>
                  <a:pt x="0" y="5444"/>
                </a:cubicBezTo>
                <a:moveTo>
                  <a:pt x="25317" y="12523"/>
                </a:moveTo>
                <a:lnTo>
                  <a:pt x="25317" y="47916"/>
                </a:lnTo>
                <a:cubicBezTo>
                  <a:pt x="26860" y="48006"/>
                  <a:pt x="28198" y="48097"/>
                  <a:pt x="29332" y="48188"/>
                </a:cubicBezTo>
                <a:cubicBezTo>
                  <a:pt x="30468" y="48278"/>
                  <a:pt x="31716" y="48323"/>
                  <a:pt x="33077" y="48323"/>
                </a:cubicBezTo>
                <a:cubicBezTo>
                  <a:pt x="48867" y="48323"/>
                  <a:pt x="56762" y="41653"/>
                  <a:pt x="56762" y="28313"/>
                </a:cubicBezTo>
                <a:cubicBezTo>
                  <a:pt x="56762" y="21325"/>
                  <a:pt x="54584" y="16176"/>
                  <a:pt x="50228" y="12863"/>
                </a:cubicBezTo>
                <a:cubicBezTo>
                  <a:pt x="45873" y="9551"/>
                  <a:pt x="39112" y="7895"/>
                  <a:pt x="29945" y="7895"/>
                </a:cubicBezTo>
                <a:cubicBezTo>
                  <a:pt x="28131" y="7895"/>
                  <a:pt x="26906" y="8213"/>
                  <a:pt x="26271" y="8848"/>
                </a:cubicBezTo>
                <a:cubicBezTo>
                  <a:pt x="25635" y="9484"/>
                  <a:pt x="25317" y="10709"/>
                  <a:pt x="25317" y="12523"/>
                </a:cubicBezTo>
                <a:close/>
                <a:moveTo>
                  <a:pt x="133672" y="83988"/>
                </a:moveTo>
                <a:lnTo>
                  <a:pt x="133672" y="87528"/>
                </a:lnTo>
                <a:cubicBezTo>
                  <a:pt x="131312" y="90069"/>
                  <a:pt x="129271" y="91838"/>
                  <a:pt x="127547" y="92837"/>
                </a:cubicBezTo>
                <a:cubicBezTo>
                  <a:pt x="125823" y="93834"/>
                  <a:pt x="123781" y="94332"/>
                  <a:pt x="121421" y="94332"/>
                </a:cubicBezTo>
                <a:cubicBezTo>
                  <a:pt x="118608" y="94332"/>
                  <a:pt x="116543" y="93584"/>
                  <a:pt x="115228" y="92087"/>
                </a:cubicBezTo>
                <a:cubicBezTo>
                  <a:pt x="113912" y="90590"/>
                  <a:pt x="113072" y="88026"/>
                  <a:pt x="112708" y="84395"/>
                </a:cubicBezTo>
                <a:cubicBezTo>
                  <a:pt x="108535" y="87935"/>
                  <a:pt x="104927" y="90476"/>
                  <a:pt x="101887" y="92018"/>
                </a:cubicBezTo>
                <a:cubicBezTo>
                  <a:pt x="98847" y="93561"/>
                  <a:pt x="95830" y="94332"/>
                  <a:pt x="92835" y="94332"/>
                </a:cubicBezTo>
                <a:cubicBezTo>
                  <a:pt x="88660" y="94332"/>
                  <a:pt x="85234" y="92971"/>
                  <a:pt x="82557" y="90249"/>
                </a:cubicBezTo>
                <a:cubicBezTo>
                  <a:pt x="79881" y="87526"/>
                  <a:pt x="78542" y="84033"/>
                  <a:pt x="78542" y="79768"/>
                </a:cubicBezTo>
                <a:cubicBezTo>
                  <a:pt x="78542" y="77500"/>
                  <a:pt x="78996" y="75299"/>
                  <a:pt x="79903" y="73167"/>
                </a:cubicBezTo>
                <a:cubicBezTo>
                  <a:pt x="80811" y="71033"/>
                  <a:pt x="81991" y="69285"/>
                  <a:pt x="83442" y="67924"/>
                </a:cubicBezTo>
                <a:cubicBezTo>
                  <a:pt x="84895" y="66655"/>
                  <a:pt x="86279" y="65543"/>
                  <a:pt x="87594" y="64591"/>
                </a:cubicBezTo>
                <a:cubicBezTo>
                  <a:pt x="88910" y="63638"/>
                  <a:pt x="90497" y="62708"/>
                  <a:pt x="92357" y="61801"/>
                </a:cubicBezTo>
                <a:cubicBezTo>
                  <a:pt x="94218" y="60893"/>
                  <a:pt x="96737" y="59758"/>
                  <a:pt x="99913" y="58397"/>
                </a:cubicBezTo>
                <a:cubicBezTo>
                  <a:pt x="103090" y="57036"/>
                  <a:pt x="107310" y="55311"/>
                  <a:pt x="112573" y="53223"/>
                </a:cubicBezTo>
                <a:lnTo>
                  <a:pt x="112573" y="44921"/>
                </a:lnTo>
                <a:cubicBezTo>
                  <a:pt x="112573" y="37388"/>
                  <a:pt x="109124" y="33622"/>
                  <a:pt x="102227" y="33622"/>
                </a:cubicBezTo>
                <a:cubicBezTo>
                  <a:pt x="99505" y="33622"/>
                  <a:pt x="97191" y="34280"/>
                  <a:pt x="95286" y="35597"/>
                </a:cubicBezTo>
                <a:cubicBezTo>
                  <a:pt x="93380" y="36912"/>
                  <a:pt x="92428" y="38478"/>
                  <a:pt x="92428" y="40293"/>
                </a:cubicBezTo>
                <a:cubicBezTo>
                  <a:pt x="92428" y="41200"/>
                  <a:pt x="92563" y="42288"/>
                  <a:pt x="92835" y="43558"/>
                </a:cubicBezTo>
                <a:cubicBezTo>
                  <a:pt x="92926" y="44012"/>
                  <a:pt x="92994" y="44421"/>
                  <a:pt x="93038" y="44784"/>
                </a:cubicBezTo>
                <a:cubicBezTo>
                  <a:pt x="93084" y="45146"/>
                  <a:pt x="93107" y="45464"/>
                  <a:pt x="93107" y="45737"/>
                </a:cubicBezTo>
                <a:cubicBezTo>
                  <a:pt x="93107" y="47190"/>
                  <a:pt x="92494" y="48506"/>
                  <a:pt x="91269" y="49686"/>
                </a:cubicBezTo>
                <a:cubicBezTo>
                  <a:pt x="90044" y="50865"/>
                  <a:pt x="88615" y="51455"/>
                  <a:pt x="86981" y="51455"/>
                </a:cubicBezTo>
                <a:cubicBezTo>
                  <a:pt x="85348" y="51455"/>
                  <a:pt x="83964" y="50865"/>
                  <a:pt x="82829" y="49686"/>
                </a:cubicBezTo>
                <a:cubicBezTo>
                  <a:pt x="81695" y="48506"/>
                  <a:pt x="81128" y="47144"/>
                  <a:pt x="81128" y="45600"/>
                </a:cubicBezTo>
                <a:cubicBezTo>
                  <a:pt x="81128" y="42696"/>
                  <a:pt x="82149" y="40110"/>
                  <a:pt x="84190" y="37842"/>
                </a:cubicBezTo>
                <a:cubicBezTo>
                  <a:pt x="86232" y="35574"/>
                  <a:pt x="88978" y="33759"/>
                  <a:pt x="92425" y="32398"/>
                </a:cubicBezTo>
                <a:cubicBezTo>
                  <a:pt x="95875" y="31036"/>
                  <a:pt x="99732" y="30354"/>
                  <a:pt x="103997" y="30354"/>
                </a:cubicBezTo>
                <a:cubicBezTo>
                  <a:pt x="112164" y="30354"/>
                  <a:pt x="117791" y="32850"/>
                  <a:pt x="120877" y="37842"/>
                </a:cubicBezTo>
                <a:cubicBezTo>
                  <a:pt x="121874" y="39476"/>
                  <a:pt x="122577" y="41382"/>
                  <a:pt x="122985" y="43560"/>
                </a:cubicBezTo>
                <a:cubicBezTo>
                  <a:pt x="123394" y="45737"/>
                  <a:pt x="123598" y="48595"/>
                  <a:pt x="123598" y="52134"/>
                </a:cubicBezTo>
                <a:lnTo>
                  <a:pt x="123598" y="78679"/>
                </a:lnTo>
                <a:cubicBezTo>
                  <a:pt x="123598" y="81673"/>
                  <a:pt x="123893" y="83738"/>
                  <a:pt x="124483" y="84873"/>
                </a:cubicBezTo>
                <a:cubicBezTo>
                  <a:pt x="125073" y="86007"/>
                  <a:pt x="126139" y="86574"/>
                  <a:pt x="127682" y="86574"/>
                </a:cubicBezTo>
                <a:cubicBezTo>
                  <a:pt x="129588" y="86574"/>
                  <a:pt x="131585" y="85712"/>
                  <a:pt x="133672" y="83988"/>
                </a:cubicBezTo>
                <a:moveTo>
                  <a:pt x="112573" y="76228"/>
                </a:moveTo>
                <a:lnTo>
                  <a:pt x="112573" y="56490"/>
                </a:lnTo>
                <a:cubicBezTo>
                  <a:pt x="104587" y="59304"/>
                  <a:pt x="98938" y="62140"/>
                  <a:pt x="95626" y="65000"/>
                </a:cubicBezTo>
                <a:cubicBezTo>
                  <a:pt x="92314" y="67858"/>
                  <a:pt x="90612" y="71329"/>
                  <a:pt x="90521" y="75412"/>
                </a:cubicBezTo>
                <a:lnTo>
                  <a:pt x="90521" y="75956"/>
                </a:lnTo>
                <a:cubicBezTo>
                  <a:pt x="90521" y="78860"/>
                  <a:pt x="91360" y="81333"/>
                  <a:pt x="93038" y="83376"/>
                </a:cubicBezTo>
                <a:cubicBezTo>
                  <a:pt x="94718" y="85417"/>
                  <a:pt x="96737" y="86437"/>
                  <a:pt x="99097" y="86437"/>
                </a:cubicBezTo>
                <a:cubicBezTo>
                  <a:pt x="102182" y="86437"/>
                  <a:pt x="105494" y="85439"/>
                  <a:pt x="109034" y="83442"/>
                </a:cubicBezTo>
                <a:cubicBezTo>
                  <a:pt x="110485" y="82627"/>
                  <a:pt x="111438" y="81720"/>
                  <a:pt x="111892" y="80721"/>
                </a:cubicBezTo>
                <a:cubicBezTo>
                  <a:pt x="112346" y="79723"/>
                  <a:pt x="112573" y="78225"/>
                  <a:pt x="112573" y="76228"/>
                </a:cubicBezTo>
                <a:close/>
                <a:moveTo>
                  <a:pt x="198603" y="31717"/>
                </a:moveTo>
                <a:lnTo>
                  <a:pt x="198603" y="33759"/>
                </a:lnTo>
                <a:cubicBezTo>
                  <a:pt x="196969" y="33940"/>
                  <a:pt x="195698" y="34462"/>
                  <a:pt x="194790" y="35325"/>
                </a:cubicBezTo>
                <a:cubicBezTo>
                  <a:pt x="193883" y="36186"/>
                  <a:pt x="192976" y="37706"/>
                  <a:pt x="192069" y="39884"/>
                </a:cubicBezTo>
                <a:lnTo>
                  <a:pt x="171105" y="95423"/>
                </a:lnTo>
                <a:cubicBezTo>
                  <a:pt x="167384" y="105314"/>
                  <a:pt x="163777" y="112324"/>
                  <a:pt x="160283" y="116453"/>
                </a:cubicBezTo>
                <a:cubicBezTo>
                  <a:pt x="156790" y="120582"/>
                  <a:pt x="152729" y="122647"/>
                  <a:pt x="148101" y="122647"/>
                </a:cubicBezTo>
                <a:cubicBezTo>
                  <a:pt x="145198" y="122647"/>
                  <a:pt x="142792" y="121898"/>
                  <a:pt x="140886" y="120399"/>
                </a:cubicBezTo>
                <a:cubicBezTo>
                  <a:pt x="138980" y="118903"/>
                  <a:pt x="138028" y="117020"/>
                  <a:pt x="138028" y="114752"/>
                </a:cubicBezTo>
                <a:cubicBezTo>
                  <a:pt x="138028" y="113028"/>
                  <a:pt x="138595" y="111598"/>
                  <a:pt x="139729" y="110463"/>
                </a:cubicBezTo>
                <a:cubicBezTo>
                  <a:pt x="140863" y="109329"/>
                  <a:pt x="142247" y="108762"/>
                  <a:pt x="143881" y="108762"/>
                </a:cubicBezTo>
                <a:cubicBezTo>
                  <a:pt x="146059" y="108762"/>
                  <a:pt x="148419" y="109261"/>
                  <a:pt x="150960" y="110259"/>
                </a:cubicBezTo>
                <a:cubicBezTo>
                  <a:pt x="152321" y="110895"/>
                  <a:pt x="153500" y="111213"/>
                  <a:pt x="154499" y="111213"/>
                </a:cubicBezTo>
                <a:cubicBezTo>
                  <a:pt x="155497" y="111213"/>
                  <a:pt x="156631" y="110645"/>
                  <a:pt x="157901" y="109509"/>
                </a:cubicBezTo>
                <a:cubicBezTo>
                  <a:pt x="159172" y="108375"/>
                  <a:pt x="160307" y="106946"/>
                  <a:pt x="161305" y="105222"/>
                </a:cubicBezTo>
                <a:cubicBezTo>
                  <a:pt x="162122" y="103771"/>
                  <a:pt x="162939" y="102047"/>
                  <a:pt x="163754" y="100050"/>
                </a:cubicBezTo>
                <a:cubicBezTo>
                  <a:pt x="164571" y="98054"/>
                  <a:pt x="165275" y="96148"/>
                  <a:pt x="165865" y="94332"/>
                </a:cubicBezTo>
                <a:cubicBezTo>
                  <a:pt x="166454" y="92518"/>
                  <a:pt x="166749" y="91248"/>
                  <a:pt x="166749" y="90521"/>
                </a:cubicBezTo>
                <a:cubicBezTo>
                  <a:pt x="166749" y="89522"/>
                  <a:pt x="166227" y="87798"/>
                  <a:pt x="165183" y="85349"/>
                </a:cubicBezTo>
                <a:cubicBezTo>
                  <a:pt x="164141" y="82899"/>
                  <a:pt x="162667" y="79996"/>
                  <a:pt x="160761" y="76638"/>
                </a:cubicBezTo>
                <a:cubicBezTo>
                  <a:pt x="160397" y="75911"/>
                  <a:pt x="160101" y="75321"/>
                  <a:pt x="159874" y="74868"/>
                </a:cubicBezTo>
                <a:cubicBezTo>
                  <a:pt x="159649" y="74414"/>
                  <a:pt x="159127" y="73279"/>
                  <a:pt x="158310" y="71464"/>
                </a:cubicBezTo>
                <a:lnTo>
                  <a:pt x="142792" y="37977"/>
                </a:lnTo>
                <a:cubicBezTo>
                  <a:pt x="141703" y="35619"/>
                  <a:pt x="139389" y="34167"/>
                  <a:pt x="135851" y="33622"/>
                </a:cubicBezTo>
                <a:lnTo>
                  <a:pt x="135851" y="31717"/>
                </a:lnTo>
                <a:lnTo>
                  <a:pt x="163891" y="31717"/>
                </a:lnTo>
                <a:lnTo>
                  <a:pt x="163891" y="33759"/>
                </a:lnTo>
                <a:cubicBezTo>
                  <a:pt x="160988" y="33849"/>
                  <a:pt x="158946" y="34166"/>
                  <a:pt x="157766" y="34712"/>
                </a:cubicBezTo>
                <a:cubicBezTo>
                  <a:pt x="156586" y="35256"/>
                  <a:pt x="155996" y="36163"/>
                  <a:pt x="155996" y="37433"/>
                </a:cubicBezTo>
                <a:cubicBezTo>
                  <a:pt x="155996" y="38794"/>
                  <a:pt x="156450" y="40519"/>
                  <a:pt x="157357" y="42607"/>
                </a:cubicBezTo>
                <a:lnTo>
                  <a:pt x="173012" y="77045"/>
                </a:lnTo>
                <a:lnTo>
                  <a:pt x="186216" y="39475"/>
                </a:lnTo>
                <a:cubicBezTo>
                  <a:pt x="186578" y="38659"/>
                  <a:pt x="186760" y="37888"/>
                  <a:pt x="186760" y="37161"/>
                </a:cubicBezTo>
                <a:cubicBezTo>
                  <a:pt x="186760" y="34893"/>
                  <a:pt x="184582" y="33759"/>
                  <a:pt x="180225" y="33759"/>
                </a:cubicBezTo>
                <a:lnTo>
                  <a:pt x="180225" y="31717"/>
                </a:lnTo>
                <a:lnTo>
                  <a:pt x="198603" y="31717"/>
                </a:lnTo>
                <a:close/>
                <a:moveTo>
                  <a:pt x="204863" y="92972"/>
                </a:moveTo>
                <a:lnTo>
                  <a:pt x="204863" y="90930"/>
                </a:lnTo>
                <a:cubicBezTo>
                  <a:pt x="209128" y="90657"/>
                  <a:pt x="211918" y="89863"/>
                  <a:pt x="213234" y="88548"/>
                </a:cubicBezTo>
                <a:cubicBezTo>
                  <a:pt x="214551" y="87232"/>
                  <a:pt x="215255" y="84759"/>
                  <a:pt x="215346" y="81128"/>
                </a:cubicBezTo>
                <a:lnTo>
                  <a:pt x="215346" y="16199"/>
                </a:lnTo>
                <a:cubicBezTo>
                  <a:pt x="215346" y="13023"/>
                  <a:pt x="214938" y="10844"/>
                  <a:pt x="214121" y="9665"/>
                </a:cubicBezTo>
                <a:cubicBezTo>
                  <a:pt x="213304" y="8485"/>
                  <a:pt x="211806" y="7895"/>
                  <a:pt x="209628" y="7895"/>
                </a:cubicBezTo>
                <a:cubicBezTo>
                  <a:pt x="209084" y="7895"/>
                  <a:pt x="208426" y="7918"/>
                  <a:pt x="207655" y="7963"/>
                </a:cubicBezTo>
                <a:cubicBezTo>
                  <a:pt x="206884" y="8009"/>
                  <a:pt x="206134" y="8077"/>
                  <a:pt x="205407" y="8167"/>
                </a:cubicBezTo>
                <a:lnTo>
                  <a:pt x="204591" y="8167"/>
                </a:lnTo>
                <a:lnTo>
                  <a:pt x="204591" y="5988"/>
                </a:lnTo>
                <a:cubicBezTo>
                  <a:pt x="209310" y="4810"/>
                  <a:pt x="213212" y="3812"/>
                  <a:pt x="216298" y="2995"/>
                </a:cubicBezTo>
                <a:cubicBezTo>
                  <a:pt x="219384" y="2178"/>
                  <a:pt x="222696" y="1180"/>
                  <a:pt x="226234" y="0"/>
                </a:cubicBezTo>
                <a:lnTo>
                  <a:pt x="226781" y="272"/>
                </a:lnTo>
                <a:lnTo>
                  <a:pt x="226781" y="81537"/>
                </a:lnTo>
                <a:cubicBezTo>
                  <a:pt x="226871" y="84078"/>
                  <a:pt x="227165" y="86007"/>
                  <a:pt x="227663" y="87324"/>
                </a:cubicBezTo>
                <a:cubicBezTo>
                  <a:pt x="228163" y="88640"/>
                  <a:pt x="229139" y="89524"/>
                  <a:pt x="230590" y="89979"/>
                </a:cubicBezTo>
                <a:cubicBezTo>
                  <a:pt x="232042" y="90431"/>
                  <a:pt x="234176" y="90749"/>
                  <a:pt x="236989" y="90930"/>
                </a:cubicBezTo>
                <a:lnTo>
                  <a:pt x="236989" y="92972"/>
                </a:lnTo>
                <a:lnTo>
                  <a:pt x="204863" y="92972"/>
                </a:lnTo>
                <a:close/>
                <a:moveTo>
                  <a:pt x="273470" y="30354"/>
                </a:moveTo>
                <a:cubicBezTo>
                  <a:pt x="279278" y="30354"/>
                  <a:pt x="284427" y="31670"/>
                  <a:pt x="288919" y="34303"/>
                </a:cubicBezTo>
                <a:cubicBezTo>
                  <a:pt x="293411" y="36935"/>
                  <a:pt x="296951" y="40565"/>
                  <a:pt x="299537" y="45193"/>
                </a:cubicBezTo>
                <a:cubicBezTo>
                  <a:pt x="302124" y="49821"/>
                  <a:pt x="303417" y="55130"/>
                  <a:pt x="303417" y="61120"/>
                </a:cubicBezTo>
                <a:cubicBezTo>
                  <a:pt x="303417" y="67382"/>
                  <a:pt x="302101" y="73030"/>
                  <a:pt x="299469" y="78067"/>
                </a:cubicBezTo>
                <a:cubicBezTo>
                  <a:pt x="296838" y="83103"/>
                  <a:pt x="293231" y="87073"/>
                  <a:pt x="288647" y="89977"/>
                </a:cubicBezTo>
                <a:cubicBezTo>
                  <a:pt x="284065" y="92880"/>
                  <a:pt x="278915" y="94332"/>
                  <a:pt x="273198" y="94332"/>
                </a:cubicBezTo>
                <a:cubicBezTo>
                  <a:pt x="267480" y="94332"/>
                  <a:pt x="262376" y="92949"/>
                  <a:pt x="257884" y="90182"/>
                </a:cubicBezTo>
                <a:cubicBezTo>
                  <a:pt x="253392" y="87414"/>
                  <a:pt x="249852" y="83603"/>
                  <a:pt x="247266" y="78748"/>
                </a:cubicBezTo>
                <a:cubicBezTo>
                  <a:pt x="244680" y="73892"/>
                  <a:pt x="243388" y="68379"/>
                  <a:pt x="243388" y="62208"/>
                </a:cubicBezTo>
                <a:cubicBezTo>
                  <a:pt x="243388" y="55947"/>
                  <a:pt x="244658" y="50411"/>
                  <a:pt x="247199" y="45602"/>
                </a:cubicBezTo>
                <a:cubicBezTo>
                  <a:pt x="249740" y="40792"/>
                  <a:pt x="253279" y="37048"/>
                  <a:pt x="257815" y="34371"/>
                </a:cubicBezTo>
                <a:cubicBezTo>
                  <a:pt x="262353" y="31693"/>
                  <a:pt x="267571" y="30354"/>
                  <a:pt x="273470" y="30354"/>
                </a:cubicBezTo>
                <a:moveTo>
                  <a:pt x="271700" y="34166"/>
                </a:moveTo>
                <a:cubicBezTo>
                  <a:pt x="266800" y="34166"/>
                  <a:pt x="262898" y="36117"/>
                  <a:pt x="259994" y="40021"/>
                </a:cubicBezTo>
                <a:cubicBezTo>
                  <a:pt x="257090" y="43923"/>
                  <a:pt x="255638" y="49096"/>
                  <a:pt x="255638" y="55539"/>
                </a:cubicBezTo>
                <a:cubicBezTo>
                  <a:pt x="255638" y="60348"/>
                  <a:pt x="256160" y="65044"/>
                  <a:pt x="257202" y="69628"/>
                </a:cubicBezTo>
                <a:cubicBezTo>
                  <a:pt x="258247" y="74210"/>
                  <a:pt x="259721" y="78270"/>
                  <a:pt x="261627" y="81810"/>
                </a:cubicBezTo>
                <a:cubicBezTo>
                  <a:pt x="263079" y="84532"/>
                  <a:pt x="264985" y="86664"/>
                  <a:pt x="267345" y="88207"/>
                </a:cubicBezTo>
                <a:cubicBezTo>
                  <a:pt x="269704" y="89749"/>
                  <a:pt x="272200" y="90521"/>
                  <a:pt x="274831" y="90521"/>
                </a:cubicBezTo>
                <a:cubicBezTo>
                  <a:pt x="279912" y="90521"/>
                  <a:pt x="283905" y="88343"/>
                  <a:pt x="286809" y="83988"/>
                </a:cubicBezTo>
                <a:cubicBezTo>
                  <a:pt x="289714" y="79632"/>
                  <a:pt x="291167" y="73597"/>
                  <a:pt x="291167" y="65883"/>
                </a:cubicBezTo>
                <a:cubicBezTo>
                  <a:pt x="291167" y="59621"/>
                  <a:pt x="290327" y="54108"/>
                  <a:pt x="288647" y="49345"/>
                </a:cubicBezTo>
                <a:cubicBezTo>
                  <a:pt x="286969" y="44580"/>
                  <a:pt x="284678" y="40859"/>
                  <a:pt x="281774" y="38183"/>
                </a:cubicBezTo>
                <a:cubicBezTo>
                  <a:pt x="278870" y="35505"/>
                  <a:pt x="275513" y="34166"/>
                  <a:pt x="271700" y="34166"/>
                </a:cubicBezTo>
                <a:close/>
                <a:moveTo>
                  <a:pt x="367667" y="83988"/>
                </a:moveTo>
                <a:lnTo>
                  <a:pt x="367667" y="87528"/>
                </a:lnTo>
                <a:cubicBezTo>
                  <a:pt x="365307" y="90069"/>
                  <a:pt x="363266" y="91838"/>
                  <a:pt x="361542" y="92837"/>
                </a:cubicBezTo>
                <a:cubicBezTo>
                  <a:pt x="359818" y="93834"/>
                  <a:pt x="357776" y="94332"/>
                  <a:pt x="355416" y="94332"/>
                </a:cubicBezTo>
                <a:cubicBezTo>
                  <a:pt x="352603" y="94332"/>
                  <a:pt x="350538" y="93584"/>
                  <a:pt x="349223" y="92087"/>
                </a:cubicBezTo>
                <a:cubicBezTo>
                  <a:pt x="347907" y="90590"/>
                  <a:pt x="347067" y="88026"/>
                  <a:pt x="346703" y="84395"/>
                </a:cubicBezTo>
                <a:cubicBezTo>
                  <a:pt x="342530" y="87935"/>
                  <a:pt x="338922" y="90476"/>
                  <a:pt x="335882" y="92018"/>
                </a:cubicBezTo>
                <a:cubicBezTo>
                  <a:pt x="332842" y="93561"/>
                  <a:pt x="329825" y="94332"/>
                  <a:pt x="326830" y="94332"/>
                </a:cubicBezTo>
                <a:cubicBezTo>
                  <a:pt x="322655" y="94332"/>
                  <a:pt x="319229" y="92971"/>
                  <a:pt x="316552" y="90249"/>
                </a:cubicBezTo>
                <a:cubicBezTo>
                  <a:pt x="313876" y="87526"/>
                  <a:pt x="312537" y="84033"/>
                  <a:pt x="312537" y="79768"/>
                </a:cubicBezTo>
                <a:cubicBezTo>
                  <a:pt x="312537" y="77500"/>
                  <a:pt x="312991" y="75299"/>
                  <a:pt x="313898" y="73167"/>
                </a:cubicBezTo>
                <a:cubicBezTo>
                  <a:pt x="314806" y="71033"/>
                  <a:pt x="315986" y="69285"/>
                  <a:pt x="317437" y="67924"/>
                </a:cubicBezTo>
                <a:cubicBezTo>
                  <a:pt x="318890" y="66655"/>
                  <a:pt x="320274" y="65543"/>
                  <a:pt x="321589" y="64591"/>
                </a:cubicBezTo>
                <a:cubicBezTo>
                  <a:pt x="322905" y="63638"/>
                  <a:pt x="324492" y="62708"/>
                  <a:pt x="326352" y="61801"/>
                </a:cubicBezTo>
                <a:cubicBezTo>
                  <a:pt x="328213" y="60893"/>
                  <a:pt x="330732" y="59758"/>
                  <a:pt x="333908" y="58397"/>
                </a:cubicBezTo>
                <a:cubicBezTo>
                  <a:pt x="337085" y="57036"/>
                  <a:pt x="341305" y="55311"/>
                  <a:pt x="346568" y="53223"/>
                </a:cubicBezTo>
                <a:lnTo>
                  <a:pt x="346568" y="44921"/>
                </a:lnTo>
                <a:cubicBezTo>
                  <a:pt x="346568" y="37388"/>
                  <a:pt x="343119" y="33622"/>
                  <a:pt x="336222" y="33622"/>
                </a:cubicBezTo>
                <a:cubicBezTo>
                  <a:pt x="333500" y="33622"/>
                  <a:pt x="331186" y="34280"/>
                  <a:pt x="329281" y="35597"/>
                </a:cubicBezTo>
                <a:cubicBezTo>
                  <a:pt x="327375" y="36912"/>
                  <a:pt x="326423" y="38478"/>
                  <a:pt x="326423" y="40293"/>
                </a:cubicBezTo>
                <a:cubicBezTo>
                  <a:pt x="326423" y="41200"/>
                  <a:pt x="326558" y="42288"/>
                  <a:pt x="326830" y="43558"/>
                </a:cubicBezTo>
                <a:cubicBezTo>
                  <a:pt x="326921" y="44012"/>
                  <a:pt x="326989" y="44421"/>
                  <a:pt x="327033" y="44784"/>
                </a:cubicBezTo>
                <a:cubicBezTo>
                  <a:pt x="327079" y="45146"/>
                  <a:pt x="327102" y="45464"/>
                  <a:pt x="327102" y="45737"/>
                </a:cubicBezTo>
                <a:cubicBezTo>
                  <a:pt x="327102" y="47190"/>
                  <a:pt x="326489" y="48506"/>
                  <a:pt x="325264" y="49686"/>
                </a:cubicBezTo>
                <a:cubicBezTo>
                  <a:pt x="324039" y="50865"/>
                  <a:pt x="322610" y="51455"/>
                  <a:pt x="320976" y="51455"/>
                </a:cubicBezTo>
                <a:cubicBezTo>
                  <a:pt x="319342" y="51455"/>
                  <a:pt x="317958" y="50865"/>
                  <a:pt x="316824" y="49686"/>
                </a:cubicBezTo>
                <a:cubicBezTo>
                  <a:pt x="315690" y="48506"/>
                  <a:pt x="315123" y="47144"/>
                  <a:pt x="315123" y="45600"/>
                </a:cubicBezTo>
                <a:cubicBezTo>
                  <a:pt x="315123" y="42696"/>
                  <a:pt x="316144" y="40110"/>
                  <a:pt x="318185" y="37842"/>
                </a:cubicBezTo>
                <a:cubicBezTo>
                  <a:pt x="320227" y="35574"/>
                  <a:pt x="322973" y="33759"/>
                  <a:pt x="326420" y="32398"/>
                </a:cubicBezTo>
                <a:cubicBezTo>
                  <a:pt x="329870" y="31036"/>
                  <a:pt x="333727" y="30354"/>
                  <a:pt x="337992" y="30354"/>
                </a:cubicBezTo>
                <a:cubicBezTo>
                  <a:pt x="346159" y="30354"/>
                  <a:pt x="351786" y="32850"/>
                  <a:pt x="354872" y="37842"/>
                </a:cubicBezTo>
                <a:cubicBezTo>
                  <a:pt x="355869" y="39476"/>
                  <a:pt x="356572" y="41382"/>
                  <a:pt x="356980" y="43560"/>
                </a:cubicBezTo>
                <a:cubicBezTo>
                  <a:pt x="357389" y="45737"/>
                  <a:pt x="357593" y="48595"/>
                  <a:pt x="357593" y="52134"/>
                </a:cubicBezTo>
                <a:lnTo>
                  <a:pt x="357593" y="78679"/>
                </a:lnTo>
                <a:cubicBezTo>
                  <a:pt x="357593" y="81673"/>
                  <a:pt x="357888" y="83738"/>
                  <a:pt x="358478" y="84873"/>
                </a:cubicBezTo>
                <a:cubicBezTo>
                  <a:pt x="359068" y="86007"/>
                  <a:pt x="360134" y="86574"/>
                  <a:pt x="361677" y="86574"/>
                </a:cubicBezTo>
                <a:cubicBezTo>
                  <a:pt x="363583" y="86574"/>
                  <a:pt x="365580" y="85712"/>
                  <a:pt x="367667" y="83988"/>
                </a:cubicBezTo>
                <a:moveTo>
                  <a:pt x="346568" y="76228"/>
                </a:moveTo>
                <a:lnTo>
                  <a:pt x="346568" y="56490"/>
                </a:lnTo>
                <a:cubicBezTo>
                  <a:pt x="338582" y="59304"/>
                  <a:pt x="332933" y="62140"/>
                  <a:pt x="329621" y="65000"/>
                </a:cubicBezTo>
                <a:cubicBezTo>
                  <a:pt x="326309" y="67858"/>
                  <a:pt x="324607" y="71329"/>
                  <a:pt x="324516" y="75412"/>
                </a:cubicBezTo>
                <a:lnTo>
                  <a:pt x="324516" y="75956"/>
                </a:lnTo>
                <a:cubicBezTo>
                  <a:pt x="324516" y="78860"/>
                  <a:pt x="325355" y="81333"/>
                  <a:pt x="327033" y="83376"/>
                </a:cubicBezTo>
                <a:cubicBezTo>
                  <a:pt x="328713" y="85417"/>
                  <a:pt x="330732" y="86437"/>
                  <a:pt x="333092" y="86437"/>
                </a:cubicBezTo>
                <a:cubicBezTo>
                  <a:pt x="336177" y="86437"/>
                  <a:pt x="339489" y="85439"/>
                  <a:pt x="343029" y="83442"/>
                </a:cubicBezTo>
                <a:cubicBezTo>
                  <a:pt x="344480" y="82627"/>
                  <a:pt x="345433" y="81720"/>
                  <a:pt x="345887" y="80721"/>
                </a:cubicBezTo>
                <a:cubicBezTo>
                  <a:pt x="346341" y="79723"/>
                  <a:pt x="346568" y="78225"/>
                  <a:pt x="346568" y="76228"/>
                </a:cubicBezTo>
                <a:close/>
                <a:moveTo>
                  <a:pt x="434775" y="85077"/>
                </a:moveTo>
                <a:lnTo>
                  <a:pt x="434775" y="87254"/>
                </a:lnTo>
                <a:lnTo>
                  <a:pt x="414765" y="94332"/>
                </a:lnTo>
                <a:lnTo>
                  <a:pt x="414220" y="93925"/>
                </a:lnTo>
                <a:lnTo>
                  <a:pt x="414220" y="85212"/>
                </a:lnTo>
                <a:cubicBezTo>
                  <a:pt x="411952" y="88388"/>
                  <a:pt x="409434" y="90703"/>
                  <a:pt x="406666" y="92155"/>
                </a:cubicBezTo>
                <a:cubicBezTo>
                  <a:pt x="403898" y="93607"/>
                  <a:pt x="400609" y="94332"/>
                  <a:pt x="396798" y="94332"/>
                </a:cubicBezTo>
                <a:cubicBezTo>
                  <a:pt x="391806" y="94332"/>
                  <a:pt x="387404" y="93107"/>
                  <a:pt x="383592" y="90658"/>
                </a:cubicBezTo>
                <a:cubicBezTo>
                  <a:pt x="379781" y="88207"/>
                  <a:pt x="376832" y="84781"/>
                  <a:pt x="374744" y="80381"/>
                </a:cubicBezTo>
                <a:cubicBezTo>
                  <a:pt x="372657" y="75979"/>
                  <a:pt x="371613" y="70874"/>
                  <a:pt x="371613" y="65066"/>
                </a:cubicBezTo>
                <a:cubicBezTo>
                  <a:pt x="371613" y="58623"/>
                  <a:pt x="372884" y="52770"/>
                  <a:pt x="375425" y="47507"/>
                </a:cubicBezTo>
                <a:cubicBezTo>
                  <a:pt x="377966" y="42243"/>
                  <a:pt x="381392" y="38069"/>
                  <a:pt x="385702" y="34984"/>
                </a:cubicBezTo>
                <a:cubicBezTo>
                  <a:pt x="390013" y="31898"/>
                  <a:pt x="394755" y="30354"/>
                  <a:pt x="399928" y="30354"/>
                </a:cubicBezTo>
                <a:cubicBezTo>
                  <a:pt x="402650" y="30354"/>
                  <a:pt x="405078" y="30786"/>
                  <a:pt x="407210" y="31648"/>
                </a:cubicBezTo>
                <a:cubicBezTo>
                  <a:pt x="409343" y="32511"/>
                  <a:pt x="411679" y="34031"/>
                  <a:pt x="414220" y="36207"/>
                </a:cubicBezTo>
                <a:lnTo>
                  <a:pt x="414220" y="14974"/>
                </a:lnTo>
                <a:cubicBezTo>
                  <a:pt x="414220" y="12160"/>
                  <a:pt x="413812" y="10299"/>
                  <a:pt x="412995" y="9393"/>
                </a:cubicBezTo>
                <a:cubicBezTo>
                  <a:pt x="412179" y="8486"/>
                  <a:pt x="410501" y="8032"/>
                  <a:pt x="407960" y="8032"/>
                </a:cubicBezTo>
                <a:cubicBezTo>
                  <a:pt x="407415" y="8032"/>
                  <a:pt x="406915" y="8032"/>
                  <a:pt x="406460" y="8032"/>
                </a:cubicBezTo>
                <a:cubicBezTo>
                  <a:pt x="406008" y="8032"/>
                  <a:pt x="405509" y="8077"/>
                  <a:pt x="404965" y="8167"/>
                </a:cubicBezTo>
                <a:lnTo>
                  <a:pt x="404965" y="5988"/>
                </a:lnTo>
                <a:cubicBezTo>
                  <a:pt x="409321" y="4810"/>
                  <a:pt x="412928" y="3812"/>
                  <a:pt x="415786" y="2995"/>
                </a:cubicBezTo>
                <a:cubicBezTo>
                  <a:pt x="418645" y="2178"/>
                  <a:pt x="421708" y="1180"/>
                  <a:pt x="424975" y="0"/>
                </a:cubicBezTo>
                <a:lnTo>
                  <a:pt x="425655" y="272"/>
                </a:lnTo>
                <a:lnTo>
                  <a:pt x="425655" y="77454"/>
                </a:lnTo>
                <a:cubicBezTo>
                  <a:pt x="425655" y="80539"/>
                  <a:pt x="426040" y="82604"/>
                  <a:pt x="426812" y="83648"/>
                </a:cubicBezTo>
                <a:cubicBezTo>
                  <a:pt x="427583" y="84690"/>
                  <a:pt x="429194" y="85212"/>
                  <a:pt x="431645" y="85212"/>
                </a:cubicBezTo>
                <a:cubicBezTo>
                  <a:pt x="431916" y="85212"/>
                  <a:pt x="432279" y="85212"/>
                  <a:pt x="432733" y="85212"/>
                </a:cubicBezTo>
                <a:cubicBezTo>
                  <a:pt x="433187" y="85212"/>
                  <a:pt x="433868" y="85167"/>
                  <a:pt x="434775" y="85077"/>
                </a:cubicBezTo>
                <a:moveTo>
                  <a:pt x="414220" y="79086"/>
                </a:moveTo>
                <a:lnTo>
                  <a:pt x="414220" y="47779"/>
                </a:lnTo>
                <a:cubicBezTo>
                  <a:pt x="414220" y="45329"/>
                  <a:pt x="413585" y="43083"/>
                  <a:pt x="412314" y="41041"/>
                </a:cubicBezTo>
                <a:cubicBezTo>
                  <a:pt x="411044" y="38998"/>
                  <a:pt x="409343" y="37342"/>
                  <a:pt x="407210" y="36072"/>
                </a:cubicBezTo>
                <a:cubicBezTo>
                  <a:pt x="405078" y="34801"/>
                  <a:pt x="402787" y="34166"/>
                  <a:pt x="400337" y="34166"/>
                </a:cubicBezTo>
                <a:cubicBezTo>
                  <a:pt x="395164" y="34166"/>
                  <a:pt x="391035" y="36480"/>
                  <a:pt x="387950" y="41109"/>
                </a:cubicBezTo>
                <a:cubicBezTo>
                  <a:pt x="384864" y="45737"/>
                  <a:pt x="383322" y="51908"/>
                  <a:pt x="383322" y="59622"/>
                </a:cubicBezTo>
                <a:cubicBezTo>
                  <a:pt x="383322" y="67971"/>
                  <a:pt x="385046" y="74663"/>
                  <a:pt x="388494" y="79699"/>
                </a:cubicBezTo>
                <a:cubicBezTo>
                  <a:pt x="391942" y="84735"/>
                  <a:pt x="396479" y="87254"/>
                  <a:pt x="402107" y="87254"/>
                </a:cubicBezTo>
                <a:cubicBezTo>
                  <a:pt x="406372" y="87254"/>
                  <a:pt x="409638" y="85892"/>
                  <a:pt x="411907" y="83170"/>
                </a:cubicBezTo>
                <a:cubicBezTo>
                  <a:pt x="413449" y="81446"/>
                  <a:pt x="414220" y="80085"/>
                  <a:pt x="414220" y="790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A98EE7-A517-429C-A63C-72B5BC45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20" y="390885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A53F2-B824-4259-813C-D1FBD576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20" y="390885"/>
            <a:ext cx="905888" cy="317300"/>
          </a:xfrm>
          <a:custGeom xmlns:a="http://schemas.openxmlformats.org/drawingml/2006/main">
            <a:pathLst>
              <a:path w="905888" h="317300" fill="none">
                <a:moveTo>
                  <a:pt x="0" y="317300"/>
                </a:moveTo>
                <a:lnTo>
                  <a:pt x="905888" y="317300"/>
                </a:lnTo>
                <a:lnTo>
                  <a:pt x="905888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4" name="Text Padding">
            <a:extLst xmlns:a="http://schemas.openxmlformats.org/drawingml/2006/main">
              <a:ext uri="{FF2B5EF4-FFF2-40B4-BE49-F238E27FC236}">
                <a16:creationId xmlns:a16="http://schemas.microsoft.com/office/drawing/2014/main" id="{1D736BDB-C5DC-47D1-9E05-883A9EE2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906" y="500740"/>
            <a:ext cx="439540" cy="122647"/>
          </a:xfrm>
          <a:custGeom xmlns:a="http://schemas.openxmlformats.org/drawingml/2006/main">
            <a:pathLst>
              <a:path w="439540" h="122647">
                <a:moveTo>
                  <a:pt x="0" y="5444"/>
                </a:moveTo>
                <a:lnTo>
                  <a:pt x="0" y="2858"/>
                </a:lnTo>
                <a:lnTo>
                  <a:pt x="35935" y="2858"/>
                </a:lnTo>
                <a:cubicBezTo>
                  <a:pt x="42378" y="2858"/>
                  <a:pt x="48322" y="3743"/>
                  <a:pt x="53767" y="5513"/>
                </a:cubicBezTo>
                <a:cubicBezTo>
                  <a:pt x="59212" y="7282"/>
                  <a:pt x="63296" y="9665"/>
                  <a:pt x="66020" y="12660"/>
                </a:cubicBezTo>
                <a:cubicBezTo>
                  <a:pt x="69740" y="16652"/>
                  <a:pt x="71601" y="21597"/>
                  <a:pt x="71601" y="27496"/>
                </a:cubicBezTo>
                <a:cubicBezTo>
                  <a:pt x="71601" y="31943"/>
                  <a:pt x="70443" y="36117"/>
                  <a:pt x="68128" y="40021"/>
                </a:cubicBezTo>
                <a:cubicBezTo>
                  <a:pt x="65814" y="43923"/>
                  <a:pt x="62615" y="46963"/>
                  <a:pt x="58532" y="49139"/>
                </a:cubicBezTo>
                <a:cubicBezTo>
                  <a:pt x="52996" y="52226"/>
                  <a:pt x="45055" y="53769"/>
                  <a:pt x="34710" y="53769"/>
                </a:cubicBezTo>
                <a:cubicBezTo>
                  <a:pt x="32986" y="53769"/>
                  <a:pt x="31443" y="53724"/>
                  <a:pt x="30082" y="53634"/>
                </a:cubicBezTo>
                <a:cubicBezTo>
                  <a:pt x="28721" y="53543"/>
                  <a:pt x="27133" y="53451"/>
                  <a:pt x="25317" y="53360"/>
                </a:cubicBezTo>
                <a:lnTo>
                  <a:pt x="25317" y="78135"/>
                </a:lnTo>
                <a:cubicBezTo>
                  <a:pt x="25409" y="81492"/>
                  <a:pt x="25772" y="84033"/>
                  <a:pt x="26406" y="85758"/>
                </a:cubicBezTo>
                <a:cubicBezTo>
                  <a:pt x="27041" y="87482"/>
                  <a:pt x="28267" y="88662"/>
                  <a:pt x="30082" y="89297"/>
                </a:cubicBezTo>
                <a:cubicBezTo>
                  <a:pt x="31898" y="89932"/>
                  <a:pt x="34575" y="90294"/>
                  <a:pt x="38114" y="90386"/>
                </a:cubicBezTo>
                <a:lnTo>
                  <a:pt x="38114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8" y="90023"/>
                  <a:pt x="5966" y="89524"/>
                  <a:pt x="7554" y="88888"/>
                </a:cubicBezTo>
                <a:cubicBezTo>
                  <a:pt x="9143" y="88253"/>
                  <a:pt x="10186" y="87005"/>
                  <a:pt x="10684" y="85145"/>
                </a:cubicBezTo>
                <a:cubicBezTo>
                  <a:pt x="11184" y="83284"/>
                  <a:pt x="11434" y="80448"/>
                  <a:pt x="11434" y="76638"/>
                </a:cubicBezTo>
                <a:lnTo>
                  <a:pt x="11434" y="17697"/>
                </a:lnTo>
                <a:cubicBezTo>
                  <a:pt x="11434" y="14339"/>
                  <a:pt x="11161" y="11866"/>
                  <a:pt x="10616" y="10277"/>
                </a:cubicBezTo>
                <a:cubicBezTo>
                  <a:pt x="10072" y="8689"/>
                  <a:pt x="9005" y="7577"/>
                  <a:pt x="7417" y="6942"/>
                </a:cubicBezTo>
                <a:cubicBezTo>
                  <a:pt x="5829" y="6306"/>
                  <a:pt x="3357" y="5807"/>
                  <a:pt x="0" y="5444"/>
                </a:cubicBezTo>
                <a:moveTo>
                  <a:pt x="25317" y="12523"/>
                </a:moveTo>
                <a:lnTo>
                  <a:pt x="25317" y="47916"/>
                </a:lnTo>
                <a:cubicBezTo>
                  <a:pt x="26860" y="48006"/>
                  <a:pt x="28198" y="48097"/>
                  <a:pt x="29332" y="48188"/>
                </a:cubicBezTo>
                <a:cubicBezTo>
                  <a:pt x="30468" y="48278"/>
                  <a:pt x="31716" y="48323"/>
                  <a:pt x="33077" y="48323"/>
                </a:cubicBezTo>
                <a:cubicBezTo>
                  <a:pt x="48867" y="48323"/>
                  <a:pt x="56762" y="41653"/>
                  <a:pt x="56762" y="28313"/>
                </a:cubicBezTo>
                <a:cubicBezTo>
                  <a:pt x="56762" y="21325"/>
                  <a:pt x="54584" y="16176"/>
                  <a:pt x="50228" y="12863"/>
                </a:cubicBezTo>
                <a:cubicBezTo>
                  <a:pt x="45873" y="9551"/>
                  <a:pt x="39112" y="7895"/>
                  <a:pt x="29945" y="7895"/>
                </a:cubicBezTo>
                <a:cubicBezTo>
                  <a:pt x="28131" y="7895"/>
                  <a:pt x="26906" y="8213"/>
                  <a:pt x="26271" y="8848"/>
                </a:cubicBezTo>
                <a:cubicBezTo>
                  <a:pt x="25635" y="9484"/>
                  <a:pt x="25317" y="10709"/>
                  <a:pt x="25317" y="12523"/>
                </a:cubicBezTo>
                <a:close/>
                <a:moveTo>
                  <a:pt x="133672" y="83988"/>
                </a:moveTo>
                <a:lnTo>
                  <a:pt x="133672" y="87528"/>
                </a:lnTo>
                <a:cubicBezTo>
                  <a:pt x="131312" y="90069"/>
                  <a:pt x="129271" y="91838"/>
                  <a:pt x="127547" y="92837"/>
                </a:cubicBezTo>
                <a:cubicBezTo>
                  <a:pt x="125823" y="93834"/>
                  <a:pt x="123781" y="94332"/>
                  <a:pt x="121421" y="94332"/>
                </a:cubicBezTo>
                <a:cubicBezTo>
                  <a:pt x="118608" y="94332"/>
                  <a:pt x="116543" y="93584"/>
                  <a:pt x="115228" y="92087"/>
                </a:cubicBezTo>
                <a:cubicBezTo>
                  <a:pt x="113912" y="90590"/>
                  <a:pt x="113072" y="88026"/>
                  <a:pt x="112708" y="84395"/>
                </a:cubicBezTo>
                <a:cubicBezTo>
                  <a:pt x="108535" y="87935"/>
                  <a:pt x="104927" y="90476"/>
                  <a:pt x="101887" y="92018"/>
                </a:cubicBezTo>
                <a:cubicBezTo>
                  <a:pt x="98847" y="93561"/>
                  <a:pt x="95830" y="94332"/>
                  <a:pt x="92835" y="94332"/>
                </a:cubicBezTo>
                <a:cubicBezTo>
                  <a:pt x="88660" y="94332"/>
                  <a:pt x="85234" y="92971"/>
                  <a:pt x="82557" y="90249"/>
                </a:cubicBezTo>
                <a:cubicBezTo>
                  <a:pt x="79881" y="87526"/>
                  <a:pt x="78542" y="84033"/>
                  <a:pt x="78542" y="79768"/>
                </a:cubicBezTo>
                <a:cubicBezTo>
                  <a:pt x="78542" y="77500"/>
                  <a:pt x="78996" y="75299"/>
                  <a:pt x="79903" y="73167"/>
                </a:cubicBezTo>
                <a:cubicBezTo>
                  <a:pt x="80811" y="71033"/>
                  <a:pt x="81991" y="69285"/>
                  <a:pt x="83442" y="67924"/>
                </a:cubicBezTo>
                <a:cubicBezTo>
                  <a:pt x="84895" y="66655"/>
                  <a:pt x="86279" y="65543"/>
                  <a:pt x="87594" y="64591"/>
                </a:cubicBezTo>
                <a:cubicBezTo>
                  <a:pt x="88910" y="63638"/>
                  <a:pt x="90497" y="62708"/>
                  <a:pt x="92357" y="61801"/>
                </a:cubicBezTo>
                <a:cubicBezTo>
                  <a:pt x="94218" y="60893"/>
                  <a:pt x="96737" y="59758"/>
                  <a:pt x="99913" y="58397"/>
                </a:cubicBezTo>
                <a:cubicBezTo>
                  <a:pt x="103090" y="57036"/>
                  <a:pt x="107310" y="55311"/>
                  <a:pt x="112573" y="53223"/>
                </a:cubicBezTo>
                <a:lnTo>
                  <a:pt x="112573" y="44921"/>
                </a:lnTo>
                <a:cubicBezTo>
                  <a:pt x="112573" y="37388"/>
                  <a:pt x="109124" y="33622"/>
                  <a:pt x="102227" y="33622"/>
                </a:cubicBezTo>
                <a:cubicBezTo>
                  <a:pt x="99505" y="33622"/>
                  <a:pt x="97191" y="34280"/>
                  <a:pt x="95286" y="35597"/>
                </a:cubicBezTo>
                <a:cubicBezTo>
                  <a:pt x="93380" y="36912"/>
                  <a:pt x="92428" y="38478"/>
                  <a:pt x="92428" y="40293"/>
                </a:cubicBezTo>
                <a:cubicBezTo>
                  <a:pt x="92428" y="41200"/>
                  <a:pt x="92563" y="42288"/>
                  <a:pt x="92835" y="43558"/>
                </a:cubicBezTo>
                <a:cubicBezTo>
                  <a:pt x="92926" y="44012"/>
                  <a:pt x="92994" y="44421"/>
                  <a:pt x="93038" y="44784"/>
                </a:cubicBezTo>
                <a:cubicBezTo>
                  <a:pt x="93084" y="45146"/>
                  <a:pt x="93107" y="45464"/>
                  <a:pt x="93107" y="45737"/>
                </a:cubicBezTo>
                <a:cubicBezTo>
                  <a:pt x="93107" y="47190"/>
                  <a:pt x="92494" y="48506"/>
                  <a:pt x="91269" y="49686"/>
                </a:cubicBezTo>
                <a:cubicBezTo>
                  <a:pt x="90044" y="50865"/>
                  <a:pt x="88615" y="51455"/>
                  <a:pt x="86981" y="51455"/>
                </a:cubicBezTo>
                <a:cubicBezTo>
                  <a:pt x="85348" y="51455"/>
                  <a:pt x="83964" y="50865"/>
                  <a:pt x="82829" y="49686"/>
                </a:cubicBezTo>
                <a:cubicBezTo>
                  <a:pt x="81695" y="48506"/>
                  <a:pt x="81128" y="47144"/>
                  <a:pt x="81128" y="45600"/>
                </a:cubicBezTo>
                <a:cubicBezTo>
                  <a:pt x="81128" y="42696"/>
                  <a:pt x="82149" y="40110"/>
                  <a:pt x="84190" y="37842"/>
                </a:cubicBezTo>
                <a:cubicBezTo>
                  <a:pt x="86232" y="35574"/>
                  <a:pt x="88978" y="33759"/>
                  <a:pt x="92425" y="32398"/>
                </a:cubicBezTo>
                <a:cubicBezTo>
                  <a:pt x="95875" y="31036"/>
                  <a:pt x="99732" y="30354"/>
                  <a:pt x="103997" y="30354"/>
                </a:cubicBezTo>
                <a:cubicBezTo>
                  <a:pt x="112164" y="30354"/>
                  <a:pt x="117791" y="32850"/>
                  <a:pt x="120877" y="37842"/>
                </a:cubicBezTo>
                <a:cubicBezTo>
                  <a:pt x="121874" y="39476"/>
                  <a:pt x="122577" y="41382"/>
                  <a:pt x="122985" y="43560"/>
                </a:cubicBezTo>
                <a:cubicBezTo>
                  <a:pt x="123394" y="45737"/>
                  <a:pt x="123598" y="48595"/>
                  <a:pt x="123598" y="52134"/>
                </a:cubicBezTo>
                <a:lnTo>
                  <a:pt x="123598" y="78679"/>
                </a:lnTo>
                <a:cubicBezTo>
                  <a:pt x="123598" y="81673"/>
                  <a:pt x="123893" y="83738"/>
                  <a:pt x="124483" y="84873"/>
                </a:cubicBezTo>
                <a:cubicBezTo>
                  <a:pt x="125073" y="86007"/>
                  <a:pt x="126139" y="86574"/>
                  <a:pt x="127682" y="86574"/>
                </a:cubicBezTo>
                <a:cubicBezTo>
                  <a:pt x="129588" y="86574"/>
                  <a:pt x="131585" y="85712"/>
                  <a:pt x="133672" y="83988"/>
                </a:cubicBezTo>
                <a:moveTo>
                  <a:pt x="112573" y="76228"/>
                </a:moveTo>
                <a:lnTo>
                  <a:pt x="112573" y="56490"/>
                </a:lnTo>
                <a:cubicBezTo>
                  <a:pt x="104587" y="59304"/>
                  <a:pt x="98938" y="62140"/>
                  <a:pt x="95626" y="65000"/>
                </a:cubicBezTo>
                <a:cubicBezTo>
                  <a:pt x="92314" y="67858"/>
                  <a:pt x="90612" y="71329"/>
                  <a:pt x="90521" y="75412"/>
                </a:cubicBezTo>
                <a:lnTo>
                  <a:pt x="90521" y="75956"/>
                </a:lnTo>
                <a:cubicBezTo>
                  <a:pt x="90521" y="78860"/>
                  <a:pt x="91360" y="81333"/>
                  <a:pt x="93038" y="83376"/>
                </a:cubicBezTo>
                <a:cubicBezTo>
                  <a:pt x="94718" y="85417"/>
                  <a:pt x="96737" y="86437"/>
                  <a:pt x="99097" y="86437"/>
                </a:cubicBezTo>
                <a:cubicBezTo>
                  <a:pt x="102182" y="86437"/>
                  <a:pt x="105494" y="85439"/>
                  <a:pt x="109034" y="83442"/>
                </a:cubicBezTo>
                <a:cubicBezTo>
                  <a:pt x="110485" y="82627"/>
                  <a:pt x="111438" y="81720"/>
                  <a:pt x="111892" y="80721"/>
                </a:cubicBezTo>
                <a:cubicBezTo>
                  <a:pt x="112346" y="79723"/>
                  <a:pt x="112573" y="78225"/>
                  <a:pt x="112573" y="76228"/>
                </a:cubicBezTo>
                <a:close/>
                <a:moveTo>
                  <a:pt x="200780" y="85077"/>
                </a:moveTo>
                <a:lnTo>
                  <a:pt x="200780" y="87254"/>
                </a:lnTo>
                <a:lnTo>
                  <a:pt x="180769" y="94332"/>
                </a:lnTo>
                <a:lnTo>
                  <a:pt x="180225" y="93925"/>
                </a:lnTo>
                <a:lnTo>
                  <a:pt x="180225" y="85212"/>
                </a:lnTo>
                <a:cubicBezTo>
                  <a:pt x="177957" y="88388"/>
                  <a:pt x="175439" y="90703"/>
                  <a:pt x="172671" y="92155"/>
                </a:cubicBezTo>
                <a:cubicBezTo>
                  <a:pt x="169903" y="93607"/>
                  <a:pt x="166613" y="94332"/>
                  <a:pt x="162803" y="94332"/>
                </a:cubicBezTo>
                <a:cubicBezTo>
                  <a:pt x="157811" y="94332"/>
                  <a:pt x="153409" y="93107"/>
                  <a:pt x="149597" y="90658"/>
                </a:cubicBezTo>
                <a:cubicBezTo>
                  <a:pt x="145786" y="88207"/>
                  <a:pt x="142837" y="84781"/>
                  <a:pt x="140748" y="80381"/>
                </a:cubicBezTo>
                <a:cubicBezTo>
                  <a:pt x="138662" y="75979"/>
                  <a:pt x="137618" y="70874"/>
                  <a:pt x="137618" y="65066"/>
                </a:cubicBezTo>
                <a:cubicBezTo>
                  <a:pt x="137618" y="58623"/>
                  <a:pt x="138889" y="52770"/>
                  <a:pt x="141430" y="47507"/>
                </a:cubicBezTo>
                <a:cubicBezTo>
                  <a:pt x="143971" y="42243"/>
                  <a:pt x="147396" y="38069"/>
                  <a:pt x="151707" y="34984"/>
                </a:cubicBezTo>
                <a:cubicBezTo>
                  <a:pt x="156018" y="31898"/>
                  <a:pt x="160760" y="30354"/>
                  <a:pt x="165933" y="30354"/>
                </a:cubicBezTo>
                <a:cubicBezTo>
                  <a:pt x="168655" y="30354"/>
                  <a:pt x="171083" y="30786"/>
                  <a:pt x="173215" y="31648"/>
                </a:cubicBezTo>
                <a:cubicBezTo>
                  <a:pt x="175347" y="32511"/>
                  <a:pt x="177684" y="34031"/>
                  <a:pt x="180225" y="36207"/>
                </a:cubicBezTo>
                <a:lnTo>
                  <a:pt x="180225" y="14974"/>
                </a:lnTo>
                <a:cubicBezTo>
                  <a:pt x="180225" y="12160"/>
                  <a:pt x="179817" y="10299"/>
                  <a:pt x="179000" y="9393"/>
                </a:cubicBezTo>
                <a:cubicBezTo>
                  <a:pt x="178184" y="8486"/>
                  <a:pt x="176506" y="8032"/>
                  <a:pt x="173965" y="8032"/>
                </a:cubicBezTo>
                <a:cubicBezTo>
                  <a:pt x="173419" y="8032"/>
                  <a:pt x="172919" y="8032"/>
                  <a:pt x="172465" y="8032"/>
                </a:cubicBezTo>
                <a:cubicBezTo>
                  <a:pt x="172012" y="8032"/>
                  <a:pt x="171514" y="8077"/>
                  <a:pt x="170970" y="8167"/>
                </a:cubicBezTo>
                <a:lnTo>
                  <a:pt x="170970" y="5988"/>
                </a:lnTo>
                <a:cubicBezTo>
                  <a:pt x="175326" y="4810"/>
                  <a:pt x="178933" y="3812"/>
                  <a:pt x="181791" y="2995"/>
                </a:cubicBezTo>
                <a:cubicBezTo>
                  <a:pt x="184649" y="2178"/>
                  <a:pt x="187712" y="1180"/>
                  <a:pt x="190980" y="0"/>
                </a:cubicBezTo>
                <a:lnTo>
                  <a:pt x="191659" y="272"/>
                </a:lnTo>
                <a:lnTo>
                  <a:pt x="191659" y="77454"/>
                </a:lnTo>
                <a:cubicBezTo>
                  <a:pt x="191659" y="80539"/>
                  <a:pt x="192045" y="82604"/>
                  <a:pt x="192816" y="83648"/>
                </a:cubicBezTo>
                <a:cubicBezTo>
                  <a:pt x="193588" y="84690"/>
                  <a:pt x="195199" y="85212"/>
                  <a:pt x="197650" y="85212"/>
                </a:cubicBezTo>
                <a:cubicBezTo>
                  <a:pt x="197921" y="85212"/>
                  <a:pt x="198284" y="85212"/>
                  <a:pt x="198738" y="85212"/>
                </a:cubicBezTo>
                <a:cubicBezTo>
                  <a:pt x="199192" y="85212"/>
                  <a:pt x="199873" y="85167"/>
                  <a:pt x="200780" y="85077"/>
                </a:cubicBezTo>
                <a:moveTo>
                  <a:pt x="180225" y="79086"/>
                </a:moveTo>
                <a:lnTo>
                  <a:pt x="180225" y="47779"/>
                </a:lnTo>
                <a:cubicBezTo>
                  <a:pt x="180225" y="45329"/>
                  <a:pt x="179590" y="43083"/>
                  <a:pt x="178318" y="41041"/>
                </a:cubicBezTo>
                <a:cubicBezTo>
                  <a:pt x="177049" y="38998"/>
                  <a:pt x="175347" y="37342"/>
                  <a:pt x="173215" y="36072"/>
                </a:cubicBezTo>
                <a:cubicBezTo>
                  <a:pt x="171083" y="34801"/>
                  <a:pt x="168792" y="34166"/>
                  <a:pt x="166342" y="34166"/>
                </a:cubicBezTo>
                <a:cubicBezTo>
                  <a:pt x="161169" y="34166"/>
                  <a:pt x="157040" y="36480"/>
                  <a:pt x="153954" y="41109"/>
                </a:cubicBezTo>
                <a:cubicBezTo>
                  <a:pt x="150869" y="45737"/>
                  <a:pt x="149327" y="51908"/>
                  <a:pt x="149327" y="59622"/>
                </a:cubicBezTo>
                <a:cubicBezTo>
                  <a:pt x="149327" y="67971"/>
                  <a:pt x="151051" y="74663"/>
                  <a:pt x="154499" y="79699"/>
                </a:cubicBezTo>
                <a:cubicBezTo>
                  <a:pt x="157946" y="84735"/>
                  <a:pt x="162484" y="87254"/>
                  <a:pt x="168112" y="87254"/>
                </a:cubicBezTo>
                <a:cubicBezTo>
                  <a:pt x="172377" y="87254"/>
                  <a:pt x="175643" y="85892"/>
                  <a:pt x="177911" y="83170"/>
                </a:cubicBezTo>
                <a:cubicBezTo>
                  <a:pt x="179454" y="81446"/>
                  <a:pt x="180225" y="80085"/>
                  <a:pt x="180225" y="79086"/>
                </a:cubicBezTo>
                <a:close/>
                <a:moveTo>
                  <a:pt x="268841" y="85077"/>
                </a:moveTo>
                <a:lnTo>
                  <a:pt x="268841" y="87254"/>
                </a:lnTo>
                <a:lnTo>
                  <a:pt x="248831" y="94332"/>
                </a:lnTo>
                <a:lnTo>
                  <a:pt x="248287" y="93925"/>
                </a:lnTo>
                <a:lnTo>
                  <a:pt x="248287" y="85212"/>
                </a:lnTo>
                <a:cubicBezTo>
                  <a:pt x="246018" y="88388"/>
                  <a:pt x="243500" y="90703"/>
                  <a:pt x="240732" y="92155"/>
                </a:cubicBezTo>
                <a:cubicBezTo>
                  <a:pt x="237964" y="93607"/>
                  <a:pt x="234675" y="94332"/>
                  <a:pt x="230864" y="94332"/>
                </a:cubicBezTo>
                <a:cubicBezTo>
                  <a:pt x="225872" y="94332"/>
                  <a:pt x="221470" y="93107"/>
                  <a:pt x="217658" y="90658"/>
                </a:cubicBezTo>
                <a:cubicBezTo>
                  <a:pt x="213847" y="88207"/>
                  <a:pt x="210898" y="84781"/>
                  <a:pt x="208810" y="80381"/>
                </a:cubicBezTo>
                <a:cubicBezTo>
                  <a:pt x="206723" y="75979"/>
                  <a:pt x="205680" y="70874"/>
                  <a:pt x="205680" y="65066"/>
                </a:cubicBezTo>
                <a:cubicBezTo>
                  <a:pt x="205680" y="58623"/>
                  <a:pt x="206950" y="52770"/>
                  <a:pt x="209491" y="47507"/>
                </a:cubicBezTo>
                <a:cubicBezTo>
                  <a:pt x="212032" y="42243"/>
                  <a:pt x="215458" y="38069"/>
                  <a:pt x="219768" y="34984"/>
                </a:cubicBezTo>
                <a:cubicBezTo>
                  <a:pt x="224079" y="31898"/>
                  <a:pt x="228821" y="30354"/>
                  <a:pt x="233994" y="30354"/>
                </a:cubicBezTo>
                <a:cubicBezTo>
                  <a:pt x="236717" y="30354"/>
                  <a:pt x="239144" y="30786"/>
                  <a:pt x="241276" y="31648"/>
                </a:cubicBezTo>
                <a:cubicBezTo>
                  <a:pt x="243409" y="32511"/>
                  <a:pt x="245746" y="34031"/>
                  <a:pt x="248287" y="36207"/>
                </a:cubicBezTo>
                <a:lnTo>
                  <a:pt x="248287" y="14974"/>
                </a:lnTo>
                <a:cubicBezTo>
                  <a:pt x="248287" y="12160"/>
                  <a:pt x="247878" y="10299"/>
                  <a:pt x="247061" y="9393"/>
                </a:cubicBezTo>
                <a:cubicBezTo>
                  <a:pt x="246245" y="8486"/>
                  <a:pt x="244567" y="8032"/>
                  <a:pt x="242026" y="8032"/>
                </a:cubicBezTo>
                <a:cubicBezTo>
                  <a:pt x="241481" y="8032"/>
                  <a:pt x="240981" y="8032"/>
                  <a:pt x="240527" y="8032"/>
                </a:cubicBezTo>
                <a:cubicBezTo>
                  <a:pt x="240074" y="8032"/>
                  <a:pt x="239575" y="8077"/>
                  <a:pt x="239031" y="8167"/>
                </a:cubicBezTo>
                <a:lnTo>
                  <a:pt x="239031" y="5988"/>
                </a:lnTo>
                <a:cubicBezTo>
                  <a:pt x="243387" y="4810"/>
                  <a:pt x="246995" y="3812"/>
                  <a:pt x="249853" y="2995"/>
                </a:cubicBezTo>
                <a:cubicBezTo>
                  <a:pt x="252711" y="2178"/>
                  <a:pt x="255774" y="1180"/>
                  <a:pt x="259042" y="0"/>
                </a:cubicBezTo>
                <a:lnTo>
                  <a:pt x="259721" y="272"/>
                </a:lnTo>
                <a:lnTo>
                  <a:pt x="259721" y="77454"/>
                </a:lnTo>
                <a:cubicBezTo>
                  <a:pt x="259721" y="80539"/>
                  <a:pt x="260106" y="82604"/>
                  <a:pt x="260878" y="83648"/>
                </a:cubicBezTo>
                <a:cubicBezTo>
                  <a:pt x="261649" y="84690"/>
                  <a:pt x="263260" y="85212"/>
                  <a:pt x="265711" y="85212"/>
                </a:cubicBezTo>
                <a:cubicBezTo>
                  <a:pt x="265982" y="85212"/>
                  <a:pt x="266345" y="85212"/>
                  <a:pt x="266799" y="85212"/>
                </a:cubicBezTo>
                <a:cubicBezTo>
                  <a:pt x="267254" y="85212"/>
                  <a:pt x="267934" y="85167"/>
                  <a:pt x="268841" y="85077"/>
                </a:cubicBezTo>
                <a:moveTo>
                  <a:pt x="248287" y="79086"/>
                </a:moveTo>
                <a:lnTo>
                  <a:pt x="248287" y="47779"/>
                </a:lnTo>
                <a:cubicBezTo>
                  <a:pt x="248287" y="45329"/>
                  <a:pt x="247651" y="43083"/>
                  <a:pt x="246380" y="41041"/>
                </a:cubicBezTo>
                <a:cubicBezTo>
                  <a:pt x="245110" y="38998"/>
                  <a:pt x="243409" y="37342"/>
                  <a:pt x="241276" y="36072"/>
                </a:cubicBezTo>
                <a:cubicBezTo>
                  <a:pt x="239144" y="34801"/>
                  <a:pt x="236853" y="34166"/>
                  <a:pt x="234403" y="34166"/>
                </a:cubicBezTo>
                <a:cubicBezTo>
                  <a:pt x="229230" y="34166"/>
                  <a:pt x="225101" y="36480"/>
                  <a:pt x="222016" y="41109"/>
                </a:cubicBezTo>
                <a:cubicBezTo>
                  <a:pt x="218931" y="45737"/>
                  <a:pt x="217388" y="51908"/>
                  <a:pt x="217388" y="59622"/>
                </a:cubicBezTo>
                <a:cubicBezTo>
                  <a:pt x="217388" y="67971"/>
                  <a:pt x="219112" y="74663"/>
                  <a:pt x="222560" y="79699"/>
                </a:cubicBezTo>
                <a:cubicBezTo>
                  <a:pt x="226008" y="84735"/>
                  <a:pt x="230546" y="87254"/>
                  <a:pt x="236173" y="87254"/>
                </a:cubicBezTo>
                <a:cubicBezTo>
                  <a:pt x="240438" y="87254"/>
                  <a:pt x="243704" y="85892"/>
                  <a:pt x="245973" y="83170"/>
                </a:cubicBezTo>
                <a:cubicBezTo>
                  <a:pt x="247515" y="81446"/>
                  <a:pt x="248287" y="80085"/>
                  <a:pt x="248287" y="79086"/>
                </a:cubicBezTo>
                <a:close/>
                <a:moveTo>
                  <a:pt x="273197" y="92972"/>
                </a:moveTo>
                <a:lnTo>
                  <a:pt x="273197" y="90930"/>
                </a:lnTo>
                <a:cubicBezTo>
                  <a:pt x="276284" y="90749"/>
                  <a:pt x="278575" y="90386"/>
                  <a:pt x="280072" y="89842"/>
                </a:cubicBezTo>
                <a:cubicBezTo>
                  <a:pt x="281569" y="89296"/>
                  <a:pt x="282567" y="88207"/>
                  <a:pt x="283065" y="86574"/>
                </a:cubicBezTo>
                <a:cubicBezTo>
                  <a:pt x="283565" y="84940"/>
                  <a:pt x="283861" y="82444"/>
                  <a:pt x="283952" y="79086"/>
                </a:cubicBezTo>
                <a:lnTo>
                  <a:pt x="283952" y="47507"/>
                </a:lnTo>
                <a:cubicBezTo>
                  <a:pt x="283952" y="44512"/>
                  <a:pt x="283611" y="42402"/>
                  <a:pt x="282930" y="41178"/>
                </a:cubicBezTo>
                <a:cubicBezTo>
                  <a:pt x="282250" y="39952"/>
                  <a:pt x="281093" y="39340"/>
                  <a:pt x="279459" y="39340"/>
                </a:cubicBezTo>
                <a:cubicBezTo>
                  <a:pt x="278007" y="39340"/>
                  <a:pt x="276464" y="39475"/>
                  <a:pt x="274832" y="39747"/>
                </a:cubicBezTo>
                <a:lnTo>
                  <a:pt x="273741" y="39884"/>
                </a:lnTo>
                <a:lnTo>
                  <a:pt x="273741" y="37842"/>
                </a:lnTo>
                <a:lnTo>
                  <a:pt x="294842" y="30354"/>
                </a:lnTo>
                <a:lnTo>
                  <a:pt x="295386" y="30763"/>
                </a:lnTo>
                <a:lnTo>
                  <a:pt x="295386" y="79086"/>
                </a:lnTo>
                <a:cubicBezTo>
                  <a:pt x="295476" y="82354"/>
                  <a:pt x="295726" y="84805"/>
                  <a:pt x="296134" y="86439"/>
                </a:cubicBezTo>
                <a:cubicBezTo>
                  <a:pt x="296543" y="88072"/>
                  <a:pt x="297450" y="89160"/>
                  <a:pt x="298857" y="89704"/>
                </a:cubicBezTo>
                <a:cubicBezTo>
                  <a:pt x="300264" y="90249"/>
                  <a:pt x="302464" y="90657"/>
                  <a:pt x="305458" y="90930"/>
                </a:cubicBezTo>
                <a:lnTo>
                  <a:pt x="305458" y="92972"/>
                </a:lnTo>
                <a:lnTo>
                  <a:pt x="273197" y="92972"/>
                </a:lnTo>
                <a:moveTo>
                  <a:pt x="288443" y="0"/>
                </a:moveTo>
                <a:cubicBezTo>
                  <a:pt x="290439" y="0"/>
                  <a:pt x="292118" y="658"/>
                  <a:pt x="293480" y="1973"/>
                </a:cubicBezTo>
                <a:cubicBezTo>
                  <a:pt x="294841" y="3289"/>
                  <a:pt x="295521" y="4945"/>
                  <a:pt x="295521" y="6942"/>
                </a:cubicBezTo>
                <a:cubicBezTo>
                  <a:pt x="295521" y="8938"/>
                  <a:pt x="294864" y="10595"/>
                  <a:pt x="293548" y="11912"/>
                </a:cubicBezTo>
                <a:cubicBezTo>
                  <a:pt x="292233" y="13227"/>
                  <a:pt x="290531" y="13885"/>
                  <a:pt x="288443" y="13885"/>
                </a:cubicBezTo>
                <a:cubicBezTo>
                  <a:pt x="286537" y="13885"/>
                  <a:pt x="284927" y="13227"/>
                  <a:pt x="283611" y="11912"/>
                </a:cubicBezTo>
                <a:cubicBezTo>
                  <a:pt x="282296" y="10595"/>
                  <a:pt x="281638" y="8938"/>
                  <a:pt x="281638" y="6942"/>
                </a:cubicBezTo>
                <a:cubicBezTo>
                  <a:pt x="281638" y="5036"/>
                  <a:pt x="282319" y="3403"/>
                  <a:pt x="283680" y="2042"/>
                </a:cubicBezTo>
                <a:cubicBezTo>
                  <a:pt x="285041" y="681"/>
                  <a:pt x="286629" y="0"/>
                  <a:pt x="288443" y="0"/>
                </a:cubicBezTo>
                <a:close/>
                <a:moveTo>
                  <a:pt x="309951" y="92972"/>
                </a:moveTo>
                <a:lnTo>
                  <a:pt x="309951" y="90930"/>
                </a:lnTo>
                <a:cubicBezTo>
                  <a:pt x="313399" y="90749"/>
                  <a:pt x="315644" y="90000"/>
                  <a:pt x="316687" y="88685"/>
                </a:cubicBezTo>
                <a:cubicBezTo>
                  <a:pt x="317731" y="87368"/>
                  <a:pt x="318299" y="84713"/>
                  <a:pt x="318390" y="80721"/>
                </a:cubicBezTo>
                <a:lnTo>
                  <a:pt x="318390" y="46963"/>
                </a:lnTo>
                <a:cubicBezTo>
                  <a:pt x="318390" y="43605"/>
                  <a:pt x="318027" y="41314"/>
                  <a:pt x="317300" y="40090"/>
                </a:cubicBezTo>
                <a:cubicBezTo>
                  <a:pt x="316574" y="38864"/>
                  <a:pt x="315259" y="38251"/>
                  <a:pt x="313353" y="38251"/>
                </a:cubicBezTo>
                <a:cubicBezTo>
                  <a:pt x="311629" y="38251"/>
                  <a:pt x="310405" y="38433"/>
                  <a:pt x="309679" y="38796"/>
                </a:cubicBezTo>
                <a:lnTo>
                  <a:pt x="309679" y="36482"/>
                </a:lnTo>
                <a:cubicBezTo>
                  <a:pt x="313400" y="35392"/>
                  <a:pt x="316621" y="34393"/>
                  <a:pt x="319344" y="33487"/>
                </a:cubicBezTo>
                <a:cubicBezTo>
                  <a:pt x="322066" y="32578"/>
                  <a:pt x="325106" y="31534"/>
                  <a:pt x="328464" y="30354"/>
                </a:cubicBezTo>
                <a:lnTo>
                  <a:pt x="329415" y="30628"/>
                </a:lnTo>
                <a:lnTo>
                  <a:pt x="329415" y="41381"/>
                </a:lnTo>
                <a:cubicBezTo>
                  <a:pt x="332502" y="38478"/>
                  <a:pt x="335133" y="36232"/>
                  <a:pt x="337310" y="34643"/>
                </a:cubicBezTo>
                <a:cubicBezTo>
                  <a:pt x="339488" y="33055"/>
                  <a:pt x="341485" y="31943"/>
                  <a:pt x="343301" y="31308"/>
                </a:cubicBezTo>
                <a:cubicBezTo>
                  <a:pt x="345116" y="30672"/>
                  <a:pt x="347067" y="30354"/>
                  <a:pt x="349154" y="30354"/>
                </a:cubicBezTo>
                <a:cubicBezTo>
                  <a:pt x="354236" y="30354"/>
                  <a:pt x="358183" y="32147"/>
                  <a:pt x="360995" y="35732"/>
                </a:cubicBezTo>
                <a:cubicBezTo>
                  <a:pt x="363809" y="39317"/>
                  <a:pt x="365216" y="44331"/>
                  <a:pt x="365216" y="50774"/>
                </a:cubicBezTo>
                <a:lnTo>
                  <a:pt x="365216" y="81947"/>
                </a:lnTo>
                <a:cubicBezTo>
                  <a:pt x="365307" y="85303"/>
                  <a:pt x="365874" y="87549"/>
                  <a:pt x="366917" y="88685"/>
                </a:cubicBezTo>
                <a:cubicBezTo>
                  <a:pt x="367961" y="89819"/>
                  <a:pt x="370162" y="90567"/>
                  <a:pt x="373520" y="90930"/>
                </a:cubicBezTo>
                <a:lnTo>
                  <a:pt x="373520" y="92972"/>
                </a:lnTo>
                <a:lnTo>
                  <a:pt x="345205" y="92972"/>
                </a:lnTo>
                <a:lnTo>
                  <a:pt x="345205" y="90930"/>
                </a:lnTo>
                <a:cubicBezTo>
                  <a:pt x="348563" y="90749"/>
                  <a:pt x="350809" y="89909"/>
                  <a:pt x="351943" y="88413"/>
                </a:cubicBezTo>
                <a:cubicBezTo>
                  <a:pt x="353079" y="86914"/>
                  <a:pt x="353691" y="83942"/>
                  <a:pt x="353781" y="79496"/>
                </a:cubicBezTo>
                <a:lnTo>
                  <a:pt x="353781" y="51046"/>
                </a:lnTo>
                <a:cubicBezTo>
                  <a:pt x="353781" y="42243"/>
                  <a:pt x="350469" y="37842"/>
                  <a:pt x="343845" y="37842"/>
                </a:cubicBezTo>
                <a:cubicBezTo>
                  <a:pt x="341577" y="37842"/>
                  <a:pt x="339467" y="38364"/>
                  <a:pt x="337516" y="39408"/>
                </a:cubicBezTo>
                <a:cubicBezTo>
                  <a:pt x="335565" y="40451"/>
                  <a:pt x="333001" y="42515"/>
                  <a:pt x="329824" y="45600"/>
                </a:cubicBezTo>
                <a:lnTo>
                  <a:pt x="329824" y="83851"/>
                </a:lnTo>
                <a:cubicBezTo>
                  <a:pt x="329824" y="86302"/>
                  <a:pt x="330482" y="88050"/>
                  <a:pt x="331798" y="89094"/>
                </a:cubicBezTo>
                <a:cubicBezTo>
                  <a:pt x="333113" y="90137"/>
                  <a:pt x="335450" y="90749"/>
                  <a:pt x="338808" y="90930"/>
                </a:cubicBezTo>
                <a:lnTo>
                  <a:pt x="338808" y="92972"/>
                </a:lnTo>
                <a:lnTo>
                  <a:pt x="309951" y="92972"/>
                </a:lnTo>
                <a:close/>
                <a:moveTo>
                  <a:pt x="439540" y="40156"/>
                </a:moveTo>
                <a:lnTo>
                  <a:pt x="428241" y="40156"/>
                </a:lnTo>
                <a:cubicBezTo>
                  <a:pt x="429239" y="42334"/>
                  <a:pt x="429920" y="44285"/>
                  <a:pt x="430283" y="46009"/>
                </a:cubicBezTo>
                <a:cubicBezTo>
                  <a:pt x="430647" y="47733"/>
                  <a:pt x="430829" y="49593"/>
                  <a:pt x="430829" y="51590"/>
                </a:cubicBezTo>
                <a:cubicBezTo>
                  <a:pt x="430829" y="58125"/>
                  <a:pt x="428651" y="63252"/>
                  <a:pt x="424295" y="66973"/>
                </a:cubicBezTo>
                <a:cubicBezTo>
                  <a:pt x="422208" y="68787"/>
                  <a:pt x="419871" y="70193"/>
                  <a:pt x="417284" y="71192"/>
                </a:cubicBezTo>
                <a:cubicBezTo>
                  <a:pt x="414698" y="72190"/>
                  <a:pt x="412134" y="72689"/>
                  <a:pt x="409593" y="72689"/>
                </a:cubicBezTo>
                <a:cubicBezTo>
                  <a:pt x="409502" y="72689"/>
                  <a:pt x="408798" y="72621"/>
                  <a:pt x="407483" y="72486"/>
                </a:cubicBezTo>
                <a:cubicBezTo>
                  <a:pt x="406167" y="72350"/>
                  <a:pt x="404284" y="72191"/>
                  <a:pt x="401833" y="72008"/>
                </a:cubicBezTo>
                <a:cubicBezTo>
                  <a:pt x="400653" y="72372"/>
                  <a:pt x="399428" y="73053"/>
                  <a:pt x="398157" y="74052"/>
                </a:cubicBezTo>
                <a:cubicBezTo>
                  <a:pt x="396887" y="75049"/>
                  <a:pt x="395821" y="76160"/>
                  <a:pt x="394958" y="77385"/>
                </a:cubicBezTo>
                <a:cubicBezTo>
                  <a:pt x="394097" y="78611"/>
                  <a:pt x="393666" y="79677"/>
                  <a:pt x="393666" y="80584"/>
                </a:cubicBezTo>
                <a:cubicBezTo>
                  <a:pt x="393666" y="82762"/>
                  <a:pt x="397205" y="83988"/>
                  <a:pt x="404284" y="84260"/>
                </a:cubicBezTo>
                <a:lnTo>
                  <a:pt x="421844" y="85077"/>
                </a:lnTo>
                <a:cubicBezTo>
                  <a:pt x="426926" y="85258"/>
                  <a:pt x="430941" y="86665"/>
                  <a:pt x="433891" y="89297"/>
                </a:cubicBezTo>
                <a:cubicBezTo>
                  <a:pt x="436840" y="91928"/>
                  <a:pt x="438315" y="95376"/>
                  <a:pt x="438315" y="99641"/>
                </a:cubicBezTo>
                <a:cubicBezTo>
                  <a:pt x="438315" y="104723"/>
                  <a:pt x="435820" y="109306"/>
                  <a:pt x="430829" y="113389"/>
                </a:cubicBezTo>
                <a:cubicBezTo>
                  <a:pt x="427290" y="116203"/>
                  <a:pt x="423024" y="118449"/>
                  <a:pt x="418032" y="120127"/>
                </a:cubicBezTo>
                <a:cubicBezTo>
                  <a:pt x="413042" y="121807"/>
                  <a:pt x="408005" y="122647"/>
                  <a:pt x="402924" y="122647"/>
                </a:cubicBezTo>
                <a:cubicBezTo>
                  <a:pt x="398567" y="122647"/>
                  <a:pt x="394619" y="122057"/>
                  <a:pt x="391080" y="120877"/>
                </a:cubicBezTo>
                <a:cubicBezTo>
                  <a:pt x="387541" y="119697"/>
                  <a:pt x="384705" y="118086"/>
                  <a:pt x="382572" y="116044"/>
                </a:cubicBezTo>
                <a:cubicBezTo>
                  <a:pt x="380440" y="114003"/>
                  <a:pt x="379374" y="111802"/>
                  <a:pt x="379374" y="109443"/>
                </a:cubicBezTo>
                <a:cubicBezTo>
                  <a:pt x="379374" y="106902"/>
                  <a:pt x="380372" y="104383"/>
                  <a:pt x="382369" y="101886"/>
                </a:cubicBezTo>
                <a:cubicBezTo>
                  <a:pt x="384366" y="99391"/>
                  <a:pt x="387814" y="96374"/>
                  <a:pt x="392715" y="92835"/>
                </a:cubicBezTo>
                <a:cubicBezTo>
                  <a:pt x="389901" y="91473"/>
                  <a:pt x="387995" y="90294"/>
                  <a:pt x="386997" y="89297"/>
                </a:cubicBezTo>
                <a:cubicBezTo>
                  <a:pt x="385998" y="88299"/>
                  <a:pt x="385499" y="87074"/>
                  <a:pt x="385499" y="85621"/>
                </a:cubicBezTo>
                <a:cubicBezTo>
                  <a:pt x="385499" y="84441"/>
                  <a:pt x="385748" y="83375"/>
                  <a:pt x="386247" y="82422"/>
                </a:cubicBezTo>
                <a:cubicBezTo>
                  <a:pt x="386747" y="81470"/>
                  <a:pt x="387723" y="80267"/>
                  <a:pt x="389175" y="78814"/>
                </a:cubicBezTo>
                <a:cubicBezTo>
                  <a:pt x="389357" y="78543"/>
                  <a:pt x="389855" y="78022"/>
                  <a:pt x="390671" y="77250"/>
                </a:cubicBezTo>
                <a:cubicBezTo>
                  <a:pt x="391488" y="76479"/>
                  <a:pt x="392623" y="75412"/>
                  <a:pt x="394075" y="74050"/>
                </a:cubicBezTo>
                <a:lnTo>
                  <a:pt x="397615" y="70784"/>
                </a:lnTo>
                <a:cubicBezTo>
                  <a:pt x="393077" y="68515"/>
                  <a:pt x="389833" y="65974"/>
                  <a:pt x="387881" y="63162"/>
                </a:cubicBezTo>
                <a:cubicBezTo>
                  <a:pt x="385930" y="60348"/>
                  <a:pt x="384955" y="56809"/>
                  <a:pt x="384955" y="52544"/>
                </a:cubicBezTo>
                <a:cubicBezTo>
                  <a:pt x="384955" y="48369"/>
                  <a:pt x="385975" y="44602"/>
                  <a:pt x="388016" y="41244"/>
                </a:cubicBezTo>
                <a:cubicBezTo>
                  <a:pt x="390059" y="37886"/>
                  <a:pt x="392804" y="35232"/>
                  <a:pt x="396252" y="33281"/>
                </a:cubicBezTo>
                <a:cubicBezTo>
                  <a:pt x="399701" y="31330"/>
                  <a:pt x="403513" y="30354"/>
                  <a:pt x="407686" y="30354"/>
                </a:cubicBezTo>
                <a:cubicBezTo>
                  <a:pt x="411317" y="30354"/>
                  <a:pt x="414947" y="31035"/>
                  <a:pt x="418576" y="32396"/>
                </a:cubicBezTo>
                <a:lnTo>
                  <a:pt x="421572" y="33487"/>
                </a:lnTo>
                <a:cubicBezTo>
                  <a:pt x="422933" y="33939"/>
                  <a:pt x="424157" y="34279"/>
                  <a:pt x="425246" y="34506"/>
                </a:cubicBezTo>
                <a:cubicBezTo>
                  <a:pt x="426336" y="34733"/>
                  <a:pt x="427607" y="34847"/>
                  <a:pt x="429059" y="34847"/>
                </a:cubicBezTo>
                <a:lnTo>
                  <a:pt x="439540" y="34847"/>
                </a:lnTo>
                <a:lnTo>
                  <a:pt x="439540" y="40156"/>
                </a:lnTo>
                <a:moveTo>
                  <a:pt x="395573" y="93244"/>
                </a:moveTo>
                <a:cubicBezTo>
                  <a:pt x="392851" y="96510"/>
                  <a:pt x="391058" y="98892"/>
                  <a:pt x="390195" y="100389"/>
                </a:cubicBezTo>
                <a:cubicBezTo>
                  <a:pt x="389334" y="101887"/>
                  <a:pt x="388903" y="103408"/>
                  <a:pt x="388903" y="104950"/>
                </a:cubicBezTo>
                <a:cubicBezTo>
                  <a:pt x="388903" y="107945"/>
                  <a:pt x="390695" y="110350"/>
                  <a:pt x="394279" y="112164"/>
                </a:cubicBezTo>
                <a:cubicBezTo>
                  <a:pt x="397864" y="113979"/>
                  <a:pt x="402697" y="114887"/>
                  <a:pt x="408777" y="114887"/>
                </a:cubicBezTo>
                <a:cubicBezTo>
                  <a:pt x="416490" y="114887"/>
                  <a:pt x="422706" y="113661"/>
                  <a:pt x="427425" y="111210"/>
                </a:cubicBezTo>
                <a:cubicBezTo>
                  <a:pt x="432144" y="108761"/>
                  <a:pt x="434503" y="105585"/>
                  <a:pt x="434503" y="101683"/>
                </a:cubicBezTo>
                <a:cubicBezTo>
                  <a:pt x="434503" y="99233"/>
                  <a:pt x="433233" y="97509"/>
                  <a:pt x="430692" y="96511"/>
                </a:cubicBezTo>
                <a:cubicBezTo>
                  <a:pt x="428151" y="95513"/>
                  <a:pt x="423795" y="95013"/>
                  <a:pt x="417625" y="95013"/>
                </a:cubicBezTo>
                <a:cubicBezTo>
                  <a:pt x="415447" y="95013"/>
                  <a:pt x="412928" y="94923"/>
                  <a:pt x="410069" y="94741"/>
                </a:cubicBezTo>
                <a:cubicBezTo>
                  <a:pt x="407211" y="94560"/>
                  <a:pt x="404465" y="94333"/>
                  <a:pt x="401833" y="94060"/>
                </a:cubicBezTo>
                <a:cubicBezTo>
                  <a:pt x="399202" y="93789"/>
                  <a:pt x="397115" y="93517"/>
                  <a:pt x="395573" y="93244"/>
                </a:cubicBezTo>
                <a:moveTo>
                  <a:pt x="396252" y="46963"/>
                </a:moveTo>
                <a:lnTo>
                  <a:pt x="396252" y="47370"/>
                </a:lnTo>
                <a:cubicBezTo>
                  <a:pt x="396252" y="53904"/>
                  <a:pt x="397545" y="59191"/>
                  <a:pt x="400132" y="63230"/>
                </a:cubicBezTo>
                <a:cubicBezTo>
                  <a:pt x="402719" y="67268"/>
                  <a:pt x="406099" y="69287"/>
                  <a:pt x="410274" y="69287"/>
                </a:cubicBezTo>
                <a:cubicBezTo>
                  <a:pt x="413449" y="69287"/>
                  <a:pt x="415922" y="68175"/>
                  <a:pt x="417692" y="65951"/>
                </a:cubicBezTo>
                <a:cubicBezTo>
                  <a:pt x="419461" y="63727"/>
                  <a:pt x="420346" y="60710"/>
                  <a:pt x="420346" y="56899"/>
                </a:cubicBezTo>
                <a:cubicBezTo>
                  <a:pt x="420346" y="54177"/>
                  <a:pt x="419983" y="51364"/>
                  <a:pt x="419258" y="48460"/>
                </a:cubicBezTo>
                <a:cubicBezTo>
                  <a:pt x="418532" y="45556"/>
                  <a:pt x="417534" y="42925"/>
                  <a:pt x="416263" y="40565"/>
                </a:cubicBezTo>
                <a:cubicBezTo>
                  <a:pt x="413994" y="36299"/>
                  <a:pt x="410682" y="34166"/>
                  <a:pt x="406326" y="34166"/>
                </a:cubicBezTo>
                <a:cubicBezTo>
                  <a:pt x="403241" y="34166"/>
                  <a:pt x="400790" y="35300"/>
                  <a:pt x="398975" y="37570"/>
                </a:cubicBezTo>
                <a:cubicBezTo>
                  <a:pt x="397160" y="39838"/>
                  <a:pt x="396252" y="42969"/>
                  <a:pt x="396252" y="46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4DE407-C8B1-4449-9F2E-68222962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11" y="390885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E3A7D-C084-405B-878A-FB9A117B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11" y="390885"/>
            <a:ext cx="905888" cy="317300"/>
          </a:xfrm>
          <a:custGeom xmlns:a="http://schemas.openxmlformats.org/drawingml/2006/main">
            <a:pathLst>
              <a:path w="905888" h="317300" fill="none">
                <a:moveTo>
                  <a:pt x="0" y="317300"/>
                </a:moveTo>
                <a:lnTo>
                  <a:pt x="905888" y="317300"/>
                </a:lnTo>
                <a:lnTo>
                  <a:pt x="905888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17" name="Text Sequence">
            <a:extLst xmlns:a="http://schemas.openxmlformats.org/drawingml/2006/main">
              <a:ext uri="{FF2B5EF4-FFF2-40B4-BE49-F238E27FC236}">
                <a16:creationId xmlns:a16="http://schemas.microsoft.com/office/drawing/2014/main" id="{E52E9B7E-9899-4AA2-AC8F-38D21C9D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35" y="420211"/>
            <a:ext cx="513998" cy="121556"/>
          </a:xfrm>
          <a:custGeom xmlns:a="http://schemas.openxmlformats.org/drawingml/2006/main">
            <a:pathLst>
              <a:path w="513998" h="121556">
                <a:moveTo>
                  <a:pt x="55130" y="0"/>
                </a:moveTo>
                <a:lnTo>
                  <a:pt x="58123" y="28994"/>
                </a:lnTo>
                <a:lnTo>
                  <a:pt x="54720" y="28994"/>
                </a:lnTo>
                <a:cubicBezTo>
                  <a:pt x="53632" y="25000"/>
                  <a:pt x="52498" y="21892"/>
                  <a:pt x="51318" y="19670"/>
                </a:cubicBezTo>
                <a:cubicBezTo>
                  <a:pt x="50138" y="17446"/>
                  <a:pt x="48504" y="15245"/>
                  <a:pt x="46416" y="13067"/>
                </a:cubicBezTo>
                <a:cubicBezTo>
                  <a:pt x="41607" y="8076"/>
                  <a:pt x="36072" y="5581"/>
                  <a:pt x="29810" y="5581"/>
                </a:cubicBezTo>
                <a:cubicBezTo>
                  <a:pt x="25635" y="5581"/>
                  <a:pt x="22232" y="6738"/>
                  <a:pt x="19599" y="9052"/>
                </a:cubicBezTo>
                <a:cubicBezTo>
                  <a:pt x="16968" y="11366"/>
                  <a:pt x="15653" y="14383"/>
                  <a:pt x="15653" y="18104"/>
                </a:cubicBezTo>
                <a:cubicBezTo>
                  <a:pt x="15653" y="21824"/>
                  <a:pt x="17195" y="25319"/>
                  <a:pt x="20281" y="28587"/>
                </a:cubicBezTo>
                <a:cubicBezTo>
                  <a:pt x="23367" y="31853"/>
                  <a:pt x="28495" y="35438"/>
                  <a:pt x="35663" y="39340"/>
                </a:cubicBezTo>
                <a:cubicBezTo>
                  <a:pt x="44647" y="44240"/>
                  <a:pt x="51135" y="49027"/>
                  <a:pt x="55127" y="53701"/>
                </a:cubicBezTo>
                <a:cubicBezTo>
                  <a:pt x="59121" y="58374"/>
                  <a:pt x="61118" y="63524"/>
                  <a:pt x="61118" y="69150"/>
                </a:cubicBezTo>
                <a:cubicBezTo>
                  <a:pt x="61118" y="73869"/>
                  <a:pt x="59892" y="78089"/>
                  <a:pt x="57441" y="81810"/>
                </a:cubicBezTo>
                <a:cubicBezTo>
                  <a:pt x="54992" y="85530"/>
                  <a:pt x="51680" y="88480"/>
                  <a:pt x="47505" y="90658"/>
                </a:cubicBezTo>
                <a:cubicBezTo>
                  <a:pt x="43331" y="92836"/>
                  <a:pt x="38613" y="93925"/>
                  <a:pt x="33349" y="93925"/>
                </a:cubicBezTo>
                <a:cubicBezTo>
                  <a:pt x="27905" y="93925"/>
                  <a:pt x="22551" y="92881"/>
                  <a:pt x="17287" y="90793"/>
                </a:cubicBezTo>
                <a:cubicBezTo>
                  <a:pt x="14565" y="89794"/>
                  <a:pt x="12432" y="89295"/>
                  <a:pt x="10888" y="89295"/>
                </a:cubicBezTo>
                <a:cubicBezTo>
                  <a:pt x="9890" y="89295"/>
                  <a:pt x="9028" y="89727"/>
                  <a:pt x="8302" y="90589"/>
                </a:cubicBezTo>
                <a:cubicBezTo>
                  <a:pt x="7576" y="91451"/>
                  <a:pt x="7168" y="92517"/>
                  <a:pt x="7077" y="93788"/>
                </a:cubicBezTo>
                <a:lnTo>
                  <a:pt x="4084" y="93788"/>
                </a:lnTo>
                <a:lnTo>
                  <a:pt x="0" y="64929"/>
                </a:lnTo>
                <a:lnTo>
                  <a:pt x="3130" y="64929"/>
                </a:lnTo>
                <a:cubicBezTo>
                  <a:pt x="6578" y="73188"/>
                  <a:pt x="10502" y="79268"/>
                  <a:pt x="14903" y="83170"/>
                </a:cubicBezTo>
                <a:cubicBezTo>
                  <a:pt x="19305" y="87072"/>
                  <a:pt x="24546" y="89023"/>
                  <a:pt x="30626" y="89023"/>
                </a:cubicBezTo>
                <a:cubicBezTo>
                  <a:pt x="35618" y="89023"/>
                  <a:pt x="39657" y="87594"/>
                  <a:pt x="42742" y="84736"/>
                </a:cubicBezTo>
                <a:cubicBezTo>
                  <a:pt x="45827" y="81877"/>
                  <a:pt x="47370" y="78224"/>
                  <a:pt x="47370" y="73778"/>
                </a:cubicBezTo>
                <a:cubicBezTo>
                  <a:pt x="47370" y="70238"/>
                  <a:pt x="46735" y="67562"/>
                  <a:pt x="45465" y="65748"/>
                </a:cubicBezTo>
                <a:cubicBezTo>
                  <a:pt x="43740" y="63115"/>
                  <a:pt x="41153" y="60461"/>
                  <a:pt x="37705" y="57784"/>
                </a:cubicBezTo>
                <a:cubicBezTo>
                  <a:pt x="34257" y="55106"/>
                  <a:pt x="30083" y="52452"/>
                  <a:pt x="25182" y="49821"/>
                </a:cubicBezTo>
                <a:cubicBezTo>
                  <a:pt x="17560" y="45827"/>
                  <a:pt x="12114" y="41766"/>
                  <a:pt x="8846" y="37636"/>
                </a:cubicBezTo>
                <a:cubicBezTo>
                  <a:pt x="5580" y="33507"/>
                  <a:pt x="3946" y="28720"/>
                  <a:pt x="3946" y="23276"/>
                </a:cubicBezTo>
                <a:cubicBezTo>
                  <a:pt x="3946" y="16198"/>
                  <a:pt x="6351" y="10527"/>
                  <a:pt x="11160" y="6260"/>
                </a:cubicBezTo>
                <a:cubicBezTo>
                  <a:pt x="15879" y="2087"/>
                  <a:pt x="21279" y="0"/>
                  <a:pt x="27359" y="0"/>
                </a:cubicBezTo>
                <a:cubicBezTo>
                  <a:pt x="31807" y="0"/>
                  <a:pt x="36662" y="998"/>
                  <a:pt x="41926" y="2993"/>
                </a:cubicBezTo>
                <a:cubicBezTo>
                  <a:pt x="43105" y="3539"/>
                  <a:pt x="44239" y="3948"/>
                  <a:pt x="45328" y="4221"/>
                </a:cubicBezTo>
                <a:cubicBezTo>
                  <a:pt x="46416" y="4492"/>
                  <a:pt x="47278" y="4628"/>
                  <a:pt x="47914" y="4628"/>
                </a:cubicBezTo>
                <a:cubicBezTo>
                  <a:pt x="50273" y="4628"/>
                  <a:pt x="51725" y="3085"/>
                  <a:pt x="52269" y="0"/>
                </a:cubicBezTo>
                <a:lnTo>
                  <a:pt x="55130" y="0"/>
                </a:lnTo>
                <a:close/>
                <a:moveTo>
                  <a:pt x="126321" y="69694"/>
                </a:moveTo>
                <a:lnTo>
                  <a:pt x="128498" y="70647"/>
                </a:lnTo>
                <a:cubicBezTo>
                  <a:pt x="125686" y="77997"/>
                  <a:pt x="121806" y="83624"/>
                  <a:pt x="116860" y="87526"/>
                </a:cubicBezTo>
                <a:cubicBezTo>
                  <a:pt x="111914" y="91428"/>
                  <a:pt x="106174" y="93379"/>
                  <a:pt x="99641" y="93379"/>
                </a:cubicBezTo>
                <a:cubicBezTo>
                  <a:pt x="91837" y="93379"/>
                  <a:pt x="85643" y="90634"/>
                  <a:pt x="81060" y="85145"/>
                </a:cubicBezTo>
                <a:cubicBezTo>
                  <a:pt x="76478" y="79655"/>
                  <a:pt x="74187" y="72236"/>
                  <a:pt x="74187" y="62887"/>
                </a:cubicBezTo>
                <a:cubicBezTo>
                  <a:pt x="74187" y="57261"/>
                  <a:pt x="75072" y="52157"/>
                  <a:pt x="76841" y="47575"/>
                </a:cubicBezTo>
                <a:cubicBezTo>
                  <a:pt x="78611" y="42992"/>
                  <a:pt x="81083" y="39293"/>
                  <a:pt x="84258" y="36480"/>
                </a:cubicBezTo>
                <a:cubicBezTo>
                  <a:pt x="89522" y="31760"/>
                  <a:pt x="95648" y="29401"/>
                  <a:pt x="102636" y="29401"/>
                </a:cubicBezTo>
                <a:cubicBezTo>
                  <a:pt x="109986" y="29401"/>
                  <a:pt x="115794" y="31988"/>
                  <a:pt x="120059" y="37161"/>
                </a:cubicBezTo>
                <a:cubicBezTo>
                  <a:pt x="121783" y="39339"/>
                  <a:pt x="123053" y="41631"/>
                  <a:pt x="123870" y="44036"/>
                </a:cubicBezTo>
                <a:cubicBezTo>
                  <a:pt x="124687" y="46440"/>
                  <a:pt x="125368" y="49866"/>
                  <a:pt x="125912" y="54313"/>
                </a:cubicBezTo>
                <a:lnTo>
                  <a:pt x="83986" y="54313"/>
                </a:lnTo>
                <a:cubicBezTo>
                  <a:pt x="84168" y="58487"/>
                  <a:pt x="84530" y="61867"/>
                  <a:pt x="85075" y="64454"/>
                </a:cubicBezTo>
                <a:cubicBezTo>
                  <a:pt x="85620" y="67040"/>
                  <a:pt x="86483" y="69649"/>
                  <a:pt x="87663" y="72280"/>
                </a:cubicBezTo>
                <a:cubicBezTo>
                  <a:pt x="91655" y="80084"/>
                  <a:pt x="97508" y="83986"/>
                  <a:pt x="105222" y="83986"/>
                </a:cubicBezTo>
                <a:cubicBezTo>
                  <a:pt x="109579" y="83986"/>
                  <a:pt x="113367" y="82898"/>
                  <a:pt x="116588" y="80721"/>
                </a:cubicBezTo>
                <a:cubicBezTo>
                  <a:pt x="119810" y="78543"/>
                  <a:pt x="123055" y="74867"/>
                  <a:pt x="126321" y="69694"/>
                </a:cubicBezTo>
                <a:moveTo>
                  <a:pt x="84258" y="49956"/>
                </a:moveTo>
                <a:lnTo>
                  <a:pt x="112029" y="49956"/>
                </a:lnTo>
                <a:cubicBezTo>
                  <a:pt x="111120" y="44058"/>
                  <a:pt x="109714" y="39975"/>
                  <a:pt x="107808" y="37707"/>
                </a:cubicBezTo>
                <a:cubicBezTo>
                  <a:pt x="105903" y="35438"/>
                  <a:pt x="102863" y="34303"/>
                  <a:pt x="98688" y="34303"/>
                </a:cubicBezTo>
                <a:cubicBezTo>
                  <a:pt x="94513" y="34303"/>
                  <a:pt x="91246" y="35573"/>
                  <a:pt x="88886" y="38114"/>
                </a:cubicBezTo>
                <a:cubicBezTo>
                  <a:pt x="86528" y="40655"/>
                  <a:pt x="84985" y="44602"/>
                  <a:pt x="84258" y="49956"/>
                </a:cubicBezTo>
                <a:close/>
                <a:moveTo>
                  <a:pt x="179409" y="34166"/>
                </a:moveTo>
                <a:lnTo>
                  <a:pt x="186760" y="29810"/>
                </a:lnTo>
                <a:lnTo>
                  <a:pt x="188257" y="29947"/>
                </a:lnTo>
                <a:lnTo>
                  <a:pt x="188257" y="111213"/>
                </a:lnTo>
                <a:cubicBezTo>
                  <a:pt x="188347" y="113118"/>
                  <a:pt x="188597" y="114592"/>
                  <a:pt x="189005" y="115635"/>
                </a:cubicBezTo>
                <a:cubicBezTo>
                  <a:pt x="189413" y="116679"/>
                  <a:pt x="190208" y="117473"/>
                  <a:pt x="191387" y="118017"/>
                </a:cubicBezTo>
                <a:cubicBezTo>
                  <a:pt x="192567" y="118563"/>
                  <a:pt x="194383" y="119107"/>
                  <a:pt x="196833" y="119652"/>
                </a:cubicBezTo>
                <a:lnTo>
                  <a:pt x="196833" y="121556"/>
                </a:lnTo>
                <a:lnTo>
                  <a:pt x="164707" y="121556"/>
                </a:lnTo>
                <a:lnTo>
                  <a:pt x="164707" y="119242"/>
                </a:lnTo>
                <a:cubicBezTo>
                  <a:pt x="169517" y="118971"/>
                  <a:pt x="172715" y="118132"/>
                  <a:pt x="174303" y="116725"/>
                </a:cubicBezTo>
                <a:cubicBezTo>
                  <a:pt x="175892" y="115318"/>
                  <a:pt x="176732" y="112709"/>
                  <a:pt x="176823" y="108897"/>
                </a:cubicBezTo>
                <a:lnTo>
                  <a:pt x="176823" y="83307"/>
                </a:lnTo>
                <a:cubicBezTo>
                  <a:pt x="170651" y="90022"/>
                  <a:pt x="163528" y="93379"/>
                  <a:pt x="155452" y="93379"/>
                </a:cubicBezTo>
                <a:cubicBezTo>
                  <a:pt x="151186" y="93379"/>
                  <a:pt x="147419" y="92131"/>
                  <a:pt x="144153" y="89636"/>
                </a:cubicBezTo>
                <a:cubicBezTo>
                  <a:pt x="140886" y="87141"/>
                  <a:pt x="138322" y="83693"/>
                  <a:pt x="136461" y="79292"/>
                </a:cubicBezTo>
                <a:cubicBezTo>
                  <a:pt x="134602" y="74890"/>
                  <a:pt x="133672" y="69876"/>
                  <a:pt x="133672" y="64250"/>
                </a:cubicBezTo>
                <a:cubicBezTo>
                  <a:pt x="133672" y="57626"/>
                  <a:pt x="134987" y="51704"/>
                  <a:pt x="137618" y="46487"/>
                </a:cubicBezTo>
                <a:cubicBezTo>
                  <a:pt x="140251" y="41268"/>
                  <a:pt x="143836" y="37116"/>
                  <a:pt x="148373" y="34031"/>
                </a:cubicBezTo>
                <a:cubicBezTo>
                  <a:pt x="152911" y="30944"/>
                  <a:pt x="158038" y="29401"/>
                  <a:pt x="163754" y="29401"/>
                </a:cubicBezTo>
                <a:cubicBezTo>
                  <a:pt x="166476" y="29401"/>
                  <a:pt x="168995" y="29742"/>
                  <a:pt x="171308" y="30423"/>
                </a:cubicBezTo>
                <a:cubicBezTo>
                  <a:pt x="173624" y="31103"/>
                  <a:pt x="176324" y="32350"/>
                  <a:pt x="179409" y="34166"/>
                </a:cubicBezTo>
                <a:moveTo>
                  <a:pt x="176823" y="74731"/>
                </a:moveTo>
                <a:lnTo>
                  <a:pt x="176823" y="46690"/>
                </a:lnTo>
                <a:cubicBezTo>
                  <a:pt x="176823" y="37705"/>
                  <a:pt x="172603" y="33212"/>
                  <a:pt x="164163" y="33212"/>
                </a:cubicBezTo>
                <a:cubicBezTo>
                  <a:pt x="158356" y="33212"/>
                  <a:pt x="153773" y="35527"/>
                  <a:pt x="150415" y="40156"/>
                </a:cubicBezTo>
                <a:cubicBezTo>
                  <a:pt x="147057" y="44784"/>
                  <a:pt x="145378" y="51136"/>
                  <a:pt x="145378" y="59213"/>
                </a:cubicBezTo>
                <a:cubicBezTo>
                  <a:pt x="145378" y="63751"/>
                  <a:pt x="146036" y="68016"/>
                  <a:pt x="147351" y="72010"/>
                </a:cubicBezTo>
                <a:cubicBezTo>
                  <a:pt x="148668" y="76002"/>
                  <a:pt x="150415" y="79041"/>
                  <a:pt x="152592" y="81128"/>
                </a:cubicBezTo>
                <a:cubicBezTo>
                  <a:pt x="155406" y="83761"/>
                  <a:pt x="158945" y="85077"/>
                  <a:pt x="163210" y="85077"/>
                </a:cubicBezTo>
                <a:cubicBezTo>
                  <a:pt x="165298" y="85077"/>
                  <a:pt x="167408" y="84691"/>
                  <a:pt x="169541" y="83920"/>
                </a:cubicBezTo>
                <a:cubicBezTo>
                  <a:pt x="171673" y="83149"/>
                  <a:pt x="173465" y="82173"/>
                  <a:pt x="174916" y="80993"/>
                </a:cubicBezTo>
                <a:cubicBezTo>
                  <a:pt x="176187" y="79813"/>
                  <a:pt x="176823" y="77726"/>
                  <a:pt x="176823" y="74731"/>
                </a:cubicBezTo>
                <a:close/>
                <a:moveTo>
                  <a:pt x="264895" y="85212"/>
                </a:moveTo>
                <a:lnTo>
                  <a:pt x="264895" y="87119"/>
                </a:lnTo>
                <a:cubicBezTo>
                  <a:pt x="261446" y="88026"/>
                  <a:pt x="258337" y="88933"/>
                  <a:pt x="255569" y="89842"/>
                </a:cubicBezTo>
                <a:cubicBezTo>
                  <a:pt x="252802" y="90749"/>
                  <a:pt x="249694" y="91883"/>
                  <a:pt x="246245" y="93244"/>
                </a:cubicBezTo>
                <a:lnTo>
                  <a:pt x="245701" y="92972"/>
                </a:lnTo>
                <a:lnTo>
                  <a:pt x="245701" y="81672"/>
                </a:lnTo>
                <a:lnTo>
                  <a:pt x="239848" y="87526"/>
                </a:lnTo>
                <a:cubicBezTo>
                  <a:pt x="238032" y="89341"/>
                  <a:pt x="235877" y="90771"/>
                  <a:pt x="233382" y="91815"/>
                </a:cubicBezTo>
                <a:cubicBezTo>
                  <a:pt x="230886" y="92857"/>
                  <a:pt x="228368" y="93379"/>
                  <a:pt x="225827" y="93379"/>
                </a:cubicBezTo>
                <a:cubicBezTo>
                  <a:pt x="220835" y="93379"/>
                  <a:pt x="216842" y="91768"/>
                  <a:pt x="213847" y="88548"/>
                </a:cubicBezTo>
                <a:cubicBezTo>
                  <a:pt x="210853" y="85325"/>
                  <a:pt x="209356" y="81038"/>
                  <a:pt x="209356" y="75684"/>
                </a:cubicBezTo>
                <a:lnTo>
                  <a:pt x="209356" y="41381"/>
                </a:lnTo>
                <a:cubicBezTo>
                  <a:pt x="209265" y="38114"/>
                  <a:pt x="208629" y="35868"/>
                  <a:pt x="207449" y="34643"/>
                </a:cubicBezTo>
                <a:cubicBezTo>
                  <a:pt x="206270" y="33418"/>
                  <a:pt x="204092" y="32760"/>
                  <a:pt x="200917" y="32668"/>
                </a:cubicBezTo>
                <a:lnTo>
                  <a:pt x="200917" y="30763"/>
                </a:lnTo>
                <a:lnTo>
                  <a:pt x="220790" y="30763"/>
                </a:lnTo>
                <a:lnTo>
                  <a:pt x="220790" y="75140"/>
                </a:lnTo>
                <a:cubicBezTo>
                  <a:pt x="220790" y="77952"/>
                  <a:pt x="221743" y="80380"/>
                  <a:pt x="223648" y="82422"/>
                </a:cubicBezTo>
                <a:cubicBezTo>
                  <a:pt x="225554" y="84463"/>
                  <a:pt x="227823" y="85484"/>
                  <a:pt x="230455" y="85484"/>
                </a:cubicBezTo>
                <a:cubicBezTo>
                  <a:pt x="234630" y="85484"/>
                  <a:pt x="238623" y="83941"/>
                  <a:pt x="242433" y="80856"/>
                </a:cubicBezTo>
                <a:cubicBezTo>
                  <a:pt x="244157" y="79495"/>
                  <a:pt x="245019" y="77090"/>
                  <a:pt x="245019" y="73642"/>
                </a:cubicBezTo>
                <a:lnTo>
                  <a:pt x="245019" y="41654"/>
                </a:lnTo>
                <a:cubicBezTo>
                  <a:pt x="245019" y="38204"/>
                  <a:pt x="244407" y="35958"/>
                  <a:pt x="243181" y="34916"/>
                </a:cubicBezTo>
                <a:cubicBezTo>
                  <a:pt x="241957" y="33871"/>
                  <a:pt x="239213" y="33259"/>
                  <a:pt x="234948" y="33077"/>
                </a:cubicBezTo>
                <a:lnTo>
                  <a:pt x="234948" y="30763"/>
                </a:lnTo>
                <a:lnTo>
                  <a:pt x="256454" y="30763"/>
                </a:lnTo>
                <a:lnTo>
                  <a:pt x="256454" y="77454"/>
                </a:lnTo>
                <a:cubicBezTo>
                  <a:pt x="256545" y="80629"/>
                  <a:pt x="257021" y="82671"/>
                  <a:pt x="257883" y="83579"/>
                </a:cubicBezTo>
                <a:cubicBezTo>
                  <a:pt x="258745" y="84486"/>
                  <a:pt x="260856" y="85030"/>
                  <a:pt x="264214" y="85212"/>
                </a:cubicBezTo>
                <a:lnTo>
                  <a:pt x="264895" y="85212"/>
                </a:lnTo>
                <a:close/>
                <a:moveTo>
                  <a:pt x="322883" y="69694"/>
                </a:moveTo>
                <a:lnTo>
                  <a:pt x="325059" y="70647"/>
                </a:lnTo>
                <a:cubicBezTo>
                  <a:pt x="322247" y="77997"/>
                  <a:pt x="318368" y="83624"/>
                  <a:pt x="313422" y="87526"/>
                </a:cubicBezTo>
                <a:cubicBezTo>
                  <a:pt x="308475" y="91428"/>
                  <a:pt x="302736" y="93379"/>
                  <a:pt x="296203" y="93379"/>
                </a:cubicBezTo>
                <a:cubicBezTo>
                  <a:pt x="288398" y="93379"/>
                  <a:pt x="282205" y="90634"/>
                  <a:pt x="277621" y="85145"/>
                </a:cubicBezTo>
                <a:cubicBezTo>
                  <a:pt x="273039" y="79655"/>
                  <a:pt x="270748" y="72236"/>
                  <a:pt x="270748" y="62887"/>
                </a:cubicBezTo>
                <a:cubicBezTo>
                  <a:pt x="270748" y="57261"/>
                  <a:pt x="271633" y="52157"/>
                  <a:pt x="273403" y="47575"/>
                </a:cubicBezTo>
                <a:cubicBezTo>
                  <a:pt x="275172" y="42992"/>
                  <a:pt x="277645" y="39293"/>
                  <a:pt x="280820" y="36480"/>
                </a:cubicBezTo>
                <a:cubicBezTo>
                  <a:pt x="286083" y="31760"/>
                  <a:pt x="292209" y="29401"/>
                  <a:pt x="299198" y="29401"/>
                </a:cubicBezTo>
                <a:cubicBezTo>
                  <a:pt x="306548" y="29401"/>
                  <a:pt x="312355" y="31988"/>
                  <a:pt x="316620" y="37161"/>
                </a:cubicBezTo>
                <a:cubicBezTo>
                  <a:pt x="318344" y="39339"/>
                  <a:pt x="319615" y="41631"/>
                  <a:pt x="320432" y="44036"/>
                </a:cubicBezTo>
                <a:cubicBezTo>
                  <a:pt x="321249" y="46440"/>
                  <a:pt x="321929" y="49866"/>
                  <a:pt x="322473" y="54313"/>
                </a:cubicBezTo>
                <a:lnTo>
                  <a:pt x="280548" y="54313"/>
                </a:lnTo>
                <a:cubicBezTo>
                  <a:pt x="280729" y="58487"/>
                  <a:pt x="281092" y="61867"/>
                  <a:pt x="281636" y="64454"/>
                </a:cubicBezTo>
                <a:cubicBezTo>
                  <a:pt x="282182" y="67040"/>
                  <a:pt x="283044" y="69649"/>
                  <a:pt x="284224" y="72280"/>
                </a:cubicBezTo>
                <a:cubicBezTo>
                  <a:pt x="288216" y="80084"/>
                  <a:pt x="294069" y="83986"/>
                  <a:pt x="301784" y="83986"/>
                </a:cubicBezTo>
                <a:cubicBezTo>
                  <a:pt x="306140" y="83986"/>
                  <a:pt x="309929" y="82898"/>
                  <a:pt x="313149" y="80721"/>
                </a:cubicBezTo>
                <a:cubicBezTo>
                  <a:pt x="316372" y="78543"/>
                  <a:pt x="319616" y="74867"/>
                  <a:pt x="322883" y="69694"/>
                </a:cubicBezTo>
                <a:moveTo>
                  <a:pt x="280820" y="49956"/>
                </a:moveTo>
                <a:lnTo>
                  <a:pt x="308590" y="49956"/>
                </a:lnTo>
                <a:cubicBezTo>
                  <a:pt x="307682" y="44058"/>
                  <a:pt x="306275" y="39975"/>
                  <a:pt x="304370" y="37707"/>
                </a:cubicBezTo>
                <a:cubicBezTo>
                  <a:pt x="302464" y="35438"/>
                  <a:pt x="299424" y="34303"/>
                  <a:pt x="295249" y="34303"/>
                </a:cubicBezTo>
                <a:cubicBezTo>
                  <a:pt x="291074" y="34303"/>
                  <a:pt x="287807" y="35573"/>
                  <a:pt x="285448" y="38114"/>
                </a:cubicBezTo>
                <a:cubicBezTo>
                  <a:pt x="283089" y="40655"/>
                  <a:pt x="281547" y="44602"/>
                  <a:pt x="280820" y="49956"/>
                </a:cubicBezTo>
                <a:close/>
                <a:moveTo>
                  <a:pt x="329417" y="92018"/>
                </a:moveTo>
                <a:lnTo>
                  <a:pt x="329417" y="89977"/>
                </a:lnTo>
                <a:cubicBezTo>
                  <a:pt x="332865" y="89795"/>
                  <a:pt x="335110" y="89047"/>
                  <a:pt x="336153" y="87731"/>
                </a:cubicBezTo>
                <a:cubicBezTo>
                  <a:pt x="337197" y="86414"/>
                  <a:pt x="337765" y="83760"/>
                  <a:pt x="337856" y="79768"/>
                </a:cubicBezTo>
                <a:lnTo>
                  <a:pt x="337856" y="46009"/>
                </a:lnTo>
                <a:cubicBezTo>
                  <a:pt x="337856" y="42651"/>
                  <a:pt x="337493" y="40360"/>
                  <a:pt x="336766" y="39136"/>
                </a:cubicBezTo>
                <a:cubicBezTo>
                  <a:pt x="336040" y="37911"/>
                  <a:pt x="334724" y="37298"/>
                  <a:pt x="332819" y="37298"/>
                </a:cubicBezTo>
                <a:cubicBezTo>
                  <a:pt x="331095" y="37298"/>
                  <a:pt x="329870" y="37479"/>
                  <a:pt x="329145" y="37842"/>
                </a:cubicBezTo>
                <a:lnTo>
                  <a:pt x="329145" y="35528"/>
                </a:lnTo>
                <a:cubicBezTo>
                  <a:pt x="332866" y="34439"/>
                  <a:pt x="336087" y="33440"/>
                  <a:pt x="338809" y="32533"/>
                </a:cubicBezTo>
                <a:cubicBezTo>
                  <a:pt x="341532" y="31625"/>
                  <a:pt x="344572" y="30581"/>
                  <a:pt x="347930" y="29401"/>
                </a:cubicBezTo>
                <a:lnTo>
                  <a:pt x="348881" y="29675"/>
                </a:lnTo>
                <a:lnTo>
                  <a:pt x="348881" y="40428"/>
                </a:lnTo>
                <a:cubicBezTo>
                  <a:pt x="351968" y="37524"/>
                  <a:pt x="354599" y="35278"/>
                  <a:pt x="356776" y="33690"/>
                </a:cubicBezTo>
                <a:cubicBezTo>
                  <a:pt x="358954" y="32102"/>
                  <a:pt x="360951" y="30990"/>
                  <a:pt x="362766" y="30354"/>
                </a:cubicBezTo>
                <a:cubicBezTo>
                  <a:pt x="364582" y="29719"/>
                  <a:pt x="366533" y="29401"/>
                  <a:pt x="368620" y="29401"/>
                </a:cubicBezTo>
                <a:cubicBezTo>
                  <a:pt x="373701" y="29401"/>
                  <a:pt x="377649" y="31193"/>
                  <a:pt x="380461" y="34778"/>
                </a:cubicBezTo>
                <a:cubicBezTo>
                  <a:pt x="383275" y="38363"/>
                  <a:pt x="384681" y="43378"/>
                  <a:pt x="384681" y="49821"/>
                </a:cubicBezTo>
                <a:lnTo>
                  <a:pt x="384681" y="80993"/>
                </a:lnTo>
                <a:cubicBezTo>
                  <a:pt x="384773" y="84350"/>
                  <a:pt x="385340" y="86596"/>
                  <a:pt x="386383" y="87731"/>
                </a:cubicBezTo>
                <a:cubicBezTo>
                  <a:pt x="387427" y="88865"/>
                  <a:pt x="389628" y="89614"/>
                  <a:pt x="392986" y="89977"/>
                </a:cubicBezTo>
                <a:lnTo>
                  <a:pt x="392986" y="92018"/>
                </a:lnTo>
                <a:lnTo>
                  <a:pt x="364671" y="92018"/>
                </a:lnTo>
                <a:lnTo>
                  <a:pt x="364671" y="89977"/>
                </a:lnTo>
                <a:cubicBezTo>
                  <a:pt x="368029" y="89795"/>
                  <a:pt x="370275" y="88956"/>
                  <a:pt x="371409" y="87459"/>
                </a:cubicBezTo>
                <a:cubicBezTo>
                  <a:pt x="372544" y="85961"/>
                  <a:pt x="373157" y="82989"/>
                  <a:pt x="373247" y="78542"/>
                </a:cubicBezTo>
                <a:lnTo>
                  <a:pt x="373247" y="50093"/>
                </a:lnTo>
                <a:cubicBezTo>
                  <a:pt x="373247" y="41290"/>
                  <a:pt x="369935" y="36889"/>
                  <a:pt x="363311" y="36889"/>
                </a:cubicBezTo>
                <a:cubicBezTo>
                  <a:pt x="361042" y="36889"/>
                  <a:pt x="358933" y="37411"/>
                  <a:pt x="356982" y="38455"/>
                </a:cubicBezTo>
                <a:cubicBezTo>
                  <a:pt x="355031" y="39498"/>
                  <a:pt x="352467" y="41561"/>
                  <a:pt x="349290" y="44647"/>
                </a:cubicBezTo>
                <a:lnTo>
                  <a:pt x="349290" y="82898"/>
                </a:lnTo>
                <a:cubicBezTo>
                  <a:pt x="349290" y="85349"/>
                  <a:pt x="349948" y="87096"/>
                  <a:pt x="351264" y="88140"/>
                </a:cubicBezTo>
                <a:cubicBezTo>
                  <a:pt x="352579" y="89183"/>
                  <a:pt x="354916" y="89795"/>
                  <a:pt x="358274" y="89977"/>
                </a:cubicBezTo>
                <a:lnTo>
                  <a:pt x="358274" y="92018"/>
                </a:lnTo>
                <a:lnTo>
                  <a:pt x="329417" y="92018"/>
                </a:lnTo>
                <a:close/>
                <a:moveTo>
                  <a:pt x="449204" y="70782"/>
                </a:moveTo>
                <a:lnTo>
                  <a:pt x="451110" y="72008"/>
                </a:lnTo>
                <a:cubicBezTo>
                  <a:pt x="449114" y="76001"/>
                  <a:pt x="447344" y="79110"/>
                  <a:pt x="445801" y="81334"/>
                </a:cubicBezTo>
                <a:cubicBezTo>
                  <a:pt x="444259" y="83556"/>
                  <a:pt x="442580" y="85439"/>
                  <a:pt x="440764" y="86981"/>
                </a:cubicBezTo>
                <a:cubicBezTo>
                  <a:pt x="435774" y="91246"/>
                  <a:pt x="430284" y="93379"/>
                  <a:pt x="424293" y="93379"/>
                </a:cubicBezTo>
                <a:cubicBezTo>
                  <a:pt x="419303" y="93379"/>
                  <a:pt x="414856" y="92086"/>
                  <a:pt x="410954" y="89501"/>
                </a:cubicBezTo>
                <a:cubicBezTo>
                  <a:pt x="407052" y="86914"/>
                  <a:pt x="403989" y="83330"/>
                  <a:pt x="401765" y="78748"/>
                </a:cubicBezTo>
                <a:cubicBezTo>
                  <a:pt x="399542" y="74165"/>
                  <a:pt x="398430" y="68968"/>
                  <a:pt x="398430" y="63160"/>
                </a:cubicBezTo>
                <a:cubicBezTo>
                  <a:pt x="398430" y="51997"/>
                  <a:pt x="401969" y="43285"/>
                  <a:pt x="409048" y="37024"/>
                </a:cubicBezTo>
                <a:cubicBezTo>
                  <a:pt x="414856" y="31942"/>
                  <a:pt x="421255" y="29401"/>
                  <a:pt x="428242" y="29401"/>
                </a:cubicBezTo>
                <a:cubicBezTo>
                  <a:pt x="432053" y="29401"/>
                  <a:pt x="435546" y="30037"/>
                  <a:pt x="438723" y="31308"/>
                </a:cubicBezTo>
                <a:cubicBezTo>
                  <a:pt x="441899" y="32577"/>
                  <a:pt x="444440" y="34279"/>
                  <a:pt x="446346" y="36413"/>
                </a:cubicBezTo>
                <a:cubicBezTo>
                  <a:pt x="448251" y="38546"/>
                  <a:pt x="449204" y="40882"/>
                  <a:pt x="449204" y="43423"/>
                </a:cubicBezTo>
                <a:cubicBezTo>
                  <a:pt x="449204" y="44966"/>
                  <a:pt x="448591" y="46304"/>
                  <a:pt x="447365" y="47438"/>
                </a:cubicBezTo>
                <a:cubicBezTo>
                  <a:pt x="446141" y="48572"/>
                  <a:pt x="444622" y="49139"/>
                  <a:pt x="442806" y="49139"/>
                </a:cubicBezTo>
                <a:cubicBezTo>
                  <a:pt x="439630" y="49139"/>
                  <a:pt x="437452" y="47053"/>
                  <a:pt x="436272" y="42879"/>
                </a:cubicBezTo>
                <a:lnTo>
                  <a:pt x="435455" y="39884"/>
                </a:lnTo>
                <a:cubicBezTo>
                  <a:pt x="434820" y="37343"/>
                  <a:pt x="433935" y="35619"/>
                  <a:pt x="432801" y="34712"/>
                </a:cubicBezTo>
                <a:cubicBezTo>
                  <a:pt x="431667" y="33804"/>
                  <a:pt x="429875" y="33349"/>
                  <a:pt x="427425" y="33349"/>
                </a:cubicBezTo>
                <a:cubicBezTo>
                  <a:pt x="421889" y="33349"/>
                  <a:pt x="417420" y="35528"/>
                  <a:pt x="414016" y="39884"/>
                </a:cubicBezTo>
                <a:cubicBezTo>
                  <a:pt x="410614" y="44239"/>
                  <a:pt x="408913" y="49956"/>
                  <a:pt x="408913" y="57034"/>
                </a:cubicBezTo>
                <a:cubicBezTo>
                  <a:pt x="408913" y="62208"/>
                  <a:pt x="409797" y="66791"/>
                  <a:pt x="411567" y="70784"/>
                </a:cubicBezTo>
                <a:cubicBezTo>
                  <a:pt x="413337" y="74777"/>
                  <a:pt x="415809" y="77907"/>
                  <a:pt x="418984" y="80177"/>
                </a:cubicBezTo>
                <a:cubicBezTo>
                  <a:pt x="422161" y="82445"/>
                  <a:pt x="425837" y="83579"/>
                  <a:pt x="430011" y="83579"/>
                </a:cubicBezTo>
                <a:cubicBezTo>
                  <a:pt x="433914" y="83579"/>
                  <a:pt x="437271" y="82627"/>
                  <a:pt x="440083" y="80721"/>
                </a:cubicBezTo>
                <a:cubicBezTo>
                  <a:pt x="442897" y="78814"/>
                  <a:pt x="445937" y="75501"/>
                  <a:pt x="449204" y="70782"/>
                </a:cubicBezTo>
                <a:close/>
                <a:moveTo>
                  <a:pt x="511821" y="69694"/>
                </a:moveTo>
                <a:lnTo>
                  <a:pt x="513998" y="70647"/>
                </a:lnTo>
                <a:cubicBezTo>
                  <a:pt x="511185" y="77997"/>
                  <a:pt x="507306" y="83624"/>
                  <a:pt x="502360" y="87526"/>
                </a:cubicBezTo>
                <a:cubicBezTo>
                  <a:pt x="497414" y="91428"/>
                  <a:pt x="491674" y="93379"/>
                  <a:pt x="485141" y="93379"/>
                </a:cubicBezTo>
                <a:cubicBezTo>
                  <a:pt x="477337" y="93379"/>
                  <a:pt x="471143" y="90634"/>
                  <a:pt x="466559" y="85145"/>
                </a:cubicBezTo>
                <a:cubicBezTo>
                  <a:pt x="461977" y="79655"/>
                  <a:pt x="459686" y="72236"/>
                  <a:pt x="459686" y="62887"/>
                </a:cubicBezTo>
                <a:cubicBezTo>
                  <a:pt x="459686" y="57261"/>
                  <a:pt x="460571" y="52157"/>
                  <a:pt x="462341" y="47575"/>
                </a:cubicBezTo>
                <a:cubicBezTo>
                  <a:pt x="464111" y="42992"/>
                  <a:pt x="466583" y="39293"/>
                  <a:pt x="469758" y="36480"/>
                </a:cubicBezTo>
                <a:cubicBezTo>
                  <a:pt x="475021" y="31760"/>
                  <a:pt x="481147" y="29401"/>
                  <a:pt x="488136" y="29401"/>
                </a:cubicBezTo>
                <a:cubicBezTo>
                  <a:pt x="495486" y="29401"/>
                  <a:pt x="501294" y="31988"/>
                  <a:pt x="505559" y="37161"/>
                </a:cubicBezTo>
                <a:cubicBezTo>
                  <a:pt x="507283" y="39339"/>
                  <a:pt x="508553" y="41631"/>
                  <a:pt x="509370" y="44036"/>
                </a:cubicBezTo>
                <a:cubicBezTo>
                  <a:pt x="510187" y="46440"/>
                  <a:pt x="510868" y="49866"/>
                  <a:pt x="511412" y="54313"/>
                </a:cubicBezTo>
                <a:lnTo>
                  <a:pt x="469486" y="54313"/>
                </a:lnTo>
                <a:cubicBezTo>
                  <a:pt x="469667" y="58487"/>
                  <a:pt x="470030" y="61867"/>
                  <a:pt x="470574" y="64454"/>
                </a:cubicBezTo>
                <a:cubicBezTo>
                  <a:pt x="471120" y="67040"/>
                  <a:pt x="471983" y="69649"/>
                  <a:pt x="473163" y="72280"/>
                </a:cubicBezTo>
                <a:cubicBezTo>
                  <a:pt x="477155" y="80084"/>
                  <a:pt x="483008" y="83986"/>
                  <a:pt x="490722" y="83986"/>
                </a:cubicBezTo>
                <a:cubicBezTo>
                  <a:pt x="495078" y="83986"/>
                  <a:pt x="498867" y="82898"/>
                  <a:pt x="502088" y="80721"/>
                </a:cubicBezTo>
                <a:cubicBezTo>
                  <a:pt x="505310" y="78543"/>
                  <a:pt x="508554" y="74867"/>
                  <a:pt x="511821" y="69694"/>
                </a:cubicBezTo>
                <a:moveTo>
                  <a:pt x="469758" y="49956"/>
                </a:moveTo>
                <a:lnTo>
                  <a:pt x="497529" y="49956"/>
                </a:lnTo>
                <a:cubicBezTo>
                  <a:pt x="496620" y="44058"/>
                  <a:pt x="495213" y="39975"/>
                  <a:pt x="493308" y="37707"/>
                </a:cubicBezTo>
                <a:cubicBezTo>
                  <a:pt x="491403" y="35438"/>
                  <a:pt x="488362" y="34303"/>
                  <a:pt x="484188" y="34303"/>
                </a:cubicBezTo>
                <a:cubicBezTo>
                  <a:pt x="480013" y="34303"/>
                  <a:pt x="476745" y="35573"/>
                  <a:pt x="474386" y="38114"/>
                </a:cubicBezTo>
                <a:cubicBezTo>
                  <a:pt x="472028" y="40655"/>
                  <a:pt x="470485" y="44602"/>
                  <a:pt x="469758" y="49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Number">
            <a:extLst xmlns:a="http://schemas.openxmlformats.org/drawingml/2006/main">
              <a:ext uri="{FF2B5EF4-FFF2-40B4-BE49-F238E27FC236}">
                <a16:creationId xmlns:a16="http://schemas.microsoft.com/office/drawing/2014/main" id="{05B9F87C-DC2A-4E74-A6E8-D8825D13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36" y="582222"/>
            <a:ext cx="444579" cy="94469"/>
          </a:xfrm>
          <a:custGeom xmlns:a="http://schemas.openxmlformats.org/drawingml/2006/main">
            <a:pathLst>
              <a:path w="444579" h="94469">
                <a:moveTo>
                  <a:pt x="94606" y="2858"/>
                </a:moveTo>
                <a:lnTo>
                  <a:pt x="94606" y="5444"/>
                </a:lnTo>
                <a:cubicBezTo>
                  <a:pt x="91067" y="5717"/>
                  <a:pt x="88390" y="6330"/>
                  <a:pt x="86574" y="7282"/>
                </a:cubicBezTo>
                <a:cubicBezTo>
                  <a:pt x="84760" y="8235"/>
                  <a:pt x="83536" y="9891"/>
                  <a:pt x="82900" y="12251"/>
                </a:cubicBezTo>
                <a:cubicBezTo>
                  <a:pt x="82264" y="14610"/>
                  <a:pt x="81856" y="18149"/>
                  <a:pt x="81675" y="22869"/>
                </a:cubicBezTo>
                <a:lnTo>
                  <a:pt x="81675" y="94469"/>
                </a:lnTo>
                <a:lnTo>
                  <a:pt x="79361" y="94469"/>
                </a:lnTo>
                <a:lnTo>
                  <a:pt x="19194" y="19601"/>
                </a:lnTo>
                <a:lnTo>
                  <a:pt x="19194" y="72961"/>
                </a:lnTo>
                <a:cubicBezTo>
                  <a:pt x="19286" y="77590"/>
                  <a:pt x="19671" y="81130"/>
                  <a:pt x="20351" y="83579"/>
                </a:cubicBezTo>
                <a:cubicBezTo>
                  <a:pt x="21032" y="86029"/>
                  <a:pt x="22280" y="87731"/>
                  <a:pt x="24094" y="88685"/>
                </a:cubicBezTo>
                <a:cubicBezTo>
                  <a:pt x="25909" y="89637"/>
                  <a:pt x="28541" y="90204"/>
                  <a:pt x="31989" y="90386"/>
                </a:cubicBezTo>
                <a:lnTo>
                  <a:pt x="31989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721" y="90113"/>
                  <a:pt x="6511" y="89546"/>
                  <a:pt x="8371" y="88685"/>
                </a:cubicBezTo>
                <a:cubicBezTo>
                  <a:pt x="10232" y="87822"/>
                  <a:pt x="11480" y="86189"/>
                  <a:pt x="12116" y="83785"/>
                </a:cubicBezTo>
                <a:cubicBezTo>
                  <a:pt x="12751" y="81380"/>
                  <a:pt x="13114" y="77772"/>
                  <a:pt x="13204" y="72961"/>
                </a:cubicBezTo>
                <a:lnTo>
                  <a:pt x="13204" y="12932"/>
                </a:lnTo>
                <a:cubicBezTo>
                  <a:pt x="11390" y="10754"/>
                  <a:pt x="9870" y="9143"/>
                  <a:pt x="8645" y="8101"/>
                </a:cubicBezTo>
                <a:cubicBezTo>
                  <a:pt x="7419" y="7056"/>
                  <a:pt x="6171" y="6353"/>
                  <a:pt x="4900" y="5990"/>
                </a:cubicBezTo>
                <a:cubicBezTo>
                  <a:pt x="3630" y="5626"/>
                  <a:pt x="1997" y="5444"/>
                  <a:pt x="0" y="5444"/>
                </a:cubicBezTo>
                <a:lnTo>
                  <a:pt x="0" y="2858"/>
                </a:lnTo>
                <a:lnTo>
                  <a:pt x="23278" y="2858"/>
                </a:lnTo>
                <a:lnTo>
                  <a:pt x="75684" y="68743"/>
                </a:lnTo>
                <a:lnTo>
                  <a:pt x="75684" y="22869"/>
                </a:lnTo>
                <a:cubicBezTo>
                  <a:pt x="75594" y="18059"/>
                  <a:pt x="75209" y="14452"/>
                  <a:pt x="74527" y="12047"/>
                </a:cubicBezTo>
                <a:cubicBezTo>
                  <a:pt x="73847" y="9642"/>
                  <a:pt x="72600" y="7986"/>
                  <a:pt x="70784" y="7079"/>
                </a:cubicBezTo>
                <a:cubicBezTo>
                  <a:pt x="68969" y="6170"/>
                  <a:pt x="66247" y="5625"/>
                  <a:pt x="62617" y="5444"/>
                </a:cubicBezTo>
                <a:lnTo>
                  <a:pt x="62617" y="2858"/>
                </a:lnTo>
                <a:lnTo>
                  <a:pt x="94606" y="2858"/>
                </a:lnTo>
                <a:close/>
                <a:moveTo>
                  <a:pt x="163349" y="86165"/>
                </a:moveTo>
                <a:lnTo>
                  <a:pt x="163349" y="88072"/>
                </a:lnTo>
                <a:cubicBezTo>
                  <a:pt x="159900" y="88979"/>
                  <a:pt x="156791" y="89887"/>
                  <a:pt x="154023" y="90795"/>
                </a:cubicBezTo>
                <a:cubicBezTo>
                  <a:pt x="151256" y="91702"/>
                  <a:pt x="148148" y="92836"/>
                  <a:pt x="144699" y="94197"/>
                </a:cubicBezTo>
                <a:lnTo>
                  <a:pt x="144155" y="93925"/>
                </a:lnTo>
                <a:lnTo>
                  <a:pt x="144155" y="82626"/>
                </a:lnTo>
                <a:lnTo>
                  <a:pt x="138302" y="88479"/>
                </a:lnTo>
                <a:cubicBezTo>
                  <a:pt x="136486" y="90294"/>
                  <a:pt x="134331" y="91724"/>
                  <a:pt x="131836" y="92768"/>
                </a:cubicBezTo>
                <a:cubicBezTo>
                  <a:pt x="129341" y="93811"/>
                  <a:pt x="126823" y="94332"/>
                  <a:pt x="124282" y="94332"/>
                </a:cubicBezTo>
                <a:cubicBezTo>
                  <a:pt x="119290" y="94332"/>
                  <a:pt x="115296" y="92722"/>
                  <a:pt x="112301" y="89501"/>
                </a:cubicBezTo>
                <a:cubicBezTo>
                  <a:pt x="109307" y="86279"/>
                  <a:pt x="107810" y="81991"/>
                  <a:pt x="107810" y="76638"/>
                </a:cubicBezTo>
                <a:lnTo>
                  <a:pt x="107810" y="42335"/>
                </a:lnTo>
                <a:cubicBezTo>
                  <a:pt x="107719" y="39067"/>
                  <a:pt x="107083" y="36821"/>
                  <a:pt x="105904" y="35597"/>
                </a:cubicBezTo>
                <a:cubicBezTo>
                  <a:pt x="104724" y="34371"/>
                  <a:pt x="102546" y="33713"/>
                  <a:pt x="99371" y="33622"/>
                </a:cubicBezTo>
                <a:lnTo>
                  <a:pt x="99371" y="31717"/>
                </a:lnTo>
                <a:lnTo>
                  <a:pt x="119245" y="31717"/>
                </a:lnTo>
                <a:lnTo>
                  <a:pt x="119245" y="76093"/>
                </a:lnTo>
                <a:cubicBezTo>
                  <a:pt x="119245" y="78906"/>
                  <a:pt x="120197" y="81333"/>
                  <a:pt x="122103" y="83376"/>
                </a:cubicBezTo>
                <a:cubicBezTo>
                  <a:pt x="124008" y="85417"/>
                  <a:pt x="126277" y="86437"/>
                  <a:pt x="128909" y="86437"/>
                </a:cubicBezTo>
                <a:cubicBezTo>
                  <a:pt x="133084" y="86437"/>
                  <a:pt x="137077" y="84895"/>
                  <a:pt x="140888" y="81810"/>
                </a:cubicBezTo>
                <a:cubicBezTo>
                  <a:pt x="142612" y="80448"/>
                  <a:pt x="143474" y="78044"/>
                  <a:pt x="143474" y="74596"/>
                </a:cubicBezTo>
                <a:lnTo>
                  <a:pt x="143474" y="42607"/>
                </a:lnTo>
                <a:cubicBezTo>
                  <a:pt x="143474" y="39158"/>
                  <a:pt x="142861" y="36912"/>
                  <a:pt x="141635" y="35869"/>
                </a:cubicBezTo>
                <a:cubicBezTo>
                  <a:pt x="140411" y="34825"/>
                  <a:pt x="137667" y="34212"/>
                  <a:pt x="133402" y="34031"/>
                </a:cubicBezTo>
                <a:lnTo>
                  <a:pt x="133402" y="31717"/>
                </a:lnTo>
                <a:lnTo>
                  <a:pt x="154908" y="31717"/>
                </a:lnTo>
                <a:lnTo>
                  <a:pt x="154908" y="78407"/>
                </a:lnTo>
                <a:cubicBezTo>
                  <a:pt x="154999" y="81582"/>
                  <a:pt x="155476" y="83624"/>
                  <a:pt x="156337" y="84533"/>
                </a:cubicBezTo>
                <a:cubicBezTo>
                  <a:pt x="157200" y="85440"/>
                  <a:pt x="159310" y="85984"/>
                  <a:pt x="162668" y="86165"/>
                </a:cubicBezTo>
                <a:lnTo>
                  <a:pt x="163349" y="86165"/>
                </a:lnTo>
                <a:close/>
                <a:moveTo>
                  <a:pt x="167161" y="92972"/>
                </a:moveTo>
                <a:lnTo>
                  <a:pt x="167161" y="90930"/>
                </a:lnTo>
                <a:cubicBezTo>
                  <a:pt x="170881" y="90930"/>
                  <a:pt x="173377" y="90295"/>
                  <a:pt x="174646" y="89025"/>
                </a:cubicBezTo>
                <a:cubicBezTo>
                  <a:pt x="175918" y="87754"/>
                  <a:pt x="176598" y="85212"/>
                  <a:pt x="176688" y="81400"/>
                </a:cubicBezTo>
                <a:lnTo>
                  <a:pt x="176688" y="46963"/>
                </a:lnTo>
                <a:cubicBezTo>
                  <a:pt x="176688" y="43696"/>
                  <a:pt x="176347" y="41428"/>
                  <a:pt x="175666" y="40158"/>
                </a:cubicBezTo>
                <a:cubicBezTo>
                  <a:pt x="174986" y="38887"/>
                  <a:pt x="173739" y="38251"/>
                  <a:pt x="171923" y="38251"/>
                </a:cubicBezTo>
                <a:cubicBezTo>
                  <a:pt x="170562" y="38251"/>
                  <a:pt x="169110" y="38433"/>
                  <a:pt x="167568" y="38796"/>
                </a:cubicBezTo>
                <a:lnTo>
                  <a:pt x="167568" y="36482"/>
                </a:lnTo>
                <a:cubicBezTo>
                  <a:pt x="171288" y="35483"/>
                  <a:pt x="174533" y="34531"/>
                  <a:pt x="177301" y="33624"/>
                </a:cubicBezTo>
                <a:cubicBezTo>
                  <a:pt x="180069" y="32715"/>
                  <a:pt x="183177" y="31625"/>
                  <a:pt x="186625" y="30354"/>
                </a:cubicBezTo>
                <a:lnTo>
                  <a:pt x="187578" y="30628"/>
                </a:lnTo>
                <a:lnTo>
                  <a:pt x="187578" y="40837"/>
                </a:lnTo>
                <a:cubicBezTo>
                  <a:pt x="191389" y="37934"/>
                  <a:pt x="194474" y="35733"/>
                  <a:pt x="196834" y="34236"/>
                </a:cubicBezTo>
                <a:cubicBezTo>
                  <a:pt x="199193" y="32738"/>
                  <a:pt x="201258" y="31717"/>
                  <a:pt x="203027" y="31173"/>
                </a:cubicBezTo>
                <a:cubicBezTo>
                  <a:pt x="204797" y="30627"/>
                  <a:pt x="206680" y="30354"/>
                  <a:pt x="208677" y="30354"/>
                </a:cubicBezTo>
                <a:cubicBezTo>
                  <a:pt x="215846" y="30354"/>
                  <a:pt x="220655" y="34166"/>
                  <a:pt x="223106" y="41789"/>
                </a:cubicBezTo>
                <a:cubicBezTo>
                  <a:pt x="230185" y="34166"/>
                  <a:pt x="237581" y="30354"/>
                  <a:pt x="245294" y="30354"/>
                </a:cubicBezTo>
                <a:cubicBezTo>
                  <a:pt x="255820" y="30354"/>
                  <a:pt x="261084" y="38431"/>
                  <a:pt x="261084" y="54585"/>
                </a:cubicBezTo>
                <a:lnTo>
                  <a:pt x="261084" y="82626"/>
                </a:lnTo>
                <a:cubicBezTo>
                  <a:pt x="261084" y="85258"/>
                  <a:pt x="261515" y="87164"/>
                  <a:pt x="262378" y="88344"/>
                </a:cubicBezTo>
                <a:cubicBezTo>
                  <a:pt x="263240" y="89524"/>
                  <a:pt x="264760" y="90295"/>
                  <a:pt x="266937" y="90658"/>
                </a:cubicBezTo>
                <a:lnTo>
                  <a:pt x="270476" y="90930"/>
                </a:lnTo>
                <a:lnTo>
                  <a:pt x="270476" y="92972"/>
                </a:lnTo>
                <a:lnTo>
                  <a:pt x="240666" y="92972"/>
                </a:lnTo>
                <a:lnTo>
                  <a:pt x="240666" y="90930"/>
                </a:lnTo>
                <a:cubicBezTo>
                  <a:pt x="243298" y="90657"/>
                  <a:pt x="245227" y="90272"/>
                  <a:pt x="246451" y="89773"/>
                </a:cubicBezTo>
                <a:cubicBezTo>
                  <a:pt x="247676" y="89273"/>
                  <a:pt x="248493" y="88388"/>
                  <a:pt x="248902" y="87119"/>
                </a:cubicBezTo>
                <a:cubicBezTo>
                  <a:pt x="249310" y="85847"/>
                  <a:pt x="249559" y="83851"/>
                  <a:pt x="249649" y="81128"/>
                </a:cubicBezTo>
                <a:lnTo>
                  <a:pt x="249649" y="52407"/>
                </a:lnTo>
                <a:cubicBezTo>
                  <a:pt x="249649" y="46780"/>
                  <a:pt x="248923" y="42878"/>
                  <a:pt x="247470" y="40700"/>
                </a:cubicBezTo>
                <a:cubicBezTo>
                  <a:pt x="246019" y="38522"/>
                  <a:pt x="243343" y="37433"/>
                  <a:pt x="239441" y="37433"/>
                </a:cubicBezTo>
                <a:cubicBezTo>
                  <a:pt x="236264" y="37433"/>
                  <a:pt x="233519" y="38091"/>
                  <a:pt x="231205" y="39408"/>
                </a:cubicBezTo>
                <a:cubicBezTo>
                  <a:pt x="228891" y="40724"/>
                  <a:pt x="226691" y="42833"/>
                  <a:pt x="224604" y="45737"/>
                </a:cubicBezTo>
                <a:lnTo>
                  <a:pt x="224604" y="80040"/>
                </a:lnTo>
                <a:cubicBezTo>
                  <a:pt x="224785" y="84396"/>
                  <a:pt x="225511" y="87301"/>
                  <a:pt x="226781" y="88753"/>
                </a:cubicBezTo>
                <a:cubicBezTo>
                  <a:pt x="228052" y="90204"/>
                  <a:pt x="230593" y="90930"/>
                  <a:pt x="234404" y="90930"/>
                </a:cubicBezTo>
                <a:lnTo>
                  <a:pt x="234404" y="92972"/>
                </a:lnTo>
                <a:lnTo>
                  <a:pt x="203912" y="92972"/>
                </a:lnTo>
                <a:lnTo>
                  <a:pt x="203912" y="90930"/>
                </a:lnTo>
                <a:cubicBezTo>
                  <a:pt x="207724" y="90749"/>
                  <a:pt x="210197" y="90068"/>
                  <a:pt x="211332" y="88888"/>
                </a:cubicBezTo>
                <a:cubicBezTo>
                  <a:pt x="212466" y="87708"/>
                  <a:pt x="213078" y="85167"/>
                  <a:pt x="213170" y="81265"/>
                </a:cubicBezTo>
                <a:lnTo>
                  <a:pt x="213170" y="51727"/>
                </a:lnTo>
                <a:cubicBezTo>
                  <a:pt x="213170" y="42198"/>
                  <a:pt x="210175" y="37433"/>
                  <a:pt x="204184" y="37433"/>
                </a:cubicBezTo>
                <a:cubicBezTo>
                  <a:pt x="201825" y="37433"/>
                  <a:pt x="199329" y="37955"/>
                  <a:pt x="196697" y="38999"/>
                </a:cubicBezTo>
                <a:cubicBezTo>
                  <a:pt x="194066" y="40043"/>
                  <a:pt x="191888" y="41336"/>
                  <a:pt x="190164" y="42879"/>
                </a:cubicBezTo>
                <a:cubicBezTo>
                  <a:pt x="189710" y="43332"/>
                  <a:pt x="189256" y="43831"/>
                  <a:pt x="188802" y="44377"/>
                </a:cubicBezTo>
                <a:cubicBezTo>
                  <a:pt x="188349" y="44921"/>
                  <a:pt x="188122" y="45284"/>
                  <a:pt x="188122" y="45465"/>
                </a:cubicBezTo>
                <a:lnTo>
                  <a:pt x="188122" y="83851"/>
                </a:lnTo>
                <a:cubicBezTo>
                  <a:pt x="188214" y="86574"/>
                  <a:pt x="188917" y="88411"/>
                  <a:pt x="190233" y="89364"/>
                </a:cubicBezTo>
                <a:cubicBezTo>
                  <a:pt x="191548" y="90317"/>
                  <a:pt x="193931" y="90839"/>
                  <a:pt x="197380" y="90930"/>
                </a:cubicBezTo>
                <a:lnTo>
                  <a:pt x="197380" y="92972"/>
                </a:lnTo>
                <a:lnTo>
                  <a:pt x="167161" y="92972"/>
                </a:lnTo>
                <a:close/>
                <a:moveTo>
                  <a:pt x="291304" y="272"/>
                </a:moveTo>
                <a:lnTo>
                  <a:pt x="291304" y="41926"/>
                </a:lnTo>
                <a:cubicBezTo>
                  <a:pt x="292665" y="38478"/>
                  <a:pt x="295115" y="35688"/>
                  <a:pt x="298654" y="33555"/>
                </a:cubicBezTo>
                <a:cubicBezTo>
                  <a:pt x="302194" y="31421"/>
                  <a:pt x="306051" y="30354"/>
                  <a:pt x="310226" y="30354"/>
                </a:cubicBezTo>
                <a:cubicBezTo>
                  <a:pt x="314762" y="30354"/>
                  <a:pt x="318845" y="31648"/>
                  <a:pt x="322474" y="34234"/>
                </a:cubicBezTo>
                <a:cubicBezTo>
                  <a:pt x="326105" y="36821"/>
                  <a:pt x="328964" y="40338"/>
                  <a:pt x="331051" y="44786"/>
                </a:cubicBezTo>
                <a:cubicBezTo>
                  <a:pt x="333139" y="49232"/>
                  <a:pt x="334183" y="54268"/>
                  <a:pt x="334183" y="59894"/>
                </a:cubicBezTo>
                <a:cubicBezTo>
                  <a:pt x="334183" y="66337"/>
                  <a:pt x="332776" y="72168"/>
                  <a:pt x="329962" y="77385"/>
                </a:cubicBezTo>
                <a:cubicBezTo>
                  <a:pt x="327150" y="82603"/>
                  <a:pt x="323338" y="86732"/>
                  <a:pt x="318528" y="89773"/>
                </a:cubicBezTo>
                <a:cubicBezTo>
                  <a:pt x="313719" y="92812"/>
                  <a:pt x="308319" y="94332"/>
                  <a:pt x="302329" y="94332"/>
                </a:cubicBezTo>
                <a:cubicBezTo>
                  <a:pt x="298700" y="94332"/>
                  <a:pt x="295160" y="93901"/>
                  <a:pt x="291711" y="93038"/>
                </a:cubicBezTo>
                <a:cubicBezTo>
                  <a:pt x="288263" y="92177"/>
                  <a:pt x="285427" y="91066"/>
                  <a:pt x="283203" y="89704"/>
                </a:cubicBezTo>
                <a:cubicBezTo>
                  <a:pt x="280981" y="88343"/>
                  <a:pt x="279869" y="86982"/>
                  <a:pt x="279869" y="85621"/>
                </a:cubicBezTo>
                <a:lnTo>
                  <a:pt x="279869" y="14974"/>
                </a:lnTo>
                <a:cubicBezTo>
                  <a:pt x="279869" y="12070"/>
                  <a:pt x="279461" y="10187"/>
                  <a:pt x="278644" y="9326"/>
                </a:cubicBezTo>
                <a:cubicBezTo>
                  <a:pt x="277827" y="8463"/>
                  <a:pt x="276012" y="8032"/>
                  <a:pt x="273200" y="8032"/>
                </a:cubicBezTo>
                <a:cubicBezTo>
                  <a:pt x="272202" y="8032"/>
                  <a:pt x="271430" y="8077"/>
                  <a:pt x="270886" y="8167"/>
                </a:cubicBezTo>
                <a:lnTo>
                  <a:pt x="270886" y="5988"/>
                </a:lnTo>
                <a:lnTo>
                  <a:pt x="274833" y="4900"/>
                </a:lnTo>
                <a:cubicBezTo>
                  <a:pt x="278009" y="3993"/>
                  <a:pt x="280731" y="3199"/>
                  <a:pt x="283000" y="2519"/>
                </a:cubicBezTo>
                <a:cubicBezTo>
                  <a:pt x="285269" y="1838"/>
                  <a:pt x="287810" y="998"/>
                  <a:pt x="290622" y="0"/>
                </a:cubicBezTo>
                <a:lnTo>
                  <a:pt x="291304" y="272"/>
                </a:lnTo>
                <a:moveTo>
                  <a:pt x="291304" y="49139"/>
                </a:moveTo>
                <a:lnTo>
                  <a:pt x="291304" y="83442"/>
                </a:lnTo>
                <a:cubicBezTo>
                  <a:pt x="291304" y="85167"/>
                  <a:pt x="292619" y="86688"/>
                  <a:pt x="295250" y="88003"/>
                </a:cubicBezTo>
                <a:cubicBezTo>
                  <a:pt x="297883" y="89319"/>
                  <a:pt x="300968" y="89977"/>
                  <a:pt x="304508" y="89977"/>
                </a:cubicBezTo>
                <a:cubicBezTo>
                  <a:pt x="310134" y="89977"/>
                  <a:pt x="314489" y="87890"/>
                  <a:pt x="317575" y="83716"/>
                </a:cubicBezTo>
                <a:cubicBezTo>
                  <a:pt x="320661" y="79541"/>
                  <a:pt x="322204" y="73687"/>
                  <a:pt x="322204" y="66155"/>
                </a:cubicBezTo>
                <a:cubicBezTo>
                  <a:pt x="322204" y="61254"/>
                  <a:pt x="321524" y="56671"/>
                  <a:pt x="320163" y="52407"/>
                </a:cubicBezTo>
                <a:cubicBezTo>
                  <a:pt x="318801" y="48142"/>
                  <a:pt x="317032" y="44966"/>
                  <a:pt x="314854" y="42879"/>
                </a:cubicBezTo>
                <a:cubicBezTo>
                  <a:pt x="311950" y="40247"/>
                  <a:pt x="308592" y="38931"/>
                  <a:pt x="304780" y="38931"/>
                </a:cubicBezTo>
                <a:cubicBezTo>
                  <a:pt x="301240" y="38931"/>
                  <a:pt x="298110" y="39975"/>
                  <a:pt x="295387" y="42063"/>
                </a:cubicBezTo>
                <a:cubicBezTo>
                  <a:pt x="292665" y="44149"/>
                  <a:pt x="291304" y="46508"/>
                  <a:pt x="291304" y="49139"/>
                </a:cubicBezTo>
                <a:close/>
                <a:moveTo>
                  <a:pt x="394893" y="70647"/>
                </a:moveTo>
                <a:lnTo>
                  <a:pt x="397070" y="71601"/>
                </a:lnTo>
                <a:cubicBezTo>
                  <a:pt x="394258" y="78951"/>
                  <a:pt x="390379" y="84577"/>
                  <a:pt x="385432" y="88479"/>
                </a:cubicBezTo>
                <a:cubicBezTo>
                  <a:pt x="380486" y="92381"/>
                  <a:pt x="374747" y="94332"/>
                  <a:pt x="368214" y="94332"/>
                </a:cubicBezTo>
                <a:cubicBezTo>
                  <a:pt x="360409" y="94332"/>
                  <a:pt x="354215" y="91588"/>
                  <a:pt x="349632" y="86099"/>
                </a:cubicBezTo>
                <a:cubicBezTo>
                  <a:pt x="345050" y="80608"/>
                  <a:pt x="342759" y="73189"/>
                  <a:pt x="342759" y="63841"/>
                </a:cubicBezTo>
                <a:cubicBezTo>
                  <a:pt x="342759" y="58215"/>
                  <a:pt x="343644" y="53111"/>
                  <a:pt x="345414" y="48529"/>
                </a:cubicBezTo>
                <a:cubicBezTo>
                  <a:pt x="347183" y="43945"/>
                  <a:pt x="349656" y="40247"/>
                  <a:pt x="352831" y="37433"/>
                </a:cubicBezTo>
                <a:cubicBezTo>
                  <a:pt x="358094" y="32714"/>
                  <a:pt x="364220" y="30354"/>
                  <a:pt x="371209" y="30354"/>
                </a:cubicBezTo>
                <a:cubicBezTo>
                  <a:pt x="378559" y="30354"/>
                  <a:pt x="384366" y="32941"/>
                  <a:pt x="388631" y="38114"/>
                </a:cubicBezTo>
                <a:cubicBezTo>
                  <a:pt x="390355" y="40292"/>
                  <a:pt x="391626" y="42584"/>
                  <a:pt x="392443" y="44989"/>
                </a:cubicBezTo>
                <a:cubicBezTo>
                  <a:pt x="393260" y="47393"/>
                  <a:pt x="393940" y="50819"/>
                  <a:pt x="394484" y="55267"/>
                </a:cubicBezTo>
                <a:lnTo>
                  <a:pt x="352559" y="55267"/>
                </a:lnTo>
                <a:cubicBezTo>
                  <a:pt x="352740" y="59440"/>
                  <a:pt x="353103" y="62820"/>
                  <a:pt x="353647" y="65407"/>
                </a:cubicBezTo>
                <a:cubicBezTo>
                  <a:pt x="354193" y="67994"/>
                  <a:pt x="355055" y="70602"/>
                  <a:pt x="356235" y="73233"/>
                </a:cubicBezTo>
                <a:cubicBezTo>
                  <a:pt x="360227" y="81038"/>
                  <a:pt x="366080" y="84940"/>
                  <a:pt x="373795" y="84940"/>
                </a:cubicBezTo>
                <a:cubicBezTo>
                  <a:pt x="378151" y="84940"/>
                  <a:pt x="381939" y="83851"/>
                  <a:pt x="385160" y="81675"/>
                </a:cubicBezTo>
                <a:cubicBezTo>
                  <a:pt x="388383" y="79496"/>
                  <a:pt x="391627" y="75821"/>
                  <a:pt x="394893" y="70647"/>
                </a:cubicBezTo>
                <a:moveTo>
                  <a:pt x="352831" y="50909"/>
                </a:moveTo>
                <a:lnTo>
                  <a:pt x="380601" y="50909"/>
                </a:lnTo>
                <a:cubicBezTo>
                  <a:pt x="379693" y="45011"/>
                  <a:pt x="378286" y="40929"/>
                  <a:pt x="376381" y="38660"/>
                </a:cubicBezTo>
                <a:cubicBezTo>
                  <a:pt x="374475" y="36391"/>
                  <a:pt x="371435" y="35256"/>
                  <a:pt x="367260" y="35256"/>
                </a:cubicBezTo>
                <a:cubicBezTo>
                  <a:pt x="363085" y="35256"/>
                  <a:pt x="359818" y="36527"/>
                  <a:pt x="357458" y="39068"/>
                </a:cubicBezTo>
                <a:cubicBezTo>
                  <a:pt x="355100" y="41609"/>
                  <a:pt x="353558" y="45556"/>
                  <a:pt x="352831" y="50909"/>
                </a:cubicBezTo>
                <a:close/>
                <a:moveTo>
                  <a:pt x="399658" y="92972"/>
                </a:moveTo>
                <a:lnTo>
                  <a:pt x="399658" y="90930"/>
                </a:lnTo>
                <a:cubicBezTo>
                  <a:pt x="402562" y="90386"/>
                  <a:pt x="404672" y="89864"/>
                  <a:pt x="405987" y="89366"/>
                </a:cubicBezTo>
                <a:cubicBezTo>
                  <a:pt x="407303" y="88866"/>
                  <a:pt x="408165" y="88026"/>
                  <a:pt x="408573" y="86846"/>
                </a:cubicBezTo>
                <a:cubicBezTo>
                  <a:pt x="408982" y="85667"/>
                  <a:pt x="409231" y="83897"/>
                  <a:pt x="409323" y="81537"/>
                </a:cubicBezTo>
                <a:lnTo>
                  <a:pt x="409323" y="47507"/>
                </a:lnTo>
                <a:cubicBezTo>
                  <a:pt x="409323" y="44512"/>
                  <a:pt x="408982" y="42402"/>
                  <a:pt x="408301" y="41178"/>
                </a:cubicBezTo>
                <a:cubicBezTo>
                  <a:pt x="407621" y="39952"/>
                  <a:pt x="406419" y="39340"/>
                  <a:pt x="404695" y="39340"/>
                </a:cubicBezTo>
                <a:cubicBezTo>
                  <a:pt x="403243" y="39340"/>
                  <a:pt x="401654" y="39521"/>
                  <a:pt x="399930" y="39884"/>
                </a:cubicBezTo>
                <a:lnTo>
                  <a:pt x="399930" y="37705"/>
                </a:lnTo>
                <a:cubicBezTo>
                  <a:pt x="403922" y="36435"/>
                  <a:pt x="407370" y="35256"/>
                  <a:pt x="410274" y="34168"/>
                </a:cubicBezTo>
                <a:cubicBezTo>
                  <a:pt x="413179" y="33078"/>
                  <a:pt x="416446" y="31807"/>
                  <a:pt x="420076" y="30354"/>
                </a:cubicBezTo>
                <a:lnTo>
                  <a:pt x="420757" y="30628"/>
                </a:lnTo>
                <a:lnTo>
                  <a:pt x="420757" y="43151"/>
                </a:lnTo>
                <a:cubicBezTo>
                  <a:pt x="424115" y="38251"/>
                  <a:pt x="426973" y="34893"/>
                  <a:pt x="429331" y="33077"/>
                </a:cubicBezTo>
                <a:cubicBezTo>
                  <a:pt x="431691" y="31262"/>
                  <a:pt x="434277" y="30354"/>
                  <a:pt x="437091" y="30354"/>
                </a:cubicBezTo>
                <a:cubicBezTo>
                  <a:pt x="439451" y="30354"/>
                  <a:pt x="441288" y="30990"/>
                  <a:pt x="442604" y="32261"/>
                </a:cubicBezTo>
                <a:cubicBezTo>
                  <a:pt x="443921" y="33531"/>
                  <a:pt x="444579" y="35300"/>
                  <a:pt x="444579" y="37570"/>
                </a:cubicBezTo>
                <a:cubicBezTo>
                  <a:pt x="444579" y="39475"/>
                  <a:pt x="444102" y="40973"/>
                  <a:pt x="443148" y="42063"/>
                </a:cubicBezTo>
                <a:cubicBezTo>
                  <a:pt x="442195" y="43151"/>
                  <a:pt x="440903" y="43695"/>
                  <a:pt x="439270" y="43695"/>
                </a:cubicBezTo>
                <a:cubicBezTo>
                  <a:pt x="438362" y="43695"/>
                  <a:pt x="437499" y="43491"/>
                  <a:pt x="436682" y="43083"/>
                </a:cubicBezTo>
                <a:cubicBezTo>
                  <a:pt x="435866" y="42674"/>
                  <a:pt x="434914" y="41971"/>
                  <a:pt x="433824" y="40972"/>
                </a:cubicBezTo>
                <a:cubicBezTo>
                  <a:pt x="432373" y="39611"/>
                  <a:pt x="431193" y="38931"/>
                  <a:pt x="430285" y="38931"/>
                </a:cubicBezTo>
                <a:cubicBezTo>
                  <a:pt x="429015" y="38931"/>
                  <a:pt x="427631" y="39566"/>
                  <a:pt x="426133" y="40837"/>
                </a:cubicBezTo>
                <a:cubicBezTo>
                  <a:pt x="424636" y="42107"/>
                  <a:pt x="423365" y="43605"/>
                  <a:pt x="422321" y="45330"/>
                </a:cubicBezTo>
                <a:cubicBezTo>
                  <a:pt x="421278" y="47054"/>
                  <a:pt x="420757" y="48642"/>
                  <a:pt x="420757" y="50093"/>
                </a:cubicBezTo>
                <a:lnTo>
                  <a:pt x="420757" y="80721"/>
                </a:lnTo>
                <a:cubicBezTo>
                  <a:pt x="420938" y="84713"/>
                  <a:pt x="421778" y="87368"/>
                  <a:pt x="423275" y="88685"/>
                </a:cubicBezTo>
                <a:cubicBezTo>
                  <a:pt x="424773" y="90000"/>
                  <a:pt x="427790" y="90749"/>
                  <a:pt x="432326" y="90930"/>
                </a:cubicBezTo>
                <a:lnTo>
                  <a:pt x="432326" y="92972"/>
                </a:lnTo>
                <a:lnTo>
                  <a:pt x="399658" y="929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53869-E060-469A-98E3-10E73E85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11" y="62082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4Bytes">
            <a:extLst xmlns:a="http://schemas.openxmlformats.org/drawingml/2006/main">
              <a:ext uri="{FF2B5EF4-FFF2-40B4-BE49-F238E27FC236}">
                <a16:creationId xmlns:a16="http://schemas.microsoft.com/office/drawing/2014/main" id="{0D7225E3-52EA-4498-9BC1-66C35172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91" y="173129"/>
            <a:ext cx="404423" cy="121693"/>
          </a:xfrm>
          <a:custGeom xmlns:a="http://schemas.openxmlformats.org/drawingml/2006/main">
            <a:pathLst>
              <a:path w="404423" h="121693">
                <a:moveTo>
                  <a:pt x="62617" y="60574"/>
                </a:moveTo>
                <a:lnTo>
                  <a:pt x="62617" y="69285"/>
                </a:lnTo>
                <a:lnTo>
                  <a:pt x="48732" y="69285"/>
                </a:lnTo>
                <a:lnTo>
                  <a:pt x="48732" y="92018"/>
                </a:lnTo>
                <a:lnTo>
                  <a:pt x="38251" y="92018"/>
                </a:lnTo>
                <a:lnTo>
                  <a:pt x="38251" y="69285"/>
                </a:lnTo>
                <a:lnTo>
                  <a:pt x="0" y="69285"/>
                </a:lnTo>
                <a:lnTo>
                  <a:pt x="0" y="60574"/>
                </a:lnTo>
                <a:lnTo>
                  <a:pt x="42744" y="0"/>
                </a:lnTo>
                <a:lnTo>
                  <a:pt x="48732" y="0"/>
                </a:lnTo>
                <a:lnTo>
                  <a:pt x="48732" y="60574"/>
                </a:lnTo>
                <a:lnTo>
                  <a:pt x="62617" y="60574"/>
                </a:lnTo>
                <a:moveTo>
                  <a:pt x="38116" y="60574"/>
                </a:moveTo>
                <a:lnTo>
                  <a:pt x="38116" y="13883"/>
                </a:lnTo>
                <a:lnTo>
                  <a:pt x="5446" y="60574"/>
                </a:lnTo>
                <a:lnTo>
                  <a:pt x="38116" y="60574"/>
                </a:lnTo>
                <a:close/>
                <a:moveTo>
                  <a:pt x="102229" y="4491"/>
                </a:moveTo>
                <a:lnTo>
                  <a:pt x="102229" y="1905"/>
                </a:lnTo>
                <a:lnTo>
                  <a:pt x="140343" y="1905"/>
                </a:lnTo>
                <a:cubicBezTo>
                  <a:pt x="152049" y="1905"/>
                  <a:pt x="160920" y="3856"/>
                  <a:pt x="166955" y="7758"/>
                </a:cubicBezTo>
                <a:cubicBezTo>
                  <a:pt x="172991" y="11660"/>
                  <a:pt x="176008" y="17422"/>
                  <a:pt x="176008" y="25045"/>
                </a:cubicBezTo>
                <a:cubicBezTo>
                  <a:pt x="176008" y="30944"/>
                  <a:pt x="174193" y="35482"/>
                  <a:pt x="170562" y="38658"/>
                </a:cubicBezTo>
                <a:cubicBezTo>
                  <a:pt x="168930" y="40110"/>
                  <a:pt x="167206" y="41244"/>
                  <a:pt x="165391" y="42061"/>
                </a:cubicBezTo>
                <a:cubicBezTo>
                  <a:pt x="163575" y="42878"/>
                  <a:pt x="160898" y="43740"/>
                  <a:pt x="157358" y="44647"/>
                </a:cubicBezTo>
                <a:cubicBezTo>
                  <a:pt x="161805" y="45736"/>
                  <a:pt x="165185" y="46803"/>
                  <a:pt x="167499" y="47847"/>
                </a:cubicBezTo>
                <a:cubicBezTo>
                  <a:pt x="169814" y="48890"/>
                  <a:pt x="171970" y="50319"/>
                  <a:pt x="173967" y="52134"/>
                </a:cubicBezTo>
                <a:cubicBezTo>
                  <a:pt x="178413" y="56128"/>
                  <a:pt x="180636" y="61256"/>
                  <a:pt x="180636" y="67517"/>
                </a:cubicBezTo>
                <a:cubicBezTo>
                  <a:pt x="180636" y="74323"/>
                  <a:pt x="178095" y="79995"/>
                  <a:pt x="173013" y="84533"/>
                </a:cubicBezTo>
                <a:cubicBezTo>
                  <a:pt x="170472" y="86801"/>
                  <a:pt x="166933" y="88615"/>
                  <a:pt x="162395" y="89977"/>
                </a:cubicBezTo>
                <a:cubicBezTo>
                  <a:pt x="157858" y="91338"/>
                  <a:pt x="152957" y="92018"/>
                  <a:pt x="147694" y="92018"/>
                </a:cubicBezTo>
                <a:lnTo>
                  <a:pt x="102229" y="92018"/>
                </a:lnTo>
                <a:lnTo>
                  <a:pt x="102229" y="89432"/>
                </a:lnTo>
                <a:cubicBezTo>
                  <a:pt x="105950" y="89251"/>
                  <a:pt x="108740" y="88865"/>
                  <a:pt x="110600" y="88275"/>
                </a:cubicBezTo>
                <a:cubicBezTo>
                  <a:pt x="112461" y="87686"/>
                  <a:pt x="113709" y="86529"/>
                  <a:pt x="114344" y="84805"/>
                </a:cubicBezTo>
                <a:cubicBezTo>
                  <a:pt x="114980" y="83079"/>
                  <a:pt x="115298" y="80538"/>
                  <a:pt x="115298" y="77182"/>
                </a:cubicBezTo>
                <a:lnTo>
                  <a:pt x="115298" y="16743"/>
                </a:lnTo>
                <a:cubicBezTo>
                  <a:pt x="115298" y="13294"/>
                  <a:pt x="115003" y="10753"/>
                  <a:pt x="114413" y="9120"/>
                </a:cubicBezTo>
                <a:cubicBezTo>
                  <a:pt x="113823" y="7486"/>
                  <a:pt x="112598" y="6352"/>
                  <a:pt x="110737" y="5716"/>
                </a:cubicBezTo>
                <a:cubicBezTo>
                  <a:pt x="108877" y="5081"/>
                  <a:pt x="106041" y="4672"/>
                  <a:pt x="102229" y="4491"/>
                </a:cubicBezTo>
                <a:moveTo>
                  <a:pt x="129181" y="47642"/>
                </a:moveTo>
                <a:lnTo>
                  <a:pt x="129181" y="81400"/>
                </a:lnTo>
                <a:cubicBezTo>
                  <a:pt x="129181" y="83579"/>
                  <a:pt x="129771" y="85053"/>
                  <a:pt x="130951" y="85825"/>
                </a:cubicBezTo>
                <a:cubicBezTo>
                  <a:pt x="132130" y="86596"/>
                  <a:pt x="134399" y="86981"/>
                  <a:pt x="137757" y="86981"/>
                </a:cubicBezTo>
                <a:cubicBezTo>
                  <a:pt x="142295" y="86981"/>
                  <a:pt x="146038" y="86686"/>
                  <a:pt x="148988" y="86097"/>
                </a:cubicBezTo>
                <a:cubicBezTo>
                  <a:pt x="151937" y="85507"/>
                  <a:pt x="154501" y="84622"/>
                  <a:pt x="156679" y="83442"/>
                </a:cubicBezTo>
                <a:cubicBezTo>
                  <a:pt x="162214" y="80266"/>
                  <a:pt x="164981" y="75002"/>
                  <a:pt x="164981" y="67652"/>
                </a:cubicBezTo>
                <a:cubicBezTo>
                  <a:pt x="164981" y="59304"/>
                  <a:pt x="161170" y="53587"/>
                  <a:pt x="153547" y="50502"/>
                </a:cubicBezTo>
                <a:cubicBezTo>
                  <a:pt x="151098" y="49503"/>
                  <a:pt x="148080" y="48777"/>
                  <a:pt x="144495" y="48323"/>
                </a:cubicBezTo>
                <a:cubicBezTo>
                  <a:pt x="140910" y="47869"/>
                  <a:pt x="135805" y="47642"/>
                  <a:pt x="129181" y="47642"/>
                </a:cubicBezTo>
                <a:moveTo>
                  <a:pt x="129181" y="42333"/>
                </a:moveTo>
                <a:lnTo>
                  <a:pt x="142113" y="42198"/>
                </a:lnTo>
                <a:cubicBezTo>
                  <a:pt x="155453" y="42016"/>
                  <a:pt x="162123" y="36480"/>
                  <a:pt x="162123" y="25589"/>
                </a:cubicBezTo>
                <a:cubicBezTo>
                  <a:pt x="162123" y="19511"/>
                  <a:pt x="160013" y="14838"/>
                  <a:pt x="155792" y="11571"/>
                </a:cubicBezTo>
                <a:cubicBezTo>
                  <a:pt x="151573" y="8303"/>
                  <a:pt x="145698" y="6760"/>
                  <a:pt x="138166" y="6942"/>
                </a:cubicBezTo>
                <a:lnTo>
                  <a:pt x="132176" y="7079"/>
                </a:lnTo>
                <a:cubicBezTo>
                  <a:pt x="130996" y="7169"/>
                  <a:pt x="130225" y="7464"/>
                  <a:pt x="129862" y="7963"/>
                </a:cubicBezTo>
                <a:cubicBezTo>
                  <a:pt x="129499" y="8462"/>
                  <a:pt x="129272" y="9483"/>
                  <a:pt x="129181" y="11025"/>
                </a:cubicBezTo>
                <a:lnTo>
                  <a:pt x="129181" y="42333"/>
                </a:lnTo>
                <a:close/>
                <a:moveTo>
                  <a:pt x="255368" y="30763"/>
                </a:moveTo>
                <a:lnTo>
                  <a:pt x="255368" y="32805"/>
                </a:lnTo>
                <a:cubicBezTo>
                  <a:pt x="253734" y="32987"/>
                  <a:pt x="252463" y="33509"/>
                  <a:pt x="251555" y="34371"/>
                </a:cubicBezTo>
                <a:cubicBezTo>
                  <a:pt x="250648" y="35233"/>
                  <a:pt x="249741" y="36752"/>
                  <a:pt x="248834" y="38931"/>
                </a:cubicBezTo>
                <a:lnTo>
                  <a:pt x="227870" y="94469"/>
                </a:lnTo>
                <a:cubicBezTo>
                  <a:pt x="224149" y="104360"/>
                  <a:pt x="220542" y="111370"/>
                  <a:pt x="217048" y="115500"/>
                </a:cubicBezTo>
                <a:cubicBezTo>
                  <a:pt x="213555" y="119629"/>
                  <a:pt x="209494" y="121693"/>
                  <a:pt x="204866" y="121693"/>
                </a:cubicBezTo>
                <a:cubicBezTo>
                  <a:pt x="201963" y="121693"/>
                  <a:pt x="199557" y="120944"/>
                  <a:pt x="197651" y="119446"/>
                </a:cubicBezTo>
                <a:cubicBezTo>
                  <a:pt x="195745" y="117949"/>
                  <a:pt x="194792" y="116067"/>
                  <a:pt x="194792" y="113798"/>
                </a:cubicBezTo>
                <a:cubicBezTo>
                  <a:pt x="194792" y="112075"/>
                  <a:pt x="195360" y="110645"/>
                  <a:pt x="196494" y="109509"/>
                </a:cubicBezTo>
                <a:cubicBezTo>
                  <a:pt x="197628" y="108375"/>
                  <a:pt x="199012" y="107808"/>
                  <a:pt x="200646" y="107808"/>
                </a:cubicBezTo>
                <a:cubicBezTo>
                  <a:pt x="202824" y="107808"/>
                  <a:pt x="205183" y="108307"/>
                  <a:pt x="207724" y="109306"/>
                </a:cubicBezTo>
                <a:cubicBezTo>
                  <a:pt x="209085" y="109941"/>
                  <a:pt x="210265" y="110259"/>
                  <a:pt x="211264" y="110259"/>
                </a:cubicBezTo>
                <a:cubicBezTo>
                  <a:pt x="212262" y="110259"/>
                  <a:pt x="213396" y="109691"/>
                  <a:pt x="214666" y="108556"/>
                </a:cubicBezTo>
                <a:cubicBezTo>
                  <a:pt x="215937" y="107422"/>
                  <a:pt x="217072" y="105993"/>
                  <a:pt x="218070" y="104269"/>
                </a:cubicBezTo>
                <a:cubicBezTo>
                  <a:pt x="218887" y="102818"/>
                  <a:pt x="219703" y="101094"/>
                  <a:pt x="220519" y="99097"/>
                </a:cubicBezTo>
                <a:cubicBezTo>
                  <a:pt x="221336" y="97100"/>
                  <a:pt x="222039" y="95194"/>
                  <a:pt x="222629" y="93379"/>
                </a:cubicBezTo>
                <a:cubicBezTo>
                  <a:pt x="223219" y="91565"/>
                  <a:pt x="223514" y="90294"/>
                  <a:pt x="223514" y="89567"/>
                </a:cubicBezTo>
                <a:cubicBezTo>
                  <a:pt x="223514" y="88569"/>
                  <a:pt x="222992" y="86845"/>
                  <a:pt x="221948" y="84395"/>
                </a:cubicBezTo>
                <a:cubicBezTo>
                  <a:pt x="220905" y="81946"/>
                  <a:pt x="219431" y="79042"/>
                  <a:pt x="217526" y="75684"/>
                </a:cubicBezTo>
                <a:cubicBezTo>
                  <a:pt x="217162" y="74957"/>
                  <a:pt x="216866" y="74367"/>
                  <a:pt x="216639" y="73915"/>
                </a:cubicBezTo>
                <a:cubicBezTo>
                  <a:pt x="216413" y="73460"/>
                  <a:pt x="215892" y="72326"/>
                  <a:pt x="215075" y="70510"/>
                </a:cubicBezTo>
                <a:lnTo>
                  <a:pt x="199557" y="37024"/>
                </a:lnTo>
                <a:cubicBezTo>
                  <a:pt x="198467" y="34666"/>
                  <a:pt x="196154" y="33214"/>
                  <a:pt x="192616" y="32668"/>
                </a:cubicBezTo>
                <a:lnTo>
                  <a:pt x="192616" y="30763"/>
                </a:lnTo>
                <a:lnTo>
                  <a:pt x="220656" y="30763"/>
                </a:lnTo>
                <a:lnTo>
                  <a:pt x="220656" y="32805"/>
                </a:lnTo>
                <a:cubicBezTo>
                  <a:pt x="217752" y="32895"/>
                  <a:pt x="215711" y="33213"/>
                  <a:pt x="214531" y="33759"/>
                </a:cubicBezTo>
                <a:cubicBezTo>
                  <a:pt x="213351" y="34303"/>
                  <a:pt x="212761" y="35210"/>
                  <a:pt x="212761" y="36480"/>
                </a:cubicBezTo>
                <a:cubicBezTo>
                  <a:pt x="212761" y="37841"/>
                  <a:pt x="213215" y="39565"/>
                  <a:pt x="214122" y="41654"/>
                </a:cubicBezTo>
                <a:lnTo>
                  <a:pt x="229777" y="76091"/>
                </a:lnTo>
                <a:lnTo>
                  <a:pt x="242980" y="38521"/>
                </a:lnTo>
                <a:cubicBezTo>
                  <a:pt x="243343" y="37706"/>
                  <a:pt x="243525" y="36934"/>
                  <a:pt x="243525" y="36207"/>
                </a:cubicBezTo>
                <a:cubicBezTo>
                  <a:pt x="243525" y="33939"/>
                  <a:pt x="241347" y="32805"/>
                  <a:pt x="236990" y="32805"/>
                </a:cubicBezTo>
                <a:lnTo>
                  <a:pt x="236990" y="30763"/>
                </a:lnTo>
                <a:lnTo>
                  <a:pt x="255368" y="30763"/>
                </a:lnTo>
                <a:close/>
                <a:moveTo>
                  <a:pt x="294027" y="30763"/>
                </a:moveTo>
                <a:lnTo>
                  <a:pt x="294027" y="35119"/>
                </a:lnTo>
                <a:lnTo>
                  <a:pt x="280278" y="35119"/>
                </a:lnTo>
                <a:lnTo>
                  <a:pt x="280278" y="74050"/>
                </a:lnTo>
                <a:cubicBezTo>
                  <a:pt x="280278" y="78315"/>
                  <a:pt x="280823" y="81423"/>
                  <a:pt x="281911" y="83374"/>
                </a:cubicBezTo>
                <a:cubicBezTo>
                  <a:pt x="283001" y="85325"/>
                  <a:pt x="284816" y="86300"/>
                  <a:pt x="287357" y="86300"/>
                </a:cubicBezTo>
                <a:cubicBezTo>
                  <a:pt x="288900" y="86300"/>
                  <a:pt x="290283" y="85937"/>
                  <a:pt x="291507" y="85212"/>
                </a:cubicBezTo>
                <a:cubicBezTo>
                  <a:pt x="292733" y="84486"/>
                  <a:pt x="294072" y="83261"/>
                  <a:pt x="295524" y="81537"/>
                </a:cubicBezTo>
                <a:lnTo>
                  <a:pt x="297294" y="83035"/>
                </a:lnTo>
                <a:cubicBezTo>
                  <a:pt x="292937" y="89931"/>
                  <a:pt x="287492" y="93379"/>
                  <a:pt x="280958" y="93379"/>
                </a:cubicBezTo>
                <a:cubicBezTo>
                  <a:pt x="272882" y="93379"/>
                  <a:pt x="268844" y="87616"/>
                  <a:pt x="268844" y="76091"/>
                </a:cubicBezTo>
                <a:lnTo>
                  <a:pt x="268844" y="35119"/>
                </a:lnTo>
                <a:lnTo>
                  <a:pt x="261628" y="35119"/>
                </a:lnTo>
                <a:cubicBezTo>
                  <a:pt x="261266" y="34846"/>
                  <a:pt x="261084" y="34529"/>
                  <a:pt x="261084" y="34166"/>
                </a:cubicBezTo>
                <a:cubicBezTo>
                  <a:pt x="261084" y="33440"/>
                  <a:pt x="261855" y="32578"/>
                  <a:pt x="263398" y="31580"/>
                </a:cubicBezTo>
                <a:cubicBezTo>
                  <a:pt x="265395" y="30400"/>
                  <a:pt x="267573" y="28472"/>
                  <a:pt x="269933" y="25795"/>
                </a:cubicBezTo>
                <a:cubicBezTo>
                  <a:pt x="272292" y="23117"/>
                  <a:pt x="275423" y="18920"/>
                  <a:pt x="279325" y="13204"/>
                </a:cubicBezTo>
                <a:cubicBezTo>
                  <a:pt x="279961" y="13204"/>
                  <a:pt x="280278" y="13794"/>
                  <a:pt x="280278" y="14974"/>
                </a:cubicBezTo>
                <a:lnTo>
                  <a:pt x="280278" y="30763"/>
                </a:lnTo>
                <a:lnTo>
                  <a:pt x="294027" y="30763"/>
                </a:lnTo>
                <a:close/>
                <a:moveTo>
                  <a:pt x="352968" y="69694"/>
                </a:moveTo>
                <a:lnTo>
                  <a:pt x="355144" y="70647"/>
                </a:lnTo>
                <a:cubicBezTo>
                  <a:pt x="352332" y="77997"/>
                  <a:pt x="348453" y="83624"/>
                  <a:pt x="343506" y="87526"/>
                </a:cubicBezTo>
                <a:cubicBezTo>
                  <a:pt x="338560" y="91428"/>
                  <a:pt x="332821" y="93379"/>
                  <a:pt x="326288" y="93379"/>
                </a:cubicBezTo>
                <a:cubicBezTo>
                  <a:pt x="318483" y="93379"/>
                  <a:pt x="312290" y="90634"/>
                  <a:pt x="307706" y="85145"/>
                </a:cubicBezTo>
                <a:cubicBezTo>
                  <a:pt x="303124" y="79655"/>
                  <a:pt x="300833" y="72236"/>
                  <a:pt x="300833" y="62887"/>
                </a:cubicBezTo>
                <a:cubicBezTo>
                  <a:pt x="300833" y="57261"/>
                  <a:pt x="301718" y="52157"/>
                  <a:pt x="303488" y="47575"/>
                </a:cubicBezTo>
                <a:cubicBezTo>
                  <a:pt x="305257" y="42992"/>
                  <a:pt x="307730" y="39293"/>
                  <a:pt x="310905" y="36480"/>
                </a:cubicBezTo>
                <a:cubicBezTo>
                  <a:pt x="316168" y="31760"/>
                  <a:pt x="322294" y="29401"/>
                  <a:pt x="329283" y="29401"/>
                </a:cubicBezTo>
                <a:cubicBezTo>
                  <a:pt x="336633" y="29401"/>
                  <a:pt x="342440" y="31988"/>
                  <a:pt x="346705" y="37161"/>
                </a:cubicBezTo>
                <a:cubicBezTo>
                  <a:pt x="348429" y="39339"/>
                  <a:pt x="349700" y="41631"/>
                  <a:pt x="350517" y="44036"/>
                </a:cubicBezTo>
                <a:cubicBezTo>
                  <a:pt x="351334" y="46440"/>
                  <a:pt x="352014" y="49866"/>
                  <a:pt x="352558" y="54313"/>
                </a:cubicBezTo>
                <a:lnTo>
                  <a:pt x="310633" y="54313"/>
                </a:lnTo>
                <a:cubicBezTo>
                  <a:pt x="310814" y="58487"/>
                  <a:pt x="311177" y="61867"/>
                  <a:pt x="311721" y="64454"/>
                </a:cubicBezTo>
                <a:cubicBezTo>
                  <a:pt x="312267" y="67040"/>
                  <a:pt x="313129" y="69649"/>
                  <a:pt x="314309" y="72280"/>
                </a:cubicBezTo>
                <a:cubicBezTo>
                  <a:pt x="318301" y="80084"/>
                  <a:pt x="324154" y="83986"/>
                  <a:pt x="331869" y="83986"/>
                </a:cubicBezTo>
                <a:cubicBezTo>
                  <a:pt x="336225" y="83986"/>
                  <a:pt x="340014" y="82898"/>
                  <a:pt x="343234" y="80721"/>
                </a:cubicBezTo>
                <a:cubicBezTo>
                  <a:pt x="346457" y="78543"/>
                  <a:pt x="349701" y="74867"/>
                  <a:pt x="352968" y="69694"/>
                </a:cubicBezTo>
                <a:moveTo>
                  <a:pt x="310905" y="49956"/>
                </a:moveTo>
                <a:lnTo>
                  <a:pt x="338675" y="49956"/>
                </a:lnTo>
                <a:cubicBezTo>
                  <a:pt x="337767" y="44058"/>
                  <a:pt x="336360" y="39975"/>
                  <a:pt x="334455" y="37707"/>
                </a:cubicBezTo>
                <a:cubicBezTo>
                  <a:pt x="332549" y="35438"/>
                  <a:pt x="329509" y="34303"/>
                  <a:pt x="325334" y="34303"/>
                </a:cubicBezTo>
                <a:cubicBezTo>
                  <a:pt x="321159" y="34303"/>
                  <a:pt x="317892" y="35573"/>
                  <a:pt x="315533" y="38114"/>
                </a:cubicBezTo>
                <a:cubicBezTo>
                  <a:pt x="313174" y="40655"/>
                  <a:pt x="311632" y="44602"/>
                  <a:pt x="310905" y="49956"/>
                </a:cubicBezTo>
                <a:close/>
                <a:moveTo>
                  <a:pt x="399930" y="49276"/>
                </a:moveTo>
                <a:lnTo>
                  <a:pt x="397888" y="49276"/>
                </a:lnTo>
                <a:cubicBezTo>
                  <a:pt x="396346" y="43105"/>
                  <a:pt x="394440" y="38771"/>
                  <a:pt x="392170" y="36276"/>
                </a:cubicBezTo>
                <a:cubicBezTo>
                  <a:pt x="389902" y="33781"/>
                  <a:pt x="386817" y="32533"/>
                  <a:pt x="382915" y="32533"/>
                </a:cubicBezTo>
                <a:cubicBezTo>
                  <a:pt x="379830" y="32533"/>
                  <a:pt x="377311" y="33373"/>
                  <a:pt x="375360" y="35053"/>
                </a:cubicBezTo>
                <a:cubicBezTo>
                  <a:pt x="373409" y="36731"/>
                  <a:pt x="372434" y="38976"/>
                  <a:pt x="372434" y="41789"/>
                </a:cubicBezTo>
                <a:cubicBezTo>
                  <a:pt x="372434" y="45691"/>
                  <a:pt x="374385" y="48777"/>
                  <a:pt x="378287" y="51046"/>
                </a:cubicBezTo>
                <a:lnTo>
                  <a:pt x="392988" y="59757"/>
                </a:lnTo>
                <a:cubicBezTo>
                  <a:pt x="397162" y="62207"/>
                  <a:pt x="400111" y="64657"/>
                  <a:pt x="401835" y="67108"/>
                </a:cubicBezTo>
                <a:cubicBezTo>
                  <a:pt x="403560" y="69558"/>
                  <a:pt x="404423" y="72507"/>
                  <a:pt x="404423" y="75956"/>
                </a:cubicBezTo>
                <a:cubicBezTo>
                  <a:pt x="404423" y="79133"/>
                  <a:pt x="403560" y="82037"/>
                  <a:pt x="401835" y="84670"/>
                </a:cubicBezTo>
                <a:cubicBezTo>
                  <a:pt x="400111" y="87301"/>
                  <a:pt x="397797" y="89410"/>
                  <a:pt x="394893" y="90998"/>
                </a:cubicBezTo>
                <a:cubicBezTo>
                  <a:pt x="391989" y="92585"/>
                  <a:pt x="388768" y="93379"/>
                  <a:pt x="385229" y="93379"/>
                </a:cubicBezTo>
                <a:cubicBezTo>
                  <a:pt x="383867" y="93379"/>
                  <a:pt x="382325" y="93242"/>
                  <a:pt x="380601" y="92970"/>
                </a:cubicBezTo>
                <a:cubicBezTo>
                  <a:pt x="378877" y="92698"/>
                  <a:pt x="377107" y="92381"/>
                  <a:pt x="375292" y="92018"/>
                </a:cubicBezTo>
                <a:cubicBezTo>
                  <a:pt x="373749" y="91564"/>
                  <a:pt x="372501" y="91269"/>
                  <a:pt x="371547" y="91133"/>
                </a:cubicBezTo>
                <a:cubicBezTo>
                  <a:pt x="370594" y="90998"/>
                  <a:pt x="369755" y="90930"/>
                  <a:pt x="369029" y="90930"/>
                </a:cubicBezTo>
                <a:cubicBezTo>
                  <a:pt x="367668" y="90930"/>
                  <a:pt x="366625" y="91474"/>
                  <a:pt x="365899" y="92563"/>
                </a:cubicBezTo>
                <a:lnTo>
                  <a:pt x="364130" y="92563"/>
                </a:lnTo>
                <a:lnTo>
                  <a:pt x="364130" y="71329"/>
                </a:lnTo>
                <a:lnTo>
                  <a:pt x="366306" y="71329"/>
                </a:lnTo>
                <a:cubicBezTo>
                  <a:pt x="367850" y="78225"/>
                  <a:pt x="369938" y="83125"/>
                  <a:pt x="372569" y="86030"/>
                </a:cubicBezTo>
                <a:cubicBezTo>
                  <a:pt x="375201" y="88934"/>
                  <a:pt x="378877" y="90386"/>
                  <a:pt x="383596" y="90386"/>
                </a:cubicBezTo>
                <a:cubicBezTo>
                  <a:pt x="387044" y="90386"/>
                  <a:pt x="389788" y="89501"/>
                  <a:pt x="391829" y="87731"/>
                </a:cubicBezTo>
                <a:cubicBezTo>
                  <a:pt x="393872" y="85962"/>
                  <a:pt x="394893" y="83579"/>
                  <a:pt x="394893" y="80584"/>
                </a:cubicBezTo>
                <a:cubicBezTo>
                  <a:pt x="394893" y="76501"/>
                  <a:pt x="392534" y="73098"/>
                  <a:pt x="387814" y="70375"/>
                </a:cubicBezTo>
                <a:lnTo>
                  <a:pt x="379920" y="65883"/>
                </a:lnTo>
                <a:cubicBezTo>
                  <a:pt x="374112" y="62616"/>
                  <a:pt x="370006" y="59485"/>
                  <a:pt x="367600" y="56490"/>
                </a:cubicBezTo>
                <a:cubicBezTo>
                  <a:pt x="365195" y="53495"/>
                  <a:pt x="363993" y="50092"/>
                  <a:pt x="363993" y="46281"/>
                </a:cubicBezTo>
                <a:cubicBezTo>
                  <a:pt x="363993" y="41381"/>
                  <a:pt x="365739" y="37342"/>
                  <a:pt x="369233" y="34166"/>
                </a:cubicBezTo>
                <a:cubicBezTo>
                  <a:pt x="372728" y="30989"/>
                  <a:pt x="377152" y="29401"/>
                  <a:pt x="382506" y="29401"/>
                </a:cubicBezTo>
                <a:cubicBezTo>
                  <a:pt x="384139" y="29401"/>
                  <a:pt x="385751" y="29560"/>
                  <a:pt x="387339" y="29879"/>
                </a:cubicBezTo>
                <a:cubicBezTo>
                  <a:pt x="388927" y="30196"/>
                  <a:pt x="390493" y="30626"/>
                  <a:pt x="392035" y="31171"/>
                </a:cubicBezTo>
                <a:cubicBezTo>
                  <a:pt x="393396" y="31806"/>
                  <a:pt x="394621" y="32124"/>
                  <a:pt x="395709" y="32124"/>
                </a:cubicBezTo>
                <a:cubicBezTo>
                  <a:pt x="396436" y="32124"/>
                  <a:pt x="397163" y="31625"/>
                  <a:pt x="397888" y="30626"/>
                </a:cubicBezTo>
                <a:lnTo>
                  <a:pt x="399386" y="30626"/>
                </a:lnTo>
                <a:lnTo>
                  <a:pt x="399930" y="492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57D8B1-6408-42B8-93EB-51B9F293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70" y="62082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4Bytes">
            <a:extLst xmlns:a="http://schemas.openxmlformats.org/drawingml/2006/main">
              <a:ext uri="{FF2B5EF4-FFF2-40B4-BE49-F238E27FC236}">
                <a16:creationId xmlns:a16="http://schemas.microsoft.com/office/drawing/2014/main" id="{3675BD7B-AF03-405B-9F8D-C1FD8783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064" y="173129"/>
            <a:ext cx="404423" cy="121693"/>
          </a:xfrm>
          <a:custGeom xmlns:a="http://schemas.openxmlformats.org/drawingml/2006/main">
            <a:pathLst>
              <a:path w="404423" h="121693">
                <a:moveTo>
                  <a:pt x="62617" y="60574"/>
                </a:moveTo>
                <a:lnTo>
                  <a:pt x="62617" y="69285"/>
                </a:lnTo>
                <a:lnTo>
                  <a:pt x="48732" y="69285"/>
                </a:lnTo>
                <a:lnTo>
                  <a:pt x="48732" y="92018"/>
                </a:lnTo>
                <a:lnTo>
                  <a:pt x="38251" y="92018"/>
                </a:lnTo>
                <a:lnTo>
                  <a:pt x="38251" y="69285"/>
                </a:lnTo>
                <a:lnTo>
                  <a:pt x="0" y="69285"/>
                </a:lnTo>
                <a:lnTo>
                  <a:pt x="0" y="60574"/>
                </a:lnTo>
                <a:lnTo>
                  <a:pt x="42744" y="0"/>
                </a:lnTo>
                <a:lnTo>
                  <a:pt x="48732" y="0"/>
                </a:lnTo>
                <a:lnTo>
                  <a:pt x="48732" y="60574"/>
                </a:lnTo>
                <a:lnTo>
                  <a:pt x="62617" y="60574"/>
                </a:lnTo>
                <a:moveTo>
                  <a:pt x="38116" y="60574"/>
                </a:moveTo>
                <a:lnTo>
                  <a:pt x="38116" y="13883"/>
                </a:lnTo>
                <a:lnTo>
                  <a:pt x="5446" y="60574"/>
                </a:lnTo>
                <a:lnTo>
                  <a:pt x="38116" y="60574"/>
                </a:lnTo>
                <a:close/>
                <a:moveTo>
                  <a:pt x="102229" y="4491"/>
                </a:moveTo>
                <a:lnTo>
                  <a:pt x="102229" y="1905"/>
                </a:lnTo>
                <a:lnTo>
                  <a:pt x="140343" y="1905"/>
                </a:lnTo>
                <a:cubicBezTo>
                  <a:pt x="152049" y="1905"/>
                  <a:pt x="160920" y="3856"/>
                  <a:pt x="166954" y="7758"/>
                </a:cubicBezTo>
                <a:cubicBezTo>
                  <a:pt x="172990" y="11660"/>
                  <a:pt x="176008" y="17422"/>
                  <a:pt x="176008" y="25045"/>
                </a:cubicBezTo>
                <a:cubicBezTo>
                  <a:pt x="176008" y="30944"/>
                  <a:pt x="174193" y="35482"/>
                  <a:pt x="170562" y="38658"/>
                </a:cubicBezTo>
                <a:cubicBezTo>
                  <a:pt x="168930" y="40110"/>
                  <a:pt x="167206" y="41244"/>
                  <a:pt x="165390" y="42061"/>
                </a:cubicBezTo>
                <a:cubicBezTo>
                  <a:pt x="163575" y="42878"/>
                  <a:pt x="160898" y="43740"/>
                  <a:pt x="157358" y="44647"/>
                </a:cubicBezTo>
                <a:cubicBezTo>
                  <a:pt x="161805" y="45736"/>
                  <a:pt x="165185" y="46803"/>
                  <a:pt x="167499" y="47847"/>
                </a:cubicBezTo>
                <a:cubicBezTo>
                  <a:pt x="169814" y="48890"/>
                  <a:pt x="171970" y="50319"/>
                  <a:pt x="173967" y="52134"/>
                </a:cubicBezTo>
                <a:cubicBezTo>
                  <a:pt x="178413" y="56128"/>
                  <a:pt x="180636" y="61256"/>
                  <a:pt x="180636" y="67517"/>
                </a:cubicBezTo>
                <a:cubicBezTo>
                  <a:pt x="180636" y="74323"/>
                  <a:pt x="178095" y="79995"/>
                  <a:pt x="173013" y="84533"/>
                </a:cubicBezTo>
                <a:cubicBezTo>
                  <a:pt x="170472" y="86801"/>
                  <a:pt x="166933" y="88615"/>
                  <a:pt x="162395" y="89977"/>
                </a:cubicBezTo>
                <a:cubicBezTo>
                  <a:pt x="157858" y="91338"/>
                  <a:pt x="152957" y="92018"/>
                  <a:pt x="147694" y="92018"/>
                </a:cubicBezTo>
                <a:lnTo>
                  <a:pt x="102229" y="92018"/>
                </a:lnTo>
                <a:lnTo>
                  <a:pt x="102229" y="89432"/>
                </a:lnTo>
                <a:cubicBezTo>
                  <a:pt x="105950" y="89251"/>
                  <a:pt x="108740" y="88865"/>
                  <a:pt x="110599" y="88275"/>
                </a:cubicBezTo>
                <a:cubicBezTo>
                  <a:pt x="112460" y="87686"/>
                  <a:pt x="113709" y="86529"/>
                  <a:pt x="114344" y="84805"/>
                </a:cubicBezTo>
                <a:cubicBezTo>
                  <a:pt x="114980" y="83079"/>
                  <a:pt x="115298" y="80538"/>
                  <a:pt x="115298" y="77182"/>
                </a:cubicBezTo>
                <a:lnTo>
                  <a:pt x="115298" y="16743"/>
                </a:lnTo>
                <a:cubicBezTo>
                  <a:pt x="115298" y="13294"/>
                  <a:pt x="115003" y="10753"/>
                  <a:pt x="114413" y="9120"/>
                </a:cubicBezTo>
                <a:cubicBezTo>
                  <a:pt x="113823" y="7486"/>
                  <a:pt x="112598" y="6352"/>
                  <a:pt x="110737" y="5716"/>
                </a:cubicBezTo>
                <a:cubicBezTo>
                  <a:pt x="108877" y="5081"/>
                  <a:pt x="106041" y="4672"/>
                  <a:pt x="102229" y="4491"/>
                </a:cubicBezTo>
                <a:moveTo>
                  <a:pt x="129181" y="47642"/>
                </a:moveTo>
                <a:lnTo>
                  <a:pt x="129181" y="81400"/>
                </a:lnTo>
                <a:cubicBezTo>
                  <a:pt x="129181" y="83579"/>
                  <a:pt x="129771" y="85053"/>
                  <a:pt x="130951" y="85825"/>
                </a:cubicBezTo>
                <a:cubicBezTo>
                  <a:pt x="132130" y="86596"/>
                  <a:pt x="134399" y="86981"/>
                  <a:pt x="137757" y="86981"/>
                </a:cubicBezTo>
                <a:cubicBezTo>
                  <a:pt x="142295" y="86981"/>
                  <a:pt x="146038" y="86686"/>
                  <a:pt x="148988" y="86097"/>
                </a:cubicBezTo>
                <a:cubicBezTo>
                  <a:pt x="151937" y="85507"/>
                  <a:pt x="154501" y="84622"/>
                  <a:pt x="156679" y="83442"/>
                </a:cubicBezTo>
                <a:cubicBezTo>
                  <a:pt x="162214" y="80266"/>
                  <a:pt x="164981" y="75002"/>
                  <a:pt x="164981" y="67652"/>
                </a:cubicBezTo>
                <a:cubicBezTo>
                  <a:pt x="164981" y="59304"/>
                  <a:pt x="161170" y="53587"/>
                  <a:pt x="153547" y="50502"/>
                </a:cubicBezTo>
                <a:cubicBezTo>
                  <a:pt x="151097" y="49503"/>
                  <a:pt x="148080" y="48777"/>
                  <a:pt x="144495" y="48323"/>
                </a:cubicBezTo>
                <a:cubicBezTo>
                  <a:pt x="140910" y="47869"/>
                  <a:pt x="135805" y="47642"/>
                  <a:pt x="129181" y="47642"/>
                </a:cubicBezTo>
                <a:moveTo>
                  <a:pt x="129181" y="42333"/>
                </a:moveTo>
                <a:lnTo>
                  <a:pt x="142113" y="42198"/>
                </a:lnTo>
                <a:cubicBezTo>
                  <a:pt x="155453" y="42016"/>
                  <a:pt x="162123" y="36480"/>
                  <a:pt x="162123" y="25589"/>
                </a:cubicBezTo>
                <a:cubicBezTo>
                  <a:pt x="162123" y="19511"/>
                  <a:pt x="160013" y="14838"/>
                  <a:pt x="155792" y="11571"/>
                </a:cubicBezTo>
                <a:cubicBezTo>
                  <a:pt x="151573" y="8303"/>
                  <a:pt x="145698" y="6760"/>
                  <a:pt x="138166" y="6942"/>
                </a:cubicBezTo>
                <a:lnTo>
                  <a:pt x="132176" y="7079"/>
                </a:lnTo>
                <a:cubicBezTo>
                  <a:pt x="130996" y="7169"/>
                  <a:pt x="130225" y="7464"/>
                  <a:pt x="129862" y="7963"/>
                </a:cubicBezTo>
                <a:cubicBezTo>
                  <a:pt x="129499" y="8462"/>
                  <a:pt x="129272" y="9483"/>
                  <a:pt x="129181" y="11025"/>
                </a:cubicBezTo>
                <a:lnTo>
                  <a:pt x="129181" y="42333"/>
                </a:lnTo>
                <a:close/>
                <a:moveTo>
                  <a:pt x="255368" y="30763"/>
                </a:moveTo>
                <a:lnTo>
                  <a:pt x="255368" y="32805"/>
                </a:lnTo>
                <a:cubicBezTo>
                  <a:pt x="253734" y="32987"/>
                  <a:pt x="252463" y="33509"/>
                  <a:pt x="251555" y="34371"/>
                </a:cubicBezTo>
                <a:cubicBezTo>
                  <a:pt x="250648" y="35233"/>
                  <a:pt x="249741" y="36752"/>
                  <a:pt x="248834" y="38931"/>
                </a:cubicBezTo>
                <a:lnTo>
                  <a:pt x="227870" y="94469"/>
                </a:lnTo>
                <a:cubicBezTo>
                  <a:pt x="224149" y="104360"/>
                  <a:pt x="220542" y="111370"/>
                  <a:pt x="217048" y="115500"/>
                </a:cubicBezTo>
                <a:cubicBezTo>
                  <a:pt x="213555" y="119629"/>
                  <a:pt x="209494" y="121693"/>
                  <a:pt x="204866" y="121693"/>
                </a:cubicBezTo>
                <a:cubicBezTo>
                  <a:pt x="201962" y="121693"/>
                  <a:pt x="199557" y="120944"/>
                  <a:pt x="197650" y="119446"/>
                </a:cubicBezTo>
                <a:cubicBezTo>
                  <a:pt x="195745" y="117949"/>
                  <a:pt x="194792" y="116067"/>
                  <a:pt x="194792" y="113798"/>
                </a:cubicBezTo>
                <a:cubicBezTo>
                  <a:pt x="194792" y="112075"/>
                  <a:pt x="195359" y="110645"/>
                  <a:pt x="196494" y="109509"/>
                </a:cubicBezTo>
                <a:cubicBezTo>
                  <a:pt x="197628" y="108375"/>
                  <a:pt x="199012" y="107808"/>
                  <a:pt x="200646" y="107808"/>
                </a:cubicBezTo>
                <a:cubicBezTo>
                  <a:pt x="202824" y="107808"/>
                  <a:pt x="205183" y="108307"/>
                  <a:pt x="207724" y="109306"/>
                </a:cubicBezTo>
                <a:cubicBezTo>
                  <a:pt x="209085" y="109941"/>
                  <a:pt x="210265" y="110259"/>
                  <a:pt x="211264" y="110259"/>
                </a:cubicBezTo>
                <a:cubicBezTo>
                  <a:pt x="212262" y="110259"/>
                  <a:pt x="213396" y="109691"/>
                  <a:pt x="214666" y="108556"/>
                </a:cubicBezTo>
                <a:cubicBezTo>
                  <a:pt x="215937" y="107422"/>
                  <a:pt x="217072" y="105993"/>
                  <a:pt x="218070" y="104269"/>
                </a:cubicBezTo>
                <a:cubicBezTo>
                  <a:pt x="218887" y="102818"/>
                  <a:pt x="219703" y="101094"/>
                  <a:pt x="220519" y="99097"/>
                </a:cubicBezTo>
                <a:cubicBezTo>
                  <a:pt x="221336" y="97100"/>
                  <a:pt x="222039" y="95194"/>
                  <a:pt x="222629" y="93379"/>
                </a:cubicBezTo>
                <a:cubicBezTo>
                  <a:pt x="223219" y="91565"/>
                  <a:pt x="223514" y="90294"/>
                  <a:pt x="223514" y="89567"/>
                </a:cubicBezTo>
                <a:cubicBezTo>
                  <a:pt x="223514" y="88569"/>
                  <a:pt x="222992" y="86845"/>
                  <a:pt x="221948" y="84395"/>
                </a:cubicBezTo>
                <a:cubicBezTo>
                  <a:pt x="220905" y="81946"/>
                  <a:pt x="219431" y="79042"/>
                  <a:pt x="217526" y="75684"/>
                </a:cubicBezTo>
                <a:cubicBezTo>
                  <a:pt x="217162" y="74957"/>
                  <a:pt x="216866" y="74367"/>
                  <a:pt x="216639" y="73915"/>
                </a:cubicBezTo>
                <a:cubicBezTo>
                  <a:pt x="216413" y="73460"/>
                  <a:pt x="215892" y="72326"/>
                  <a:pt x="215075" y="70510"/>
                </a:cubicBezTo>
                <a:lnTo>
                  <a:pt x="199557" y="37024"/>
                </a:lnTo>
                <a:cubicBezTo>
                  <a:pt x="198467" y="34666"/>
                  <a:pt x="196154" y="33214"/>
                  <a:pt x="192616" y="32668"/>
                </a:cubicBezTo>
                <a:lnTo>
                  <a:pt x="192616" y="30763"/>
                </a:lnTo>
                <a:lnTo>
                  <a:pt x="220656" y="30763"/>
                </a:lnTo>
                <a:lnTo>
                  <a:pt x="220656" y="32805"/>
                </a:lnTo>
                <a:cubicBezTo>
                  <a:pt x="217752" y="32895"/>
                  <a:pt x="215711" y="33213"/>
                  <a:pt x="214531" y="33759"/>
                </a:cubicBezTo>
                <a:cubicBezTo>
                  <a:pt x="213351" y="34303"/>
                  <a:pt x="212761" y="35210"/>
                  <a:pt x="212761" y="36480"/>
                </a:cubicBezTo>
                <a:cubicBezTo>
                  <a:pt x="212761" y="37841"/>
                  <a:pt x="213215" y="39565"/>
                  <a:pt x="214122" y="41654"/>
                </a:cubicBezTo>
                <a:lnTo>
                  <a:pt x="229776" y="76091"/>
                </a:lnTo>
                <a:lnTo>
                  <a:pt x="242980" y="38521"/>
                </a:lnTo>
                <a:cubicBezTo>
                  <a:pt x="243343" y="37706"/>
                  <a:pt x="243525" y="36934"/>
                  <a:pt x="243525" y="36207"/>
                </a:cubicBezTo>
                <a:cubicBezTo>
                  <a:pt x="243525" y="33939"/>
                  <a:pt x="241346" y="32805"/>
                  <a:pt x="236990" y="32805"/>
                </a:cubicBezTo>
                <a:lnTo>
                  <a:pt x="236990" y="30763"/>
                </a:lnTo>
                <a:lnTo>
                  <a:pt x="255368" y="30763"/>
                </a:lnTo>
                <a:close/>
                <a:moveTo>
                  <a:pt x="294027" y="30763"/>
                </a:moveTo>
                <a:lnTo>
                  <a:pt x="294027" y="35119"/>
                </a:lnTo>
                <a:lnTo>
                  <a:pt x="280278" y="35119"/>
                </a:lnTo>
                <a:lnTo>
                  <a:pt x="280278" y="74050"/>
                </a:lnTo>
                <a:cubicBezTo>
                  <a:pt x="280278" y="78315"/>
                  <a:pt x="280823" y="81423"/>
                  <a:pt x="281911" y="83374"/>
                </a:cubicBezTo>
                <a:cubicBezTo>
                  <a:pt x="283001" y="85325"/>
                  <a:pt x="284816" y="86300"/>
                  <a:pt x="287357" y="86300"/>
                </a:cubicBezTo>
                <a:cubicBezTo>
                  <a:pt x="288900" y="86300"/>
                  <a:pt x="290283" y="85937"/>
                  <a:pt x="291507" y="85212"/>
                </a:cubicBezTo>
                <a:cubicBezTo>
                  <a:pt x="292733" y="84486"/>
                  <a:pt x="294072" y="83261"/>
                  <a:pt x="295524" y="81537"/>
                </a:cubicBezTo>
                <a:lnTo>
                  <a:pt x="297294" y="83035"/>
                </a:lnTo>
                <a:cubicBezTo>
                  <a:pt x="292937" y="89931"/>
                  <a:pt x="287492" y="93379"/>
                  <a:pt x="280958" y="93379"/>
                </a:cubicBezTo>
                <a:cubicBezTo>
                  <a:pt x="272882" y="93379"/>
                  <a:pt x="268844" y="87616"/>
                  <a:pt x="268844" y="76091"/>
                </a:cubicBezTo>
                <a:lnTo>
                  <a:pt x="268844" y="35119"/>
                </a:lnTo>
                <a:lnTo>
                  <a:pt x="261628" y="35119"/>
                </a:lnTo>
                <a:cubicBezTo>
                  <a:pt x="261266" y="34846"/>
                  <a:pt x="261084" y="34529"/>
                  <a:pt x="261084" y="34166"/>
                </a:cubicBezTo>
                <a:cubicBezTo>
                  <a:pt x="261084" y="33440"/>
                  <a:pt x="261856" y="32578"/>
                  <a:pt x="263398" y="31580"/>
                </a:cubicBezTo>
                <a:cubicBezTo>
                  <a:pt x="265395" y="30400"/>
                  <a:pt x="267573" y="28472"/>
                  <a:pt x="269933" y="25795"/>
                </a:cubicBezTo>
                <a:cubicBezTo>
                  <a:pt x="272292" y="23117"/>
                  <a:pt x="275423" y="18920"/>
                  <a:pt x="279325" y="13204"/>
                </a:cubicBezTo>
                <a:cubicBezTo>
                  <a:pt x="279961" y="13204"/>
                  <a:pt x="280278" y="13794"/>
                  <a:pt x="280278" y="14974"/>
                </a:cubicBezTo>
                <a:lnTo>
                  <a:pt x="280278" y="30763"/>
                </a:lnTo>
                <a:lnTo>
                  <a:pt x="294027" y="30763"/>
                </a:lnTo>
                <a:close/>
                <a:moveTo>
                  <a:pt x="352968" y="69694"/>
                </a:moveTo>
                <a:lnTo>
                  <a:pt x="355144" y="70647"/>
                </a:lnTo>
                <a:cubicBezTo>
                  <a:pt x="352332" y="77997"/>
                  <a:pt x="348453" y="83624"/>
                  <a:pt x="343507" y="87526"/>
                </a:cubicBezTo>
                <a:cubicBezTo>
                  <a:pt x="338560" y="91428"/>
                  <a:pt x="332821" y="93379"/>
                  <a:pt x="326288" y="93379"/>
                </a:cubicBezTo>
                <a:cubicBezTo>
                  <a:pt x="318483" y="93379"/>
                  <a:pt x="312290" y="90634"/>
                  <a:pt x="307706" y="85145"/>
                </a:cubicBezTo>
                <a:cubicBezTo>
                  <a:pt x="303124" y="79655"/>
                  <a:pt x="300833" y="72236"/>
                  <a:pt x="300833" y="62887"/>
                </a:cubicBezTo>
                <a:cubicBezTo>
                  <a:pt x="300833" y="57261"/>
                  <a:pt x="301718" y="52157"/>
                  <a:pt x="303488" y="47575"/>
                </a:cubicBezTo>
                <a:cubicBezTo>
                  <a:pt x="305257" y="42992"/>
                  <a:pt x="307730" y="39293"/>
                  <a:pt x="310905" y="36480"/>
                </a:cubicBezTo>
                <a:cubicBezTo>
                  <a:pt x="316168" y="31760"/>
                  <a:pt x="322294" y="29401"/>
                  <a:pt x="329283" y="29401"/>
                </a:cubicBezTo>
                <a:cubicBezTo>
                  <a:pt x="336633" y="29401"/>
                  <a:pt x="342440" y="31988"/>
                  <a:pt x="346705" y="37161"/>
                </a:cubicBezTo>
                <a:cubicBezTo>
                  <a:pt x="348429" y="39339"/>
                  <a:pt x="349700" y="41631"/>
                  <a:pt x="350517" y="44036"/>
                </a:cubicBezTo>
                <a:cubicBezTo>
                  <a:pt x="351334" y="46440"/>
                  <a:pt x="352014" y="49866"/>
                  <a:pt x="352558" y="54313"/>
                </a:cubicBezTo>
                <a:lnTo>
                  <a:pt x="310633" y="54313"/>
                </a:lnTo>
                <a:cubicBezTo>
                  <a:pt x="310814" y="58487"/>
                  <a:pt x="311177" y="61867"/>
                  <a:pt x="311721" y="64454"/>
                </a:cubicBezTo>
                <a:cubicBezTo>
                  <a:pt x="312267" y="67040"/>
                  <a:pt x="313129" y="69649"/>
                  <a:pt x="314309" y="72280"/>
                </a:cubicBezTo>
                <a:cubicBezTo>
                  <a:pt x="318301" y="80084"/>
                  <a:pt x="324155" y="83986"/>
                  <a:pt x="331869" y="83986"/>
                </a:cubicBezTo>
                <a:cubicBezTo>
                  <a:pt x="336225" y="83986"/>
                  <a:pt x="340014" y="82898"/>
                  <a:pt x="343234" y="80721"/>
                </a:cubicBezTo>
                <a:cubicBezTo>
                  <a:pt x="346457" y="78543"/>
                  <a:pt x="349701" y="74867"/>
                  <a:pt x="352968" y="69694"/>
                </a:cubicBezTo>
                <a:moveTo>
                  <a:pt x="310905" y="49956"/>
                </a:moveTo>
                <a:lnTo>
                  <a:pt x="338675" y="49956"/>
                </a:lnTo>
                <a:cubicBezTo>
                  <a:pt x="337767" y="44058"/>
                  <a:pt x="336360" y="39975"/>
                  <a:pt x="334455" y="37707"/>
                </a:cubicBezTo>
                <a:cubicBezTo>
                  <a:pt x="332549" y="35438"/>
                  <a:pt x="329509" y="34303"/>
                  <a:pt x="325334" y="34303"/>
                </a:cubicBezTo>
                <a:cubicBezTo>
                  <a:pt x="321159" y="34303"/>
                  <a:pt x="317892" y="35573"/>
                  <a:pt x="315533" y="38114"/>
                </a:cubicBezTo>
                <a:cubicBezTo>
                  <a:pt x="313174" y="40655"/>
                  <a:pt x="311632" y="44602"/>
                  <a:pt x="310905" y="49956"/>
                </a:cubicBezTo>
                <a:close/>
                <a:moveTo>
                  <a:pt x="399930" y="49276"/>
                </a:moveTo>
                <a:lnTo>
                  <a:pt x="397888" y="49276"/>
                </a:lnTo>
                <a:cubicBezTo>
                  <a:pt x="396346" y="43105"/>
                  <a:pt x="394440" y="38771"/>
                  <a:pt x="392170" y="36276"/>
                </a:cubicBezTo>
                <a:cubicBezTo>
                  <a:pt x="389902" y="33781"/>
                  <a:pt x="386817" y="32533"/>
                  <a:pt x="382915" y="32533"/>
                </a:cubicBezTo>
                <a:cubicBezTo>
                  <a:pt x="379830" y="32533"/>
                  <a:pt x="377312" y="33373"/>
                  <a:pt x="375360" y="35053"/>
                </a:cubicBezTo>
                <a:cubicBezTo>
                  <a:pt x="373409" y="36731"/>
                  <a:pt x="372434" y="38976"/>
                  <a:pt x="372434" y="41789"/>
                </a:cubicBezTo>
                <a:cubicBezTo>
                  <a:pt x="372434" y="45691"/>
                  <a:pt x="374385" y="48777"/>
                  <a:pt x="378287" y="51046"/>
                </a:cubicBezTo>
                <a:lnTo>
                  <a:pt x="392989" y="59757"/>
                </a:lnTo>
                <a:cubicBezTo>
                  <a:pt x="397162" y="62207"/>
                  <a:pt x="400111" y="64657"/>
                  <a:pt x="401835" y="67108"/>
                </a:cubicBezTo>
                <a:cubicBezTo>
                  <a:pt x="403560" y="69558"/>
                  <a:pt x="404423" y="72507"/>
                  <a:pt x="404423" y="75956"/>
                </a:cubicBezTo>
                <a:cubicBezTo>
                  <a:pt x="404423" y="79133"/>
                  <a:pt x="403560" y="82037"/>
                  <a:pt x="401835" y="84670"/>
                </a:cubicBezTo>
                <a:cubicBezTo>
                  <a:pt x="400111" y="87301"/>
                  <a:pt x="397797" y="89410"/>
                  <a:pt x="394893" y="90998"/>
                </a:cubicBezTo>
                <a:cubicBezTo>
                  <a:pt x="391989" y="92585"/>
                  <a:pt x="388768" y="93379"/>
                  <a:pt x="385229" y="93379"/>
                </a:cubicBezTo>
                <a:cubicBezTo>
                  <a:pt x="383867" y="93379"/>
                  <a:pt x="382325" y="93242"/>
                  <a:pt x="380601" y="92970"/>
                </a:cubicBezTo>
                <a:cubicBezTo>
                  <a:pt x="378877" y="92698"/>
                  <a:pt x="377107" y="92381"/>
                  <a:pt x="375292" y="92018"/>
                </a:cubicBezTo>
                <a:cubicBezTo>
                  <a:pt x="373749" y="91564"/>
                  <a:pt x="372501" y="91269"/>
                  <a:pt x="371547" y="91133"/>
                </a:cubicBezTo>
                <a:cubicBezTo>
                  <a:pt x="370594" y="90998"/>
                  <a:pt x="369755" y="90930"/>
                  <a:pt x="369030" y="90930"/>
                </a:cubicBezTo>
                <a:cubicBezTo>
                  <a:pt x="367668" y="90930"/>
                  <a:pt x="366625" y="91474"/>
                  <a:pt x="365899" y="92563"/>
                </a:cubicBezTo>
                <a:lnTo>
                  <a:pt x="364130" y="92563"/>
                </a:lnTo>
                <a:lnTo>
                  <a:pt x="364130" y="71329"/>
                </a:lnTo>
                <a:lnTo>
                  <a:pt x="366307" y="71329"/>
                </a:lnTo>
                <a:cubicBezTo>
                  <a:pt x="367850" y="78225"/>
                  <a:pt x="369938" y="83125"/>
                  <a:pt x="372569" y="86030"/>
                </a:cubicBezTo>
                <a:cubicBezTo>
                  <a:pt x="375201" y="88934"/>
                  <a:pt x="378877" y="90386"/>
                  <a:pt x="383596" y="90386"/>
                </a:cubicBezTo>
                <a:cubicBezTo>
                  <a:pt x="387044" y="90386"/>
                  <a:pt x="389788" y="89501"/>
                  <a:pt x="391830" y="87731"/>
                </a:cubicBezTo>
                <a:cubicBezTo>
                  <a:pt x="393872" y="85962"/>
                  <a:pt x="394893" y="83579"/>
                  <a:pt x="394893" y="80584"/>
                </a:cubicBezTo>
                <a:cubicBezTo>
                  <a:pt x="394893" y="76501"/>
                  <a:pt x="392534" y="73098"/>
                  <a:pt x="387815" y="70375"/>
                </a:cubicBezTo>
                <a:lnTo>
                  <a:pt x="379920" y="65883"/>
                </a:lnTo>
                <a:cubicBezTo>
                  <a:pt x="374112" y="62616"/>
                  <a:pt x="370006" y="59485"/>
                  <a:pt x="367601" y="56490"/>
                </a:cubicBezTo>
                <a:cubicBezTo>
                  <a:pt x="365195" y="53495"/>
                  <a:pt x="363993" y="50092"/>
                  <a:pt x="363993" y="46281"/>
                </a:cubicBezTo>
                <a:cubicBezTo>
                  <a:pt x="363993" y="41381"/>
                  <a:pt x="365739" y="37342"/>
                  <a:pt x="369233" y="34166"/>
                </a:cubicBezTo>
                <a:cubicBezTo>
                  <a:pt x="372728" y="30989"/>
                  <a:pt x="377152" y="29401"/>
                  <a:pt x="382506" y="29401"/>
                </a:cubicBezTo>
                <a:cubicBezTo>
                  <a:pt x="384140" y="29401"/>
                  <a:pt x="385751" y="29560"/>
                  <a:pt x="387339" y="29879"/>
                </a:cubicBezTo>
                <a:cubicBezTo>
                  <a:pt x="388927" y="30196"/>
                  <a:pt x="390493" y="30626"/>
                  <a:pt x="392035" y="31171"/>
                </a:cubicBezTo>
                <a:cubicBezTo>
                  <a:pt x="393396" y="31806"/>
                  <a:pt x="394621" y="32124"/>
                  <a:pt x="395710" y="32124"/>
                </a:cubicBezTo>
                <a:cubicBezTo>
                  <a:pt x="396437" y="32124"/>
                  <a:pt x="397163" y="31625"/>
                  <a:pt x="397888" y="30626"/>
                </a:cubicBezTo>
                <a:lnTo>
                  <a:pt x="399386" y="30626"/>
                </a:lnTo>
                <a:lnTo>
                  <a:pt x="399930" y="492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F17A1-00FE-411B-85C0-1AFBB39D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157" y="62082"/>
            <a:ext cx="679655" cy="317300"/>
          </a:xfrm>
          <a:custGeom xmlns:a="http://schemas.openxmlformats.org/drawingml/2006/main">
            <a:pathLst>
              <a:path w="679655" h="317300">
                <a:moveTo>
                  <a:pt x="0" y="317300"/>
                </a:moveTo>
                <a:lnTo>
                  <a:pt x="0" y="0"/>
                </a:lnTo>
                <a:lnTo>
                  <a:pt x="679655" y="0"/>
                </a:lnTo>
                <a:lnTo>
                  <a:pt x="679655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1Byte">
            <a:extLst xmlns:a="http://schemas.openxmlformats.org/drawingml/2006/main">
              <a:ext uri="{FF2B5EF4-FFF2-40B4-BE49-F238E27FC236}">
                <a16:creationId xmlns:a16="http://schemas.microsoft.com/office/drawing/2014/main" id="{907884F2-3690-4196-A2EB-376EEBE7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313" y="173129"/>
            <a:ext cx="341668" cy="121693"/>
          </a:xfrm>
          <a:custGeom xmlns:a="http://schemas.openxmlformats.org/drawingml/2006/main">
            <a:pathLst>
              <a:path w="341668" h="121693">
                <a:moveTo>
                  <a:pt x="953" y="92018"/>
                </a:moveTo>
                <a:lnTo>
                  <a:pt x="953" y="89977"/>
                </a:lnTo>
                <a:cubicBezTo>
                  <a:pt x="4403" y="89885"/>
                  <a:pt x="7034" y="89567"/>
                  <a:pt x="8848" y="89023"/>
                </a:cubicBezTo>
                <a:cubicBezTo>
                  <a:pt x="10664" y="88479"/>
                  <a:pt x="11934" y="87436"/>
                  <a:pt x="12660" y="85893"/>
                </a:cubicBezTo>
                <a:cubicBezTo>
                  <a:pt x="13387" y="84350"/>
                  <a:pt x="13795" y="82172"/>
                  <a:pt x="13885" y="79359"/>
                </a:cubicBezTo>
                <a:lnTo>
                  <a:pt x="13885" y="17695"/>
                </a:lnTo>
                <a:cubicBezTo>
                  <a:pt x="13885" y="13430"/>
                  <a:pt x="12524" y="11297"/>
                  <a:pt x="9802" y="11297"/>
                </a:cubicBezTo>
                <a:cubicBezTo>
                  <a:pt x="8441" y="11297"/>
                  <a:pt x="5173" y="12296"/>
                  <a:pt x="0" y="14292"/>
                </a:cubicBezTo>
                <a:lnTo>
                  <a:pt x="0" y="12386"/>
                </a:lnTo>
                <a:lnTo>
                  <a:pt x="24503" y="0"/>
                </a:lnTo>
                <a:lnTo>
                  <a:pt x="25592" y="272"/>
                </a:lnTo>
                <a:lnTo>
                  <a:pt x="25592" y="81945"/>
                </a:lnTo>
                <a:cubicBezTo>
                  <a:pt x="25683" y="85212"/>
                  <a:pt x="26545" y="87368"/>
                  <a:pt x="28178" y="88413"/>
                </a:cubicBezTo>
                <a:cubicBezTo>
                  <a:pt x="29811" y="89455"/>
                  <a:pt x="33260" y="89977"/>
                  <a:pt x="38523" y="89977"/>
                </a:cubicBezTo>
                <a:lnTo>
                  <a:pt x="38523" y="92018"/>
                </a:lnTo>
                <a:lnTo>
                  <a:pt x="953" y="92018"/>
                </a:lnTo>
                <a:close/>
                <a:moveTo>
                  <a:pt x="88753" y="4491"/>
                </a:moveTo>
                <a:lnTo>
                  <a:pt x="88753" y="1905"/>
                </a:lnTo>
                <a:lnTo>
                  <a:pt x="126867" y="1905"/>
                </a:lnTo>
                <a:cubicBezTo>
                  <a:pt x="138573" y="1905"/>
                  <a:pt x="147444" y="3856"/>
                  <a:pt x="153478" y="7758"/>
                </a:cubicBezTo>
                <a:cubicBezTo>
                  <a:pt x="159514" y="11660"/>
                  <a:pt x="162532" y="17422"/>
                  <a:pt x="162532" y="25045"/>
                </a:cubicBezTo>
                <a:cubicBezTo>
                  <a:pt x="162532" y="30944"/>
                  <a:pt x="160717" y="35482"/>
                  <a:pt x="157086" y="38658"/>
                </a:cubicBezTo>
                <a:cubicBezTo>
                  <a:pt x="155454" y="40110"/>
                  <a:pt x="153730" y="41244"/>
                  <a:pt x="151914" y="42061"/>
                </a:cubicBezTo>
                <a:cubicBezTo>
                  <a:pt x="150099" y="42878"/>
                  <a:pt x="147422" y="43740"/>
                  <a:pt x="143882" y="44647"/>
                </a:cubicBezTo>
                <a:cubicBezTo>
                  <a:pt x="148329" y="45736"/>
                  <a:pt x="151709" y="46803"/>
                  <a:pt x="154023" y="47847"/>
                </a:cubicBezTo>
                <a:cubicBezTo>
                  <a:pt x="156338" y="48890"/>
                  <a:pt x="158494" y="50319"/>
                  <a:pt x="160491" y="52134"/>
                </a:cubicBezTo>
                <a:cubicBezTo>
                  <a:pt x="164937" y="56128"/>
                  <a:pt x="167160" y="61256"/>
                  <a:pt x="167160" y="67517"/>
                </a:cubicBezTo>
                <a:cubicBezTo>
                  <a:pt x="167160" y="74323"/>
                  <a:pt x="164619" y="79995"/>
                  <a:pt x="159537" y="84533"/>
                </a:cubicBezTo>
                <a:cubicBezTo>
                  <a:pt x="156996" y="86801"/>
                  <a:pt x="153457" y="88615"/>
                  <a:pt x="148919" y="89977"/>
                </a:cubicBezTo>
                <a:cubicBezTo>
                  <a:pt x="144382" y="91338"/>
                  <a:pt x="139481" y="92018"/>
                  <a:pt x="134218" y="92018"/>
                </a:cubicBezTo>
                <a:lnTo>
                  <a:pt x="88753" y="92018"/>
                </a:lnTo>
                <a:lnTo>
                  <a:pt x="88753" y="89432"/>
                </a:lnTo>
                <a:cubicBezTo>
                  <a:pt x="92474" y="89251"/>
                  <a:pt x="95264" y="88865"/>
                  <a:pt x="97123" y="88275"/>
                </a:cubicBezTo>
                <a:cubicBezTo>
                  <a:pt x="98984" y="87686"/>
                  <a:pt x="100233" y="86529"/>
                  <a:pt x="100868" y="84805"/>
                </a:cubicBezTo>
                <a:cubicBezTo>
                  <a:pt x="101504" y="83079"/>
                  <a:pt x="101822" y="80538"/>
                  <a:pt x="101822" y="77182"/>
                </a:cubicBezTo>
                <a:lnTo>
                  <a:pt x="101822" y="16743"/>
                </a:lnTo>
                <a:cubicBezTo>
                  <a:pt x="101822" y="13294"/>
                  <a:pt x="101527" y="10753"/>
                  <a:pt x="100937" y="9120"/>
                </a:cubicBezTo>
                <a:cubicBezTo>
                  <a:pt x="100347" y="7486"/>
                  <a:pt x="99122" y="6352"/>
                  <a:pt x="97261" y="5716"/>
                </a:cubicBezTo>
                <a:cubicBezTo>
                  <a:pt x="95401" y="5081"/>
                  <a:pt x="92565" y="4672"/>
                  <a:pt x="88753" y="4491"/>
                </a:cubicBezTo>
                <a:moveTo>
                  <a:pt x="115705" y="47642"/>
                </a:moveTo>
                <a:lnTo>
                  <a:pt x="115705" y="81400"/>
                </a:lnTo>
                <a:cubicBezTo>
                  <a:pt x="115705" y="83579"/>
                  <a:pt x="116295" y="85053"/>
                  <a:pt x="117475" y="85825"/>
                </a:cubicBezTo>
                <a:cubicBezTo>
                  <a:pt x="118654" y="86596"/>
                  <a:pt x="120923" y="86981"/>
                  <a:pt x="124281" y="86981"/>
                </a:cubicBezTo>
                <a:cubicBezTo>
                  <a:pt x="128819" y="86981"/>
                  <a:pt x="132562" y="86686"/>
                  <a:pt x="135512" y="86097"/>
                </a:cubicBezTo>
                <a:cubicBezTo>
                  <a:pt x="138461" y="85507"/>
                  <a:pt x="141025" y="84622"/>
                  <a:pt x="143203" y="83442"/>
                </a:cubicBezTo>
                <a:cubicBezTo>
                  <a:pt x="148738" y="80266"/>
                  <a:pt x="151505" y="75002"/>
                  <a:pt x="151505" y="67652"/>
                </a:cubicBezTo>
                <a:cubicBezTo>
                  <a:pt x="151505" y="59304"/>
                  <a:pt x="147694" y="53587"/>
                  <a:pt x="140071" y="50502"/>
                </a:cubicBezTo>
                <a:cubicBezTo>
                  <a:pt x="137621" y="49503"/>
                  <a:pt x="134604" y="48777"/>
                  <a:pt x="131019" y="48323"/>
                </a:cubicBezTo>
                <a:cubicBezTo>
                  <a:pt x="127434" y="47869"/>
                  <a:pt x="122329" y="47642"/>
                  <a:pt x="115705" y="47642"/>
                </a:cubicBezTo>
                <a:moveTo>
                  <a:pt x="115705" y="42333"/>
                </a:moveTo>
                <a:lnTo>
                  <a:pt x="128637" y="42198"/>
                </a:lnTo>
                <a:cubicBezTo>
                  <a:pt x="141977" y="42016"/>
                  <a:pt x="148647" y="36480"/>
                  <a:pt x="148647" y="25589"/>
                </a:cubicBezTo>
                <a:cubicBezTo>
                  <a:pt x="148647" y="19511"/>
                  <a:pt x="146537" y="14838"/>
                  <a:pt x="142316" y="11571"/>
                </a:cubicBezTo>
                <a:cubicBezTo>
                  <a:pt x="138097" y="8303"/>
                  <a:pt x="132222" y="6760"/>
                  <a:pt x="124690" y="6942"/>
                </a:cubicBezTo>
                <a:lnTo>
                  <a:pt x="118700" y="7079"/>
                </a:lnTo>
                <a:cubicBezTo>
                  <a:pt x="117520" y="7169"/>
                  <a:pt x="116749" y="7464"/>
                  <a:pt x="116386" y="7963"/>
                </a:cubicBezTo>
                <a:cubicBezTo>
                  <a:pt x="116023" y="8462"/>
                  <a:pt x="115796" y="9483"/>
                  <a:pt x="115705" y="11025"/>
                </a:cubicBezTo>
                <a:lnTo>
                  <a:pt x="115705" y="42333"/>
                </a:lnTo>
                <a:close/>
                <a:moveTo>
                  <a:pt x="241892" y="30763"/>
                </a:moveTo>
                <a:lnTo>
                  <a:pt x="241892" y="32805"/>
                </a:lnTo>
                <a:cubicBezTo>
                  <a:pt x="240258" y="32987"/>
                  <a:pt x="238987" y="33509"/>
                  <a:pt x="238079" y="34371"/>
                </a:cubicBezTo>
                <a:cubicBezTo>
                  <a:pt x="237172" y="35233"/>
                  <a:pt x="236265" y="36752"/>
                  <a:pt x="235358" y="38931"/>
                </a:cubicBezTo>
                <a:lnTo>
                  <a:pt x="214394" y="94469"/>
                </a:lnTo>
                <a:cubicBezTo>
                  <a:pt x="210673" y="104360"/>
                  <a:pt x="207066" y="111370"/>
                  <a:pt x="203572" y="115500"/>
                </a:cubicBezTo>
                <a:cubicBezTo>
                  <a:pt x="200079" y="119629"/>
                  <a:pt x="196018" y="121693"/>
                  <a:pt x="191390" y="121693"/>
                </a:cubicBezTo>
                <a:cubicBezTo>
                  <a:pt x="188486" y="121693"/>
                  <a:pt x="186081" y="120944"/>
                  <a:pt x="184174" y="119446"/>
                </a:cubicBezTo>
                <a:cubicBezTo>
                  <a:pt x="182269" y="117949"/>
                  <a:pt x="181316" y="116067"/>
                  <a:pt x="181316" y="113798"/>
                </a:cubicBezTo>
                <a:cubicBezTo>
                  <a:pt x="181316" y="112075"/>
                  <a:pt x="181883" y="110645"/>
                  <a:pt x="183018" y="109509"/>
                </a:cubicBezTo>
                <a:cubicBezTo>
                  <a:pt x="184152" y="108375"/>
                  <a:pt x="185536" y="107808"/>
                  <a:pt x="187170" y="107808"/>
                </a:cubicBezTo>
                <a:cubicBezTo>
                  <a:pt x="189348" y="107808"/>
                  <a:pt x="191707" y="108307"/>
                  <a:pt x="194248" y="109306"/>
                </a:cubicBezTo>
                <a:cubicBezTo>
                  <a:pt x="195609" y="109941"/>
                  <a:pt x="196789" y="110259"/>
                  <a:pt x="197788" y="110259"/>
                </a:cubicBezTo>
                <a:cubicBezTo>
                  <a:pt x="198786" y="110259"/>
                  <a:pt x="199920" y="109691"/>
                  <a:pt x="201190" y="108556"/>
                </a:cubicBezTo>
                <a:cubicBezTo>
                  <a:pt x="202461" y="107422"/>
                  <a:pt x="203596" y="105993"/>
                  <a:pt x="204594" y="104269"/>
                </a:cubicBezTo>
                <a:cubicBezTo>
                  <a:pt x="205411" y="102818"/>
                  <a:pt x="206227" y="101094"/>
                  <a:pt x="207043" y="99097"/>
                </a:cubicBezTo>
                <a:cubicBezTo>
                  <a:pt x="207860" y="97100"/>
                  <a:pt x="208563" y="95194"/>
                  <a:pt x="209153" y="93379"/>
                </a:cubicBezTo>
                <a:cubicBezTo>
                  <a:pt x="209743" y="91565"/>
                  <a:pt x="210038" y="90294"/>
                  <a:pt x="210038" y="89567"/>
                </a:cubicBezTo>
                <a:cubicBezTo>
                  <a:pt x="210038" y="88569"/>
                  <a:pt x="209516" y="86845"/>
                  <a:pt x="208472" y="84395"/>
                </a:cubicBezTo>
                <a:cubicBezTo>
                  <a:pt x="207429" y="81946"/>
                  <a:pt x="205955" y="79042"/>
                  <a:pt x="204050" y="75684"/>
                </a:cubicBezTo>
                <a:cubicBezTo>
                  <a:pt x="203686" y="74957"/>
                  <a:pt x="203390" y="74367"/>
                  <a:pt x="203163" y="73915"/>
                </a:cubicBezTo>
                <a:cubicBezTo>
                  <a:pt x="202937" y="73460"/>
                  <a:pt x="202416" y="72326"/>
                  <a:pt x="201599" y="70510"/>
                </a:cubicBezTo>
                <a:lnTo>
                  <a:pt x="186081" y="37024"/>
                </a:lnTo>
                <a:cubicBezTo>
                  <a:pt x="184991" y="34666"/>
                  <a:pt x="182678" y="33214"/>
                  <a:pt x="179140" y="32668"/>
                </a:cubicBezTo>
                <a:lnTo>
                  <a:pt x="179140" y="30763"/>
                </a:lnTo>
                <a:lnTo>
                  <a:pt x="207180" y="30763"/>
                </a:lnTo>
                <a:lnTo>
                  <a:pt x="207180" y="32805"/>
                </a:lnTo>
                <a:cubicBezTo>
                  <a:pt x="204276" y="32895"/>
                  <a:pt x="202235" y="33213"/>
                  <a:pt x="201055" y="33759"/>
                </a:cubicBezTo>
                <a:cubicBezTo>
                  <a:pt x="199875" y="34303"/>
                  <a:pt x="199285" y="35210"/>
                  <a:pt x="199285" y="36480"/>
                </a:cubicBezTo>
                <a:cubicBezTo>
                  <a:pt x="199285" y="37841"/>
                  <a:pt x="199739" y="39565"/>
                  <a:pt x="200646" y="41654"/>
                </a:cubicBezTo>
                <a:lnTo>
                  <a:pt x="216300" y="76091"/>
                </a:lnTo>
                <a:lnTo>
                  <a:pt x="229504" y="38521"/>
                </a:lnTo>
                <a:cubicBezTo>
                  <a:pt x="229867" y="37706"/>
                  <a:pt x="230049" y="36934"/>
                  <a:pt x="230049" y="36207"/>
                </a:cubicBezTo>
                <a:cubicBezTo>
                  <a:pt x="230049" y="33939"/>
                  <a:pt x="227870" y="32805"/>
                  <a:pt x="223514" y="32805"/>
                </a:cubicBezTo>
                <a:lnTo>
                  <a:pt x="223514" y="30763"/>
                </a:lnTo>
                <a:lnTo>
                  <a:pt x="241892" y="30763"/>
                </a:lnTo>
                <a:close/>
                <a:moveTo>
                  <a:pt x="280551" y="30763"/>
                </a:moveTo>
                <a:lnTo>
                  <a:pt x="280551" y="35119"/>
                </a:lnTo>
                <a:lnTo>
                  <a:pt x="266803" y="35119"/>
                </a:lnTo>
                <a:lnTo>
                  <a:pt x="266803" y="74050"/>
                </a:lnTo>
                <a:cubicBezTo>
                  <a:pt x="266803" y="78315"/>
                  <a:pt x="267347" y="81423"/>
                  <a:pt x="268435" y="83374"/>
                </a:cubicBezTo>
                <a:cubicBezTo>
                  <a:pt x="269525" y="85325"/>
                  <a:pt x="271340" y="86300"/>
                  <a:pt x="273881" y="86300"/>
                </a:cubicBezTo>
                <a:cubicBezTo>
                  <a:pt x="275424" y="86300"/>
                  <a:pt x="276807" y="85937"/>
                  <a:pt x="278031" y="85212"/>
                </a:cubicBezTo>
                <a:cubicBezTo>
                  <a:pt x="279257" y="84486"/>
                  <a:pt x="280596" y="83261"/>
                  <a:pt x="282048" y="81537"/>
                </a:cubicBezTo>
                <a:lnTo>
                  <a:pt x="283818" y="83035"/>
                </a:lnTo>
                <a:cubicBezTo>
                  <a:pt x="279462" y="89931"/>
                  <a:pt x="274016" y="93379"/>
                  <a:pt x="267482" y="93379"/>
                </a:cubicBezTo>
                <a:cubicBezTo>
                  <a:pt x="259406" y="93379"/>
                  <a:pt x="255368" y="87616"/>
                  <a:pt x="255368" y="76091"/>
                </a:cubicBezTo>
                <a:lnTo>
                  <a:pt x="255368" y="35119"/>
                </a:lnTo>
                <a:lnTo>
                  <a:pt x="248153" y="35119"/>
                </a:lnTo>
                <a:cubicBezTo>
                  <a:pt x="247790" y="34846"/>
                  <a:pt x="247608" y="34529"/>
                  <a:pt x="247608" y="34166"/>
                </a:cubicBezTo>
                <a:cubicBezTo>
                  <a:pt x="247608" y="33440"/>
                  <a:pt x="248380" y="32578"/>
                  <a:pt x="249922" y="31580"/>
                </a:cubicBezTo>
                <a:cubicBezTo>
                  <a:pt x="251919" y="30400"/>
                  <a:pt x="254097" y="28472"/>
                  <a:pt x="256457" y="25795"/>
                </a:cubicBezTo>
                <a:cubicBezTo>
                  <a:pt x="258816" y="23117"/>
                  <a:pt x="261947" y="18920"/>
                  <a:pt x="265849" y="13204"/>
                </a:cubicBezTo>
                <a:cubicBezTo>
                  <a:pt x="266485" y="13204"/>
                  <a:pt x="266803" y="13794"/>
                  <a:pt x="266803" y="14974"/>
                </a:cubicBezTo>
                <a:lnTo>
                  <a:pt x="266803" y="30763"/>
                </a:lnTo>
                <a:lnTo>
                  <a:pt x="280551" y="30763"/>
                </a:lnTo>
                <a:close/>
                <a:moveTo>
                  <a:pt x="339492" y="69694"/>
                </a:moveTo>
                <a:lnTo>
                  <a:pt x="341668" y="70647"/>
                </a:lnTo>
                <a:cubicBezTo>
                  <a:pt x="338856" y="77997"/>
                  <a:pt x="334977" y="83624"/>
                  <a:pt x="330031" y="87526"/>
                </a:cubicBezTo>
                <a:cubicBezTo>
                  <a:pt x="325084" y="91428"/>
                  <a:pt x="319345" y="93379"/>
                  <a:pt x="312812" y="93379"/>
                </a:cubicBezTo>
                <a:cubicBezTo>
                  <a:pt x="305007" y="93379"/>
                  <a:pt x="298814" y="90634"/>
                  <a:pt x="294230" y="85145"/>
                </a:cubicBezTo>
                <a:cubicBezTo>
                  <a:pt x="289648" y="79655"/>
                  <a:pt x="287357" y="72236"/>
                  <a:pt x="287357" y="62887"/>
                </a:cubicBezTo>
                <a:cubicBezTo>
                  <a:pt x="287357" y="57261"/>
                  <a:pt x="288242" y="52157"/>
                  <a:pt x="290012" y="47575"/>
                </a:cubicBezTo>
                <a:cubicBezTo>
                  <a:pt x="291781" y="42992"/>
                  <a:pt x="294254" y="39293"/>
                  <a:pt x="297429" y="36480"/>
                </a:cubicBezTo>
                <a:cubicBezTo>
                  <a:pt x="302692" y="31760"/>
                  <a:pt x="308818" y="29401"/>
                  <a:pt x="315807" y="29401"/>
                </a:cubicBezTo>
                <a:cubicBezTo>
                  <a:pt x="323157" y="29401"/>
                  <a:pt x="328964" y="31988"/>
                  <a:pt x="333229" y="37161"/>
                </a:cubicBezTo>
                <a:cubicBezTo>
                  <a:pt x="334953" y="39339"/>
                  <a:pt x="336224" y="41631"/>
                  <a:pt x="337041" y="44036"/>
                </a:cubicBezTo>
                <a:cubicBezTo>
                  <a:pt x="337858" y="46440"/>
                  <a:pt x="338538" y="49866"/>
                  <a:pt x="339082" y="54313"/>
                </a:cubicBezTo>
                <a:lnTo>
                  <a:pt x="297157" y="54313"/>
                </a:lnTo>
                <a:cubicBezTo>
                  <a:pt x="297338" y="58487"/>
                  <a:pt x="297701" y="61867"/>
                  <a:pt x="298245" y="64454"/>
                </a:cubicBezTo>
                <a:cubicBezTo>
                  <a:pt x="298791" y="67040"/>
                  <a:pt x="299653" y="69649"/>
                  <a:pt x="300833" y="72280"/>
                </a:cubicBezTo>
                <a:cubicBezTo>
                  <a:pt x="304825" y="80084"/>
                  <a:pt x="310679" y="83986"/>
                  <a:pt x="318393" y="83986"/>
                </a:cubicBezTo>
                <a:cubicBezTo>
                  <a:pt x="322749" y="83986"/>
                  <a:pt x="326538" y="82898"/>
                  <a:pt x="329759" y="80721"/>
                </a:cubicBezTo>
                <a:cubicBezTo>
                  <a:pt x="332981" y="78543"/>
                  <a:pt x="336225" y="74867"/>
                  <a:pt x="339492" y="69694"/>
                </a:cubicBezTo>
                <a:moveTo>
                  <a:pt x="297429" y="49956"/>
                </a:moveTo>
                <a:lnTo>
                  <a:pt x="325199" y="49956"/>
                </a:lnTo>
                <a:cubicBezTo>
                  <a:pt x="324291" y="44058"/>
                  <a:pt x="322884" y="39975"/>
                  <a:pt x="320979" y="37707"/>
                </a:cubicBezTo>
                <a:cubicBezTo>
                  <a:pt x="319073" y="35438"/>
                  <a:pt x="316033" y="34303"/>
                  <a:pt x="311858" y="34303"/>
                </a:cubicBezTo>
                <a:cubicBezTo>
                  <a:pt x="307683" y="34303"/>
                  <a:pt x="304416" y="35573"/>
                  <a:pt x="302057" y="38114"/>
                </a:cubicBezTo>
                <a:cubicBezTo>
                  <a:pt x="299698" y="40655"/>
                  <a:pt x="298156" y="44602"/>
                  <a:pt x="297429" y="49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CDCB8-ED44-4CE4-B64A-88DA0950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157" y="390885"/>
            <a:ext cx="679655" cy="317300"/>
          </a:xfrm>
          <a:custGeom xmlns:a="http://schemas.openxmlformats.org/drawingml/2006/main">
            <a:pathLst>
              <a:path w="679655" h="317300">
                <a:moveTo>
                  <a:pt x="0" y="317300"/>
                </a:moveTo>
                <a:lnTo>
                  <a:pt x="0" y="0"/>
                </a:lnTo>
                <a:lnTo>
                  <a:pt x="679655" y="0"/>
                </a:lnTo>
                <a:lnTo>
                  <a:pt x="679655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828F72-EED2-4E1F-944E-9565307B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157" y="390885"/>
            <a:ext cx="679655" cy="317300"/>
          </a:xfrm>
          <a:custGeom xmlns:a="http://schemas.openxmlformats.org/drawingml/2006/main">
            <a:pathLst>
              <a:path w="679655" h="317300" fill="none">
                <a:moveTo>
                  <a:pt x="0" y="317300"/>
                </a:moveTo>
                <a:lnTo>
                  <a:pt x="679655" y="317300"/>
                </a:lnTo>
                <a:lnTo>
                  <a:pt x="679655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27" name="Text Padding">
            <a:extLst xmlns:a="http://schemas.openxmlformats.org/drawingml/2006/main">
              <a:ext uri="{FF2B5EF4-FFF2-40B4-BE49-F238E27FC236}">
                <a16:creationId xmlns:a16="http://schemas.microsoft.com/office/drawing/2014/main" id="{4DC1A10E-C62B-4541-B698-9707358E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127" y="419258"/>
            <a:ext cx="439540" cy="122647"/>
          </a:xfrm>
          <a:custGeom xmlns:a="http://schemas.openxmlformats.org/drawingml/2006/main">
            <a:pathLst>
              <a:path w="439540" h="122647">
                <a:moveTo>
                  <a:pt x="0" y="5444"/>
                </a:moveTo>
                <a:lnTo>
                  <a:pt x="0" y="2858"/>
                </a:lnTo>
                <a:lnTo>
                  <a:pt x="35935" y="2858"/>
                </a:lnTo>
                <a:cubicBezTo>
                  <a:pt x="42378" y="2858"/>
                  <a:pt x="48322" y="3743"/>
                  <a:pt x="53767" y="5513"/>
                </a:cubicBezTo>
                <a:cubicBezTo>
                  <a:pt x="59212" y="7282"/>
                  <a:pt x="63296" y="9665"/>
                  <a:pt x="66020" y="12660"/>
                </a:cubicBezTo>
                <a:cubicBezTo>
                  <a:pt x="69740" y="16652"/>
                  <a:pt x="71601" y="21597"/>
                  <a:pt x="71601" y="27496"/>
                </a:cubicBezTo>
                <a:cubicBezTo>
                  <a:pt x="71601" y="31943"/>
                  <a:pt x="70443" y="36117"/>
                  <a:pt x="68128" y="40021"/>
                </a:cubicBezTo>
                <a:cubicBezTo>
                  <a:pt x="65814" y="43923"/>
                  <a:pt x="62615" y="46963"/>
                  <a:pt x="58532" y="49139"/>
                </a:cubicBezTo>
                <a:cubicBezTo>
                  <a:pt x="52996" y="52226"/>
                  <a:pt x="45055" y="53769"/>
                  <a:pt x="34710" y="53769"/>
                </a:cubicBezTo>
                <a:cubicBezTo>
                  <a:pt x="32986" y="53769"/>
                  <a:pt x="31443" y="53724"/>
                  <a:pt x="30082" y="53634"/>
                </a:cubicBezTo>
                <a:cubicBezTo>
                  <a:pt x="28721" y="53543"/>
                  <a:pt x="27133" y="53451"/>
                  <a:pt x="25317" y="53360"/>
                </a:cubicBezTo>
                <a:lnTo>
                  <a:pt x="25317" y="78135"/>
                </a:lnTo>
                <a:cubicBezTo>
                  <a:pt x="25409" y="81492"/>
                  <a:pt x="25772" y="84033"/>
                  <a:pt x="26406" y="85758"/>
                </a:cubicBezTo>
                <a:cubicBezTo>
                  <a:pt x="27041" y="87482"/>
                  <a:pt x="28267" y="88662"/>
                  <a:pt x="30082" y="89297"/>
                </a:cubicBezTo>
                <a:cubicBezTo>
                  <a:pt x="31898" y="89932"/>
                  <a:pt x="34575" y="90294"/>
                  <a:pt x="38114" y="90386"/>
                </a:cubicBezTo>
                <a:lnTo>
                  <a:pt x="38114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8" y="90023"/>
                  <a:pt x="5966" y="89524"/>
                  <a:pt x="7554" y="88888"/>
                </a:cubicBezTo>
                <a:cubicBezTo>
                  <a:pt x="9143" y="88253"/>
                  <a:pt x="10186" y="87005"/>
                  <a:pt x="10684" y="85145"/>
                </a:cubicBezTo>
                <a:cubicBezTo>
                  <a:pt x="11184" y="83284"/>
                  <a:pt x="11434" y="80448"/>
                  <a:pt x="11434" y="76638"/>
                </a:cubicBezTo>
                <a:lnTo>
                  <a:pt x="11434" y="17697"/>
                </a:lnTo>
                <a:cubicBezTo>
                  <a:pt x="11434" y="14339"/>
                  <a:pt x="11161" y="11866"/>
                  <a:pt x="10616" y="10277"/>
                </a:cubicBezTo>
                <a:cubicBezTo>
                  <a:pt x="10072" y="8689"/>
                  <a:pt x="9005" y="7577"/>
                  <a:pt x="7417" y="6942"/>
                </a:cubicBezTo>
                <a:cubicBezTo>
                  <a:pt x="5829" y="6306"/>
                  <a:pt x="3357" y="5807"/>
                  <a:pt x="0" y="5444"/>
                </a:cubicBezTo>
                <a:moveTo>
                  <a:pt x="25317" y="12523"/>
                </a:moveTo>
                <a:lnTo>
                  <a:pt x="25317" y="47916"/>
                </a:lnTo>
                <a:cubicBezTo>
                  <a:pt x="26860" y="48006"/>
                  <a:pt x="28198" y="48097"/>
                  <a:pt x="29332" y="48188"/>
                </a:cubicBezTo>
                <a:cubicBezTo>
                  <a:pt x="30468" y="48278"/>
                  <a:pt x="31716" y="48323"/>
                  <a:pt x="33077" y="48323"/>
                </a:cubicBezTo>
                <a:cubicBezTo>
                  <a:pt x="48867" y="48323"/>
                  <a:pt x="56762" y="41653"/>
                  <a:pt x="56762" y="28313"/>
                </a:cubicBezTo>
                <a:cubicBezTo>
                  <a:pt x="56762" y="21325"/>
                  <a:pt x="54584" y="16176"/>
                  <a:pt x="50228" y="12863"/>
                </a:cubicBezTo>
                <a:cubicBezTo>
                  <a:pt x="45873" y="9551"/>
                  <a:pt x="39112" y="7895"/>
                  <a:pt x="29945" y="7895"/>
                </a:cubicBezTo>
                <a:cubicBezTo>
                  <a:pt x="28131" y="7895"/>
                  <a:pt x="26906" y="8213"/>
                  <a:pt x="26271" y="8848"/>
                </a:cubicBezTo>
                <a:cubicBezTo>
                  <a:pt x="25635" y="9484"/>
                  <a:pt x="25317" y="10709"/>
                  <a:pt x="25317" y="12523"/>
                </a:cubicBezTo>
                <a:close/>
                <a:moveTo>
                  <a:pt x="133672" y="83988"/>
                </a:moveTo>
                <a:lnTo>
                  <a:pt x="133672" y="87528"/>
                </a:lnTo>
                <a:cubicBezTo>
                  <a:pt x="131312" y="90069"/>
                  <a:pt x="129271" y="91838"/>
                  <a:pt x="127547" y="92837"/>
                </a:cubicBezTo>
                <a:cubicBezTo>
                  <a:pt x="125823" y="93834"/>
                  <a:pt x="123781" y="94332"/>
                  <a:pt x="121421" y="94332"/>
                </a:cubicBezTo>
                <a:cubicBezTo>
                  <a:pt x="118608" y="94332"/>
                  <a:pt x="116543" y="93584"/>
                  <a:pt x="115228" y="92087"/>
                </a:cubicBezTo>
                <a:cubicBezTo>
                  <a:pt x="113912" y="90590"/>
                  <a:pt x="113072" y="88026"/>
                  <a:pt x="112708" y="84395"/>
                </a:cubicBezTo>
                <a:cubicBezTo>
                  <a:pt x="108535" y="87935"/>
                  <a:pt x="104927" y="90476"/>
                  <a:pt x="101887" y="92018"/>
                </a:cubicBezTo>
                <a:cubicBezTo>
                  <a:pt x="98847" y="93561"/>
                  <a:pt x="95830" y="94332"/>
                  <a:pt x="92835" y="94332"/>
                </a:cubicBezTo>
                <a:cubicBezTo>
                  <a:pt x="88660" y="94332"/>
                  <a:pt x="85234" y="92971"/>
                  <a:pt x="82557" y="90249"/>
                </a:cubicBezTo>
                <a:cubicBezTo>
                  <a:pt x="79881" y="87526"/>
                  <a:pt x="78542" y="84033"/>
                  <a:pt x="78542" y="79768"/>
                </a:cubicBezTo>
                <a:cubicBezTo>
                  <a:pt x="78542" y="77500"/>
                  <a:pt x="78996" y="75299"/>
                  <a:pt x="79903" y="73167"/>
                </a:cubicBezTo>
                <a:cubicBezTo>
                  <a:pt x="80811" y="71033"/>
                  <a:pt x="81991" y="69285"/>
                  <a:pt x="83442" y="67924"/>
                </a:cubicBezTo>
                <a:cubicBezTo>
                  <a:pt x="84895" y="66655"/>
                  <a:pt x="86279" y="65543"/>
                  <a:pt x="87594" y="64591"/>
                </a:cubicBezTo>
                <a:cubicBezTo>
                  <a:pt x="88910" y="63638"/>
                  <a:pt x="90497" y="62708"/>
                  <a:pt x="92357" y="61801"/>
                </a:cubicBezTo>
                <a:cubicBezTo>
                  <a:pt x="94218" y="60893"/>
                  <a:pt x="96737" y="59758"/>
                  <a:pt x="99913" y="58397"/>
                </a:cubicBezTo>
                <a:cubicBezTo>
                  <a:pt x="103090" y="57036"/>
                  <a:pt x="107310" y="55311"/>
                  <a:pt x="112573" y="53223"/>
                </a:cubicBezTo>
                <a:lnTo>
                  <a:pt x="112573" y="44921"/>
                </a:lnTo>
                <a:cubicBezTo>
                  <a:pt x="112573" y="37388"/>
                  <a:pt x="109124" y="33622"/>
                  <a:pt x="102227" y="33622"/>
                </a:cubicBezTo>
                <a:cubicBezTo>
                  <a:pt x="99505" y="33622"/>
                  <a:pt x="97191" y="34280"/>
                  <a:pt x="95286" y="35597"/>
                </a:cubicBezTo>
                <a:cubicBezTo>
                  <a:pt x="93380" y="36912"/>
                  <a:pt x="92428" y="38478"/>
                  <a:pt x="92428" y="40293"/>
                </a:cubicBezTo>
                <a:cubicBezTo>
                  <a:pt x="92428" y="41200"/>
                  <a:pt x="92563" y="42288"/>
                  <a:pt x="92835" y="43558"/>
                </a:cubicBezTo>
                <a:cubicBezTo>
                  <a:pt x="92926" y="44012"/>
                  <a:pt x="92994" y="44421"/>
                  <a:pt x="93038" y="44784"/>
                </a:cubicBezTo>
                <a:cubicBezTo>
                  <a:pt x="93084" y="45146"/>
                  <a:pt x="93107" y="45464"/>
                  <a:pt x="93107" y="45737"/>
                </a:cubicBezTo>
                <a:cubicBezTo>
                  <a:pt x="93107" y="47190"/>
                  <a:pt x="92494" y="48506"/>
                  <a:pt x="91269" y="49686"/>
                </a:cubicBezTo>
                <a:cubicBezTo>
                  <a:pt x="90044" y="50865"/>
                  <a:pt x="88615" y="51455"/>
                  <a:pt x="86981" y="51455"/>
                </a:cubicBezTo>
                <a:cubicBezTo>
                  <a:pt x="85348" y="51455"/>
                  <a:pt x="83964" y="50865"/>
                  <a:pt x="82829" y="49686"/>
                </a:cubicBezTo>
                <a:cubicBezTo>
                  <a:pt x="81695" y="48506"/>
                  <a:pt x="81128" y="47144"/>
                  <a:pt x="81128" y="45600"/>
                </a:cubicBezTo>
                <a:cubicBezTo>
                  <a:pt x="81128" y="42696"/>
                  <a:pt x="82149" y="40110"/>
                  <a:pt x="84190" y="37842"/>
                </a:cubicBezTo>
                <a:cubicBezTo>
                  <a:pt x="86232" y="35574"/>
                  <a:pt x="88978" y="33759"/>
                  <a:pt x="92425" y="32398"/>
                </a:cubicBezTo>
                <a:cubicBezTo>
                  <a:pt x="95875" y="31036"/>
                  <a:pt x="99732" y="30354"/>
                  <a:pt x="103997" y="30354"/>
                </a:cubicBezTo>
                <a:cubicBezTo>
                  <a:pt x="112164" y="30354"/>
                  <a:pt x="117791" y="32850"/>
                  <a:pt x="120877" y="37842"/>
                </a:cubicBezTo>
                <a:cubicBezTo>
                  <a:pt x="121874" y="39476"/>
                  <a:pt x="122577" y="41382"/>
                  <a:pt x="122985" y="43560"/>
                </a:cubicBezTo>
                <a:cubicBezTo>
                  <a:pt x="123394" y="45737"/>
                  <a:pt x="123598" y="48595"/>
                  <a:pt x="123598" y="52134"/>
                </a:cubicBezTo>
                <a:lnTo>
                  <a:pt x="123598" y="78679"/>
                </a:lnTo>
                <a:cubicBezTo>
                  <a:pt x="123598" y="81673"/>
                  <a:pt x="123893" y="83738"/>
                  <a:pt x="124483" y="84873"/>
                </a:cubicBezTo>
                <a:cubicBezTo>
                  <a:pt x="125073" y="86007"/>
                  <a:pt x="126139" y="86574"/>
                  <a:pt x="127682" y="86574"/>
                </a:cubicBezTo>
                <a:cubicBezTo>
                  <a:pt x="129588" y="86574"/>
                  <a:pt x="131585" y="85712"/>
                  <a:pt x="133672" y="83988"/>
                </a:cubicBezTo>
                <a:moveTo>
                  <a:pt x="112573" y="76228"/>
                </a:moveTo>
                <a:lnTo>
                  <a:pt x="112573" y="56490"/>
                </a:lnTo>
                <a:cubicBezTo>
                  <a:pt x="104587" y="59304"/>
                  <a:pt x="98938" y="62140"/>
                  <a:pt x="95626" y="65000"/>
                </a:cubicBezTo>
                <a:cubicBezTo>
                  <a:pt x="92314" y="67858"/>
                  <a:pt x="90612" y="71329"/>
                  <a:pt x="90521" y="75412"/>
                </a:cubicBezTo>
                <a:lnTo>
                  <a:pt x="90521" y="75956"/>
                </a:lnTo>
                <a:cubicBezTo>
                  <a:pt x="90521" y="78860"/>
                  <a:pt x="91360" y="81333"/>
                  <a:pt x="93038" y="83376"/>
                </a:cubicBezTo>
                <a:cubicBezTo>
                  <a:pt x="94718" y="85417"/>
                  <a:pt x="96737" y="86437"/>
                  <a:pt x="99097" y="86437"/>
                </a:cubicBezTo>
                <a:cubicBezTo>
                  <a:pt x="102182" y="86437"/>
                  <a:pt x="105494" y="85439"/>
                  <a:pt x="109034" y="83442"/>
                </a:cubicBezTo>
                <a:cubicBezTo>
                  <a:pt x="110485" y="82627"/>
                  <a:pt x="111438" y="81720"/>
                  <a:pt x="111892" y="80721"/>
                </a:cubicBezTo>
                <a:cubicBezTo>
                  <a:pt x="112346" y="79723"/>
                  <a:pt x="112573" y="78225"/>
                  <a:pt x="112573" y="76228"/>
                </a:cubicBezTo>
                <a:close/>
                <a:moveTo>
                  <a:pt x="200780" y="85077"/>
                </a:moveTo>
                <a:lnTo>
                  <a:pt x="200780" y="87254"/>
                </a:lnTo>
                <a:lnTo>
                  <a:pt x="180770" y="94332"/>
                </a:lnTo>
                <a:lnTo>
                  <a:pt x="180225" y="93925"/>
                </a:lnTo>
                <a:lnTo>
                  <a:pt x="180225" y="85212"/>
                </a:lnTo>
                <a:cubicBezTo>
                  <a:pt x="177957" y="88388"/>
                  <a:pt x="175439" y="90703"/>
                  <a:pt x="172671" y="92155"/>
                </a:cubicBezTo>
                <a:cubicBezTo>
                  <a:pt x="169903" y="93607"/>
                  <a:pt x="166614" y="94332"/>
                  <a:pt x="162803" y="94332"/>
                </a:cubicBezTo>
                <a:cubicBezTo>
                  <a:pt x="157811" y="94332"/>
                  <a:pt x="153409" y="93107"/>
                  <a:pt x="149597" y="90658"/>
                </a:cubicBezTo>
                <a:cubicBezTo>
                  <a:pt x="145786" y="88207"/>
                  <a:pt x="142837" y="84781"/>
                  <a:pt x="140749" y="80381"/>
                </a:cubicBezTo>
                <a:cubicBezTo>
                  <a:pt x="138662" y="75979"/>
                  <a:pt x="137619" y="70874"/>
                  <a:pt x="137619" y="65066"/>
                </a:cubicBezTo>
                <a:cubicBezTo>
                  <a:pt x="137619" y="58623"/>
                  <a:pt x="138889" y="52770"/>
                  <a:pt x="141430" y="47507"/>
                </a:cubicBezTo>
                <a:cubicBezTo>
                  <a:pt x="143971" y="42243"/>
                  <a:pt x="147397" y="38069"/>
                  <a:pt x="151707" y="34984"/>
                </a:cubicBezTo>
                <a:cubicBezTo>
                  <a:pt x="156018" y="31898"/>
                  <a:pt x="160760" y="30354"/>
                  <a:pt x="165933" y="30354"/>
                </a:cubicBezTo>
                <a:cubicBezTo>
                  <a:pt x="168655" y="30354"/>
                  <a:pt x="171083" y="30786"/>
                  <a:pt x="173215" y="31648"/>
                </a:cubicBezTo>
                <a:cubicBezTo>
                  <a:pt x="175348" y="32511"/>
                  <a:pt x="177684" y="34031"/>
                  <a:pt x="180225" y="36207"/>
                </a:cubicBezTo>
                <a:lnTo>
                  <a:pt x="180225" y="14974"/>
                </a:lnTo>
                <a:cubicBezTo>
                  <a:pt x="180225" y="12160"/>
                  <a:pt x="179817" y="10299"/>
                  <a:pt x="179000" y="9393"/>
                </a:cubicBezTo>
                <a:cubicBezTo>
                  <a:pt x="178184" y="8486"/>
                  <a:pt x="176506" y="8032"/>
                  <a:pt x="173965" y="8032"/>
                </a:cubicBezTo>
                <a:cubicBezTo>
                  <a:pt x="173420" y="8032"/>
                  <a:pt x="172920" y="8032"/>
                  <a:pt x="172465" y="8032"/>
                </a:cubicBezTo>
                <a:cubicBezTo>
                  <a:pt x="172013" y="8032"/>
                  <a:pt x="171514" y="8077"/>
                  <a:pt x="170970" y="8167"/>
                </a:cubicBezTo>
                <a:lnTo>
                  <a:pt x="170970" y="5988"/>
                </a:lnTo>
                <a:cubicBezTo>
                  <a:pt x="175326" y="4810"/>
                  <a:pt x="178933" y="3812"/>
                  <a:pt x="181792" y="2995"/>
                </a:cubicBezTo>
                <a:cubicBezTo>
                  <a:pt x="184650" y="2178"/>
                  <a:pt x="187713" y="1180"/>
                  <a:pt x="190980" y="0"/>
                </a:cubicBezTo>
                <a:lnTo>
                  <a:pt x="191660" y="272"/>
                </a:lnTo>
                <a:lnTo>
                  <a:pt x="191660" y="77454"/>
                </a:lnTo>
                <a:cubicBezTo>
                  <a:pt x="191660" y="80539"/>
                  <a:pt x="192045" y="82604"/>
                  <a:pt x="192817" y="83648"/>
                </a:cubicBezTo>
                <a:cubicBezTo>
                  <a:pt x="193588" y="84690"/>
                  <a:pt x="195199" y="85212"/>
                  <a:pt x="197650" y="85212"/>
                </a:cubicBezTo>
                <a:cubicBezTo>
                  <a:pt x="197921" y="85212"/>
                  <a:pt x="198284" y="85212"/>
                  <a:pt x="198738" y="85212"/>
                </a:cubicBezTo>
                <a:cubicBezTo>
                  <a:pt x="199193" y="85212"/>
                  <a:pt x="199873" y="85167"/>
                  <a:pt x="200780" y="85077"/>
                </a:cubicBezTo>
                <a:moveTo>
                  <a:pt x="180225" y="79086"/>
                </a:moveTo>
                <a:lnTo>
                  <a:pt x="180225" y="47779"/>
                </a:lnTo>
                <a:cubicBezTo>
                  <a:pt x="180225" y="45329"/>
                  <a:pt x="179590" y="43083"/>
                  <a:pt x="178319" y="41041"/>
                </a:cubicBezTo>
                <a:cubicBezTo>
                  <a:pt x="177049" y="38998"/>
                  <a:pt x="175348" y="37342"/>
                  <a:pt x="173215" y="36072"/>
                </a:cubicBezTo>
                <a:cubicBezTo>
                  <a:pt x="171083" y="34801"/>
                  <a:pt x="168792" y="34166"/>
                  <a:pt x="166342" y="34166"/>
                </a:cubicBezTo>
                <a:cubicBezTo>
                  <a:pt x="161169" y="34166"/>
                  <a:pt x="157040" y="36480"/>
                  <a:pt x="153955" y="41109"/>
                </a:cubicBezTo>
                <a:cubicBezTo>
                  <a:pt x="150870" y="45737"/>
                  <a:pt x="149327" y="51908"/>
                  <a:pt x="149327" y="59622"/>
                </a:cubicBezTo>
                <a:cubicBezTo>
                  <a:pt x="149327" y="67971"/>
                  <a:pt x="151051" y="74663"/>
                  <a:pt x="154499" y="79699"/>
                </a:cubicBezTo>
                <a:cubicBezTo>
                  <a:pt x="157947" y="84735"/>
                  <a:pt x="162484" y="87254"/>
                  <a:pt x="168112" y="87254"/>
                </a:cubicBezTo>
                <a:cubicBezTo>
                  <a:pt x="172377" y="87254"/>
                  <a:pt x="175643" y="85892"/>
                  <a:pt x="177912" y="83170"/>
                </a:cubicBezTo>
                <a:cubicBezTo>
                  <a:pt x="179454" y="81446"/>
                  <a:pt x="180225" y="80085"/>
                  <a:pt x="180225" y="79086"/>
                </a:cubicBezTo>
                <a:close/>
                <a:moveTo>
                  <a:pt x="268841" y="85077"/>
                </a:moveTo>
                <a:lnTo>
                  <a:pt x="268841" y="87254"/>
                </a:lnTo>
                <a:lnTo>
                  <a:pt x="248831" y="94332"/>
                </a:lnTo>
                <a:lnTo>
                  <a:pt x="248287" y="93925"/>
                </a:lnTo>
                <a:lnTo>
                  <a:pt x="248287" y="85212"/>
                </a:lnTo>
                <a:cubicBezTo>
                  <a:pt x="246018" y="88388"/>
                  <a:pt x="243500" y="90703"/>
                  <a:pt x="240732" y="92155"/>
                </a:cubicBezTo>
                <a:cubicBezTo>
                  <a:pt x="237964" y="93607"/>
                  <a:pt x="234675" y="94332"/>
                  <a:pt x="230864" y="94332"/>
                </a:cubicBezTo>
                <a:cubicBezTo>
                  <a:pt x="225872" y="94332"/>
                  <a:pt x="221470" y="93107"/>
                  <a:pt x="217658" y="90658"/>
                </a:cubicBezTo>
                <a:cubicBezTo>
                  <a:pt x="213847" y="88207"/>
                  <a:pt x="210898" y="84781"/>
                  <a:pt x="208810" y="80381"/>
                </a:cubicBezTo>
                <a:cubicBezTo>
                  <a:pt x="206723" y="75979"/>
                  <a:pt x="205680" y="70874"/>
                  <a:pt x="205680" y="65066"/>
                </a:cubicBezTo>
                <a:cubicBezTo>
                  <a:pt x="205680" y="58623"/>
                  <a:pt x="206950" y="52770"/>
                  <a:pt x="209491" y="47507"/>
                </a:cubicBezTo>
                <a:cubicBezTo>
                  <a:pt x="212032" y="42243"/>
                  <a:pt x="215458" y="38069"/>
                  <a:pt x="219768" y="34984"/>
                </a:cubicBezTo>
                <a:cubicBezTo>
                  <a:pt x="224079" y="31898"/>
                  <a:pt x="228821" y="30354"/>
                  <a:pt x="233994" y="30354"/>
                </a:cubicBezTo>
                <a:cubicBezTo>
                  <a:pt x="236717" y="30354"/>
                  <a:pt x="239144" y="30786"/>
                  <a:pt x="241276" y="31648"/>
                </a:cubicBezTo>
                <a:cubicBezTo>
                  <a:pt x="243409" y="32511"/>
                  <a:pt x="245746" y="34031"/>
                  <a:pt x="248287" y="36207"/>
                </a:cubicBezTo>
                <a:lnTo>
                  <a:pt x="248287" y="14974"/>
                </a:lnTo>
                <a:cubicBezTo>
                  <a:pt x="248287" y="12160"/>
                  <a:pt x="247878" y="10299"/>
                  <a:pt x="247061" y="9393"/>
                </a:cubicBezTo>
                <a:cubicBezTo>
                  <a:pt x="246245" y="8486"/>
                  <a:pt x="244567" y="8032"/>
                  <a:pt x="242026" y="8032"/>
                </a:cubicBezTo>
                <a:cubicBezTo>
                  <a:pt x="241481" y="8032"/>
                  <a:pt x="240981" y="8032"/>
                  <a:pt x="240527" y="8032"/>
                </a:cubicBezTo>
                <a:cubicBezTo>
                  <a:pt x="240074" y="8032"/>
                  <a:pt x="239575" y="8077"/>
                  <a:pt x="239031" y="8167"/>
                </a:cubicBezTo>
                <a:lnTo>
                  <a:pt x="239031" y="5988"/>
                </a:lnTo>
                <a:cubicBezTo>
                  <a:pt x="243387" y="4810"/>
                  <a:pt x="246995" y="3812"/>
                  <a:pt x="249853" y="2995"/>
                </a:cubicBezTo>
                <a:cubicBezTo>
                  <a:pt x="252711" y="2178"/>
                  <a:pt x="255774" y="1180"/>
                  <a:pt x="259042" y="0"/>
                </a:cubicBezTo>
                <a:lnTo>
                  <a:pt x="259721" y="272"/>
                </a:lnTo>
                <a:lnTo>
                  <a:pt x="259721" y="77454"/>
                </a:lnTo>
                <a:cubicBezTo>
                  <a:pt x="259721" y="80539"/>
                  <a:pt x="260106" y="82604"/>
                  <a:pt x="260878" y="83648"/>
                </a:cubicBezTo>
                <a:cubicBezTo>
                  <a:pt x="261649" y="84690"/>
                  <a:pt x="263260" y="85212"/>
                  <a:pt x="265711" y="85212"/>
                </a:cubicBezTo>
                <a:cubicBezTo>
                  <a:pt x="265982" y="85212"/>
                  <a:pt x="266345" y="85212"/>
                  <a:pt x="266799" y="85212"/>
                </a:cubicBezTo>
                <a:cubicBezTo>
                  <a:pt x="267254" y="85212"/>
                  <a:pt x="267934" y="85167"/>
                  <a:pt x="268841" y="85077"/>
                </a:cubicBezTo>
                <a:moveTo>
                  <a:pt x="248287" y="79086"/>
                </a:moveTo>
                <a:lnTo>
                  <a:pt x="248287" y="47779"/>
                </a:lnTo>
                <a:cubicBezTo>
                  <a:pt x="248287" y="45329"/>
                  <a:pt x="247651" y="43083"/>
                  <a:pt x="246380" y="41041"/>
                </a:cubicBezTo>
                <a:cubicBezTo>
                  <a:pt x="245110" y="38998"/>
                  <a:pt x="243409" y="37342"/>
                  <a:pt x="241276" y="36072"/>
                </a:cubicBezTo>
                <a:cubicBezTo>
                  <a:pt x="239144" y="34801"/>
                  <a:pt x="236853" y="34166"/>
                  <a:pt x="234403" y="34166"/>
                </a:cubicBezTo>
                <a:cubicBezTo>
                  <a:pt x="229230" y="34166"/>
                  <a:pt x="225101" y="36480"/>
                  <a:pt x="222016" y="41109"/>
                </a:cubicBezTo>
                <a:cubicBezTo>
                  <a:pt x="218931" y="45737"/>
                  <a:pt x="217388" y="51908"/>
                  <a:pt x="217388" y="59622"/>
                </a:cubicBezTo>
                <a:cubicBezTo>
                  <a:pt x="217388" y="67971"/>
                  <a:pt x="219112" y="74663"/>
                  <a:pt x="222560" y="79699"/>
                </a:cubicBezTo>
                <a:cubicBezTo>
                  <a:pt x="226008" y="84735"/>
                  <a:pt x="230546" y="87254"/>
                  <a:pt x="236173" y="87254"/>
                </a:cubicBezTo>
                <a:cubicBezTo>
                  <a:pt x="240438" y="87254"/>
                  <a:pt x="243704" y="85892"/>
                  <a:pt x="245973" y="83170"/>
                </a:cubicBezTo>
                <a:cubicBezTo>
                  <a:pt x="247515" y="81446"/>
                  <a:pt x="248287" y="80085"/>
                  <a:pt x="248287" y="79086"/>
                </a:cubicBezTo>
                <a:close/>
                <a:moveTo>
                  <a:pt x="273197" y="92972"/>
                </a:moveTo>
                <a:lnTo>
                  <a:pt x="273197" y="90930"/>
                </a:lnTo>
                <a:cubicBezTo>
                  <a:pt x="276283" y="90749"/>
                  <a:pt x="278575" y="90386"/>
                  <a:pt x="280072" y="89842"/>
                </a:cubicBezTo>
                <a:cubicBezTo>
                  <a:pt x="281569" y="89296"/>
                  <a:pt x="282566" y="88207"/>
                  <a:pt x="283065" y="86574"/>
                </a:cubicBezTo>
                <a:cubicBezTo>
                  <a:pt x="283565" y="84940"/>
                  <a:pt x="283860" y="82444"/>
                  <a:pt x="283952" y="79086"/>
                </a:cubicBezTo>
                <a:lnTo>
                  <a:pt x="283952" y="47507"/>
                </a:lnTo>
                <a:cubicBezTo>
                  <a:pt x="283952" y="44512"/>
                  <a:pt x="283611" y="42402"/>
                  <a:pt x="282930" y="41178"/>
                </a:cubicBezTo>
                <a:cubicBezTo>
                  <a:pt x="282250" y="39952"/>
                  <a:pt x="281093" y="39340"/>
                  <a:pt x="279459" y="39340"/>
                </a:cubicBezTo>
                <a:cubicBezTo>
                  <a:pt x="278007" y="39340"/>
                  <a:pt x="276464" y="39475"/>
                  <a:pt x="274831" y="39747"/>
                </a:cubicBezTo>
                <a:lnTo>
                  <a:pt x="273741" y="39884"/>
                </a:lnTo>
                <a:lnTo>
                  <a:pt x="273741" y="37842"/>
                </a:lnTo>
                <a:lnTo>
                  <a:pt x="294842" y="30354"/>
                </a:lnTo>
                <a:lnTo>
                  <a:pt x="295386" y="30763"/>
                </a:lnTo>
                <a:lnTo>
                  <a:pt x="295386" y="79086"/>
                </a:lnTo>
                <a:cubicBezTo>
                  <a:pt x="295476" y="82354"/>
                  <a:pt x="295725" y="84805"/>
                  <a:pt x="296134" y="86439"/>
                </a:cubicBezTo>
                <a:cubicBezTo>
                  <a:pt x="296542" y="88072"/>
                  <a:pt x="297450" y="89160"/>
                  <a:pt x="298857" y="89704"/>
                </a:cubicBezTo>
                <a:cubicBezTo>
                  <a:pt x="300264" y="90249"/>
                  <a:pt x="302464" y="90657"/>
                  <a:pt x="305458" y="90930"/>
                </a:cubicBezTo>
                <a:lnTo>
                  <a:pt x="305458" y="92972"/>
                </a:lnTo>
                <a:lnTo>
                  <a:pt x="273197" y="92972"/>
                </a:lnTo>
                <a:moveTo>
                  <a:pt x="288442" y="0"/>
                </a:moveTo>
                <a:cubicBezTo>
                  <a:pt x="290439" y="0"/>
                  <a:pt x="292118" y="658"/>
                  <a:pt x="293479" y="1973"/>
                </a:cubicBezTo>
                <a:cubicBezTo>
                  <a:pt x="294841" y="3289"/>
                  <a:pt x="295521" y="4945"/>
                  <a:pt x="295521" y="6942"/>
                </a:cubicBezTo>
                <a:cubicBezTo>
                  <a:pt x="295521" y="8938"/>
                  <a:pt x="294863" y="10595"/>
                  <a:pt x="293548" y="11912"/>
                </a:cubicBezTo>
                <a:cubicBezTo>
                  <a:pt x="292232" y="13227"/>
                  <a:pt x="290531" y="13885"/>
                  <a:pt x="288442" y="13885"/>
                </a:cubicBezTo>
                <a:cubicBezTo>
                  <a:pt x="286537" y="13885"/>
                  <a:pt x="284927" y="13227"/>
                  <a:pt x="283611" y="11912"/>
                </a:cubicBezTo>
                <a:cubicBezTo>
                  <a:pt x="282296" y="10595"/>
                  <a:pt x="281638" y="8938"/>
                  <a:pt x="281638" y="6942"/>
                </a:cubicBezTo>
                <a:cubicBezTo>
                  <a:pt x="281638" y="5036"/>
                  <a:pt x="282319" y="3403"/>
                  <a:pt x="283680" y="2042"/>
                </a:cubicBezTo>
                <a:cubicBezTo>
                  <a:pt x="285041" y="681"/>
                  <a:pt x="286628" y="0"/>
                  <a:pt x="288442" y="0"/>
                </a:cubicBezTo>
                <a:close/>
                <a:moveTo>
                  <a:pt x="309951" y="92972"/>
                </a:moveTo>
                <a:lnTo>
                  <a:pt x="309951" y="90930"/>
                </a:lnTo>
                <a:cubicBezTo>
                  <a:pt x="313399" y="90749"/>
                  <a:pt x="315645" y="90000"/>
                  <a:pt x="316687" y="88685"/>
                </a:cubicBezTo>
                <a:cubicBezTo>
                  <a:pt x="317731" y="87368"/>
                  <a:pt x="318299" y="84713"/>
                  <a:pt x="318391" y="80721"/>
                </a:cubicBezTo>
                <a:lnTo>
                  <a:pt x="318391" y="46963"/>
                </a:lnTo>
                <a:cubicBezTo>
                  <a:pt x="318391" y="43605"/>
                  <a:pt x="318027" y="41314"/>
                  <a:pt x="317300" y="40090"/>
                </a:cubicBezTo>
                <a:cubicBezTo>
                  <a:pt x="316574" y="38864"/>
                  <a:pt x="315259" y="38251"/>
                  <a:pt x="313354" y="38251"/>
                </a:cubicBezTo>
                <a:cubicBezTo>
                  <a:pt x="311630" y="38251"/>
                  <a:pt x="310405" y="38433"/>
                  <a:pt x="309679" y="38796"/>
                </a:cubicBezTo>
                <a:lnTo>
                  <a:pt x="309679" y="36482"/>
                </a:lnTo>
                <a:cubicBezTo>
                  <a:pt x="313400" y="35392"/>
                  <a:pt x="316622" y="34393"/>
                  <a:pt x="319344" y="33487"/>
                </a:cubicBezTo>
                <a:cubicBezTo>
                  <a:pt x="322066" y="32578"/>
                  <a:pt x="325106" y="31534"/>
                  <a:pt x="328464" y="30354"/>
                </a:cubicBezTo>
                <a:lnTo>
                  <a:pt x="329416" y="30628"/>
                </a:lnTo>
                <a:lnTo>
                  <a:pt x="329416" y="41381"/>
                </a:lnTo>
                <a:cubicBezTo>
                  <a:pt x="332502" y="38478"/>
                  <a:pt x="335134" y="36232"/>
                  <a:pt x="337311" y="34643"/>
                </a:cubicBezTo>
                <a:cubicBezTo>
                  <a:pt x="339489" y="33055"/>
                  <a:pt x="341485" y="31943"/>
                  <a:pt x="343301" y="31308"/>
                </a:cubicBezTo>
                <a:cubicBezTo>
                  <a:pt x="345116" y="30672"/>
                  <a:pt x="347067" y="30354"/>
                  <a:pt x="349154" y="30354"/>
                </a:cubicBezTo>
                <a:cubicBezTo>
                  <a:pt x="354236" y="30354"/>
                  <a:pt x="358183" y="32147"/>
                  <a:pt x="360995" y="35732"/>
                </a:cubicBezTo>
                <a:cubicBezTo>
                  <a:pt x="363809" y="39317"/>
                  <a:pt x="365216" y="44331"/>
                  <a:pt x="365216" y="50774"/>
                </a:cubicBezTo>
                <a:lnTo>
                  <a:pt x="365216" y="81947"/>
                </a:lnTo>
                <a:cubicBezTo>
                  <a:pt x="365307" y="85303"/>
                  <a:pt x="365874" y="87549"/>
                  <a:pt x="366917" y="88685"/>
                </a:cubicBezTo>
                <a:cubicBezTo>
                  <a:pt x="367961" y="89819"/>
                  <a:pt x="370162" y="90567"/>
                  <a:pt x="373520" y="90930"/>
                </a:cubicBezTo>
                <a:lnTo>
                  <a:pt x="373520" y="92972"/>
                </a:lnTo>
                <a:lnTo>
                  <a:pt x="345205" y="92972"/>
                </a:lnTo>
                <a:lnTo>
                  <a:pt x="345205" y="90930"/>
                </a:lnTo>
                <a:cubicBezTo>
                  <a:pt x="348563" y="90749"/>
                  <a:pt x="350809" y="89909"/>
                  <a:pt x="351943" y="88413"/>
                </a:cubicBezTo>
                <a:cubicBezTo>
                  <a:pt x="353079" y="86914"/>
                  <a:pt x="353692" y="83942"/>
                  <a:pt x="353782" y="79496"/>
                </a:cubicBezTo>
                <a:lnTo>
                  <a:pt x="353782" y="51046"/>
                </a:lnTo>
                <a:cubicBezTo>
                  <a:pt x="353782" y="42243"/>
                  <a:pt x="350469" y="37842"/>
                  <a:pt x="343845" y="37842"/>
                </a:cubicBezTo>
                <a:cubicBezTo>
                  <a:pt x="341577" y="37842"/>
                  <a:pt x="339467" y="38364"/>
                  <a:pt x="337516" y="39408"/>
                </a:cubicBezTo>
                <a:cubicBezTo>
                  <a:pt x="335565" y="40451"/>
                  <a:pt x="333001" y="42515"/>
                  <a:pt x="329825" y="45600"/>
                </a:cubicBezTo>
                <a:lnTo>
                  <a:pt x="329825" y="83851"/>
                </a:lnTo>
                <a:cubicBezTo>
                  <a:pt x="329825" y="86302"/>
                  <a:pt x="330483" y="88050"/>
                  <a:pt x="331798" y="89094"/>
                </a:cubicBezTo>
                <a:cubicBezTo>
                  <a:pt x="333113" y="90137"/>
                  <a:pt x="335450" y="90749"/>
                  <a:pt x="338808" y="90930"/>
                </a:cubicBezTo>
                <a:lnTo>
                  <a:pt x="338808" y="92972"/>
                </a:lnTo>
                <a:lnTo>
                  <a:pt x="309951" y="92972"/>
                </a:lnTo>
                <a:close/>
                <a:moveTo>
                  <a:pt x="439540" y="40156"/>
                </a:moveTo>
                <a:lnTo>
                  <a:pt x="428240" y="40156"/>
                </a:lnTo>
                <a:cubicBezTo>
                  <a:pt x="429239" y="42334"/>
                  <a:pt x="429919" y="44285"/>
                  <a:pt x="430282" y="46009"/>
                </a:cubicBezTo>
                <a:cubicBezTo>
                  <a:pt x="430646" y="47733"/>
                  <a:pt x="430828" y="49593"/>
                  <a:pt x="430828" y="51590"/>
                </a:cubicBezTo>
                <a:cubicBezTo>
                  <a:pt x="430828" y="58125"/>
                  <a:pt x="428650" y="63252"/>
                  <a:pt x="424294" y="66973"/>
                </a:cubicBezTo>
                <a:cubicBezTo>
                  <a:pt x="422207" y="68787"/>
                  <a:pt x="419871" y="70193"/>
                  <a:pt x="417284" y="71192"/>
                </a:cubicBezTo>
                <a:cubicBezTo>
                  <a:pt x="414697" y="72190"/>
                  <a:pt x="412133" y="72689"/>
                  <a:pt x="409592" y="72689"/>
                </a:cubicBezTo>
                <a:cubicBezTo>
                  <a:pt x="409501" y="72689"/>
                  <a:pt x="408798" y="72621"/>
                  <a:pt x="407482" y="72486"/>
                </a:cubicBezTo>
                <a:cubicBezTo>
                  <a:pt x="406167" y="72350"/>
                  <a:pt x="404284" y="72191"/>
                  <a:pt x="401833" y="72008"/>
                </a:cubicBezTo>
                <a:cubicBezTo>
                  <a:pt x="400653" y="72372"/>
                  <a:pt x="399427" y="73053"/>
                  <a:pt x="398156" y="74052"/>
                </a:cubicBezTo>
                <a:cubicBezTo>
                  <a:pt x="396886" y="75049"/>
                  <a:pt x="395820" y="76160"/>
                  <a:pt x="394957" y="77385"/>
                </a:cubicBezTo>
                <a:cubicBezTo>
                  <a:pt x="394096" y="78611"/>
                  <a:pt x="393666" y="79677"/>
                  <a:pt x="393666" y="80584"/>
                </a:cubicBezTo>
                <a:cubicBezTo>
                  <a:pt x="393666" y="82762"/>
                  <a:pt x="397205" y="83988"/>
                  <a:pt x="404284" y="84260"/>
                </a:cubicBezTo>
                <a:lnTo>
                  <a:pt x="421843" y="85077"/>
                </a:lnTo>
                <a:cubicBezTo>
                  <a:pt x="426925" y="85258"/>
                  <a:pt x="430941" y="86665"/>
                  <a:pt x="433890" y="89297"/>
                </a:cubicBezTo>
                <a:cubicBezTo>
                  <a:pt x="436839" y="91928"/>
                  <a:pt x="438314" y="95376"/>
                  <a:pt x="438314" y="99641"/>
                </a:cubicBezTo>
                <a:cubicBezTo>
                  <a:pt x="438314" y="104723"/>
                  <a:pt x="435819" y="109306"/>
                  <a:pt x="430828" y="113389"/>
                </a:cubicBezTo>
                <a:cubicBezTo>
                  <a:pt x="427289" y="116203"/>
                  <a:pt x="423024" y="118449"/>
                  <a:pt x="418032" y="120127"/>
                </a:cubicBezTo>
                <a:cubicBezTo>
                  <a:pt x="413041" y="121807"/>
                  <a:pt x="408005" y="122647"/>
                  <a:pt x="402923" y="122647"/>
                </a:cubicBezTo>
                <a:cubicBezTo>
                  <a:pt x="398567" y="122647"/>
                  <a:pt x="394619" y="122057"/>
                  <a:pt x="391080" y="120877"/>
                </a:cubicBezTo>
                <a:cubicBezTo>
                  <a:pt x="387540" y="119697"/>
                  <a:pt x="384704" y="118086"/>
                  <a:pt x="382572" y="116044"/>
                </a:cubicBezTo>
                <a:cubicBezTo>
                  <a:pt x="380439" y="114003"/>
                  <a:pt x="379373" y="111802"/>
                  <a:pt x="379373" y="109443"/>
                </a:cubicBezTo>
                <a:cubicBezTo>
                  <a:pt x="379373" y="106902"/>
                  <a:pt x="380372" y="104383"/>
                  <a:pt x="382368" y="101886"/>
                </a:cubicBezTo>
                <a:cubicBezTo>
                  <a:pt x="384365" y="99391"/>
                  <a:pt x="387814" y="96374"/>
                  <a:pt x="392714" y="92835"/>
                </a:cubicBezTo>
                <a:cubicBezTo>
                  <a:pt x="389900" y="91473"/>
                  <a:pt x="387994" y="90294"/>
                  <a:pt x="386996" y="89297"/>
                </a:cubicBezTo>
                <a:cubicBezTo>
                  <a:pt x="385998" y="88299"/>
                  <a:pt x="385498" y="87074"/>
                  <a:pt x="385498" y="85621"/>
                </a:cubicBezTo>
                <a:cubicBezTo>
                  <a:pt x="385498" y="84441"/>
                  <a:pt x="385748" y="83375"/>
                  <a:pt x="386246" y="82422"/>
                </a:cubicBezTo>
                <a:cubicBezTo>
                  <a:pt x="386746" y="81470"/>
                  <a:pt x="387722" y="80267"/>
                  <a:pt x="389175" y="78814"/>
                </a:cubicBezTo>
                <a:cubicBezTo>
                  <a:pt x="389356" y="78543"/>
                  <a:pt x="389855" y="78022"/>
                  <a:pt x="390670" y="77250"/>
                </a:cubicBezTo>
                <a:cubicBezTo>
                  <a:pt x="391487" y="76479"/>
                  <a:pt x="392622" y="75412"/>
                  <a:pt x="394075" y="74050"/>
                </a:cubicBezTo>
                <a:lnTo>
                  <a:pt x="397614" y="70784"/>
                </a:lnTo>
                <a:cubicBezTo>
                  <a:pt x="393076" y="68515"/>
                  <a:pt x="389832" y="65974"/>
                  <a:pt x="387881" y="63162"/>
                </a:cubicBezTo>
                <a:cubicBezTo>
                  <a:pt x="385930" y="60348"/>
                  <a:pt x="384954" y="56809"/>
                  <a:pt x="384954" y="52544"/>
                </a:cubicBezTo>
                <a:cubicBezTo>
                  <a:pt x="384954" y="48369"/>
                  <a:pt x="385975" y="44602"/>
                  <a:pt x="388016" y="41244"/>
                </a:cubicBezTo>
                <a:cubicBezTo>
                  <a:pt x="390058" y="37886"/>
                  <a:pt x="392804" y="35232"/>
                  <a:pt x="396251" y="33281"/>
                </a:cubicBezTo>
                <a:cubicBezTo>
                  <a:pt x="399701" y="31330"/>
                  <a:pt x="403512" y="30354"/>
                  <a:pt x="407686" y="30354"/>
                </a:cubicBezTo>
                <a:cubicBezTo>
                  <a:pt x="411316" y="30354"/>
                  <a:pt x="414946" y="31035"/>
                  <a:pt x="418576" y="32396"/>
                </a:cubicBezTo>
                <a:lnTo>
                  <a:pt x="421571" y="33487"/>
                </a:lnTo>
                <a:cubicBezTo>
                  <a:pt x="422932" y="33939"/>
                  <a:pt x="424157" y="34279"/>
                  <a:pt x="425245" y="34506"/>
                </a:cubicBezTo>
                <a:cubicBezTo>
                  <a:pt x="426335" y="34733"/>
                  <a:pt x="427606" y="34847"/>
                  <a:pt x="429059" y="34847"/>
                </a:cubicBezTo>
                <a:lnTo>
                  <a:pt x="439540" y="34847"/>
                </a:lnTo>
                <a:lnTo>
                  <a:pt x="439540" y="40156"/>
                </a:lnTo>
                <a:moveTo>
                  <a:pt x="395572" y="93244"/>
                </a:moveTo>
                <a:cubicBezTo>
                  <a:pt x="392850" y="96510"/>
                  <a:pt x="391057" y="98892"/>
                  <a:pt x="390195" y="100389"/>
                </a:cubicBezTo>
                <a:cubicBezTo>
                  <a:pt x="389333" y="101887"/>
                  <a:pt x="388903" y="103408"/>
                  <a:pt x="388903" y="104950"/>
                </a:cubicBezTo>
                <a:cubicBezTo>
                  <a:pt x="388903" y="107945"/>
                  <a:pt x="390695" y="110350"/>
                  <a:pt x="394278" y="112164"/>
                </a:cubicBezTo>
                <a:cubicBezTo>
                  <a:pt x="397863" y="113979"/>
                  <a:pt x="402696" y="114887"/>
                  <a:pt x="408776" y="114887"/>
                </a:cubicBezTo>
                <a:cubicBezTo>
                  <a:pt x="416489" y="114887"/>
                  <a:pt x="422705" y="113661"/>
                  <a:pt x="427424" y="111210"/>
                </a:cubicBezTo>
                <a:cubicBezTo>
                  <a:pt x="432143" y="108761"/>
                  <a:pt x="434503" y="105585"/>
                  <a:pt x="434503" y="101683"/>
                </a:cubicBezTo>
                <a:cubicBezTo>
                  <a:pt x="434503" y="99233"/>
                  <a:pt x="433232" y="97509"/>
                  <a:pt x="430691" y="96511"/>
                </a:cubicBezTo>
                <a:cubicBezTo>
                  <a:pt x="428150" y="95513"/>
                  <a:pt x="423795" y="95013"/>
                  <a:pt x="417625" y="95013"/>
                </a:cubicBezTo>
                <a:cubicBezTo>
                  <a:pt x="415446" y="95013"/>
                  <a:pt x="412928" y="94923"/>
                  <a:pt x="410068" y="94741"/>
                </a:cubicBezTo>
                <a:cubicBezTo>
                  <a:pt x="407210" y="94560"/>
                  <a:pt x="404465" y="94333"/>
                  <a:pt x="401833" y="94060"/>
                </a:cubicBezTo>
                <a:cubicBezTo>
                  <a:pt x="399202" y="93789"/>
                  <a:pt x="397115" y="93517"/>
                  <a:pt x="395572" y="93244"/>
                </a:cubicBezTo>
                <a:moveTo>
                  <a:pt x="396251" y="46963"/>
                </a:moveTo>
                <a:lnTo>
                  <a:pt x="396251" y="47370"/>
                </a:lnTo>
                <a:cubicBezTo>
                  <a:pt x="396251" y="53904"/>
                  <a:pt x="397545" y="59191"/>
                  <a:pt x="400131" y="63230"/>
                </a:cubicBezTo>
                <a:cubicBezTo>
                  <a:pt x="402718" y="67268"/>
                  <a:pt x="406099" y="69287"/>
                  <a:pt x="410274" y="69287"/>
                </a:cubicBezTo>
                <a:cubicBezTo>
                  <a:pt x="413449" y="69287"/>
                  <a:pt x="415921" y="68175"/>
                  <a:pt x="417691" y="65951"/>
                </a:cubicBezTo>
                <a:cubicBezTo>
                  <a:pt x="419461" y="63727"/>
                  <a:pt x="420345" y="60710"/>
                  <a:pt x="420345" y="56899"/>
                </a:cubicBezTo>
                <a:cubicBezTo>
                  <a:pt x="420345" y="54177"/>
                  <a:pt x="419983" y="51364"/>
                  <a:pt x="419257" y="48460"/>
                </a:cubicBezTo>
                <a:cubicBezTo>
                  <a:pt x="418532" y="45556"/>
                  <a:pt x="417533" y="42925"/>
                  <a:pt x="416262" y="40565"/>
                </a:cubicBezTo>
                <a:cubicBezTo>
                  <a:pt x="413994" y="36299"/>
                  <a:pt x="410682" y="34166"/>
                  <a:pt x="406325" y="34166"/>
                </a:cubicBezTo>
                <a:cubicBezTo>
                  <a:pt x="403240" y="34166"/>
                  <a:pt x="400790" y="35300"/>
                  <a:pt x="398975" y="37570"/>
                </a:cubicBezTo>
                <a:cubicBezTo>
                  <a:pt x="397159" y="39838"/>
                  <a:pt x="396251" y="42969"/>
                  <a:pt x="396251" y="46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Length">
            <a:extLst xmlns:a="http://schemas.openxmlformats.org/drawingml/2006/main">
              <a:ext uri="{FF2B5EF4-FFF2-40B4-BE49-F238E27FC236}">
                <a16:creationId xmlns:a16="http://schemas.microsoft.com/office/drawing/2014/main" id="{B0FCF121-DE3C-46C2-A0BE-E5D9C9C7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256" y="582222"/>
            <a:ext cx="382506" cy="122647"/>
          </a:xfrm>
          <a:custGeom xmlns:a="http://schemas.openxmlformats.org/drawingml/2006/main">
            <a:pathLst>
              <a:path w="382506" h="122647">
                <a:moveTo>
                  <a:pt x="38388" y="2858"/>
                </a:moveTo>
                <a:lnTo>
                  <a:pt x="38388" y="5444"/>
                </a:lnTo>
                <a:cubicBezTo>
                  <a:pt x="34849" y="5625"/>
                  <a:pt x="32195" y="6034"/>
                  <a:pt x="30425" y="6669"/>
                </a:cubicBezTo>
                <a:cubicBezTo>
                  <a:pt x="28655" y="7305"/>
                  <a:pt x="27453" y="8463"/>
                  <a:pt x="26817" y="10142"/>
                </a:cubicBezTo>
                <a:cubicBezTo>
                  <a:pt x="26181" y="11821"/>
                  <a:pt x="25819" y="14339"/>
                  <a:pt x="25729" y="17697"/>
                </a:cubicBezTo>
                <a:lnTo>
                  <a:pt x="25729" y="82082"/>
                </a:lnTo>
                <a:cubicBezTo>
                  <a:pt x="25819" y="83716"/>
                  <a:pt x="26091" y="84918"/>
                  <a:pt x="26545" y="85689"/>
                </a:cubicBezTo>
                <a:cubicBezTo>
                  <a:pt x="26999" y="86461"/>
                  <a:pt x="28043" y="86960"/>
                  <a:pt x="29675" y="87187"/>
                </a:cubicBezTo>
                <a:cubicBezTo>
                  <a:pt x="31309" y="87414"/>
                  <a:pt x="33896" y="87573"/>
                  <a:pt x="37435" y="87663"/>
                </a:cubicBezTo>
                <a:lnTo>
                  <a:pt x="46555" y="87663"/>
                </a:lnTo>
                <a:cubicBezTo>
                  <a:pt x="52454" y="87481"/>
                  <a:pt x="57196" y="86869"/>
                  <a:pt x="60779" y="85827"/>
                </a:cubicBezTo>
                <a:cubicBezTo>
                  <a:pt x="64364" y="84783"/>
                  <a:pt x="67337" y="82945"/>
                  <a:pt x="69696" y="80314"/>
                </a:cubicBezTo>
                <a:cubicBezTo>
                  <a:pt x="72056" y="77682"/>
                  <a:pt x="74279" y="74006"/>
                  <a:pt x="76366" y="69287"/>
                </a:cubicBezTo>
                <a:lnTo>
                  <a:pt x="79770" y="69287"/>
                </a:lnTo>
                <a:lnTo>
                  <a:pt x="73235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268" y="90204"/>
                  <a:pt x="5741" y="89774"/>
                  <a:pt x="7419" y="89094"/>
                </a:cubicBezTo>
                <a:cubicBezTo>
                  <a:pt x="9099" y="88413"/>
                  <a:pt x="10234" y="87233"/>
                  <a:pt x="10824" y="85554"/>
                </a:cubicBezTo>
                <a:cubicBezTo>
                  <a:pt x="11413" y="83875"/>
                  <a:pt x="11753" y="81402"/>
                  <a:pt x="11843" y="78135"/>
                </a:cubicBezTo>
                <a:lnTo>
                  <a:pt x="11843" y="17697"/>
                </a:lnTo>
                <a:cubicBezTo>
                  <a:pt x="11753" y="14429"/>
                  <a:pt x="11413" y="11956"/>
                  <a:pt x="10824" y="10277"/>
                </a:cubicBezTo>
                <a:cubicBezTo>
                  <a:pt x="10234" y="8598"/>
                  <a:pt x="9122" y="7418"/>
                  <a:pt x="7488" y="6738"/>
                </a:cubicBezTo>
                <a:cubicBezTo>
                  <a:pt x="5854" y="6057"/>
                  <a:pt x="3358" y="5625"/>
                  <a:pt x="0" y="5444"/>
                </a:cubicBezTo>
                <a:lnTo>
                  <a:pt x="0" y="2858"/>
                </a:lnTo>
                <a:lnTo>
                  <a:pt x="38388" y="2858"/>
                </a:lnTo>
                <a:close/>
                <a:moveTo>
                  <a:pt x="138166" y="70647"/>
                </a:moveTo>
                <a:lnTo>
                  <a:pt x="140343" y="71601"/>
                </a:lnTo>
                <a:cubicBezTo>
                  <a:pt x="137530" y="78951"/>
                  <a:pt x="133651" y="84577"/>
                  <a:pt x="128705" y="88479"/>
                </a:cubicBezTo>
                <a:cubicBezTo>
                  <a:pt x="123759" y="92381"/>
                  <a:pt x="118019" y="94332"/>
                  <a:pt x="111486" y="94332"/>
                </a:cubicBezTo>
                <a:cubicBezTo>
                  <a:pt x="103682" y="94332"/>
                  <a:pt x="97488" y="91588"/>
                  <a:pt x="92905" y="86099"/>
                </a:cubicBezTo>
                <a:cubicBezTo>
                  <a:pt x="88323" y="80608"/>
                  <a:pt x="86032" y="73189"/>
                  <a:pt x="86032" y="63841"/>
                </a:cubicBezTo>
                <a:cubicBezTo>
                  <a:pt x="86032" y="58215"/>
                  <a:pt x="86916" y="53111"/>
                  <a:pt x="88686" y="48529"/>
                </a:cubicBezTo>
                <a:cubicBezTo>
                  <a:pt x="90456" y="43945"/>
                  <a:pt x="92928" y="40247"/>
                  <a:pt x="96103" y="37433"/>
                </a:cubicBezTo>
                <a:cubicBezTo>
                  <a:pt x="101367" y="32714"/>
                  <a:pt x="107493" y="30354"/>
                  <a:pt x="114481" y="30354"/>
                </a:cubicBezTo>
                <a:cubicBezTo>
                  <a:pt x="121831" y="30354"/>
                  <a:pt x="127639" y="32941"/>
                  <a:pt x="131904" y="38114"/>
                </a:cubicBezTo>
                <a:cubicBezTo>
                  <a:pt x="133628" y="40292"/>
                  <a:pt x="134898" y="42584"/>
                  <a:pt x="135715" y="44989"/>
                </a:cubicBezTo>
                <a:cubicBezTo>
                  <a:pt x="136532" y="47393"/>
                  <a:pt x="137213" y="50819"/>
                  <a:pt x="137757" y="55267"/>
                </a:cubicBezTo>
                <a:lnTo>
                  <a:pt x="95831" y="55267"/>
                </a:lnTo>
                <a:cubicBezTo>
                  <a:pt x="96013" y="59440"/>
                  <a:pt x="96375" y="62820"/>
                  <a:pt x="96920" y="65407"/>
                </a:cubicBezTo>
                <a:cubicBezTo>
                  <a:pt x="97465" y="67994"/>
                  <a:pt x="98328" y="70602"/>
                  <a:pt x="99508" y="73233"/>
                </a:cubicBezTo>
                <a:cubicBezTo>
                  <a:pt x="103500" y="81038"/>
                  <a:pt x="109353" y="84940"/>
                  <a:pt x="117067" y="84940"/>
                </a:cubicBezTo>
                <a:cubicBezTo>
                  <a:pt x="121423" y="84940"/>
                  <a:pt x="125212" y="83851"/>
                  <a:pt x="128433" y="81675"/>
                </a:cubicBezTo>
                <a:cubicBezTo>
                  <a:pt x="131655" y="79496"/>
                  <a:pt x="134899" y="75821"/>
                  <a:pt x="138166" y="70647"/>
                </a:cubicBezTo>
                <a:moveTo>
                  <a:pt x="96103" y="50909"/>
                </a:moveTo>
                <a:lnTo>
                  <a:pt x="123874" y="50909"/>
                </a:lnTo>
                <a:cubicBezTo>
                  <a:pt x="122965" y="45011"/>
                  <a:pt x="121558" y="40929"/>
                  <a:pt x="119653" y="38660"/>
                </a:cubicBezTo>
                <a:cubicBezTo>
                  <a:pt x="117748" y="36391"/>
                  <a:pt x="114708" y="35256"/>
                  <a:pt x="110533" y="35256"/>
                </a:cubicBezTo>
                <a:cubicBezTo>
                  <a:pt x="106358" y="35256"/>
                  <a:pt x="103091" y="36527"/>
                  <a:pt x="100731" y="39068"/>
                </a:cubicBezTo>
                <a:cubicBezTo>
                  <a:pt x="98373" y="41609"/>
                  <a:pt x="96830" y="45556"/>
                  <a:pt x="96103" y="50909"/>
                </a:cubicBezTo>
                <a:close/>
                <a:moveTo>
                  <a:pt x="144700" y="92972"/>
                </a:moveTo>
                <a:lnTo>
                  <a:pt x="144700" y="90930"/>
                </a:lnTo>
                <a:cubicBezTo>
                  <a:pt x="148148" y="90749"/>
                  <a:pt x="150394" y="90000"/>
                  <a:pt x="151436" y="88685"/>
                </a:cubicBezTo>
                <a:cubicBezTo>
                  <a:pt x="152480" y="87368"/>
                  <a:pt x="153048" y="84713"/>
                  <a:pt x="153139" y="80721"/>
                </a:cubicBezTo>
                <a:lnTo>
                  <a:pt x="153139" y="46963"/>
                </a:lnTo>
                <a:cubicBezTo>
                  <a:pt x="153139" y="43605"/>
                  <a:pt x="152776" y="41314"/>
                  <a:pt x="152049" y="40090"/>
                </a:cubicBezTo>
                <a:cubicBezTo>
                  <a:pt x="151323" y="38864"/>
                  <a:pt x="150008" y="38251"/>
                  <a:pt x="148103" y="38251"/>
                </a:cubicBezTo>
                <a:cubicBezTo>
                  <a:pt x="146379" y="38251"/>
                  <a:pt x="145154" y="38433"/>
                  <a:pt x="144428" y="38796"/>
                </a:cubicBezTo>
                <a:lnTo>
                  <a:pt x="144428" y="36482"/>
                </a:lnTo>
                <a:cubicBezTo>
                  <a:pt x="148149" y="35392"/>
                  <a:pt x="151371" y="34393"/>
                  <a:pt x="154093" y="33487"/>
                </a:cubicBezTo>
                <a:cubicBezTo>
                  <a:pt x="156815" y="32578"/>
                  <a:pt x="159855" y="31534"/>
                  <a:pt x="163213" y="30354"/>
                </a:cubicBezTo>
                <a:lnTo>
                  <a:pt x="164165" y="30628"/>
                </a:lnTo>
                <a:lnTo>
                  <a:pt x="164165" y="41381"/>
                </a:lnTo>
                <a:cubicBezTo>
                  <a:pt x="167251" y="38478"/>
                  <a:pt x="169883" y="36232"/>
                  <a:pt x="172060" y="34643"/>
                </a:cubicBezTo>
                <a:cubicBezTo>
                  <a:pt x="174238" y="33055"/>
                  <a:pt x="176234" y="31943"/>
                  <a:pt x="178050" y="31308"/>
                </a:cubicBezTo>
                <a:cubicBezTo>
                  <a:pt x="179865" y="30672"/>
                  <a:pt x="181816" y="30354"/>
                  <a:pt x="183903" y="30354"/>
                </a:cubicBezTo>
                <a:cubicBezTo>
                  <a:pt x="188985" y="30354"/>
                  <a:pt x="192932" y="32147"/>
                  <a:pt x="195744" y="35732"/>
                </a:cubicBezTo>
                <a:cubicBezTo>
                  <a:pt x="198558" y="39317"/>
                  <a:pt x="199965" y="44331"/>
                  <a:pt x="199965" y="50774"/>
                </a:cubicBezTo>
                <a:lnTo>
                  <a:pt x="199965" y="81947"/>
                </a:lnTo>
                <a:cubicBezTo>
                  <a:pt x="200056" y="85303"/>
                  <a:pt x="200623" y="87549"/>
                  <a:pt x="201666" y="88685"/>
                </a:cubicBezTo>
                <a:cubicBezTo>
                  <a:pt x="202710" y="89819"/>
                  <a:pt x="204911" y="90567"/>
                  <a:pt x="208269" y="90930"/>
                </a:cubicBezTo>
                <a:lnTo>
                  <a:pt x="208269" y="92972"/>
                </a:lnTo>
                <a:lnTo>
                  <a:pt x="179954" y="92972"/>
                </a:lnTo>
                <a:lnTo>
                  <a:pt x="179954" y="90930"/>
                </a:lnTo>
                <a:cubicBezTo>
                  <a:pt x="183312" y="90749"/>
                  <a:pt x="185558" y="89909"/>
                  <a:pt x="186692" y="88413"/>
                </a:cubicBezTo>
                <a:cubicBezTo>
                  <a:pt x="187828" y="86914"/>
                  <a:pt x="188441" y="83942"/>
                  <a:pt x="188531" y="79496"/>
                </a:cubicBezTo>
                <a:lnTo>
                  <a:pt x="188531" y="51046"/>
                </a:lnTo>
                <a:cubicBezTo>
                  <a:pt x="188531" y="42243"/>
                  <a:pt x="185218" y="37842"/>
                  <a:pt x="178594" y="37842"/>
                </a:cubicBezTo>
                <a:cubicBezTo>
                  <a:pt x="176326" y="37842"/>
                  <a:pt x="174216" y="38364"/>
                  <a:pt x="172265" y="39408"/>
                </a:cubicBezTo>
                <a:cubicBezTo>
                  <a:pt x="170314" y="40451"/>
                  <a:pt x="167750" y="42515"/>
                  <a:pt x="164574" y="45600"/>
                </a:cubicBezTo>
                <a:lnTo>
                  <a:pt x="164574" y="83851"/>
                </a:lnTo>
                <a:cubicBezTo>
                  <a:pt x="164574" y="86302"/>
                  <a:pt x="165231" y="88050"/>
                  <a:pt x="166547" y="89094"/>
                </a:cubicBezTo>
                <a:cubicBezTo>
                  <a:pt x="167862" y="90137"/>
                  <a:pt x="170199" y="90749"/>
                  <a:pt x="173557" y="90930"/>
                </a:cubicBezTo>
                <a:lnTo>
                  <a:pt x="173557" y="92972"/>
                </a:lnTo>
                <a:lnTo>
                  <a:pt x="144700" y="92972"/>
                </a:lnTo>
                <a:close/>
                <a:moveTo>
                  <a:pt x="274289" y="40156"/>
                </a:moveTo>
                <a:lnTo>
                  <a:pt x="262989" y="40156"/>
                </a:lnTo>
                <a:cubicBezTo>
                  <a:pt x="263988" y="42334"/>
                  <a:pt x="264668" y="44285"/>
                  <a:pt x="265031" y="46009"/>
                </a:cubicBezTo>
                <a:cubicBezTo>
                  <a:pt x="265395" y="47733"/>
                  <a:pt x="265577" y="49593"/>
                  <a:pt x="265577" y="51590"/>
                </a:cubicBezTo>
                <a:cubicBezTo>
                  <a:pt x="265577" y="58125"/>
                  <a:pt x="263399" y="63252"/>
                  <a:pt x="259043" y="66973"/>
                </a:cubicBezTo>
                <a:cubicBezTo>
                  <a:pt x="256956" y="68787"/>
                  <a:pt x="254620" y="70193"/>
                  <a:pt x="252033" y="71192"/>
                </a:cubicBezTo>
                <a:cubicBezTo>
                  <a:pt x="249446" y="72190"/>
                  <a:pt x="246882" y="72689"/>
                  <a:pt x="244341" y="72689"/>
                </a:cubicBezTo>
                <a:cubicBezTo>
                  <a:pt x="244250" y="72689"/>
                  <a:pt x="243547" y="72621"/>
                  <a:pt x="242231" y="72486"/>
                </a:cubicBezTo>
                <a:cubicBezTo>
                  <a:pt x="240916" y="72350"/>
                  <a:pt x="239032" y="72191"/>
                  <a:pt x="236582" y="72008"/>
                </a:cubicBezTo>
                <a:cubicBezTo>
                  <a:pt x="235402" y="72372"/>
                  <a:pt x="234176" y="73053"/>
                  <a:pt x="232905" y="74052"/>
                </a:cubicBezTo>
                <a:cubicBezTo>
                  <a:pt x="231635" y="75049"/>
                  <a:pt x="230569" y="76160"/>
                  <a:pt x="229706" y="77385"/>
                </a:cubicBezTo>
                <a:cubicBezTo>
                  <a:pt x="228845" y="78611"/>
                  <a:pt x="228415" y="79677"/>
                  <a:pt x="228415" y="80584"/>
                </a:cubicBezTo>
                <a:cubicBezTo>
                  <a:pt x="228415" y="82762"/>
                  <a:pt x="231954" y="83988"/>
                  <a:pt x="239032" y="84260"/>
                </a:cubicBezTo>
                <a:lnTo>
                  <a:pt x="256592" y="85077"/>
                </a:lnTo>
                <a:cubicBezTo>
                  <a:pt x="261674" y="85258"/>
                  <a:pt x="265690" y="86665"/>
                  <a:pt x="268639" y="89297"/>
                </a:cubicBezTo>
                <a:cubicBezTo>
                  <a:pt x="271588" y="91928"/>
                  <a:pt x="273063" y="95376"/>
                  <a:pt x="273063" y="99641"/>
                </a:cubicBezTo>
                <a:cubicBezTo>
                  <a:pt x="273063" y="104723"/>
                  <a:pt x="270568" y="109306"/>
                  <a:pt x="265577" y="113389"/>
                </a:cubicBezTo>
                <a:cubicBezTo>
                  <a:pt x="262038" y="116203"/>
                  <a:pt x="257772" y="118449"/>
                  <a:pt x="252781" y="120127"/>
                </a:cubicBezTo>
                <a:cubicBezTo>
                  <a:pt x="247790" y="121807"/>
                  <a:pt x="242754" y="122647"/>
                  <a:pt x="237672" y="122647"/>
                </a:cubicBezTo>
                <a:cubicBezTo>
                  <a:pt x="233316" y="122647"/>
                  <a:pt x="229368" y="122057"/>
                  <a:pt x="225829" y="120877"/>
                </a:cubicBezTo>
                <a:cubicBezTo>
                  <a:pt x="222289" y="119697"/>
                  <a:pt x="219453" y="118086"/>
                  <a:pt x="217321" y="116044"/>
                </a:cubicBezTo>
                <a:cubicBezTo>
                  <a:pt x="215188" y="114003"/>
                  <a:pt x="214122" y="111802"/>
                  <a:pt x="214122" y="109443"/>
                </a:cubicBezTo>
                <a:cubicBezTo>
                  <a:pt x="214122" y="106902"/>
                  <a:pt x="215121" y="104383"/>
                  <a:pt x="217117" y="101886"/>
                </a:cubicBezTo>
                <a:cubicBezTo>
                  <a:pt x="219114" y="99391"/>
                  <a:pt x="222563" y="96374"/>
                  <a:pt x="227463" y="92835"/>
                </a:cubicBezTo>
                <a:cubicBezTo>
                  <a:pt x="224649" y="91473"/>
                  <a:pt x="222743" y="90294"/>
                  <a:pt x="221745" y="89297"/>
                </a:cubicBezTo>
                <a:cubicBezTo>
                  <a:pt x="220747" y="88299"/>
                  <a:pt x="220247" y="87074"/>
                  <a:pt x="220247" y="85621"/>
                </a:cubicBezTo>
                <a:cubicBezTo>
                  <a:pt x="220247" y="84441"/>
                  <a:pt x="220497" y="83375"/>
                  <a:pt x="220995" y="82422"/>
                </a:cubicBezTo>
                <a:cubicBezTo>
                  <a:pt x="221495" y="81470"/>
                  <a:pt x="222471" y="80267"/>
                  <a:pt x="223924" y="78814"/>
                </a:cubicBezTo>
                <a:cubicBezTo>
                  <a:pt x="224105" y="78543"/>
                  <a:pt x="224604" y="78022"/>
                  <a:pt x="225419" y="77250"/>
                </a:cubicBezTo>
                <a:cubicBezTo>
                  <a:pt x="226236" y="76479"/>
                  <a:pt x="227371" y="75412"/>
                  <a:pt x="228824" y="74050"/>
                </a:cubicBezTo>
                <a:lnTo>
                  <a:pt x="232363" y="70784"/>
                </a:lnTo>
                <a:cubicBezTo>
                  <a:pt x="227825" y="68515"/>
                  <a:pt x="224581" y="65974"/>
                  <a:pt x="222630" y="63162"/>
                </a:cubicBezTo>
                <a:cubicBezTo>
                  <a:pt x="220679" y="60348"/>
                  <a:pt x="219703" y="56809"/>
                  <a:pt x="219703" y="52544"/>
                </a:cubicBezTo>
                <a:cubicBezTo>
                  <a:pt x="219703" y="48369"/>
                  <a:pt x="220724" y="44602"/>
                  <a:pt x="222765" y="41244"/>
                </a:cubicBezTo>
                <a:cubicBezTo>
                  <a:pt x="224807" y="37886"/>
                  <a:pt x="227553" y="35232"/>
                  <a:pt x="231000" y="33281"/>
                </a:cubicBezTo>
                <a:cubicBezTo>
                  <a:pt x="234450" y="31330"/>
                  <a:pt x="238261" y="30354"/>
                  <a:pt x="242435" y="30354"/>
                </a:cubicBezTo>
                <a:cubicBezTo>
                  <a:pt x="246065" y="30354"/>
                  <a:pt x="249695" y="31035"/>
                  <a:pt x="253325" y="32396"/>
                </a:cubicBezTo>
                <a:lnTo>
                  <a:pt x="256320" y="33487"/>
                </a:lnTo>
                <a:cubicBezTo>
                  <a:pt x="257681" y="33939"/>
                  <a:pt x="258906" y="34279"/>
                  <a:pt x="259994" y="34506"/>
                </a:cubicBezTo>
                <a:cubicBezTo>
                  <a:pt x="261084" y="34733"/>
                  <a:pt x="262355" y="34847"/>
                  <a:pt x="263808" y="34847"/>
                </a:cubicBezTo>
                <a:lnTo>
                  <a:pt x="274289" y="34847"/>
                </a:lnTo>
                <a:lnTo>
                  <a:pt x="274289" y="40156"/>
                </a:lnTo>
                <a:moveTo>
                  <a:pt x="230321" y="93244"/>
                </a:moveTo>
                <a:cubicBezTo>
                  <a:pt x="227599" y="96510"/>
                  <a:pt x="225806" y="98892"/>
                  <a:pt x="224944" y="100389"/>
                </a:cubicBezTo>
                <a:cubicBezTo>
                  <a:pt x="224082" y="101887"/>
                  <a:pt x="223652" y="103408"/>
                  <a:pt x="223652" y="104950"/>
                </a:cubicBezTo>
                <a:cubicBezTo>
                  <a:pt x="223652" y="107945"/>
                  <a:pt x="225444" y="110350"/>
                  <a:pt x="229027" y="112164"/>
                </a:cubicBezTo>
                <a:cubicBezTo>
                  <a:pt x="232612" y="113979"/>
                  <a:pt x="237445" y="114887"/>
                  <a:pt x="243525" y="114887"/>
                </a:cubicBezTo>
                <a:cubicBezTo>
                  <a:pt x="251238" y="114887"/>
                  <a:pt x="257454" y="113661"/>
                  <a:pt x="262173" y="111210"/>
                </a:cubicBezTo>
                <a:cubicBezTo>
                  <a:pt x="266892" y="108761"/>
                  <a:pt x="269252" y="105585"/>
                  <a:pt x="269252" y="101683"/>
                </a:cubicBezTo>
                <a:cubicBezTo>
                  <a:pt x="269252" y="99233"/>
                  <a:pt x="267981" y="97509"/>
                  <a:pt x="265440" y="96511"/>
                </a:cubicBezTo>
                <a:cubicBezTo>
                  <a:pt x="262899" y="95513"/>
                  <a:pt x="258544" y="95013"/>
                  <a:pt x="252374" y="95013"/>
                </a:cubicBezTo>
                <a:cubicBezTo>
                  <a:pt x="250195" y="95013"/>
                  <a:pt x="247677" y="94923"/>
                  <a:pt x="244817" y="94741"/>
                </a:cubicBezTo>
                <a:cubicBezTo>
                  <a:pt x="241959" y="94560"/>
                  <a:pt x="239214" y="94333"/>
                  <a:pt x="236582" y="94060"/>
                </a:cubicBezTo>
                <a:cubicBezTo>
                  <a:pt x="233951" y="93789"/>
                  <a:pt x="231864" y="93517"/>
                  <a:pt x="230321" y="93244"/>
                </a:cubicBezTo>
                <a:moveTo>
                  <a:pt x="231000" y="46963"/>
                </a:moveTo>
                <a:lnTo>
                  <a:pt x="231000" y="47370"/>
                </a:lnTo>
                <a:cubicBezTo>
                  <a:pt x="231000" y="53904"/>
                  <a:pt x="232294" y="59191"/>
                  <a:pt x="234880" y="63230"/>
                </a:cubicBezTo>
                <a:cubicBezTo>
                  <a:pt x="237467" y="67268"/>
                  <a:pt x="240848" y="69287"/>
                  <a:pt x="245023" y="69287"/>
                </a:cubicBezTo>
                <a:cubicBezTo>
                  <a:pt x="248198" y="69287"/>
                  <a:pt x="250670" y="68175"/>
                  <a:pt x="252440" y="65951"/>
                </a:cubicBezTo>
                <a:cubicBezTo>
                  <a:pt x="254210" y="63727"/>
                  <a:pt x="255094" y="60710"/>
                  <a:pt x="255094" y="56899"/>
                </a:cubicBezTo>
                <a:cubicBezTo>
                  <a:pt x="255094" y="54177"/>
                  <a:pt x="254732" y="51364"/>
                  <a:pt x="254006" y="48460"/>
                </a:cubicBezTo>
                <a:cubicBezTo>
                  <a:pt x="253280" y="45556"/>
                  <a:pt x="252282" y="42925"/>
                  <a:pt x="251011" y="40565"/>
                </a:cubicBezTo>
                <a:cubicBezTo>
                  <a:pt x="248743" y="36299"/>
                  <a:pt x="245431" y="34166"/>
                  <a:pt x="241074" y="34166"/>
                </a:cubicBezTo>
                <a:cubicBezTo>
                  <a:pt x="237989" y="34166"/>
                  <a:pt x="235539" y="35300"/>
                  <a:pt x="233723" y="37570"/>
                </a:cubicBezTo>
                <a:cubicBezTo>
                  <a:pt x="231908" y="39838"/>
                  <a:pt x="231000" y="42969"/>
                  <a:pt x="231000" y="46963"/>
                </a:cubicBezTo>
                <a:close/>
                <a:moveTo>
                  <a:pt x="314036" y="31717"/>
                </a:moveTo>
                <a:lnTo>
                  <a:pt x="314036" y="36072"/>
                </a:lnTo>
                <a:lnTo>
                  <a:pt x="300288" y="36072"/>
                </a:lnTo>
                <a:lnTo>
                  <a:pt x="300288" y="75003"/>
                </a:lnTo>
                <a:cubicBezTo>
                  <a:pt x="300288" y="79268"/>
                  <a:pt x="300832" y="82376"/>
                  <a:pt x="301921" y="84327"/>
                </a:cubicBezTo>
                <a:cubicBezTo>
                  <a:pt x="303011" y="86278"/>
                  <a:pt x="304826" y="87254"/>
                  <a:pt x="307367" y="87254"/>
                </a:cubicBezTo>
                <a:cubicBezTo>
                  <a:pt x="308909" y="87254"/>
                  <a:pt x="310293" y="86891"/>
                  <a:pt x="311517" y="86165"/>
                </a:cubicBezTo>
                <a:cubicBezTo>
                  <a:pt x="312742" y="85440"/>
                  <a:pt x="314081" y="84215"/>
                  <a:pt x="315534" y="82491"/>
                </a:cubicBezTo>
                <a:lnTo>
                  <a:pt x="317304" y="83988"/>
                </a:lnTo>
                <a:cubicBezTo>
                  <a:pt x="312947" y="90884"/>
                  <a:pt x="307502" y="94332"/>
                  <a:pt x="300967" y="94332"/>
                </a:cubicBezTo>
                <a:cubicBezTo>
                  <a:pt x="292892" y="94332"/>
                  <a:pt x="288854" y="88570"/>
                  <a:pt x="288854" y="77045"/>
                </a:cubicBezTo>
                <a:lnTo>
                  <a:pt x="288854" y="36072"/>
                </a:lnTo>
                <a:lnTo>
                  <a:pt x="281638" y="36072"/>
                </a:lnTo>
                <a:cubicBezTo>
                  <a:pt x="281275" y="35800"/>
                  <a:pt x="281094" y="35482"/>
                  <a:pt x="281094" y="35119"/>
                </a:cubicBezTo>
                <a:cubicBezTo>
                  <a:pt x="281094" y="34393"/>
                  <a:pt x="281865" y="33532"/>
                  <a:pt x="283408" y="32533"/>
                </a:cubicBezTo>
                <a:cubicBezTo>
                  <a:pt x="285405" y="31353"/>
                  <a:pt x="287583" y="29425"/>
                  <a:pt x="289942" y="26749"/>
                </a:cubicBezTo>
                <a:cubicBezTo>
                  <a:pt x="292302" y="24070"/>
                  <a:pt x="295433" y="19873"/>
                  <a:pt x="299335" y="14157"/>
                </a:cubicBezTo>
                <a:cubicBezTo>
                  <a:pt x="299970" y="14157"/>
                  <a:pt x="300288" y="14747"/>
                  <a:pt x="300288" y="15927"/>
                </a:cubicBezTo>
                <a:lnTo>
                  <a:pt x="300288" y="31717"/>
                </a:lnTo>
                <a:lnTo>
                  <a:pt x="314036" y="31717"/>
                </a:lnTo>
                <a:close/>
                <a:moveTo>
                  <a:pt x="382506" y="90930"/>
                </a:moveTo>
                <a:lnTo>
                  <a:pt x="382506" y="92972"/>
                </a:lnTo>
                <a:lnTo>
                  <a:pt x="353647" y="92972"/>
                </a:lnTo>
                <a:lnTo>
                  <a:pt x="353647" y="90930"/>
                </a:lnTo>
                <a:cubicBezTo>
                  <a:pt x="356279" y="90657"/>
                  <a:pt x="358230" y="90226"/>
                  <a:pt x="359500" y="89636"/>
                </a:cubicBezTo>
                <a:cubicBezTo>
                  <a:pt x="360771" y="89046"/>
                  <a:pt x="361633" y="87935"/>
                  <a:pt x="362086" y="86302"/>
                </a:cubicBezTo>
                <a:cubicBezTo>
                  <a:pt x="362540" y="84668"/>
                  <a:pt x="362813" y="82263"/>
                  <a:pt x="362904" y="79086"/>
                </a:cubicBezTo>
                <a:lnTo>
                  <a:pt x="362904" y="52134"/>
                </a:lnTo>
                <a:cubicBezTo>
                  <a:pt x="362904" y="42515"/>
                  <a:pt x="359502" y="37705"/>
                  <a:pt x="352696" y="37705"/>
                </a:cubicBezTo>
                <a:cubicBezTo>
                  <a:pt x="350063" y="37705"/>
                  <a:pt x="347612" y="38341"/>
                  <a:pt x="345343" y="39612"/>
                </a:cubicBezTo>
                <a:cubicBezTo>
                  <a:pt x="343075" y="40882"/>
                  <a:pt x="340489" y="43105"/>
                  <a:pt x="337585" y="46281"/>
                </a:cubicBezTo>
                <a:lnTo>
                  <a:pt x="337585" y="79086"/>
                </a:lnTo>
                <a:cubicBezTo>
                  <a:pt x="337676" y="82263"/>
                  <a:pt x="337948" y="84668"/>
                  <a:pt x="338401" y="86302"/>
                </a:cubicBezTo>
                <a:cubicBezTo>
                  <a:pt x="338855" y="87935"/>
                  <a:pt x="339717" y="89046"/>
                  <a:pt x="340987" y="89636"/>
                </a:cubicBezTo>
                <a:cubicBezTo>
                  <a:pt x="342258" y="90226"/>
                  <a:pt x="344210" y="90657"/>
                  <a:pt x="346842" y="90930"/>
                </a:cubicBezTo>
                <a:lnTo>
                  <a:pt x="346842" y="92972"/>
                </a:lnTo>
                <a:lnTo>
                  <a:pt x="317439" y="92972"/>
                </a:lnTo>
                <a:lnTo>
                  <a:pt x="317439" y="90930"/>
                </a:lnTo>
                <a:cubicBezTo>
                  <a:pt x="320070" y="90567"/>
                  <a:pt x="321976" y="90114"/>
                  <a:pt x="323156" y="89569"/>
                </a:cubicBezTo>
                <a:cubicBezTo>
                  <a:pt x="324335" y="89024"/>
                  <a:pt x="325107" y="87958"/>
                  <a:pt x="325469" y="86371"/>
                </a:cubicBezTo>
                <a:cubicBezTo>
                  <a:pt x="325834" y="84783"/>
                  <a:pt x="326061" y="82354"/>
                  <a:pt x="326151" y="79086"/>
                </a:cubicBezTo>
                <a:lnTo>
                  <a:pt x="326151" y="14974"/>
                </a:lnTo>
                <a:cubicBezTo>
                  <a:pt x="326151" y="12070"/>
                  <a:pt x="325719" y="10187"/>
                  <a:pt x="324857" y="9326"/>
                </a:cubicBezTo>
                <a:cubicBezTo>
                  <a:pt x="323995" y="8463"/>
                  <a:pt x="322113" y="8032"/>
                  <a:pt x="319209" y="8032"/>
                </a:cubicBezTo>
                <a:cubicBezTo>
                  <a:pt x="318484" y="8032"/>
                  <a:pt x="317939" y="8077"/>
                  <a:pt x="317574" y="8167"/>
                </a:cubicBezTo>
                <a:lnTo>
                  <a:pt x="317574" y="5988"/>
                </a:lnTo>
                <a:lnTo>
                  <a:pt x="321251" y="4900"/>
                </a:lnTo>
                <a:cubicBezTo>
                  <a:pt x="325062" y="3811"/>
                  <a:pt x="328056" y="2927"/>
                  <a:pt x="330234" y="2247"/>
                </a:cubicBezTo>
                <a:cubicBezTo>
                  <a:pt x="332412" y="1566"/>
                  <a:pt x="334636" y="817"/>
                  <a:pt x="336904" y="0"/>
                </a:cubicBezTo>
                <a:lnTo>
                  <a:pt x="337585" y="409"/>
                </a:lnTo>
                <a:lnTo>
                  <a:pt x="337585" y="41789"/>
                </a:lnTo>
                <a:cubicBezTo>
                  <a:pt x="340762" y="37705"/>
                  <a:pt x="343892" y="34778"/>
                  <a:pt x="346977" y="33009"/>
                </a:cubicBezTo>
                <a:cubicBezTo>
                  <a:pt x="350063" y="31239"/>
                  <a:pt x="353602" y="30354"/>
                  <a:pt x="357595" y="30354"/>
                </a:cubicBezTo>
                <a:cubicBezTo>
                  <a:pt x="368758" y="30354"/>
                  <a:pt x="374339" y="37569"/>
                  <a:pt x="374339" y="51999"/>
                </a:cubicBezTo>
                <a:lnTo>
                  <a:pt x="374339" y="79086"/>
                </a:lnTo>
                <a:cubicBezTo>
                  <a:pt x="374429" y="82263"/>
                  <a:pt x="374632" y="84623"/>
                  <a:pt x="374949" y="86165"/>
                </a:cubicBezTo>
                <a:cubicBezTo>
                  <a:pt x="375268" y="87708"/>
                  <a:pt x="375994" y="88774"/>
                  <a:pt x="377128" y="89364"/>
                </a:cubicBezTo>
                <a:cubicBezTo>
                  <a:pt x="378264" y="89954"/>
                  <a:pt x="380056" y="90476"/>
                  <a:pt x="382506" y="90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75C17-1D73-4982-BBB7-C705CD6F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20" y="62082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≥4Bytes">
            <a:extLst xmlns:a="http://schemas.openxmlformats.org/drawingml/2006/main">
              <a:ext uri="{FF2B5EF4-FFF2-40B4-BE49-F238E27FC236}">
                <a16:creationId xmlns:a16="http://schemas.microsoft.com/office/drawing/2014/main" id="{34AA10D7-0073-4012-8264-1C259C2E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00" y="173129"/>
            <a:ext cx="512478" cy="121693"/>
          </a:xfrm>
          <a:custGeom xmlns:a="http://schemas.openxmlformats.org/drawingml/2006/main">
            <a:pathLst>
              <a:path w="512478" h="121693">
                <a:moveTo>
                  <a:pt x="0" y="78133"/>
                </a:moveTo>
                <a:lnTo>
                  <a:pt x="0" y="68334"/>
                </a:lnTo>
                <a:lnTo>
                  <a:pt x="57171" y="42333"/>
                </a:lnTo>
                <a:lnTo>
                  <a:pt x="0" y="16334"/>
                </a:lnTo>
                <a:lnTo>
                  <a:pt x="0" y="6532"/>
                </a:lnTo>
                <a:lnTo>
                  <a:pt x="69152" y="37842"/>
                </a:lnTo>
                <a:lnTo>
                  <a:pt x="69152" y="46825"/>
                </a:lnTo>
                <a:lnTo>
                  <a:pt x="0" y="78133"/>
                </a:lnTo>
                <a:moveTo>
                  <a:pt x="0" y="92018"/>
                </a:moveTo>
                <a:lnTo>
                  <a:pt x="0" y="83035"/>
                </a:lnTo>
                <a:lnTo>
                  <a:pt x="69152" y="83035"/>
                </a:lnTo>
                <a:lnTo>
                  <a:pt x="69152" y="92018"/>
                </a:lnTo>
                <a:lnTo>
                  <a:pt x="0" y="92018"/>
                </a:lnTo>
                <a:close/>
                <a:moveTo>
                  <a:pt x="170673" y="60574"/>
                </a:moveTo>
                <a:lnTo>
                  <a:pt x="170673" y="69285"/>
                </a:lnTo>
                <a:lnTo>
                  <a:pt x="156788" y="69285"/>
                </a:lnTo>
                <a:lnTo>
                  <a:pt x="156788" y="92018"/>
                </a:lnTo>
                <a:lnTo>
                  <a:pt x="146307" y="92018"/>
                </a:lnTo>
                <a:lnTo>
                  <a:pt x="146307" y="69285"/>
                </a:lnTo>
                <a:lnTo>
                  <a:pt x="108056" y="69285"/>
                </a:lnTo>
                <a:lnTo>
                  <a:pt x="108056" y="60574"/>
                </a:lnTo>
                <a:lnTo>
                  <a:pt x="150800" y="0"/>
                </a:lnTo>
                <a:lnTo>
                  <a:pt x="156788" y="0"/>
                </a:lnTo>
                <a:lnTo>
                  <a:pt x="156788" y="60574"/>
                </a:lnTo>
                <a:lnTo>
                  <a:pt x="170673" y="60574"/>
                </a:lnTo>
                <a:moveTo>
                  <a:pt x="146172" y="60574"/>
                </a:moveTo>
                <a:lnTo>
                  <a:pt x="146172" y="13883"/>
                </a:lnTo>
                <a:lnTo>
                  <a:pt x="113502" y="60574"/>
                </a:lnTo>
                <a:lnTo>
                  <a:pt x="146172" y="60574"/>
                </a:lnTo>
                <a:close/>
                <a:moveTo>
                  <a:pt x="210285" y="4491"/>
                </a:moveTo>
                <a:lnTo>
                  <a:pt x="210285" y="1905"/>
                </a:lnTo>
                <a:lnTo>
                  <a:pt x="248399" y="1905"/>
                </a:lnTo>
                <a:cubicBezTo>
                  <a:pt x="260105" y="1905"/>
                  <a:pt x="268976" y="3856"/>
                  <a:pt x="275010" y="7758"/>
                </a:cubicBezTo>
                <a:cubicBezTo>
                  <a:pt x="281046" y="11660"/>
                  <a:pt x="284064" y="17422"/>
                  <a:pt x="284064" y="25045"/>
                </a:cubicBezTo>
                <a:cubicBezTo>
                  <a:pt x="284064" y="30944"/>
                  <a:pt x="282249" y="35482"/>
                  <a:pt x="278618" y="38658"/>
                </a:cubicBezTo>
                <a:cubicBezTo>
                  <a:pt x="276986" y="40110"/>
                  <a:pt x="275262" y="41244"/>
                  <a:pt x="273446" y="42061"/>
                </a:cubicBezTo>
                <a:cubicBezTo>
                  <a:pt x="271631" y="42878"/>
                  <a:pt x="268954" y="43740"/>
                  <a:pt x="265414" y="44647"/>
                </a:cubicBezTo>
                <a:cubicBezTo>
                  <a:pt x="269861" y="45736"/>
                  <a:pt x="273241" y="46803"/>
                  <a:pt x="275555" y="47847"/>
                </a:cubicBezTo>
                <a:cubicBezTo>
                  <a:pt x="277870" y="48890"/>
                  <a:pt x="280026" y="50319"/>
                  <a:pt x="282023" y="52134"/>
                </a:cubicBezTo>
                <a:cubicBezTo>
                  <a:pt x="286469" y="56128"/>
                  <a:pt x="288692" y="61256"/>
                  <a:pt x="288692" y="67517"/>
                </a:cubicBezTo>
                <a:cubicBezTo>
                  <a:pt x="288692" y="74323"/>
                  <a:pt x="286151" y="79995"/>
                  <a:pt x="281069" y="84533"/>
                </a:cubicBezTo>
                <a:cubicBezTo>
                  <a:pt x="278528" y="86801"/>
                  <a:pt x="274989" y="88615"/>
                  <a:pt x="270451" y="89977"/>
                </a:cubicBezTo>
                <a:cubicBezTo>
                  <a:pt x="265913" y="91338"/>
                  <a:pt x="261013" y="92018"/>
                  <a:pt x="255750" y="92018"/>
                </a:cubicBezTo>
                <a:lnTo>
                  <a:pt x="210285" y="92018"/>
                </a:lnTo>
                <a:lnTo>
                  <a:pt x="210285" y="89432"/>
                </a:lnTo>
                <a:cubicBezTo>
                  <a:pt x="214005" y="89251"/>
                  <a:pt x="216796" y="88865"/>
                  <a:pt x="218655" y="88275"/>
                </a:cubicBezTo>
                <a:cubicBezTo>
                  <a:pt x="220516" y="87686"/>
                  <a:pt x="221765" y="86529"/>
                  <a:pt x="222400" y="84805"/>
                </a:cubicBezTo>
                <a:cubicBezTo>
                  <a:pt x="223036" y="83079"/>
                  <a:pt x="223354" y="80538"/>
                  <a:pt x="223354" y="77182"/>
                </a:cubicBezTo>
                <a:lnTo>
                  <a:pt x="223354" y="16743"/>
                </a:lnTo>
                <a:cubicBezTo>
                  <a:pt x="223354" y="13294"/>
                  <a:pt x="223059" y="10753"/>
                  <a:pt x="222469" y="9120"/>
                </a:cubicBezTo>
                <a:cubicBezTo>
                  <a:pt x="221879" y="7486"/>
                  <a:pt x="220653" y="6352"/>
                  <a:pt x="218792" y="5716"/>
                </a:cubicBezTo>
                <a:cubicBezTo>
                  <a:pt x="216933" y="5081"/>
                  <a:pt x="214097" y="4672"/>
                  <a:pt x="210285" y="4491"/>
                </a:cubicBezTo>
                <a:moveTo>
                  <a:pt x="237237" y="47642"/>
                </a:moveTo>
                <a:lnTo>
                  <a:pt x="237237" y="81400"/>
                </a:lnTo>
                <a:cubicBezTo>
                  <a:pt x="237237" y="83579"/>
                  <a:pt x="237827" y="85053"/>
                  <a:pt x="239006" y="85825"/>
                </a:cubicBezTo>
                <a:cubicBezTo>
                  <a:pt x="240186" y="86596"/>
                  <a:pt x="242455" y="86981"/>
                  <a:pt x="245813" y="86981"/>
                </a:cubicBezTo>
                <a:cubicBezTo>
                  <a:pt x="250351" y="86981"/>
                  <a:pt x="254094" y="86686"/>
                  <a:pt x="257044" y="86097"/>
                </a:cubicBezTo>
                <a:cubicBezTo>
                  <a:pt x="259993" y="85507"/>
                  <a:pt x="262557" y="84622"/>
                  <a:pt x="264735" y="83442"/>
                </a:cubicBezTo>
                <a:cubicBezTo>
                  <a:pt x="270270" y="80266"/>
                  <a:pt x="273037" y="75002"/>
                  <a:pt x="273037" y="67652"/>
                </a:cubicBezTo>
                <a:cubicBezTo>
                  <a:pt x="273037" y="59304"/>
                  <a:pt x="269226" y="53587"/>
                  <a:pt x="261603" y="50502"/>
                </a:cubicBezTo>
                <a:cubicBezTo>
                  <a:pt x="259153" y="49503"/>
                  <a:pt x="256136" y="48777"/>
                  <a:pt x="252551" y="48323"/>
                </a:cubicBezTo>
                <a:cubicBezTo>
                  <a:pt x="248966" y="47869"/>
                  <a:pt x="243861" y="47642"/>
                  <a:pt x="237237" y="47642"/>
                </a:cubicBezTo>
                <a:moveTo>
                  <a:pt x="237237" y="42333"/>
                </a:moveTo>
                <a:lnTo>
                  <a:pt x="250169" y="42198"/>
                </a:lnTo>
                <a:cubicBezTo>
                  <a:pt x="263509" y="42016"/>
                  <a:pt x="270179" y="36480"/>
                  <a:pt x="270179" y="25589"/>
                </a:cubicBezTo>
                <a:cubicBezTo>
                  <a:pt x="270179" y="19511"/>
                  <a:pt x="268069" y="14838"/>
                  <a:pt x="263848" y="11571"/>
                </a:cubicBezTo>
                <a:cubicBezTo>
                  <a:pt x="259629" y="8303"/>
                  <a:pt x="253754" y="6760"/>
                  <a:pt x="246222" y="6942"/>
                </a:cubicBezTo>
                <a:lnTo>
                  <a:pt x="240232" y="7079"/>
                </a:lnTo>
                <a:cubicBezTo>
                  <a:pt x="239052" y="7169"/>
                  <a:pt x="238281" y="7464"/>
                  <a:pt x="237918" y="7963"/>
                </a:cubicBezTo>
                <a:cubicBezTo>
                  <a:pt x="237555" y="8462"/>
                  <a:pt x="237328" y="9483"/>
                  <a:pt x="237237" y="11025"/>
                </a:cubicBezTo>
                <a:lnTo>
                  <a:pt x="237237" y="42333"/>
                </a:lnTo>
                <a:close/>
                <a:moveTo>
                  <a:pt x="363424" y="30763"/>
                </a:moveTo>
                <a:lnTo>
                  <a:pt x="363424" y="32805"/>
                </a:lnTo>
                <a:cubicBezTo>
                  <a:pt x="361790" y="32987"/>
                  <a:pt x="360519" y="33509"/>
                  <a:pt x="359610" y="34371"/>
                </a:cubicBezTo>
                <a:cubicBezTo>
                  <a:pt x="358703" y="35233"/>
                  <a:pt x="357796" y="36752"/>
                  <a:pt x="356890" y="38931"/>
                </a:cubicBezTo>
                <a:lnTo>
                  <a:pt x="335926" y="94469"/>
                </a:lnTo>
                <a:cubicBezTo>
                  <a:pt x="332205" y="104360"/>
                  <a:pt x="328598" y="111370"/>
                  <a:pt x="325104" y="115500"/>
                </a:cubicBezTo>
                <a:cubicBezTo>
                  <a:pt x="321610" y="119629"/>
                  <a:pt x="317550" y="121693"/>
                  <a:pt x="312922" y="121693"/>
                </a:cubicBezTo>
                <a:cubicBezTo>
                  <a:pt x="310018" y="121693"/>
                  <a:pt x="307613" y="120944"/>
                  <a:pt x="305706" y="119446"/>
                </a:cubicBezTo>
                <a:cubicBezTo>
                  <a:pt x="303801" y="117949"/>
                  <a:pt x="302848" y="116067"/>
                  <a:pt x="302848" y="113798"/>
                </a:cubicBezTo>
                <a:cubicBezTo>
                  <a:pt x="302848" y="112075"/>
                  <a:pt x="303415" y="110645"/>
                  <a:pt x="304549" y="109509"/>
                </a:cubicBezTo>
                <a:cubicBezTo>
                  <a:pt x="305684" y="108375"/>
                  <a:pt x="307068" y="107808"/>
                  <a:pt x="308701" y="107808"/>
                </a:cubicBezTo>
                <a:cubicBezTo>
                  <a:pt x="310880" y="107808"/>
                  <a:pt x="313239" y="108307"/>
                  <a:pt x="315780" y="109306"/>
                </a:cubicBezTo>
                <a:cubicBezTo>
                  <a:pt x="317141" y="109941"/>
                  <a:pt x="318321" y="110259"/>
                  <a:pt x="319319" y="110259"/>
                </a:cubicBezTo>
                <a:cubicBezTo>
                  <a:pt x="320318" y="110259"/>
                  <a:pt x="321452" y="109691"/>
                  <a:pt x="322722" y="108556"/>
                </a:cubicBezTo>
                <a:cubicBezTo>
                  <a:pt x="323993" y="107422"/>
                  <a:pt x="325128" y="105993"/>
                  <a:pt x="326126" y="104269"/>
                </a:cubicBezTo>
                <a:cubicBezTo>
                  <a:pt x="326943" y="102818"/>
                  <a:pt x="327759" y="101094"/>
                  <a:pt x="328575" y="99097"/>
                </a:cubicBezTo>
                <a:cubicBezTo>
                  <a:pt x="329392" y="97100"/>
                  <a:pt x="330095" y="95194"/>
                  <a:pt x="330685" y="93379"/>
                </a:cubicBezTo>
                <a:cubicBezTo>
                  <a:pt x="331275" y="91565"/>
                  <a:pt x="331570" y="90294"/>
                  <a:pt x="331570" y="89567"/>
                </a:cubicBezTo>
                <a:cubicBezTo>
                  <a:pt x="331570" y="88569"/>
                  <a:pt x="331048" y="86845"/>
                  <a:pt x="330004" y="84395"/>
                </a:cubicBezTo>
                <a:cubicBezTo>
                  <a:pt x="328961" y="81946"/>
                  <a:pt x="327487" y="79042"/>
                  <a:pt x="325582" y="75684"/>
                </a:cubicBezTo>
                <a:cubicBezTo>
                  <a:pt x="325218" y="74957"/>
                  <a:pt x="324922" y="74367"/>
                  <a:pt x="324695" y="73915"/>
                </a:cubicBezTo>
                <a:cubicBezTo>
                  <a:pt x="324469" y="73460"/>
                  <a:pt x="323948" y="72326"/>
                  <a:pt x="323131" y="70510"/>
                </a:cubicBezTo>
                <a:lnTo>
                  <a:pt x="307613" y="37024"/>
                </a:lnTo>
                <a:cubicBezTo>
                  <a:pt x="306523" y="34666"/>
                  <a:pt x="304209" y="33214"/>
                  <a:pt x="300672" y="32668"/>
                </a:cubicBezTo>
                <a:lnTo>
                  <a:pt x="300672" y="30763"/>
                </a:lnTo>
                <a:lnTo>
                  <a:pt x="328712" y="30763"/>
                </a:lnTo>
                <a:lnTo>
                  <a:pt x="328712" y="32805"/>
                </a:lnTo>
                <a:cubicBezTo>
                  <a:pt x="325808" y="32895"/>
                  <a:pt x="323766" y="33213"/>
                  <a:pt x="322587" y="33759"/>
                </a:cubicBezTo>
                <a:cubicBezTo>
                  <a:pt x="321407" y="34303"/>
                  <a:pt x="320817" y="35210"/>
                  <a:pt x="320817" y="36480"/>
                </a:cubicBezTo>
                <a:cubicBezTo>
                  <a:pt x="320817" y="37841"/>
                  <a:pt x="321271" y="39565"/>
                  <a:pt x="322178" y="41654"/>
                </a:cubicBezTo>
                <a:lnTo>
                  <a:pt x="337832" y="76091"/>
                </a:lnTo>
                <a:lnTo>
                  <a:pt x="351036" y="38521"/>
                </a:lnTo>
                <a:cubicBezTo>
                  <a:pt x="351399" y="37706"/>
                  <a:pt x="351581" y="36934"/>
                  <a:pt x="351581" y="36207"/>
                </a:cubicBezTo>
                <a:cubicBezTo>
                  <a:pt x="351581" y="33939"/>
                  <a:pt x="349402" y="32805"/>
                  <a:pt x="345046" y="32805"/>
                </a:cubicBezTo>
                <a:lnTo>
                  <a:pt x="345046" y="30763"/>
                </a:lnTo>
                <a:lnTo>
                  <a:pt x="363424" y="30763"/>
                </a:lnTo>
                <a:close/>
                <a:moveTo>
                  <a:pt x="402083" y="30763"/>
                </a:moveTo>
                <a:lnTo>
                  <a:pt x="402083" y="35119"/>
                </a:lnTo>
                <a:lnTo>
                  <a:pt x="388334" y="35119"/>
                </a:lnTo>
                <a:lnTo>
                  <a:pt x="388334" y="74050"/>
                </a:lnTo>
                <a:cubicBezTo>
                  <a:pt x="388334" y="78315"/>
                  <a:pt x="388879" y="81423"/>
                  <a:pt x="389967" y="83374"/>
                </a:cubicBezTo>
                <a:cubicBezTo>
                  <a:pt x="391057" y="85325"/>
                  <a:pt x="392872" y="86300"/>
                  <a:pt x="395413" y="86300"/>
                </a:cubicBezTo>
                <a:cubicBezTo>
                  <a:pt x="396956" y="86300"/>
                  <a:pt x="398339" y="85937"/>
                  <a:pt x="399563" y="85212"/>
                </a:cubicBezTo>
                <a:cubicBezTo>
                  <a:pt x="400789" y="84486"/>
                  <a:pt x="402128" y="83261"/>
                  <a:pt x="403580" y="81537"/>
                </a:cubicBezTo>
                <a:lnTo>
                  <a:pt x="405350" y="83035"/>
                </a:lnTo>
                <a:cubicBezTo>
                  <a:pt x="400994" y="89931"/>
                  <a:pt x="395548" y="93379"/>
                  <a:pt x="389014" y="93379"/>
                </a:cubicBezTo>
                <a:cubicBezTo>
                  <a:pt x="380938" y="93379"/>
                  <a:pt x="376900" y="87616"/>
                  <a:pt x="376900" y="76091"/>
                </a:cubicBezTo>
                <a:lnTo>
                  <a:pt x="376900" y="35119"/>
                </a:lnTo>
                <a:lnTo>
                  <a:pt x="369684" y="35119"/>
                </a:lnTo>
                <a:cubicBezTo>
                  <a:pt x="369322" y="34846"/>
                  <a:pt x="369140" y="34529"/>
                  <a:pt x="369140" y="34166"/>
                </a:cubicBezTo>
                <a:cubicBezTo>
                  <a:pt x="369140" y="33440"/>
                  <a:pt x="369912" y="32578"/>
                  <a:pt x="371454" y="31580"/>
                </a:cubicBezTo>
                <a:cubicBezTo>
                  <a:pt x="373451" y="30400"/>
                  <a:pt x="375629" y="28472"/>
                  <a:pt x="377989" y="25795"/>
                </a:cubicBezTo>
                <a:cubicBezTo>
                  <a:pt x="380348" y="23117"/>
                  <a:pt x="383479" y="18920"/>
                  <a:pt x="387381" y="13204"/>
                </a:cubicBezTo>
                <a:cubicBezTo>
                  <a:pt x="388017" y="13204"/>
                  <a:pt x="388334" y="13794"/>
                  <a:pt x="388334" y="14974"/>
                </a:cubicBezTo>
                <a:lnTo>
                  <a:pt x="388334" y="30763"/>
                </a:lnTo>
                <a:lnTo>
                  <a:pt x="402083" y="30763"/>
                </a:lnTo>
                <a:close/>
                <a:moveTo>
                  <a:pt x="461024" y="69694"/>
                </a:moveTo>
                <a:lnTo>
                  <a:pt x="463200" y="70647"/>
                </a:lnTo>
                <a:cubicBezTo>
                  <a:pt x="460388" y="77997"/>
                  <a:pt x="456509" y="83624"/>
                  <a:pt x="451563" y="87526"/>
                </a:cubicBezTo>
                <a:cubicBezTo>
                  <a:pt x="446616" y="91428"/>
                  <a:pt x="440877" y="93379"/>
                  <a:pt x="434344" y="93379"/>
                </a:cubicBezTo>
                <a:cubicBezTo>
                  <a:pt x="426539" y="93379"/>
                  <a:pt x="420346" y="90634"/>
                  <a:pt x="415762" y="85145"/>
                </a:cubicBezTo>
                <a:cubicBezTo>
                  <a:pt x="411180" y="79655"/>
                  <a:pt x="408889" y="72236"/>
                  <a:pt x="408889" y="62887"/>
                </a:cubicBezTo>
                <a:cubicBezTo>
                  <a:pt x="408889" y="57261"/>
                  <a:pt x="409774" y="52157"/>
                  <a:pt x="411544" y="47575"/>
                </a:cubicBezTo>
                <a:cubicBezTo>
                  <a:pt x="413313" y="42992"/>
                  <a:pt x="415786" y="39293"/>
                  <a:pt x="418961" y="36480"/>
                </a:cubicBezTo>
                <a:cubicBezTo>
                  <a:pt x="424224" y="31760"/>
                  <a:pt x="430350" y="29401"/>
                  <a:pt x="437339" y="29401"/>
                </a:cubicBezTo>
                <a:cubicBezTo>
                  <a:pt x="444689" y="29401"/>
                  <a:pt x="450496" y="31988"/>
                  <a:pt x="454761" y="37161"/>
                </a:cubicBezTo>
                <a:cubicBezTo>
                  <a:pt x="456485" y="39339"/>
                  <a:pt x="457756" y="41631"/>
                  <a:pt x="458573" y="44036"/>
                </a:cubicBezTo>
                <a:cubicBezTo>
                  <a:pt x="459390" y="46440"/>
                  <a:pt x="460070" y="49866"/>
                  <a:pt x="460614" y="54313"/>
                </a:cubicBezTo>
                <a:lnTo>
                  <a:pt x="418689" y="54313"/>
                </a:lnTo>
                <a:cubicBezTo>
                  <a:pt x="418870" y="58487"/>
                  <a:pt x="419233" y="61867"/>
                  <a:pt x="419777" y="64454"/>
                </a:cubicBezTo>
                <a:cubicBezTo>
                  <a:pt x="420323" y="67040"/>
                  <a:pt x="421185" y="69649"/>
                  <a:pt x="422365" y="72280"/>
                </a:cubicBezTo>
                <a:cubicBezTo>
                  <a:pt x="426357" y="80084"/>
                  <a:pt x="432211" y="83986"/>
                  <a:pt x="439925" y="83986"/>
                </a:cubicBezTo>
                <a:cubicBezTo>
                  <a:pt x="444281" y="83986"/>
                  <a:pt x="448070" y="82898"/>
                  <a:pt x="451291" y="80721"/>
                </a:cubicBezTo>
                <a:cubicBezTo>
                  <a:pt x="454513" y="78543"/>
                  <a:pt x="457757" y="74867"/>
                  <a:pt x="461024" y="69694"/>
                </a:cubicBezTo>
                <a:moveTo>
                  <a:pt x="418961" y="49956"/>
                </a:moveTo>
                <a:lnTo>
                  <a:pt x="446731" y="49956"/>
                </a:lnTo>
                <a:cubicBezTo>
                  <a:pt x="445823" y="44058"/>
                  <a:pt x="444416" y="39975"/>
                  <a:pt x="442511" y="37707"/>
                </a:cubicBezTo>
                <a:cubicBezTo>
                  <a:pt x="440605" y="35438"/>
                  <a:pt x="437565" y="34303"/>
                  <a:pt x="433390" y="34303"/>
                </a:cubicBezTo>
                <a:cubicBezTo>
                  <a:pt x="429215" y="34303"/>
                  <a:pt x="425948" y="35573"/>
                  <a:pt x="423589" y="38114"/>
                </a:cubicBezTo>
                <a:cubicBezTo>
                  <a:pt x="421230" y="40655"/>
                  <a:pt x="419688" y="44602"/>
                  <a:pt x="418961" y="49956"/>
                </a:cubicBezTo>
                <a:close/>
                <a:moveTo>
                  <a:pt x="507986" y="49276"/>
                </a:moveTo>
                <a:lnTo>
                  <a:pt x="505944" y="49276"/>
                </a:lnTo>
                <a:cubicBezTo>
                  <a:pt x="504401" y="43105"/>
                  <a:pt x="502495" y="38771"/>
                  <a:pt x="500226" y="36276"/>
                </a:cubicBezTo>
                <a:cubicBezTo>
                  <a:pt x="497958" y="33781"/>
                  <a:pt x="494873" y="32533"/>
                  <a:pt x="490970" y="32533"/>
                </a:cubicBezTo>
                <a:cubicBezTo>
                  <a:pt x="487885" y="32533"/>
                  <a:pt x="485367" y="33373"/>
                  <a:pt x="483416" y="35053"/>
                </a:cubicBezTo>
                <a:cubicBezTo>
                  <a:pt x="481465" y="36731"/>
                  <a:pt x="480490" y="38976"/>
                  <a:pt x="480490" y="41789"/>
                </a:cubicBezTo>
                <a:cubicBezTo>
                  <a:pt x="480490" y="45691"/>
                  <a:pt x="482441" y="48777"/>
                  <a:pt x="486343" y="51046"/>
                </a:cubicBezTo>
                <a:lnTo>
                  <a:pt x="501044" y="59757"/>
                </a:lnTo>
                <a:cubicBezTo>
                  <a:pt x="505218" y="62207"/>
                  <a:pt x="508166" y="64657"/>
                  <a:pt x="509890" y="67108"/>
                </a:cubicBezTo>
                <a:cubicBezTo>
                  <a:pt x="511616" y="69558"/>
                  <a:pt x="512478" y="72507"/>
                  <a:pt x="512478" y="75956"/>
                </a:cubicBezTo>
                <a:cubicBezTo>
                  <a:pt x="512478" y="79133"/>
                  <a:pt x="511616" y="82037"/>
                  <a:pt x="509890" y="84670"/>
                </a:cubicBezTo>
                <a:cubicBezTo>
                  <a:pt x="508166" y="87301"/>
                  <a:pt x="505853" y="89410"/>
                  <a:pt x="502949" y="90998"/>
                </a:cubicBezTo>
                <a:cubicBezTo>
                  <a:pt x="500045" y="92585"/>
                  <a:pt x="496824" y="93379"/>
                  <a:pt x="493284" y="93379"/>
                </a:cubicBezTo>
                <a:cubicBezTo>
                  <a:pt x="491923" y="93379"/>
                  <a:pt x="490381" y="93242"/>
                  <a:pt x="488657" y="92970"/>
                </a:cubicBezTo>
                <a:cubicBezTo>
                  <a:pt x="486933" y="92698"/>
                  <a:pt x="485163" y="92381"/>
                  <a:pt x="483348" y="92018"/>
                </a:cubicBezTo>
                <a:cubicBezTo>
                  <a:pt x="481805" y="91564"/>
                  <a:pt x="480557" y="91269"/>
                  <a:pt x="479603" y="91133"/>
                </a:cubicBezTo>
                <a:cubicBezTo>
                  <a:pt x="478650" y="90998"/>
                  <a:pt x="477811" y="90930"/>
                  <a:pt x="477085" y="90930"/>
                </a:cubicBezTo>
                <a:cubicBezTo>
                  <a:pt x="475724" y="90930"/>
                  <a:pt x="474681" y="91474"/>
                  <a:pt x="473955" y="92563"/>
                </a:cubicBezTo>
                <a:lnTo>
                  <a:pt x="472185" y="92563"/>
                </a:lnTo>
                <a:lnTo>
                  <a:pt x="472185" y="71329"/>
                </a:lnTo>
                <a:lnTo>
                  <a:pt x="474362" y="71329"/>
                </a:lnTo>
                <a:cubicBezTo>
                  <a:pt x="475906" y="78225"/>
                  <a:pt x="477994" y="83125"/>
                  <a:pt x="480625" y="86030"/>
                </a:cubicBezTo>
                <a:cubicBezTo>
                  <a:pt x="483257" y="88934"/>
                  <a:pt x="486933" y="90386"/>
                  <a:pt x="491652" y="90386"/>
                </a:cubicBezTo>
                <a:cubicBezTo>
                  <a:pt x="495100" y="90386"/>
                  <a:pt x="497844" y="89501"/>
                  <a:pt x="499885" y="87731"/>
                </a:cubicBezTo>
                <a:cubicBezTo>
                  <a:pt x="501928" y="85962"/>
                  <a:pt x="502949" y="83579"/>
                  <a:pt x="502949" y="80584"/>
                </a:cubicBezTo>
                <a:cubicBezTo>
                  <a:pt x="502949" y="76501"/>
                  <a:pt x="500589" y="73098"/>
                  <a:pt x="495870" y="70375"/>
                </a:cubicBezTo>
                <a:lnTo>
                  <a:pt x="487975" y="65883"/>
                </a:lnTo>
                <a:cubicBezTo>
                  <a:pt x="482168" y="62616"/>
                  <a:pt x="478061" y="59485"/>
                  <a:pt x="475656" y="56490"/>
                </a:cubicBezTo>
                <a:cubicBezTo>
                  <a:pt x="473251" y="53495"/>
                  <a:pt x="472048" y="50092"/>
                  <a:pt x="472048" y="46281"/>
                </a:cubicBezTo>
                <a:cubicBezTo>
                  <a:pt x="472048" y="41381"/>
                  <a:pt x="473795" y="37342"/>
                  <a:pt x="477289" y="34166"/>
                </a:cubicBezTo>
                <a:cubicBezTo>
                  <a:pt x="480784" y="30989"/>
                  <a:pt x="485208" y="29401"/>
                  <a:pt x="490561" y="29401"/>
                </a:cubicBezTo>
                <a:cubicBezTo>
                  <a:pt x="492195" y="29401"/>
                  <a:pt x="493806" y="29560"/>
                  <a:pt x="495395" y="29879"/>
                </a:cubicBezTo>
                <a:cubicBezTo>
                  <a:pt x="496983" y="30196"/>
                  <a:pt x="498548" y="30626"/>
                  <a:pt x="500091" y="31171"/>
                </a:cubicBezTo>
                <a:cubicBezTo>
                  <a:pt x="501452" y="31806"/>
                  <a:pt x="502677" y="32124"/>
                  <a:pt x="503765" y="32124"/>
                </a:cubicBezTo>
                <a:cubicBezTo>
                  <a:pt x="504492" y="32124"/>
                  <a:pt x="505218" y="31625"/>
                  <a:pt x="505944" y="30626"/>
                </a:cubicBezTo>
                <a:lnTo>
                  <a:pt x="507442" y="30626"/>
                </a:lnTo>
                <a:lnTo>
                  <a:pt x="507986" y="492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F88D3-3CFE-49FD-A764-E02C0582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70" y="1012066"/>
            <a:ext cx="4529438" cy="186929"/>
          </a:xfrm>
          <a:custGeom xmlns:a="http://schemas.openxmlformats.org/drawingml/2006/main">
            <a:pathLst>
              <a:path w="4529438" h="186929" fill="none">
                <a:moveTo>
                  <a:pt x="4529438" y="0"/>
                </a:moveTo>
                <a:cubicBezTo>
                  <a:pt x="4529438" y="51605"/>
                  <a:pt x="4529438" y="93465"/>
                  <a:pt x="4529438" y="93465"/>
                </a:cubicBezTo>
                <a:lnTo>
                  <a:pt x="1934318" y="93465"/>
                </a:lnTo>
                <a:cubicBezTo>
                  <a:pt x="1934318" y="93465"/>
                  <a:pt x="1934318" y="135324"/>
                  <a:pt x="1934318" y="186929"/>
                </a:cubicBezTo>
                <a:cubicBezTo>
                  <a:pt x="1934318" y="135324"/>
                  <a:pt x="1934318" y="93465"/>
                  <a:pt x="1934318" y="93465"/>
                </a:cubicBezTo>
                <a:lnTo>
                  <a:pt x="0" y="93465"/>
                </a:lnTo>
                <a:cubicBezTo>
                  <a:pt x="0" y="93465"/>
                  <a:pt x="0" y="5160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988" cap="flat">
            <a:solidFill>
              <a:srgbClr val="000000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19912-EC99-4E15-892C-C4B533A5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845" y="1701307"/>
            <a:ext cx="2029220" cy="184093"/>
          </a:xfrm>
          <a:custGeom xmlns:a="http://schemas.openxmlformats.org/drawingml/2006/main">
            <a:pathLst>
              <a:path w="2029220" h="184093">
                <a:moveTo>
                  <a:pt x="9" y="92308"/>
                </a:moveTo>
                <a:lnTo>
                  <a:pt x="36" y="92576"/>
                </a:lnTo>
                <a:lnTo>
                  <a:pt x="80" y="92839"/>
                </a:lnTo>
                <a:lnTo>
                  <a:pt x="141" y="93096"/>
                </a:lnTo>
                <a:lnTo>
                  <a:pt x="217" y="93346"/>
                </a:lnTo>
                <a:lnTo>
                  <a:pt x="310" y="93589"/>
                </a:lnTo>
                <a:lnTo>
                  <a:pt x="417" y="93824"/>
                </a:lnTo>
                <a:lnTo>
                  <a:pt x="538" y="94050"/>
                </a:lnTo>
                <a:lnTo>
                  <a:pt x="674" y="94267"/>
                </a:lnTo>
                <a:lnTo>
                  <a:pt x="823" y="94475"/>
                </a:lnTo>
                <a:lnTo>
                  <a:pt x="984" y="94672"/>
                </a:lnTo>
                <a:lnTo>
                  <a:pt x="1158" y="94859"/>
                </a:lnTo>
                <a:lnTo>
                  <a:pt x="1344" y="95033"/>
                </a:lnTo>
                <a:lnTo>
                  <a:pt x="1540" y="95196"/>
                </a:lnTo>
                <a:lnTo>
                  <a:pt x="1747" y="95346"/>
                </a:lnTo>
                <a:lnTo>
                  <a:pt x="1965" y="95483"/>
                </a:lnTo>
                <a:lnTo>
                  <a:pt x="2191" y="95606"/>
                </a:lnTo>
                <a:lnTo>
                  <a:pt x="2426" y="95715"/>
                </a:lnTo>
                <a:lnTo>
                  <a:pt x="2670" y="95808"/>
                </a:lnTo>
                <a:lnTo>
                  <a:pt x="2922" y="95886"/>
                </a:lnTo>
                <a:lnTo>
                  <a:pt x="3180" y="95948"/>
                </a:lnTo>
                <a:lnTo>
                  <a:pt x="3446" y="95992"/>
                </a:lnTo>
                <a:lnTo>
                  <a:pt x="3717" y="96020"/>
                </a:lnTo>
                <a:lnTo>
                  <a:pt x="3994" y="96029"/>
                </a:lnTo>
                <a:lnTo>
                  <a:pt x="1992713" y="96029"/>
                </a:lnTo>
                <a:lnTo>
                  <a:pt x="1992713" y="161420"/>
                </a:lnTo>
                <a:lnTo>
                  <a:pt x="1972183" y="126225"/>
                </a:lnTo>
                <a:lnTo>
                  <a:pt x="1972037" y="125993"/>
                </a:lnTo>
                <a:lnTo>
                  <a:pt x="1971878" y="125775"/>
                </a:lnTo>
                <a:lnTo>
                  <a:pt x="1971707" y="125570"/>
                </a:lnTo>
                <a:lnTo>
                  <a:pt x="1971525" y="125379"/>
                </a:lnTo>
                <a:lnTo>
                  <a:pt x="1971333" y="125202"/>
                </a:lnTo>
                <a:lnTo>
                  <a:pt x="1971132" y="125039"/>
                </a:lnTo>
                <a:lnTo>
                  <a:pt x="1970922" y="124891"/>
                </a:lnTo>
                <a:lnTo>
                  <a:pt x="1970704" y="124757"/>
                </a:lnTo>
                <a:lnTo>
                  <a:pt x="1970478" y="124638"/>
                </a:lnTo>
                <a:lnTo>
                  <a:pt x="1970246" y="124535"/>
                </a:lnTo>
                <a:lnTo>
                  <a:pt x="1970009" y="124447"/>
                </a:lnTo>
                <a:lnTo>
                  <a:pt x="1969766" y="124374"/>
                </a:lnTo>
                <a:lnTo>
                  <a:pt x="1969520" y="124317"/>
                </a:lnTo>
                <a:lnTo>
                  <a:pt x="1969270" y="124276"/>
                </a:lnTo>
                <a:lnTo>
                  <a:pt x="1969017" y="124251"/>
                </a:lnTo>
                <a:lnTo>
                  <a:pt x="1968763" y="124242"/>
                </a:lnTo>
                <a:lnTo>
                  <a:pt x="1968507" y="124250"/>
                </a:lnTo>
                <a:lnTo>
                  <a:pt x="1968251" y="124275"/>
                </a:lnTo>
                <a:lnTo>
                  <a:pt x="1967996" y="124317"/>
                </a:lnTo>
                <a:lnTo>
                  <a:pt x="1967741" y="124376"/>
                </a:lnTo>
                <a:lnTo>
                  <a:pt x="1967489" y="124452"/>
                </a:lnTo>
                <a:lnTo>
                  <a:pt x="1967239" y="124546"/>
                </a:lnTo>
                <a:lnTo>
                  <a:pt x="1966993" y="124657"/>
                </a:lnTo>
                <a:lnTo>
                  <a:pt x="1966751" y="124787"/>
                </a:lnTo>
                <a:lnTo>
                  <a:pt x="1966518" y="124933"/>
                </a:lnTo>
                <a:lnTo>
                  <a:pt x="1966298" y="125092"/>
                </a:lnTo>
                <a:lnTo>
                  <a:pt x="1966093" y="125262"/>
                </a:lnTo>
                <a:lnTo>
                  <a:pt x="1965901" y="125445"/>
                </a:lnTo>
                <a:lnTo>
                  <a:pt x="1965723" y="125638"/>
                </a:lnTo>
                <a:lnTo>
                  <a:pt x="1965560" y="125841"/>
                </a:lnTo>
                <a:lnTo>
                  <a:pt x="1965411" y="126053"/>
                </a:lnTo>
                <a:lnTo>
                  <a:pt x="1965277" y="126273"/>
                </a:lnTo>
                <a:lnTo>
                  <a:pt x="1965158" y="126501"/>
                </a:lnTo>
                <a:lnTo>
                  <a:pt x="1965055" y="126735"/>
                </a:lnTo>
                <a:lnTo>
                  <a:pt x="1964966" y="126975"/>
                </a:lnTo>
                <a:lnTo>
                  <a:pt x="1964893" y="127220"/>
                </a:lnTo>
                <a:lnTo>
                  <a:pt x="1964836" y="127469"/>
                </a:lnTo>
                <a:lnTo>
                  <a:pt x="1964796" y="127721"/>
                </a:lnTo>
                <a:lnTo>
                  <a:pt x="1964771" y="127976"/>
                </a:lnTo>
                <a:lnTo>
                  <a:pt x="1964762" y="128233"/>
                </a:lnTo>
                <a:lnTo>
                  <a:pt x="1964771" y="128491"/>
                </a:lnTo>
                <a:lnTo>
                  <a:pt x="1964796" y="128748"/>
                </a:lnTo>
                <a:lnTo>
                  <a:pt x="1964838" y="129005"/>
                </a:lnTo>
                <a:lnTo>
                  <a:pt x="1964898" y="129261"/>
                </a:lnTo>
                <a:lnTo>
                  <a:pt x="1964975" y="129514"/>
                </a:lnTo>
                <a:lnTo>
                  <a:pt x="1965070" y="129764"/>
                </a:lnTo>
                <a:lnTo>
                  <a:pt x="1965182" y="130010"/>
                </a:lnTo>
                <a:lnTo>
                  <a:pt x="1965313" y="130251"/>
                </a:lnTo>
                <a:lnTo>
                  <a:pt x="1996707" y="184093"/>
                </a:lnTo>
                <a:lnTo>
                  <a:pt x="2028102" y="130251"/>
                </a:lnTo>
                <a:lnTo>
                  <a:pt x="2028233" y="130010"/>
                </a:lnTo>
                <a:lnTo>
                  <a:pt x="2028345" y="129764"/>
                </a:lnTo>
                <a:lnTo>
                  <a:pt x="2028440" y="129514"/>
                </a:lnTo>
                <a:lnTo>
                  <a:pt x="2028517" y="129261"/>
                </a:lnTo>
                <a:lnTo>
                  <a:pt x="2028576" y="129005"/>
                </a:lnTo>
                <a:lnTo>
                  <a:pt x="2028619" y="128748"/>
                </a:lnTo>
                <a:lnTo>
                  <a:pt x="2028644" y="128491"/>
                </a:lnTo>
                <a:lnTo>
                  <a:pt x="2028652" y="128233"/>
                </a:lnTo>
                <a:lnTo>
                  <a:pt x="2028644" y="127976"/>
                </a:lnTo>
                <a:lnTo>
                  <a:pt x="2028619" y="127721"/>
                </a:lnTo>
                <a:lnTo>
                  <a:pt x="2028578" y="127469"/>
                </a:lnTo>
                <a:lnTo>
                  <a:pt x="2028521" y="127220"/>
                </a:lnTo>
                <a:lnTo>
                  <a:pt x="2028448" y="126975"/>
                </a:lnTo>
                <a:lnTo>
                  <a:pt x="2028360" y="126735"/>
                </a:lnTo>
                <a:lnTo>
                  <a:pt x="2028256" y="126501"/>
                </a:lnTo>
                <a:lnTo>
                  <a:pt x="2028137" y="126273"/>
                </a:lnTo>
                <a:lnTo>
                  <a:pt x="2028003" y="126053"/>
                </a:lnTo>
                <a:lnTo>
                  <a:pt x="2027855" y="125841"/>
                </a:lnTo>
                <a:lnTo>
                  <a:pt x="2027691" y="125638"/>
                </a:lnTo>
                <a:lnTo>
                  <a:pt x="2027514" y="125445"/>
                </a:lnTo>
                <a:lnTo>
                  <a:pt x="2027322" y="125262"/>
                </a:lnTo>
                <a:lnTo>
                  <a:pt x="2027116" y="125092"/>
                </a:lnTo>
                <a:lnTo>
                  <a:pt x="2026897" y="124933"/>
                </a:lnTo>
                <a:lnTo>
                  <a:pt x="2026664" y="124787"/>
                </a:lnTo>
                <a:lnTo>
                  <a:pt x="2026422" y="124657"/>
                </a:lnTo>
                <a:lnTo>
                  <a:pt x="2026176" y="124546"/>
                </a:lnTo>
                <a:lnTo>
                  <a:pt x="2025926" y="124452"/>
                </a:lnTo>
                <a:lnTo>
                  <a:pt x="2025674" y="124376"/>
                </a:lnTo>
                <a:lnTo>
                  <a:pt x="2025419" y="124317"/>
                </a:lnTo>
                <a:lnTo>
                  <a:pt x="2025164" y="124275"/>
                </a:lnTo>
                <a:lnTo>
                  <a:pt x="2024908" y="124250"/>
                </a:lnTo>
                <a:lnTo>
                  <a:pt x="2024652" y="124242"/>
                </a:lnTo>
                <a:lnTo>
                  <a:pt x="2024398" y="124251"/>
                </a:lnTo>
                <a:lnTo>
                  <a:pt x="2024145" y="124276"/>
                </a:lnTo>
                <a:lnTo>
                  <a:pt x="2023895" y="124317"/>
                </a:lnTo>
                <a:lnTo>
                  <a:pt x="2023648" y="124374"/>
                </a:lnTo>
                <a:lnTo>
                  <a:pt x="2023406" y="124447"/>
                </a:lnTo>
                <a:lnTo>
                  <a:pt x="2023168" y="124535"/>
                </a:lnTo>
                <a:lnTo>
                  <a:pt x="2022937" y="124638"/>
                </a:lnTo>
                <a:lnTo>
                  <a:pt x="2022711" y="124757"/>
                </a:lnTo>
                <a:lnTo>
                  <a:pt x="2022493" y="124891"/>
                </a:lnTo>
                <a:lnTo>
                  <a:pt x="2022283" y="125039"/>
                </a:lnTo>
                <a:lnTo>
                  <a:pt x="2022081" y="125202"/>
                </a:lnTo>
                <a:lnTo>
                  <a:pt x="2021889" y="125379"/>
                </a:lnTo>
                <a:lnTo>
                  <a:pt x="2021708" y="125570"/>
                </a:lnTo>
                <a:lnTo>
                  <a:pt x="2021537" y="125775"/>
                </a:lnTo>
                <a:lnTo>
                  <a:pt x="2021378" y="125993"/>
                </a:lnTo>
                <a:lnTo>
                  <a:pt x="2021232" y="126225"/>
                </a:lnTo>
                <a:lnTo>
                  <a:pt x="2000702" y="161420"/>
                </a:lnTo>
                <a:lnTo>
                  <a:pt x="2000702" y="92035"/>
                </a:lnTo>
                <a:lnTo>
                  <a:pt x="2000692" y="91761"/>
                </a:lnTo>
                <a:lnTo>
                  <a:pt x="2000664" y="91493"/>
                </a:lnTo>
                <a:lnTo>
                  <a:pt x="2000618" y="91230"/>
                </a:lnTo>
                <a:lnTo>
                  <a:pt x="2000555" y="90973"/>
                </a:lnTo>
                <a:lnTo>
                  <a:pt x="2000476" y="90723"/>
                </a:lnTo>
                <a:lnTo>
                  <a:pt x="2000381" y="90480"/>
                </a:lnTo>
                <a:lnTo>
                  <a:pt x="2000270" y="90246"/>
                </a:lnTo>
                <a:lnTo>
                  <a:pt x="2000145" y="90019"/>
                </a:lnTo>
                <a:lnTo>
                  <a:pt x="2000006" y="89802"/>
                </a:lnTo>
                <a:lnTo>
                  <a:pt x="1999854" y="89594"/>
                </a:lnTo>
                <a:lnTo>
                  <a:pt x="1999690" y="89397"/>
                </a:lnTo>
                <a:lnTo>
                  <a:pt x="1999513" y="89211"/>
                </a:lnTo>
                <a:lnTo>
                  <a:pt x="1999326" y="89036"/>
                </a:lnTo>
                <a:lnTo>
                  <a:pt x="1999127" y="88873"/>
                </a:lnTo>
                <a:lnTo>
                  <a:pt x="1998919" y="88723"/>
                </a:lnTo>
                <a:lnTo>
                  <a:pt x="1998701" y="88586"/>
                </a:lnTo>
                <a:lnTo>
                  <a:pt x="1998475" y="88463"/>
                </a:lnTo>
                <a:lnTo>
                  <a:pt x="1998241" y="88354"/>
                </a:lnTo>
                <a:lnTo>
                  <a:pt x="1998000" y="88261"/>
                </a:lnTo>
                <a:lnTo>
                  <a:pt x="1997752" y="88183"/>
                </a:lnTo>
                <a:lnTo>
                  <a:pt x="1997498" y="88122"/>
                </a:lnTo>
                <a:lnTo>
                  <a:pt x="1997239" y="88077"/>
                </a:lnTo>
                <a:lnTo>
                  <a:pt x="1996975" y="88050"/>
                </a:lnTo>
                <a:lnTo>
                  <a:pt x="1996707" y="88040"/>
                </a:lnTo>
                <a:lnTo>
                  <a:pt x="7988" y="88040"/>
                </a:lnTo>
                <a:lnTo>
                  <a:pt x="7988" y="0"/>
                </a:lnTo>
                <a:lnTo>
                  <a:pt x="0" y="0"/>
                </a:lnTo>
                <a:lnTo>
                  <a:pt x="0" y="92035"/>
                </a:lnTo>
                <a:lnTo>
                  <a:pt x="9" y="92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3CFBE3-0143-408F-8809-0ED2F647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506" y="924832"/>
            <a:ext cx="1019004" cy="339348"/>
          </a:xfrm>
          <a:custGeom xmlns:a="http://schemas.openxmlformats.org/drawingml/2006/main">
            <a:pathLst>
              <a:path w="1019004" h="339348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95FF5-A69C-46E7-8657-2AAE67B3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506" y="924832"/>
            <a:ext cx="1019004" cy="339348"/>
          </a:xfrm>
          <a:custGeom xmlns:a="http://schemas.openxmlformats.org/drawingml/2006/main">
            <a:pathLst>
              <a:path w="1019004" h="339348" fill="none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4A7EBB"/>
            </a:solidFill>
            <a:round/>
          </a:ln>
        </p:spPr>
      </p:sp>
      <p:sp>
        <p:nvSpPr>
          <p:cNvPr id="35" name="Text ENCRYPT">
            <a:extLst xmlns:a="http://schemas.openxmlformats.org/drawingml/2006/main">
              <a:ext uri="{FF2B5EF4-FFF2-40B4-BE49-F238E27FC236}">
                <a16:creationId xmlns:a16="http://schemas.microsoft.com/office/drawing/2014/main" id="{09D57D01-5A9A-42B4-AEAC-9DCA8185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133" y="1046854"/>
            <a:ext cx="617642" cy="94057"/>
          </a:xfrm>
          <a:custGeom xmlns:a="http://schemas.openxmlformats.org/drawingml/2006/main">
            <a:pathLst>
              <a:path w="617642" h="94057">
                <a:moveTo>
                  <a:pt x="79745" y="69110"/>
                </a:moveTo>
                <a:lnTo>
                  <a:pt x="73611" y="92148"/>
                </a:lnTo>
                <a:lnTo>
                  <a:pt x="0" y="92148"/>
                </a:lnTo>
                <a:lnTo>
                  <a:pt x="0" y="89558"/>
                </a:lnTo>
                <a:cubicBezTo>
                  <a:pt x="3273" y="89377"/>
                  <a:pt x="5749" y="88945"/>
                  <a:pt x="7430" y="88265"/>
                </a:cubicBezTo>
                <a:cubicBezTo>
                  <a:pt x="9112" y="87582"/>
                  <a:pt x="10248" y="86401"/>
                  <a:pt x="10839" y="84720"/>
                </a:cubicBezTo>
                <a:cubicBezTo>
                  <a:pt x="11430" y="83038"/>
                  <a:pt x="11770" y="80562"/>
                  <a:pt x="11860" y="77291"/>
                </a:cubicBezTo>
                <a:lnTo>
                  <a:pt x="11860" y="16767"/>
                </a:lnTo>
                <a:cubicBezTo>
                  <a:pt x="11770" y="13494"/>
                  <a:pt x="11430" y="11018"/>
                  <a:pt x="10839" y="9337"/>
                </a:cubicBezTo>
                <a:cubicBezTo>
                  <a:pt x="10248" y="7655"/>
                  <a:pt x="9135" y="6474"/>
                  <a:pt x="7498" y="5793"/>
                </a:cubicBezTo>
                <a:cubicBezTo>
                  <a:pt x="5862" y="5111"/>
                  <a:pt x="3363" y="4679"/>
                  <a:pt x="0" y="4497"/>
                </a:cubicBezTo>
                <a:lnTo>
                  <a:pt x="0" y="1907"/>
                </a:lnTo>
                <a:lnTo>
                  <a:pt x="72384" y="1907"/>
                </a:lnTo>
                <a:lnTo>
                  <a:pt x="72794" y="21401"/>
                </a:lnTo>
                <a:lnTo>
                  <a:pt x="69384" y="21401"/>
                </a:lnTo>
                <a:cubicBezTo>
                  <a:pt x="68658" y="17312"/>
                  <a:pt x="67704" y="14267"/>
                  <a:pt x="66522" y="12268"/>
                </a:cubicBezTo>
                <a:cubicBezTo>
                  <a:pt x="65341" y="10268"/>
                  <a:pt x="63387" y="8928"/>
                  <a:pt x="60661" y="8247"/>
                </a:cubicBezTo>
                <a:cubicBezTo>
                  <a:pt x="57935" y="7565"/>
                  <a:pt x="53936" y="7179"/>
                  <a:pt x="48666" y="7089"/>
                </a:cubicBezTo>
                <a:lnTo>
                  <a:pt x="30262" y="7089"/>
                </a:lnTo>
                <a:cubicBezTo>
                  <a:pt x="28354" y="7089"/>
                  <a:pt x="27149" y="7338"/>
                  <a:pt x="26649" y="7837"/>
                </a:cubicBezTo>
                <a:cubicBezTo>
                  <a:pt x="26150" y="8337"/>
                  <a:pt x="25855" y="9632"/>
                  <a:pt x="25765" y="11723"/>
                </a:cubicBezTo>
                <a:lnTo>
                  <a:pt x="25765" y="41985"/>
                </a:lnTo>
                <a:lnTo>
                  <a:pt x="46756" y="41985"/>
                </a:lnTo>
                <a:cubicBezTo>
                  <a:pt x="50574" y="41893"/>
                  <a:pt x="53459" y="41530"/>
                  <a:pt x="55413" y="40895"/>
                </a:cubicBezTo>
                <a:cubicBezTo>
                  <a:pt x="57367" y="40258"/>
                  <a:pt x="58775" y="39031"/>
                  <a:pt x="59638" y="37213"/>
                </a:cubicBezTo>
                <a:cubicBezTo>
                  <a:pt x="60501" y="35395"/>
                  <a:pt x="61206" y="32669"/>
                  <a:pt x="61751" y="29035"/>
                </a:cubicBezTo>
                <a:lnTo>
                  <a:pt x="64888" y="29035"/>
                </a:lnTo>
                <a:lnTo>
                  <a:pt x="64888" y="60659"/>
                </a:lnTo>
                <a:lnTo>
                  <a:pt x="61751" y="60659"/>
                </a:lnTo>
                <a:cubicBezTo>
                  <a:pt x="61206" y="56933"/>
                  <a:pt x="60501" y="54162"/>
                  <a:pt x="59638" y="52345"/>
                </a:cubicBezTo>
                <a:cubicBezTo>
                  <a:pt x="58775" y="50527"/>
                  <a:pt x="57367" y="49300"/>
                  <a:pt x="55413" y="48664"/>
                </a:cubicBezTo>
                <a:cubicBezTo>
                  <a:pt x="53459" y="48027"/>
                  <a:pt x="50574" y="47664"/>
                  <a:pt x="46756" y="47574"/>
                </a:cubicBezTo>
                <a:lnTo>
                  <a:pt x="25765" y="47574"/>
                </a:lnTo>
                <a:lnTo>
                  <a:pt x="25765" y="81243"/>
                </a:lnTo>
                <a:cubicBezTo>
                  <a:pt x="25765" y="82969"/>
                  <a:pt x="25969" y="84218"/>
                  <a:pt x="26378" y="84991"/>
                </a:cubicBezTo>
                <a:cubicBezTo>
                  <a:pt x="26788" y="85763"/>
                  <a:pt x="27991" y="86263"/>
                  <a:pt x="29989" y="86490"/>
                </a:cubicBezTo>
                <a:cubicBezTo>
                  <a:pt x="31989" y="86718"/>
                  <a:pt x="35352" y="86922"/>
                  <a:pt x="40077" y="87104"/>
                </a:cubicBezTo>
                <a:lnTo>
                  <a:pt x="43757" y="87104"/>
                </a:lnTo>
                <a:cubicBezTo>
                  <a:pt x="50301" y="87014"/>
                  <a:pt x="55526" y="86492"/>
                  <a:pt x="59434" y="85538"/>
                </a:cubicBezTo>
                <a:cubicBezTo>
                  <a:pt x="63341" y="84582"/>
                  <a:pt x="66522" y="82810"/>
                  <a:pt x="68975" y="80221"/>
                </a:cubicBezTo>
                <a:cubicBezTo>
                  <a:pt x="71429" y="77631"/>
                  <a:pt x="73747" y="73927"/>
                  <a:pt x="75928" y="69110"/>
                </a:cubicBezTo>
                <a:lnTo>
                  <a:pt x="79745" y="69110"/>
                </a:lnTo>
                <a:close/>
                <a:moveTo>
                  <a:pt x="178982" y="1907"/>
                </a:moveTo>
                <a:lnTo>
                  <a:pt x="178982" y="4497"/>
                </a:lnTo>
                <a:cubicBezTo>
                  <a:pt x="175438" y="4770"/>
                  <a:pt x="172757" y="5384"/>
                  <a:pt x="170939" y="6338"/>
                </a:cubicBezTo>
                <a:cubicBezTo>
                  <a:pt x="169122" y="7292"/>
                  <a:pt x="167896" y="8950"/>
                  <a:pt x="167259" y="11313"/>
                </a:cubicBezTo>
                <a:cubicBezTo>
                  <a:pt x="166623" y="13676"/>
                  <a:pt x="166214" y="17220"/>
                  <a:pt x="166032" y="21946"/>
                </a:cubicBezTo>
                <a:lnTo>
                  <a:pt x="166032" y="93648"/>
                </a:lnTo>
                <a:lnTo>
                  <a:pt x="163715" y="93648"/>
                </a:lnTo>
                <a:lnTo>
                  <a:pt x="103464" y="18674"/>
                </a:lnTo>
                <a:lnTo>
                  <a:pt x="103464" y="72109"/>
                </a:lnTo>
                <a:cubicBezTo>
                  <a:pt x="103555" y="76745"/>
                  <a:pt x="103941" y="80289"/>
                  <a:pt x="104622" y="82742"/>
                </a:cubicBezTo>
                <a:cubicBezTo>
                  <a:pt x="105305" y="85195"/>
                  <a:pt x="106554" y="86899"/>
                  <a:pt x="108370" y="87855"/>
                </a:cubicBezTo>
                <a:cubicBezTo>
                  <a:pt x="110188" y="88809"/>
                  <a:pt x="112824" y="89377"/>
                  <a:pt x="116277" y="89558"/>
                </a:cubicBezTo>
                <a:lnTo>
                  <a:pt x="116277" y="92148"/>
                </a:lnTo>
                <a:lnTo>
                  <a:pt x="84243" y="92148"/>
                </a:lnTo>
                <a:lnTo>
                  <a:pt x="84243" y="89558"/>
                </a:lnTo>
                <a:cubicBezTo>
                  <a:pt x="87968" y="89285"/>
                  <a:pt x="90763" y="88717"/>
                  <a:pt x="92625" y="87855"/>
                </a:cubicBezTo>
                <a:cubicBezTo>
                  <a:pt x="94489" y="86991"/>
                  <a:pt x="95739" y="85355"/>
                  <a:pt x="96375" y="82948"/>
                </a:cubicBezTo>
                <a:cubicBezTo>
                  <a:pt x="97012" y="80539"/>
                  <a:pt x="97375" y="76927"/>
                  <a:pt x="97465" y="72109"/>
                </a:cubicBezTo>
                <a:lnTo>
                  <a:pt x="97465" y="11995"/>
                </a:lnTo>
                <a:cubicBezTo>
                  <a:pt x="95649" y="9814"/>
                  <a:pt x="94127" y="8201"/>
                  <a:pt x="92899" y="7157"/>
                </a:cubicBezTo>
                <a:cubicBezTo>
                  <a:pt x="91672" y="6112"/>
                  <a:pt x="90422" y="5407"/>
                  <a:pt x="89149" y="5044"/>
                </a:cubicBezTo>
                <a:cubicBezTo>
                  <a:pt x="87878" y="4679"/>
                  <a:pt x="86242" y="4497"/>
                  <a:pt x="84243" y="4497"/>
                </a:cubicBezTo>
                <a:lnTo>
                  <a:pt x="84243" y="1907"/>
                </a:lnTo>
                <a:lnTo>
                  <a:pt x="107553" y="1907"/>
                </a:lnTo>
                <a:lnTo>
                  <a:pt x="160033" y="67885"/>
                </a:lnTo>
                <a:lnTo>
                  <a:pt x="160033" y="21946"/>
                </a:lnTo>
                <a:cubicBezTo>
                  <a:pt x="159943" y="17130"/>
                  <a:pt x="159557" y="13518"/>
                  <a:pt x="158875" y="11109"/>
                </a:cubicBezTo>
                <a:cubicBezTo>
                  <a:pt x="158194" y="8701"/>
                  <a:pt x="156945" y="7042"/>
                  <a:pt x="155127" y="6134"/>
                </a:cubicBezTo>
                <a:cubicBezTo>
                  <a:pt x="153309" y="5224"/>
                  <a:pt x="150583" y="4679"/>
                  <a:pt x="146948" y="4497"/>
                </a:cubicBezTo>
                <a:lnTo>
                  <a:pt x="146948" y="1907"/>
                </a:lnTo>
                <a:lnTo>
                  <a:pt x="178982" y="1907"/>
                </a:lnTo>
                <a:close/>
                <a:moveTo>
                  <a:pt x="265541" y="30670"/>
                </a:moveTo>
                <a:lnTo>
                  <a:pt x="262406" y="30670"/>
                </a:lnTo>
                <a:cubicBezTo>
                  <a:pt x="261133" y="26217"/>
                  <a:pt x="259860" y="22809"/>
                  <a:pt x="258587" y="20446"/>
                </a:cubicBezTo>
                <a:cubicBezTo>
                  <a:pt x="257316" y="18083"/>
                  <a:pt x="255590" y="15811"/>
                  <a:pt x="253410" y="13630"/>
                </a:cubicBezTo>
                <a:cubicBezTo>
                  <a:pt x="247775" y="8178"/>
                  <a:pt x="241005" y="5452"/>
                  <a:pt x="233099" y="5452"/>
                </a:cubicBezTo>
                <a:cubicBezTo>
                  <a:pt x="226556" y="5452"/>
                  <a:pt x="220853" y="7110"/>
                  <a:pt x="215991" y="10427"/>
                </a:cubicBezTo>
                <a:cubicBezTo>
                  <a:pt x="211130" y="13744"/>
                  <a:pt x="207358" y="18447"/>
                  <a:pt x="204676" y="24536"/>
                </a:cubicBezTo>
                <a:cubicBezTo>
                  <a:pt x="201996" y="30624"/>
                  <a:pt x="200655" y="37804"/>
                  <a:pt x="200655" y="46074"/>
                </a:cubicBezTo>
                <a:cubicBezTo>
                  <a:pt x="200655" y="53616"/>
                  <a:pt x="201677" y="60341"/>
                  <a:pt x="203721" y="66248"/>
                </a:cubicBezTo>
                <a:cubicBezTo>
                  <a:pt x="205767" y="72155"/>
                  <a:pt x="208652" y="76790"/>
                  <a:pt x="212378" y="80153"/>
                </a:cubicBezTo>
                <a:cubicBezTo>
                  <a:pt x="218377" y="85423"/>
                  <a:pt x="225738" y="88059"/>
                  <a:pt x="234462" y="88059"/>
                </a:cubicBezTo>
                <a:cubicBezTo>
                  <a:pt x="240096" y="88059"/>
                  <a:pt x="245321" y="86968"/>
                  <a:pt x="250136" y="84787"/>
                </a:cubicBezTo>
                <a:cubicBezTo>
                  <a:pt x="254954" y="82606"/>
                  <a:pt x="259862" y="79107"/>
                  <a:pt x="264861" y="74291"/>
                </a:cubicBezTo>
                <a:lnTo>
                  <a:pt x="267313" y="76743"/>
                </a:lnTo>
                <a:cubicBezTo>
                  <a:pt x="263224" y="82287"/>
                  <a:pt x="257930" y="86559"/>
                  <a:pt x="251432" y="89558"/>
                </a:cubicBezTo>
                <a:cubicBezTo>
                  <a:pt x="244936" y="92558"/>
                  <a:pt x="237825" y="94057"/>
                  <a:pt x="230100" y="94057"/>
                </a:cubicBezTo>
                <a:cubicBezTo>
                  <a:pt x="221103" y="94057"/>
                  <a:pt x="213196" y="92126"/>
                  <a:pt x="206380" y="88265"/>
                </a:cubicBezTo>
                <a:cubicBezTo>
                  <a:pt x="199564" y="84401"/>
                  <a:pt x="194271" y="78994"/>
                  <a:pt x="190499" y="72043"/>
                </a:cubicBezTo>
                <a:cubicBezTo>
                  <a:pt x="186728" y="65090"/>
                  <a:pt x="184843" y="56979"/>
                  <a:pt x="184843" y="47709"/>
                </a:cubicBezTo>
                <a:cubicBezTo>
                  <a:pt x="184843" y="32442"/>
                  <a:pt x="189751" y="20446"/>
                  <a:pt x="199566" y="11723"/>
                </a:cubicBezTo>
                <a:cubicBezTo>
                  <a:pt x="203836" y="7997"/>
                  <a:pt x="208675" y="5112"/>
                  <a:pt x="214082" y="3068"/>
                </a:cubicBezTo>
                <a:cubicBezTo>
                  <a:pt x="219490" y="1023"/>
                  <a:pt x="224966" y="0"/>
                  <a:pt x="230510" y="0"/>
                </a:cubicBezTo>
                <a:cubicBezTo>
                  <a:pt x="233689" y="0"/>
                  <a:pt x="236960" y="272"/>
                  <a:pt x="240323" y="817"/>
                </a:cubicBezTo>
                <a:cubicBezTo>
                  <a:pt x="243686" y="1362"/>
                  <a:pt x="247048" y="2226"/>
                  <a:pt x="250411" y="3407"/>
                </a:cubicBezTo>
                <a:cubicBezTo>
                  <a:pt x="252592" y="4134"/>
                  <a:pt x="254364" y="4497"/>
                  <a:pt x="255727" y="4497"/>
                </a:cubicBezTo>
                <a:cubicBezTo>
                  <a:pt x="258725" y="4497"/>
                  <a:pt x="260633" y="2998"/>
                  <a:pt x="261452" y="0"/>
                </a:cubicBezTo>
                <a:lnTo>
                  <a:pt x="264314" y="0"/>
                </a:lnTo>
                <a:lnTo>
                  <a:pt x="265541" y="30670"/>
                </a:lnTo>
                <a:close/>
                <a:moveTo>
                  <a:pt x="362052" y="89558"/>
                </a:moveTo>
                <a:lnTo>
                  <a:pt x="362052" y="92148"/>
                </a:lnTo>
                <a:lnTo>
                  <a:pt x="340106" y="92148"/>
                </a:lnTo>
                <a:lnTo>
                  <a:pt x="307662" y="50163"/>
                </a:lnTo>
                <a:lnTo>
                  <a:pt x="300029" y="50436"/>
                </a:lnTo>
                <a:lnTo>
                  <a:pt x="300029" y="77291"/>
                </a:lnTo>
                <a:cubicBezTo>
                  <a:pt x="300120" y="80562"/>
                  <a:pt x="300438" y="83038"/>
                  <a:pt x="300983" y="84720"/>
                </a:cubicBezTo>
                <a:cubicBezTo>
                  <a:pt x="301528" y="86401"/>
                  <a:pt x="302664" y="87559"/>
                  <a:pt x="304390" y="88196"/>
                </a:cubicBezTo>
                <a:cubicBezTo>
                  <a:pt x="306118" y="88831"/>
                  <a:pt x="308754" y="89285"/>
                  <a:pt x="312298" y="89558"/>
                </a:cubicBezTo>
                <a:lnTo>
                  <a:pt x="312298" y="92148"/>
                </a:lnTo>
                <a:lnTo>
                  <a:pt x="274538" y="92148"/>
                </a:lnTo>
                <a:lnTo>
                  <a:pt x="274538" y="89558"/>
                </a:lnTo>
                <a:cubicBezTo>
                  <a:pt x="277991" y="89285"/>
                  <a:pt x="280513" y="88808"/>
                  <a:pt x="282103" y="88127"/>
                </a:cubicBezTo>
                <a:cubicBezTo>
                  <a:pt x="283694" y="87445"/>
                  <a:pt x="284761" y="86173"/>
                  <a:pt x="285306" y="84310"/>
                </a:cubicBezTo>
                <a:cubicBezTo>
                  <a:pt x="285853" y="82447"/>
                  <a:pt x="286126" y="79607"/>
                  <a:pt x="286126" y="75791"/>
                </a:cubicBezTo>
                <a:lnTo>
                  <a:pt x="286126" y="16767"/>
                </a:lnTo>
                <a:cubicBezTo>
                  <a:pt x="286126" y="13404"/>
                  <a:pt x="285853" y="10928"/>
                  <a:pt x="285306" y="9337"/>
                </a:cubicBezTo>
                <a:cubicBezTo>
                  <a:pt x="284761" y="7747"/>
                  <a:pt x="283671" y="6633"/>
                  <a:pt x="282034" y="5997"/>
                </a:cubicBezTo>
                <a:cubicBezTo>
                  <a:pt x="280400" y="5360"/>
                  <a:pt x="277901" y="4860"/>
                  <a:pt x="274538" y="4497"/>
                </a:cubicBezTo>
                <a:lnTo>
                  <a:pt x="274538" y="1907"/>
                </a:lnTo>
                <a:lnTo>
                  <a:pt x="312161" y="1907"/>
                </a:lnTo>
                <a:cubicBezTo>
                  <a:pt x="318613" y="1907"/>
                  <a:pt x="324475" y="2725"/>
                  <a:pt x="329745" y="4362"/>
                </a:cubicBezTo>
                <a:cubicBezTo>
                  <a:pt x="335016" y="5997"/>
                  <a:pt x="338924" y="8223"/>
                  <a:pt x="341468" y="11041"/>
                </a:cubicBezTo>
                <a:cubicBezTo>
                  <a:pt x="345013" y="14948"/>
                  <a:pt x="346785" y="19901"/>
                  <a:pt x="346785" y="25900"/>
                </a:cubicBezTo>
                <a:cubicBezTo>
                  <a:pt x="346785" y="32169"/>
                  <a:pt x="344831" y="37099"/>
                  <a:pt x="340923" y="40689"/>
                </a:cubicBezTo>
                <a:cubicBezTo>
                  <a:pt x="337016" y="44279"/>
                  <a:pt x="330745" y="46937"/>
                  <a:pt x="322112" y="48664"/>
                </a:cubicBezTo>
                <a:lnTo>
                  <a:pt x="350194" y="83152"/>
                </a:lnTo>
                <a:cubicBezTo>
                  <a:pt x="352192" y="85423"/>
                  <a:pt x="354031" y="87014"/>
                  <a:pt x="355712" y="87923"/>
                </a:cubicBezTo>
                <a:cubicBezTo>
                  <a:pt x="357394" y="88832"/>
                  <a:pt x="359507" y="89377"/>
                  <a:pt x="362052" y="89558"/>
                </a:cubicBezTo>
                <a:moveTo>
                  <a:pt x="300029" y="11858"/>
                </a:moveTo>
                <a:lnTo>
                  <a:pt x="300029" y="45392"/>
                </a:lnTo>
                <a:cubicBezTo>
                  <a:pt x="304391" y="45302"/>
                  <a:pt x="307958" y="45120"/>
                  <a:pt x="310730" y="44847"/>
                </a:cubicBezTo>
                <a:cubicBezTo>
                  <a:pt x="313502" y="44574"/>
                  <a:pt x="315910" y="44119"/>
                  <a:pt x="317954" y="43484"/>
                </a:cubicBezTo>
                <a:cubicBezTo>
                  <a:pt x="319999" y="42848"/>
                  <a:pt x="322067" y="41939"/>
                  <a:pt x="324156" y="40757"/>
                </a:cubicBezTo>
                <a:cubicBezTo>
                  <a:pt x="326611" y="39485"/>
                  <a:pt x="328520" y="37485"/>
                  <a:pt x="329883" y="34759"/>
                </a:cubicBezTo>
                <a:cubicBezTo>
                  <a:pt x="331246" y="32033"/>
                  <a:pt x="331927" y="28988"/>
                  <a:pt x="331927" y="25626"/>
                </a:cubicBezTo>
                <a:cubicBezTo>
                  <a:pt x="331927" y="19173"/>
                  <a:pt x="329905" y="14448"/>
                  <a:pt x="325860" y="11450"/>
                </a:cubicBezTo>
                <a:cubicBezTo>
                  <a:pt x="321816" y="8451"/>
                  <a:pt x="315524" y="6951"/>
                  <a:pt x="306982" y="6951"/>
                </a:cubicBezTo>
                <a:cubicBezTo>
                  <a:pt x="304256" y="6951"/>
                  <a:pt x="302415" y="7292"/>
                  <a:pt x="301460" y="7975"/>
                </a:cubicBezTo>
                <a:cubicBezTo>
                  <a:pt x="300506" y="8656"/>
                  <a:pt x="300029" y="9950"/>
                  <a:pt x="300029" y="11858"/>
                </a:cubicBezTo>
                <a:close/>
                <a:moveTo>
                  <a:pt x="458972" y="1907"/>
                </a:moveTo>
                <a:lnTo>
                  <a:pt x="458972" y="4497"/>
                </a:lnTo>
                <a:cubicBezTo>
                  <a:pt x="456699" y="4679"/>
                  <a:pt x="454654" y="5224"/>
                  <a:pt x="452836" y="6134"/>
                </a:cubicBezTo>
                <a:cubicBezTo>
                  <a:pt x="451020" y="7042"/>
                  <a:pt x="449157" y="8587"/>
                  <a:pt x="447247" y="10768"/>
                </a:cubicBezTo>
                <a:cubicBezTo>
                  <a:pt x="445339" y="12949"/>
                  <a:pt x="442977" y="16039"/>
                  <a:pt x="440161" y="20037"/>
                </a:cubicBezTo>
                <a:lnTo>
                  <a:pt x="419987" y="50845"/>
                </a:lnTo>
                <a:lnTo>
                  <a:pt x="419987" y="77291"/>
                </a:lnTo>
                <a:cubicBezTo>
                  <a:pt x="420077" y="80743"/>
                  <a:pt x="420440" y="83333"/>
                  <a:pt x="421077" y="85059"/>
                </a:cubicBezTo>
                <a:cubicBezTo>
                  <a:pt x="421713" y="86786"/>
                  <a:pt x="423031" y="87944"/>
                  <a:pt x="425029" y="88535"/>
                </a:cubicBezTo>
                <a:cubicBezTo>
                  <a:pt x="427028" y="89126"/>
                  <a:pt x="430028" y="89467"/>
                  <a:pt x="434027" y="89558"/>
                </a:cubicBezTo>
                <a:lnTo>
                  <a:pt x="434027" y="92148"/>
                </a:lnTo>
                <a:lnTo>
                  <a:pt x="392315" y="92148"/>
                </a:lnTo>
                <a:lnTo>
                  <a:pt x="392315" y="89558"/>
                </a:lnTo>
                <a:cubicBezTo>
                  <a:pt x="396494" y="89377"/>
                  <a:pt x="399538" y="88990"/>
                  <a:pt x="401446" y="88400"/>
                </a:cubicBezTo>
                <a:cubicBezTo>
                  <a:pt x="403355" y="87809"/>
                  <a:pt x="404605" y="86560"/>
                  <a:pt x="405196" y="84652"/>
                </a:cubicBezTo>
                <a:cubicBezTo>
                  <a:pt x="405787" y="82742"/>
                  <a:pt x="406082" y="79789"/>
                  <a:pt x="406082" y="75791"/>
                </a:cubicBezTo>
                <a:lnTo>
                  <a:pt x="406082" y="52071"/>
                </a:lnTo>
                <a:lnTo>
                  <a:pt x="388225" y="25900"/>
                </a:lnTo>
                <a:cubicBezTo>
                  <a:pt x="384863" y="21083"/>
                  <a:pt x="382091" y="17266"/>
                  <a:pt x="379910" y="14450"/>
                </a:cubicBezTo>
                <a:cubicBezTo>
                  <a:pt x="377728" y="11632"/>
                  <a:pt x="375933" y="9519"/>
                  <a:pt x="374524" y="8110"/>
                </a:cubicBezTo>
                <a:cubicBezTo>
                  <a:pt x="373116" y="6701"/>
                  <a:pt x="371775" y="5770"/>
                  <a:pt x="370502" y="5316"/>
                </a:cubicBezTo>
                <a:cubicBezTo>
                  <a:pt x="369230" y="4862"/>
                  <a:pt x="367777" y="4588"/>
                  <a:pt x="366142" y="4497"/>
                </a:cubicBezTo>
                <a:lnTo>
                  <a:pt x="366142" y="1907"/>
                </a:lnTo>
                <a:lnTo>
                  <a:pt x="404310" y="1907"/>
                </a:lnTo>
                <a:lnTo>
                  <a:pt x="404310" y="4497"/>
                </a:lnTo>
                <a:cubicBezTo>
                  <a:pt x="403583" y="4588"/>
                  <a:pt x="402902" y="4634"/>
                  <a:pt x="402265" y="4634"/>
                </a:cubicBezTo>
                <a:cubicBezTo>
                  <a:pt x="401629" y="4634"/>
                  <a:pt x="401174" y="4634"/>
                  <a:pt x="400901" y="4634"/>
                </a:cubicBezTo>
                <a:cubicBezTo>
                  <a:pt x="396721" y="4906"/>
                  <a:pt x="394632" y="6223"/>
                  <a:pt x="394632" y="8586"/>
                </a:cubicBezTo>
                <a:cubicBezTo>
                  <a:pt x="394632" y="10314"/>
                  <a:pt x="395404" y="12314"/>
                  <a:pt x="396949" y="14585"/>
                </a:cubicBezTo>
                <a:lnTo>
                  <a:pt x="417123" y="44847"/>
                </a:lnTo>
                <a:lnTo>
                  <a:pt x="436616" y="14040"/>
                </a:lnTo>
                <a:cubicBezTo>
                  <a:pt x="437888" y="12132"/>
                  <a:pt x="438524" y="10451"/>
                  <a:pt x="438524" y="8996"/>
                </a:cubicBezTo>
                <a:cubicBezTo>
                  <a:pt x="438524" y="7360"/>
                  <a:pt x="437842" y="6224"/>
                  <a:pt x="436479" y="5589"/>
                </a:cubicBezTo>
                <a:cubicBezTo>
                  <a:pt x="435116" y="4952"/>
                  <a:pt x="432662" y="4588"/>
                  <a:pt x="429118" y="4497"/>
                </a:cubicBezTo>
                <a:lnTo>
                  <a:pt x="429118" y="1907"/>
                </a:lnTo>
                <a:lnTo>
                  <a:pt x="458972" y="1907"/>
                </a:lnTo>
                <a:close/>
                <a:moveTo>
                  <a:pt x="463199" y="4497"/>
                </a:moveTo>
                <a:lnTo>
                  <a:pt x="463199" y="1907"/>
                </a:lnTo>
                <a:lnTo>
                  <a:pt x="499185" y="1907"/>
                </a:lnTo>
                <a:cubicBezTo>
                  <a:pt x="505637" y="1907"/>
                  <a:pt x="511589" y="2793"/>
                  <a:pt x="517041" y="4566"/>
                </a:cubicBezTo>
                <a:cubicBezTo>
                  <a:pt x="522494" y="6338"/>
                  <a:pt x="526584" y="8724"/>
                  <a:pt x="529311" y="11723"/>
                </a:cubicBezTo>
                <a:cubicBezTo>
                  <a:pt x="533037" y="15721"/>
                  <a:pt x="534900" y="20673"/>
                  <a:pt x="534900" y="26580"/>
                </a:cubicBezTo>
                <a:cubicBezTo>
                  <a:pt x="534900" y="31033"/>
                  <a:pt x="533741" y="35214"/>
                  <a:pt x="531422" y="39123"/>
                </a:cubicBezTo>
                <a:cubicBezTo>
                  <a:pt x="529105" y="43030"/>
                  <a:pt x="525902" y="46074"/>
                  <a:pt x="521813" y="48254"/>
                </a:cubicBezTo>
                <a:cubicBezTo>
                  <a:pt x="516269" y="51345"/>
                  <a:pt x="508317" y="52890"/>
                  <a:pt x="497957" y="52890"/>
                </a:cubicBezTo>
                <a:cubicBezTo>
                  <a:pt x="496231" y="52890"/>
                  <a:pt x="494686" y="52845"/>
                  <a:pt x="493323" y="52755"/>
                </a:cubicBezTo>
                <a:cubicBezTo>
                  <a:pt x="491960" y="52663"/>
                  <a:pt x="490370" y="52572"/>
                  <a:pt x="488552" y="52480"/>
                </a:cubicBezTo>
                <a:lnTo>
                  <a:pt x="488552" y="77291"/>
                </a:lnTo>
                <a:cubicBezTo>
                  <a:pt x="488643" y="80652"/>
                  <a:pt x="489006" y="83196"/>
                  <a:pt x="489642" y="84924"/>
                </a:cubicBezTo>
                <a:cubicBezTo>
                  <a:pt x="490278" y="86650"/>
                  <a:pt x="491505" y="87832"/>
                  <a:pt x="493323" y="88468"/>
                </a:cubicBezTo>
                <a:cubicBezTo>
                  <a:pt x="495141" y="89103"/>
                  <a:pt x="497822" y="89467"/>
                  <a:pt x="501366" y="89558"/>
                </a:cubicBezTo>
                <a:lnTo>
                  <a:pt x="501366" y="92148"/>
                </a:lnTo>
                <a:lnTo>
                  <a:pt x="463199" y="92148"/>
                </a:lnTo>
                <a:lnTo>
                  <a:pt x="463199" y="89558"/>
                </a:lnTo>
                <a:cubicBezTo>
                  <a:pt x="466651" y="89195"/>
                  <a:pt x="469173" y="88695"/>
                  <a:pt x="470764" y="88059"/>
                </a:cubicBezTo>
                <a:cubicBezTo>
                  <a:pt x="472354" y="87422"/>
                  <a:pt x="473399" y="86173"/>
                  <a:pt x="473898" y="84310"/>
                </a:cubicBezTo>
                <a:cubicBezTo>
                  <a:pt x="474399" y="82447"/>
                  <a:pt x="474649" y="79607"/>
                  <a:pt x="474649" y="75791"/>
                </a:cubicBezTo>
                <a:lnTo>
                  <a:pt x="474649" y="16767"/>
                </a:lnTo>
                <a:cubicBezTo>
                  <a:pt x="474649" y="13404"/>
                  <a:pt x="474376" y="10928"/>
                  <a:pt x="473829" y="9337"/>
                </a:cubicBezTo>
                <a:cubicBezTo>
                  <a:pt x="473284" y="7747"/>
                  <a:pt x="472217" y="6633"/>
                  <a:pt x="470626" y="5997"/>
                </a:cubicBezTo>
                <a:cubicBezTo>
                  <a:pt x="469036" y="5360"/>
                  <a:pt x="466560" y="4860"/>
                  <a:pt x="463199" y="4497"/>
                </a:cubicBezTo>
                <a:moveTo>
                  <a:pt x="488552" y="11586"/>
                </a:moveTo>
                <a:lnTo>
                  <a:pt x="488552" y="47029"/>
                </a:lnTo>
                <a:cubicBezTo>
                  <a:pt x="490096" y="47119"/>
                  <a:pt x="491437" y="47210"/>
                  <a:pt x="492572" y="47301"/>
                </a:cubicBezTo>
                <a:cubicBezTo>
                  <a:pt x="493709" y="47391"/>
                  <a:pt x="494959" y="47436"/>
                  <a:pt x="496322" y="47436"/>
                </a:cubicBezTo>
                <a:cubicBezTo>
                  <a:pt x="512135" y="47436"/>
                  <a:pt x="520041" y="40757"/>
                  <a:pt x="520041" y="27398"/>
                </a:cubicBezTo>
                <a:cubicBezTo>
                  <a:pt x="520041" y="20401"/>
                  <a:pt x="517859" y="15244"/>
                  <a:pt x="513497" y="11927"/>
                </a:cubicBezTo>
                <a:cubicBezTo>
                  <a:pt x="509136" y="8610"/>
                  <a:pt x="502366" y="6951"/>
                  <a:pt x="493186" y="6951"/>
                </a:cubicBezTo>
                <a:cubicBezTo>
                  <a:pt x="491369" y="6951"/>
                  <a:pt x="490143" y="7270"/>
                  <a:pt x="489506" y="7906"/>
                </a:cubicBezTo>
                <a:cubicBezTo>
                  <a:pt x="488870" y="8543"/>
                  <a:pt x="488552" y="9769"/>
                  <a:pt x="488552" y="11586"/>
                </a:cubicBezTo>
                <a:close/>
                <a:moveTo>
                  <a:pt x="598421" y="89558"/>
                </a:moveTo>
                <a:lnTo>
                  <a:pt x="598421" y="92148"/>
                </a:lnTo>
                <a:lnTo>
                  <a:pt x="558618" y="92148"/>
                </a:lnTo>
                <a:lnTo>
                  <a:pt x="558618" y="89558"/>
                </a:lnTo>
                <a:cubicBezTo>
                  <a:pt x="562434" y="89285"/>
                  <a:pt x="565251" y="88831"/>
                  <a:pt x="567069" y="88196"/>
                </a:cubicBezTo>
                <a:cubicBezTo>
                  <a:pt x="568887" y="87559"/>
                  <a:pt x="570069" y="86310"/>
                  <a:pt x="570614" y="84448"/>
                </a:cubicBezTo>
                <a:cubicBezTo>
                  <a:pt x="571159" y="82584"/>
                  <a:pt x="571431" y="79698"/>
                  <a:pt x="571431" y="75791"/>
                </a:cubicBezTo>
                <a:lnTo>
                  <a:pt x="571431" y="7634"/>
                </a:lnTo>
                <a:lnTo>
                  <a:pt x="564070" y="7634"/>
                </a:lnTo>
                <a:cubicBezTo>
                  <a:pt x="558891" y="7724"/>
                  <a:pt x="554915" y="8178"/>
                  <a:pt x="552143" y="8996"/>
                </a:cubicBezTo>
                <a:cubicBezTo>
                  <a:pt x="549371" y="9814"/>
                  <a:pt x="547326" y="11450"/>
                  <a:pt x="546007" y="13905"/>
                </a:cubicBezTo>
                <a:cubicBezTo>
                  <a:pt x="544690" y="16358"/>
                  <a:pt x="543486" y="20083"/>
                  <a:pt x="542397" y="25081"/>
                </a:cubicBezTo>
                <a:lnTo>
                  <a:pt x="539125" y="25081"/>
                </a:lnTo>
                <a:lnTo>
                  <a:pt x="539942" y="1907"/>
                </a:lnTo>
                <a:lnTo>
                  <a:pt x="616825" y="1907"/>
                </a:lnTo>
                <a:lnTo>
                  <a:pt x="617642" y="25081"/>
                </a:lnTo>
                <a:lnTo>
                  <a:pt x="614371" y="25081"/>
                </a:lnTo>
                <a:cubicBezTo>
                  <a:pt x="613371" y="20083"/>
                  <a:pt x="612212" y="16358"/>
                  <a:pt x="610895" y="13905"/>
                </a:cubicBezTo>
                <a:cubicBezTo>
                  <a:pt x="609578" y="11450"/>
                  <a:pt x="607533" y="9814"/>
                  <a:pt x="604761" y="8996"/>
                </a:cubicBezTo>
                <a:cubicBezTo>
                  <a:pt x="601989" y="8178"/>
                  <a:pt x="597968" y="7724"/>
                  <a:pt x="592697" y="7634"/>
                </a:cubicBezTo>
                <a:lnTo>
                  <a:pt x="585336" y="7634"/>
                </a:lnTo>
                <a:lnTo>
                  <a:pt x="585336" y="77291"/>
                </a:lnTo>
                <a:cubicBezTo>
                  <a:pt x="585426" y="80562"/>
                  <a:pt x="585766" y="83060"/>
                  <a:pt x="586357" y="84787"/>
                </a:cubicBezTo>
                <a:cubicBezTo>
                  <a:pt x="586948" y="86513"/>
                  <a:pt x="588174" y="87695"/>
                  <a:pt x="590037" y="88331"/>
                </a:cubicBezTo>
                <a:cubicBezTo>
                  <a:pt x="591900" y="88968"/>
                  <a:pt x="594695" y="89377"/>
                  <a:pt x="598421" y="8955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ENCRYPT">
            <a:extLst xmlns:a="http://schemas.openxmlformats.org/drawingml/2006/main">
              <a:ext uri="{FF2B5EF4-FFF2-40B4-BE49-F238E27FC236}">
                <a16:creationId xmlns:a16="http://schemas.microsoft.com/office/drawing/2014/main" id="{06A9763C-BC60-4AD3-9E33-51178BF6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133" y="1046854"/>
            <a:ext cx="617642" cy="94057"/>
          </a:xfrm>
          <a:custGeom xmlns:a="http://schemas.openxmlformats.org/drawingml/2006/main">
            <a:pathLst>
              <a:path w="617642" h="94057" fill="none">
                <a:moveTo>
                  <a:pt x="79745" y="69110"/>
                </a:moveTo>
                <a:lnTo>
                  <a:pt x="73611" y="92148"/>
                </a:lnTo>
                <a:lnTo>
                  <a:pt x="0" y="92148"/>
                </a:lnTo>
                <a:lnTo>
                  <a:pt x="0" y="89558"/>
                </a:lnTo>
                <a:cubicBezTo>
                  <a:pt x="3273" y="89377"/>
                  <a:pt x="5749" y="88945"/>
                  <a:pt x="7430" y="88265"/>
                </a:cubicBezTo>
                <a:cubicBezTo>
                  <a:pt x="9112" y="87582"/>
                  <a:pt x="10248" y="86401"/>
                  <a:pt x="10839" y="84720"/>
                </a:cubicBezTo>
                <a:cubicBezTo>
                  <a:pt x="11430" y="83038"/>
                  <a:pt x="11770" y="80562"/>
                  <a:pt x="11860" y="77291"/>
                </a:cubicBezTo>
                <a:lnTo>
                  <a:pt x="11860" y="16767"/>
                </a:lnTo>
                <a:cubicBezTo>
                  <a:pt x="11770" y="13494"/>
                  <a:pt x="11430" y="11018"/>
                  <a:pt x="10839" y="9337"/>
                </a:cubicBezTo>
                <a:cubicBezTo>
                  <a:pt x="10248" y="7655"/>
                  <a:pt x="9135" y="6474"/>
                  <a:pt x="7498" y="5793"/>
                </a:cubicBezTo>
                <a:cubicBezTo>
                  <a:pt x="5862" y="5111"/>
                  <a:pt x="3363" y="4679"/>
                  <a:pt x="0" y="4497"/>
                </a:cubicBezTo>
                <a:lnTo>
                  <a:pt x="0" y="1907"/>
                </a:lnTo>
                <a:lnTo>
                  <a:pt x="72384" y="1907"/>
                </a:lnTo>
                <a:lnTo>
                  <a:pt x="72794" y="21401"/>
                </a:lnTo>
                <a:lnTo>
                  <a:pt x="69384" y="21401"/>
                </a:lnTo>
                <a:cubicBezTo>
                  <a:pt x="68658" y="17312"/>
                  <a:pt x="67704" y="14267"/>
                  <a:pt x="66522" y="12268"/>
                </a:cubicBezTo>
                <a:cubicBezTo>
                  <a:pt x="65341" y="10268"/>
                  <a:pt x="63387" y="8928"/>
                  <a:pt x="60661" y="8247"/>
                </a:cubicBezTo>
                <a:cubicBezTo>
                  <a:pt x="57935" y="7565"/>
                  <a:pt x="53936" y="7179"/>
                  <a:pt x="48666" y="7089"/>
                </a:cubicBezTo>
                <a:lnTo>
                  <a:pt x="30262" y="7089"/>
                </a:lnTo>
                <a:cubicBezTo>
                  <a:pt x="28354" y="7089"/>
                  <a:pt x="27149" y="7338"/>
                  <a:pt x="26649" y="7837"/>
                </a:cubicBezTo>
                <a:cubicBezTo>
                  <a:pt x="26150" y="8337"/>
                  <a:pt x="25855" y="9632"/>
                  <a:pt x="25765" y="11723"/>
                </a:cubicBezTo>
                <a:lnTo>
                  <a:pt x="25765" y="41985"/>
                </a:lnTo>
                <a:lnTo>
                  <a:pt x="46756" y="41985"/>
                </a:lnTo>
                <a:cubicBezTo>
                  <a:pt x="50574" y="41893"/>
                  <a:pt x="53459" y="41530"/>
                  <a:pt x="55413" y="40895"/>
                </a:cubicBezTo>
                <a:cubicBezTo>
                  <a:pt x="57367" y="40258"/>
                  <a:pt x="58775" y="39031"/>
                  <a:pt x="59638" y="37213"/>
                </a:cubicBezTo>
                <a:cubicBezTo>
                  <a:pt x="60501" y="35395"/>
                  <a:pt x="61206" y="32669"/>
                  <a:pt x="61751" y="29035"/>
                </a:cubicBezTo>
                <a:lnTo>
                  <a:pt x="64888" y="29035"/>
                </a:lnTo>
                <a:lnTo>
                  <a:pt x="64888" y="60659"/>
                </a:lnTo>
                <a:lnTo>
                  <a:pt x="61751" y="60659"/>
                </a:lnTo>
                <a:cubicBezTo>
                  <a:pt x="61206" y="56933"/>
                  <a:pt x="60501" y="54162"/>
                  <a:pt x="59638" y="52345"/>
                </a:cubicBezTo>
                <a:cubicBezTo>
                  <a:pt x="58775" y="50527"/>
                  <a:pt x="57367" y="49300"/>
                  <a:pt x="55413" y="48664"/>
                </a:cubicBezTo>
                <a:cubicBezTo>
                  <a:pt x="53459" y="48027"/>
                  <a:pt x="50574" y="47664"/>
                  <a:pt x="46756" y="47574"/>
                </a:cubicBezTo>
                <a:lnTo>
                  <a:pt x="25765" y="47574"/>
                </a:lnTo>
                <a:lnTo>
                  <a:pt x="25765" y="81243"/>
                </a:lnTo>
                <a:cubicBezTo>
                  <a:pt x="25765" y="82969"/>
                  <a:pt x="25969" y="84218"/>
                  <a:pt x="26378" y="84991"/>
                </a:cubicBezTo>
                <a:cubicBezTo>
                  <a:pt x="26788" y="85763"/>
                  <a:pt x="27991" y="86263"/>
                  <a:pt x="29989" y="86490"/>
                </a:cubicBezTo>
                <a:cubicBezTo>
                  <a:pt x="31989" y="86718"/>
                  <a:pt x="35352" y="86922"/>
                  <a:pt x="40077" y="87104"/>
                </a:cubicBezTo>
                <a:lnTo>
                  <a:pt x="43757" y="87104"/>
                </a:lnTo>
                <a:cubicBezTo>
                  <a:pt x="50301" y="87014"/>
                  <a:pt x="55526" y="86492"/>
                  <a:pt x="59434" y="85538"/>
                </a:cubicBezTo>
                <a:cubicBezTo>
                  <a:pt x="63341" y="84582"/>
                  <a:pt x="66522" y="82810"/>
                  <a:pt x="68975" y="80221"/>
                </a:cubicBezTo>
                <a:cubicBezTo>
                  <a:pt x="71429" y="77631"/>
                  <a:pt x="73747" y="73927"/>
                  <a:pt x="75928" y="69110"/>
                </a:cubicBezTo>
                <a:lnTo>
                  <a:pt x="79745" y="69110"/>
                </a:lnTo>
                <a:close/>
                <a:moveTo>
                  <a:pt x="178982" y="1907"/>
                </a:moveTo>
                <a:lnTo>
                  <a:pt x="178982" y="4497"/>
                </a:lnTo>
                <a:cubicBezTo>
                  <a:pt x="175438" y="4770"/>
                  <a:pt x="172757" y="5384"/>
                  <a:pt x="170939" y="6338"/>
                </a:cubicBezTo>
                <a:cubicBezTo>
                  <a:pt x="169122" y="7292"/>
                  <a:pt x="167896" y="8950"/>
                  <a:pt x="167259" y="11313"/>
                </a:cubicBezTo>
                <a:cubicBezTo>
                  <a:pt x="166623" y="13676"/>
                  <a:pt x="166214" y="17220"/>
                  <a:pt x="166032" y="21946"/>
                </a:cubicBezTo>
                <a:lnTo>
                  <a:pt x="166032" y="93648"/>
                </a:lnTo>
                <a:lnTo>
                  <a:pt x="163715" y="93648"/>
                </a:lnTo>
                <a:lnTo>
                  <a:pt x="103464" y="18674"/>
                </a:lnTo>
                <a:lnTo>
                  <a:pt x="103464" y="72109"/>
                </a:lnTo>
                <a:cubicBezTo>
                  <a:pt x="103555" y="76745"/>
                  <a:pt x="103941" y="80289"/>
                  <a:pt x="104622" y="82742"/>
                </a:cubicBezTo>
                <a:cubicBezTo>
                  <a:pt x="105305" y="85195"/>
                  <a:pt x="106554" y="86899"/>
                  <a:pt x="108370" y="87855"/>
                </a:cubicBezTo>
                <a:cubicBezTo>
                  <a:pt x="110188" y="88809"/>
                  <a:pt x="112824" y="89377"/>
                  <a:pt x="116277" y="89558"/>
                </a:cubicBezTo>
                <a:lnTo>
                  <a:pt x="116277" y="92148"/>
                </a:lnTo>
                <a:lnTo>
                  <a:pt x="84243" y="92148"/>
                </a:lnTo>
                <a:lnTo>
                  <a:pt x="84243" y="89558"/>
                </a:lnTo>
                <a:cubicBezTo>
                  <a:pt x="87968" y="89285"/>
                  <a:pt x="90763" y="88717"/>
                  <a:pt x="92625" y="87855"/>
                </a:cubicBezTo>
                <a:cubicBezTo>
                  <a:pt x="94489" y="86991"/>
                  <a:pt x="95739" y="85355"/>
                  <a:pt x="96375" y="82948"/>
                </a:cubicBezTo>
                <a:cubicBezTo>
                  <a:pt x="97012" y="80539"/>
                  <a:pt x="97375" y="76927"/>
                  <a:pt x="97465" y="72109"/>
                </a:cubicBezTo>
                <a:lnTo>
                  <a:pt x="97465" y="11995"/>
                </a:lnTo>
                <a:cubicBezTo>
                  <a:pt x="95649" y="9814"/>
                  <a:pt x="94127" y="8201"/>
                  <a:pt x="92899" y="7157"/>
                </a:cubicBezTo>
                <a:cubicBezTo>
                  <a:pt x="91672" y="6112"/>
                  <a:pt x="90422" y="5407"/>
                  <a:pt x="89149" y="5044"/>
                </a:cubicBezTo>
                <a:cubicBezTo>
                  <a:pt x="87878" y="4679"/>
                  <a:pt x="86242" y="4497"/>
                  <a:pt x="84243" y="4497"/>
                </a:cubicBezTo>
                <a:lnTo>
                  <a:pt x="84243" y="1907"/>
                </a:lnTo>
                <a:lnTo>
                  <a:pt x="107553" y="1907"/>
                </a:lnTo>
                <a:lnTo>
                  <a:pt x="160033" y="67885"/>
                </a:lnTo>
                <a:lnTo>
                  <a:pt x="160033" y="21946"/>
                </a:lnTo>
                <a:cubicBezTo>
                  <a:pt x="159943" y="17130"/>
                  <a:pt x="159557" y="13518"/>
                  <a:pt x="158875" y="11109"/>
                </a:cubicBezTo>
                <a:cubicBezTo>
                  <a:pt x="158194" y="8701"/>
                  <a:pt x="156945" y="7042"/>
                  <a:pt x="155127" y="6134"/>
                </a:cubicBezTo>
                <a:cubicBezTo>
                  <a:pt x="153309" y="5224"/>
                  <a:pt x="150583" y="4679"/>
                  <a:pt x="146948" y="4497"/>
                </a:cubicBezTo>
                <a:lnTo>
                  <a:pt x="146948" y="1907"/>
                </a:lnTo>
                <a:lnTo>
                  <a:pt x="178982" y="1907"/>
                </a:lnTo>
                <a:close/>
                <a:moveTo>
                  <a:pt x="265541" y="30670"/>
                </a:moveTo>
                <a:lnTo>
                  <a:pt x="262406" y="30670"/>
                </a:lnTo>
                <a:cubicBezTo>
                  <a:pt x="261133" y="26217"/>
                  <a:pt x="259860" y="22809"/>
                  <a:pt x="258587" y="20446"/>
                </a:cubicBezTo>
                <a:cubicBezTo>
                  <a:pt x="257316" y="18083"/>
                  <a:pt x="255590" y="15811"/>
                  <a:pt x="253410" y="13630"/>
                </a:cubicBezTo>
                <a:cubicBezTo>
                  <a:pt x="247775" y="8178"/>
                  <a:pt x="241005" y="5452"/>
                  <a:pt x="233099" y="5452"/>
                </a:cubicBezTo>
                <a:cubicBezTo>
                  <a:pt x="226556" y="5452"/>
                  <a:pt x="220853" y="7110"/>
                  <a:pt x="215991" y="10427"/>
                </a:cubicBezTo>
                <a:cubicBezTo>
                  <a:pt x="211130" y="13744"/>
                  <a:pt x="207358" y="18447"/>
                  <a:pt x="204676" y="24536"/>
                </a:cubicBezTo>
                <a:cubicBezTo>
                  <a:pt x="201996" y="30624"/>
                  <a:pt x="200655" y="37804"/>
                  <a:pt x="200655" y="46074"/>
                </a:cubicBezTo>
                <a:cubicBezTo>
                  <a:pt x="200655" y="53616"/>
                  <a:pt x="201677" y="60341"/>
                  <a:pt x="203721" y="66248"/>
                </a:cubicBezTo>
                <a:cubicBezTo>
                  <a:pt x="205767" y="72155"/>
                  <a:pt x="208652" y="76790"/>
                  <a:pt x="212378" y="80153"/>
                </a:cubicBezTo>
                <a:cubicBezTo>
                  <a:pt x="218377" y="85423"/>
                  <a:pt x="225738" y="88059"/>
                  <a:pt x="234462" y="88059"/>
                </a:cubicBezTo>
                <a:cubicBezTo>
                  <a:pt x="240096" y="88059"/>
                  <a:pt x="245321" y="86968"/>
                  <a:pt x="250136" y="84787"/>
                </a:cubicBezTo>
                <a:cubicBezTo>
                  <a:pt x="254954" y="82606"/>
                  <a:pt x="259862" y="79107"/>
                  <a:pt x="264861" y="74291"/>
                </a:cubicBezTo>
                <a:lnTo>
                  <a:pt x="267313" y="76743"/>
                </a:lnTo>
                <a:cubicBezTo>
                  <a:pt x="263224" y="82287"/>
                  <a:pt x="257930" y="86559"/>
                  <a:pt x="251432" y="89558"/>
                </a:cubicBezTo>
                <a:cubicBezTo>
                  <a:pt x="244936" y="92558"/>
                  <a:pt x="237825" y="94057"/>
                  <a:pt x="230100" y="94057"/>
                </a:cubicBezTo>
                <a:cubicBezTo>
                  <a:pt x="221103" y="94057"/>
                  <a:pt x="213196" y="92126"/>
                  <a:pt x="206380" y="88265"/>
                </a:cubicBezTo>
                <a:cubicBezTo>
                  <a:pt x="199564" y="84401"/>
                  <a:pt x="194271" y="78994"/>
                  <a:pt x="190499" y="72043"/>
                </a:cubicBezTo>
                <a:cubicBezTo>
                  <a:pt x="186728" y="65090"/>
                  <a:pt x="184843" y="56979"/>
                  <a:pt x="184843" y="47709"/>
                </a:cubicBezTo>
                <a:cubicBezTo>
                  <a:pt x="184843" y="32442"/>
                  <a:pt x="189751" y="20446"/>
                  <a:pt x="199566" y="11723"/>
                </a:cubicBezTo>
                <a:cubicBezTo>
                  <a:pt x="203836" y="7997"/>
                  <a:pt x="208675" y="5112"/>
                  <a:pt x="214082" y="3068"/>
                </a:cubicBezTo>
                <a:cubicBezTo>
                  <a:pt x="219490" y="1023"/>
                  <a:pt x="224966" y="0"/>
                  <a:pt x="230510" y="0"/>
                </a:cubicBezTo>
                <a:cubicBezTo>
                  <a:pt x="233689" y="0"/>
                  <a:pt x="236960" y="272"/>
                  <a:pt x="240323" y="817"/>
                </a:cubicBezTo>
                <a:cubicBezTo>
                  <a:pt x="243686" y="1362"/>
                  <a:pt x="247048" y="2226"/>
                  <a:pt x="250411" y="3407"/>
                </a:cubicBezTo>
                <a:cubicBezTo>
                  <a:pt x="252592" y="4134"/>
                  <a:pt x="254364" y="4497"/>
                  <a:pt x="255727" y="4497"/>
                </a:cubicBezTo>
                <a:cubicBezTo>
                  <a:pt x="258725" y="4497"/>
                  <a:pt x="260633" y="2998"/>
                  <a:pt x="261452" y="0"/>
                </a:cubicBezTo>
                <a:lnTo>
                  <a:pt x="264314" y="0"/>
                </a:lnTo>
                <a:lnTo>
                  <a:pt x="265541" y="30670"/>
                </a:lnTo>
                <a:close/>
                <a:moveTo>
                  <a:pt x="362052" y="89558"/>
                </a:moveTo>
                <a:lnTo>
                  <a:pt x="362052" y="92148"/>
                </a:lnTo>
                <a:lnTo>
                  <a:pt x="340106" y="92148"/>
                </a:lnTo>
                <a:lnTo>
                  <a:pt x="307662" y="50163"/>
                </a:lnTo>
                <a:lnTo>
                  <a:pt x="300029" y="50436"/>
                </a:lnTo>
                <a:lnTo>
                  <a:pt x="300029" y="77291"/>
                </a:lnTo>
                <a:cubicBezTo>
                  <a:pt x="300120" y="80562"/>
                  <a:pt x="300438" y="83038"/>
                  <a:pt x="300983" y="84720"/>
                </a:cubicBezTo>
                <a:cubicBezTo>
                  <a:pt x="301528" y="86401"/>
                  <a:pt x="302664" y="87559"/>
                  <a:pt x="304390" y="88196"/>
                </a:cubicBezTo>
                <a:cubicBezTo>
                  <a:pt x="306118" y="88831"/>
                  <a:pt x="308754" y="89285"/>
                  <a:pt x="312298" y="89558"/>
                </a:cubicBezTo>
                <a:lnTo>
                  <a:pt x="312298" y="92148"/>
                </a:lnTo>
                <a:lnTo>
                  <a:pt x="274538" y="92148"/>
                </a:lnTo>
                <a:lnTo>
                  <a:pt x="274538" y="89558"/>
                </a:lnTo>
                <a:cubicBezTo>
                  <a:pt x="277991" y="89285"/>
                  <a:pt x="280513" y="88808"/>
                  <a:pt x="282103" y="88127"/>
                </a:cubicBezTo>
                <a:cubicBezTo>
                  <a:pt x="283694" y="87445"/>
                  <a:pt x="284761" y="86173"/>
                  <a:pt x="285306" y="84310"/>
                </a:cubicBezTo>
                <a:cubicBezTo>
                  <a:pt x="285853" y="82447"/>
                  <a:pt x="286126" y="79607"/>
                  <a:pt x="286126" y="75791"/>
                </a:cubicBezTo>
                <a:lnTo>
                  <a:pt x="286126" y="16767"/>
                </a:lnTo>
                <a:cubicBezTo>
                  <a:pt x="286126" y="13404"/>
                  <a:pt x="285853" y="10928"/>
                  <a:pt x="285306" y="9337"/>
                </a:cubicBezTo>
                <a:cubicBezTo>
                  <a:pt x="284761" y="7747"/>
                  <a:pt x="283671" y="6633"/>
                  <a:pt x="282034" y="5997"/>
                </a:cubicBezTo>
                <a:cubicBezTo>
                  <a:pt x="280400" y="5360"/>
                  <a:pt x="277901" y="4860"/>
                  <a:pt x="274538" y="4497"/>
                </a:cubicBezTo>
                <a:lnTo>
                  <a:pt x="274538" y="1907"/>
                </a:lnTo>
                <a:lnTo>
                  <a:pt x="312161" y="1907"/>
                </a:lnTo>
                <a:cubicBezTo>
                  <a:pt x="318613" y="1907"/>
                  <a:pt x="324475" y="2725"/>
                  <a:pt x="329745" y="4362"/>
                </a:cubicBezTo>
                <a:cubicBezTo>
                  <a:pt x="335016" y="5997"/>
                  <a:pt x="338924" y="8223"/>
                  <a:pt x="341468" y="11041"/>
                </a:cubicBezTo>
                <a:cubicBezTo>
                  <a:pt x="345013" y="14948"/>
                  <a:pt x="346785" y="19901"/>
                  <a:pt x="346785" y="25900"/>
                </a:cubicBezTo>
                <a:cubicBezTo>
                  <a:pt x="346785" y="32169"/>
                  <a:pt x="344831" y="37099"/>
                  <a:pt x="340923" y="40689"/>
                </a:cubicBezTo>
                <a:cubicBezTo>
                  <a:pt x="337016" y="44279"/>
                  <a:pt x="330745" y="46937"/>
                  <a:pt x="322112" y="48664"/>
                </a:cubicBezTo>
                <a:lnTo>
                  <a:pt x="350194" y="83152"/>
                </a:lnTo>
                <a:cubicBezTo>
                  <a:pt x="352192" y="85423"/>
                  <a:pt x="354031" y="87014"/>
                  <a:pt x="355712" y="87923"/>
                </a:cubicBezTo>
                <a:cubicBezTo>
                  <a:pt x="357394" y="88832"/>
                  <a:pt x="359507" y="89377"/>
                  <a:pt x="362052" y="89558"/>
                </a:cubicBezTo>
                <a:moveTo>
                  <a:pt x="300029" y="11858"/>
                </a:moveTo>
                <a:lnTo>
                  <a:pt x="300029" y="45392"/>
                </a:lnTo>
                <a:cubicBezTo>
                  <a:pt x="304391" y="45302"/>
                  <a:pt x="307958" y="45120"/>
                  <a:pt x="310730" y="44847"/>
                </a:cubicBezTo>
                <a:cubicBezTo>
                  <a:pt x="313502" y="44574"/>
                  <a:pt x="315910" y="44119"/>
                  <a:pt x="317954" y="43484"/>
                </a:cubicBezTo>
                <a:cubicBezTo>
                  <a:pt x="319999" y="42848"/>
                  <a:pt x="322067" y="41939"/>
                  <a:pt x="324156" y="40757"/>
                </a:cubicBezTo>
                <a:cubicBezTo>
                  <a:pt x="326611" y="39485"/>
                  <a:pt x="328520" y="37485"/>
                  <a:pt x="329883" y="34759"/>
                </a:cubicBezTo>
                <a:cubicBezTo>
                  <a:pt x="331246" y="32033"/>
                  <a:pt x="331927" y="28988"/>
                  <a:pt x="331927" y="25626"/>
                </a:cubicBezTo>
                <a:cubicBezTo>
                  <a:pt x="331927" y="19173"/>
                  <a:pt x="329905" y="14448"/>
                  <a:pt x="325860" y="11450"/>
                </a:cubicBezTo>
                <a:cubicBezTo>
                  <a:pt x="321816" y="8451"/>
                  <a:pt x="315524" y="6951"/>
                  <a:pt x="306982" y="6951"/>
                </a:cubicBezTo>
                <a:cubicBezTo>
                  <a:pt x="304256" y="6951"/>
                  <a:pt x="302415" y="7292"/>
                  <a:pt x="301460" y="7975"/>
                </a:cubicBezTo>
                <a:cubicBezTo>
                  <a:pt x="300506" y="8656"/>
                  <a:pt x="300029" y="9950"/>
                  <a:pt x="300029" y="11858"/>
                </a:cubicBezTo>
                <a:close/>
                <a:moveTo>
                  <a:pt x="458972" y="1907"/>
                </a:moveTo>
                <a:lnTo>
                  <a:pt x="458972" y="4497"/>
                </a:lnTo>
                <a:cubicBezTo>
                  <a:pt x="456699" y="4679"/>
                  <a:pt x="454654" y="5224"/>
                  <a:pt x="452836" y="6134"/>
                </a:cubicBezTo>
                <a:cubicBezTo>
                  <a:pt x="451020" y="7042"/>
                  <a:pt x="449157" y="8587"/>
                  <a:pt x="447247" y="10768"/>
                </a:cubicBezTo>
                <a:cubicBezTo>
                  <a:pt x="445339" y="12949"/>
                  <a:pt x="442977" y="16039"/>
                  <a:pt x="440161" y="20037"/>
                </a:cubicBezTo>
                <a:lnTo>
                  <a:pt x="419987" y="50845"/>
                </a:lnTo>
                <a:lnTo>
                  <a:pt x="419987" y="77291"/>
                </a:lnTo>
                <a:cubicBezTo>
                  <a:pt x="420077" y="80743"/>
                  <a:pt x="420440" y="83333"/>
                  <a:pt x="421077" y="85059"/>
                </a:cubicBezTo>
                <a:cubicBezTo>
                  <a:pt x="421713" y="86786"/>
                  <a:pt x="423031" y="87944"/>
                  <a:pt x="425029" y="88535"/>
                </a:cubicBezTo>
                <a:cubicBezTo>
                  <a:pt x="427028" y="89126"/>
                  <a:pt x="430028" y="89467"/>
                  <a:pt x="434027" y="89558"/>
                </a:cubicBezTo>
                <a:lnTo>
                  <a:pt x="434027" y="92148"/>
                </a:lnTo>
                <a:lnTo>
                  <a:pt x="392315" y="92148"/>
                </a:lnTo>
                <a:lnTo>
                  <a:pt x="392315" y="89558"/>
                </a:lnTo>
                <a:cubicBezTo>
                  <a:pt x="396494" y="89377"/>
                  <a:pt x="399538" y="88990"/>
                  <a:pt x="401446" y="88400"/>
                </a:cubicBezTo>
                <a:cubicBezTo>
                  <a:pt x="403355" y="87809"/>
                  <a:pt x="404605" y="86560"/>
                  <a:pt x="405196" y="84652"/>
                </a:cubicBezTo>
                <a:cubicBezTo>
                  <a:pt x="405787" y="82742"/>
                  <a:pt x="406082" y="79789"/>
                  <a:pt x="406082" y="75791"/>
                </a:cubicBezTo>
                <a:lnTo>
                  <a:pt x="406082" y="52071"/>
                </a:lnTo>
                <a:lnTo>
                  <a:pt x="388225" y="25900"/>
                </a:lnTo>
                <a:cubicBezTo>
                  <a:pt x="384863" y="21083"/>
                  <a:pt x="382091" y="17266"/>
                  <a:pt x="379910" y="14450"/>
                </a:cubicBezTo>
                <a:cubicBezTo>
                  <a:pt x="377728" y="11632"/>
                  <a:pt x="375933" y="9519"/>
                  <a:pt x="374524" y="8110"/>
                </a:cubicBezTo>
                <a:cubicBezTo>
                  <a:pt x="373116" y="6701"/>
                  <a:pt x="371775" y="5770"/>
                  <a:pt x="370502" y="5316"/>
                </a:cubicBezTo>
                <a:cubicBezTo>
                  <a:pt x="369230" y="4862"/>
                  <a:pt x="367777" y="4588"/>
                  <a:pt x="366142" y="4497"/>
                </a:cubicBezTo>
                <a:lnTo>
                  <a:pt x="366142" y="1907"/>
                </a:lnTo>
                <a:lnTo>
                  <a:pt x="404310" y="1907"/>
                </a:lnTo>
                <a:lnTo>
                  <a:pt x="404310" y="4497"/>
                </a:lnTo>
                <a:cubicBezTo>
                  <a:pt x="403583" y="4588"/>
                  <a:pt x="402902" y="4634"/>
                  <a:pt x="402265" y="4634"/>
                </a:cubicBezTo>
                <a:cubicBezTo>
                  <a:pt x="401629" y="4634"/>
                  <a:pt x="401174" y="4634"/>
                  <a:pt x="400901" y="4634"/>
                </a:cubicBezTo>
                <a:cubicBezTo>
                  <a:pt x="396721" y="4906"/>
                  <a:pt x="394632" y="6223"/>
                  <a:pt x="394632" y="8586"/>
                </a:cubicBezTo>
                <a:cubicBezTo>
                  <a:pt x="394632" y="10314"/>
                  <a:pt x="395404" y="12314"/>
                  <a:pt x="396949" y="14585"/>
                </a:cubicBezTo>
                <a:lnTo>
                  <a:pt x="417123" y="44847"/>
                </a:lnTo>
                <a:lnTo>
                  <a:pt x="436616" y="14040"/>
                </a:lnTo>
                <a:cubicBezTo>
                  <a:pt x="437888" y="12132"/>
                  <a:pt x="438524" y="10451"/>
                  <a:pt x="438524" y="8996"/>
                </a:cubicBezTo>
                <a:cubicBezTo>
                  <a:pt x="438524" y="7360"/>
                  <a:pt x="437842" y="6224"/>
                  <a:pt x="436479" y="5589"/>
                </a:cubicBezTo>
                <a:cubicBezTo>
                  <a:pt x="435116" y="4952"/>
                  <a:pt x="432662" y="4588"/>
                  <a:pt x="429118" y="4497"/>
                </a:cubicBezTo>
                <a:lnTo>
                  <a:pt x="429118" y="1907"/>
                </a:lnTo>
                <a:lnTo>
                  <a:pt x="458972" y="1907"/>
                </a:lnTo>
                <a:close/>
                <a:moveTo>
                  <a:pt x="463199" y="4497"/>
                </a:moveTo>
                <a:lnTo>
                  <a:pt x="463199" y="1907"/>
                </a:lnTo>
                <a:lnTo>
                  <a:pt x="499185" y="1907"/>
                </a:lnTo>
                <a:cubicBezTo>
                  <a:pt x="505637" y="1907"/>
                  <a:pt x="511589" y="2793"/>
                  <a:pt x="517041" y="4566"/>
                </a:cubicBezTo>
                <a:cubicBezTo>
                  <a:pt x="522494" y="6338"/>
                  <a:pt x="526584" y="8724"/>
                  <a:pt x="529311" y="11723"/>
                </a:cubicBezTo>
                <a:cubicBezTo>
                  <a:pt x="533037" y="15721"/>
                  <a:pt x="534900" y="20673"/>
                  <a:pt x="534900" y="26580"/>
                </a:cubicBezTo>
                <a:cubicBezTo>
                  <a:pt x="534900" y="31033"/>
                  <a:pt x="533741" y="35214"/>
                  <a:pt x="531422" y="39123"/>
                </a:cubicBezTo>
                <a:cubicBezTo>
                  <a:pt x="529105" y="43030"/>
                  <a:pt x="525902" y="46074"/>
                  <a:pt x="521813" y="48254"/>
                </a:cubicBezTo>
                <a:cubicBezTo>
                  <a:pt x="516269" y="51345"/>
                  <a:pt x="508317" y="52890"/>
                  <a:pt x="497957" y="52890"/>
                </a:cubicBezTo>
                <a:cubicBezTo>
                  <a:pt x="496231" y="52890"/>
                  <a:pt x="494686" y="52845"/>
                  <a:pt x="493323" y="52755"/>
                </a:cubicBezTo>
                <a:cubicBezTo>
                  <a:pt x="491960" y="52663"/>
                  <a:pt x="490370" y="52572"/>
                  <a:pt x="488552" y="52480"/>
                </a:cubicBezTo>
                <a:lnTo>
                  <a:pt x="488552" y="77291"/>
                </a:lnTo>
                <a:cubicBezTo>
                  <a:pt x="488643" y="80652"/>
                  <a:pt x="489006" y="83196"/>
                  <a:pt x="489642" y="84924"/>
                </a:cubicBezTo>
                <a:cubicBezTo>
                  <a:pt x="490278" y="86650"/>
                  <a:pt x="491505" y="87832"/>
                  <a:pt x="493323" y="88468"/>
                </a:cubicBezTo>
                <a:cubicBezTo>
                  <a:pt x="495141" y="89103"/>
                  <a:pt x="497822" y="89467"/>
                  <a:pt x="501366" y="89558"/>
                </a:cubicBezTo>
                <a:lnTo>
                  <a:pt x="501366" y="92148"/>
                </a:lnTo>
                <a:lnTo>
                  <a:pt x="463199" y="92148"/>
                </a:lnTo>
                <a:lnTo>
                  <a:pt x="463199" y="89558"/>
                </a:lnTo>
                <a:cubicBezTo>
                  <a:pt x="466651" y="89195"/>
                  <a:pt x="469173" y="88695"/>
                  <a:pt x="470764" y="88059"/>
                </a:cubicBezTo>
                <a:cubicBezTo>
                  <a:pt x="472354" y="87422"/>
                  <a:pt x="473399" y="86173"/>
                  <a:pt x="473898" y="84310"/>
                </a:cubicBezTo>
                <a:cubicBezTo>
                  <a:pt x="474399" y="82447"/>
                  <a:pt x="474649" y="79607"/>
                  <a:pt x="474649" y="75791"/>
                </a:cubicBezTo>
                <a:lnTo>
                  <a:pt x="474649" y="16767"/>
                </a:lnTo>
                <a:cubicBezTo>
                  <a:pt x="474649" y="13404"/>
                  <a:pt x="474376" y="10928"/>
                  <a:pt x="473829" y="9337"/>
                </a:cubicBezTo>
                <a:cubicBezTo>
                  <a:pt x="473284" y="7747"/>
                  <a:pt x="472217" y="6633"/>
                  <a:pt x="470626" y="5997"/>
                </a:cubicBezTo>
                <a:cubicBezTo>
                  <a:pt x="469036" y="5360"/>
                  <a:pt x="466560" y="4860"/>
                  <a:pt x="463199" y="4497"/>
                </a:cubicBezTo>
                <a:moveTo>
                  <a:pt x="488552" y="11586"/>
                </a:moveTo>
                <a:lnTo>
                  <a:pt x="488552" y="47029"/>
                </a:lnTo>
                <a:cubicBezTo>
                  <a:pt x="490096" y="47119"/>
                  <a:pt x="491437" y="47210"/>
                  <a:pt x="492572" y="47301"/>
                </a:cubicBezTo>
                <a:cubicBezTo>
                  <a:pt x="493709" y="47391"/>
                  <a:pt x="494959" y="47436"/>
                  <a:pt x="496322" y="47436"/>
                </a:cubicBezTo>
                <a:cubicBezTo>
                  <a:pt x="512135" y="47436"/>
                  <a:pt x="520041" y="40757"/>
                  <a:pt x="520041" y="27398"/>
                </a:cubicBezTo>
                <a:cubicBezTo>
                  <a:pt x="520041" y="20401"/>
                  <a:pt x="517859" y="15244"/>
                  <a:pt x="513497" y="11927"/>
                </a:cubicBezTo>
                <a:cubicBezTo>
                  <a:pt x="509136" y="8610"/>
                  <a:pt x="502366" y="6951"/>
                  <a:pt x="493186" y="6951"/>
                </a:cubicBezTo>
                <a:cubicBezTo>
                  <a:pt x="491369" y="6951"/>
                  <a:pt x="490143" y="7270"/>
                  <a:pt x="489506" y="7906"/>
                </a:cubicBezTo>
                <a:cubicBezTo>
                  <a:pt x="488870" y="8543"/>
                  <a:pt x="488552" y="9769"/>
                  <a:pt x="488552" y="11586"/>
                </a:cubicBezTo>
                <a:close/>
                <a:moveTo>
                  <a:pt x="598421" y="89558"/>
                </a:moveTo>
                <a:lnTo>
                  <a:pt x="598421" y="92148"/>
                </a:lnTo>
                <a:lnTo>
                  <a:pt x="558618" y="92148"/>
                </a:lnTo>
                <a:lnTo>
                  <a:pt x="558618" y="89558"/>
                </a:lnTo>
                <a:cubicBezTo>
                  <a:pt x="562434" y="89285"/>
                  <a:pt x="565251" y="88831"/>
                  <a:pt x="567069" y="88196"/>
                </a:cubicBezTo>
                <a:cubicBezTo>
                  <a:pt x="568887" y="87559"/>
                  <a:pt x="570069" y="86310"/>
                  <a:pt x="570614" y="84448"/>
                </a:cubicBezTo>
                <a:cubicBezTo>
                  <a:pt x="571159" y="82584"/>
                  <a:pt x="571431" y="79698"/>
                  <a:pt x="571431" y="75791"/>
                </a:cubicBezTo>
                <a:lnTo>
                  <a:pt x="571431" y="7634"/>
                </a:lnTo>
                <a:lnTo>
                  <a:pt x="564070" y="7634"/>
                </a:lnTo>
                <a:cubicBezTo>
                  <a:pt x="558891" y="7724"/>
                  <a:pt x="554915" y="8178"/>
                  <a:pt x="552143" y="8996"/>
                </a:cubicBezTo>
                <a:cubicBezTo>
                  <a:pt x="549371" y="9814"/>
                  <a:pt x="547326" y="11450"/>
                  <a:pt x="546007" y="13905"/>
                </a:cubicBezTo>
                <a:cubicBezTo>
                  <a:pt x="544690" y="16358"/>
                  <a:pt x="543486" y="20083"/>
                  <a:pt x="542397" y="25081"/>
                </a:cubicBezTo>
                <a:lnTo>
                  <a:pt x="539125" y="25081"/>
                </a:lnTo>
                <a:lnTo>
                  <a:pt x="539942" y="1907"/>
                </a:lnTo>
                <a:lnTo>
                  <a:pt x="616825" y="1907"/>
                </a:lnTo>
                <a:lnTo>
                  <a:pt x="617642" y="25081"/>
                </a:lnTo>
                <a:lnTo>
                  <a:pt x="614371" y="25081"/>
                </a:lnTo>
                <a:cubicBezTo>
                  <a:pt x="613371" y="20083"/>
                  <a:pt x="612212" y="16358"/>
                  <a:pt x="610895" y="13905"/>
                </a:cubicBezTo>
                <a:cubicBezTo>
                  <a:pt x="609578" y="11450"/>
                  <a:pt x="607533" y="9814"/>
                  <a:pt x="604761" y="8996"/>
                </a:cubicBezTo>
                <a:cubicBezTo>
                  <a:pt x="601989" y="8178"/>
                  <a:pt x="597968" y="7724"/>
                  <a:pt x="592697" y="7634"/>
                </a:cubicBezTo>
                <a:lnTo>
                  <a:pt x="585336" y="7634"/>
                </a:lnTo>
                <a:lnTo>
                  <a:pt x="585336" y="77291"/>
                </a:lnTo>
                <a:cubicBezTo>
                  <a:pt x="585426" y="80562"/>
                  <a:pt x="585766" y="83060"/>
                  <a:pt x="586357" y="84787"/>
                </a:cubicBezTo>
                <a:cubicBezTo>
                  <a:pt x="586948" y="86513"/>
                  <a:pt x="588174" y="87695"/>
                  <a:pt x="590037" y="88331"/>
                </a:cubicBezTo>
                <a:cubicBezTo>
                  <a:pt x="591900" y="88968"/>
                  <a:pt x="594695" y="89377"/>
                  <a:pt x="598421" y="8955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920" cap="flat">
            <a:solidFill>
              <a:srgbClr val="FFFFFF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DADD5-679F-4E88-A32B-1B3003D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817" y="1361959"/>
            <a:ext cx="1019004" cy="339348"/>
          </a:xfrm>
          <a:custGeom xmlns:a="http://schemas.openxmlformats.org/drawingml/2006/main">
            <a:pathLst>
              <a:path w="1019004" h="339348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31A72E-17BB-406B-B2E8-EC1A3711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817" y="1361959"/>
            <a:ext cx="1019004" cy="339348"/>
          </a:xfrm>
          <a:custGeom xmlns:a="http://schemas.openxmlformats.org/drawingml/2006/main">
            <a:pathLst>
              <a:path w="1019004" h="339348" fill="none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4A7EBB"/>
            </a:solidFill>
            <a:round/>
          </a:ln>
        </p:spPr>
      </p:sp>
      <p:sp>
        <p:nvSpPr>
          <p:cNvPr id="39" name="Text MAC">
            <a:extLst xmlns:a="http://schemas.openxmlformats.org/drawingml/2006/main">
              <a:ext uri="{FF2B5EF4-FFF2-40B4-BE49-F238E27FC236}">
                <a16:creationId xmlns:a16="http://schemas.microsoft.com/office/drawing/2014/main" id="{952E8B7D-3EF2-422B-A517-B1002B27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378" y="1484286"/>
            <a:ext cx="305596" cy="93925"/>
          </a:xfrm>
          <a:custGeom xmlns:a="http://schemas.openxmlformats.org/drawingml/2006/main">
            <a:pathLst>
              <a:path w="305596" h="93925">
                <a:moveTo>
                  <a:pt x="115842" y="1905"/>
                </a:moveTo>
                <a:lnTo>
                  <a:pt x="115842" y="4491"/>
                </a:lnTo>
                <a:cubicBezTo>
                  <a:pt x="112574" y="4672"/>
                  <a:pt x="110101" y="5103"/>
                  <a:pt x="108421" y="5785"/>
                </a:cubicBezTo>
                <a:cubicBezTo>
                  <a:pt x="106743" y="6465"/>
                  <a:pt x="105609" y="7644"/>
                  <a:pt x="105019" y="9324"/>
                </a:cubicBezTo>
                <a:cubicBezTo>
                  <a:pt x="104429" y="11002"/>
                  <a:pt x="104089" y="13475"/>
                  <a:pt x="103999" y="16743"/>
                </a:cubicBezTo>
                <a:lnTo>
                  <a:pt x="103999" y="77182"/>
                </a:lnTo>
                <a:cubicBezTo>
                  <a:pt x="104089" y="80448"/>
                  <a:pt x="104429" y="82921"/>
                  <a:pt x="105019" y="84601"/>
                </a:cubicBezTo>
                <a:cubicBezTo>
                  <a:pt x="105609" y="86279"/>
                  <a:pt x="106743" y="87459"/>
                  <a:pt x="108421" y="88140"/>
                </a:cubicBezTo>
                <a:cubicBezTo>
                  <a:pt x="110101" y="88820"/>
                  <a:pt x="112574" y="89251"/>
                  <a:pt x="115842" y="89432"/>
                </a:cubicBezTo>
                <a:lnTo>
                  <a:pt x="115842" y="92018"/>
                </a:lnTo>
                <a:lnTo>
                  <a:pt x="77726" y="92018"/>
                </a:lnTo>
                <a:lnTo>
                  <a:pt x="77726" y="89432"/>
                </a:lnTo>
                <a:cubicBezTo>
                  <a:pt x="81357" y="89160"/>
                  <a:pt x="84034" y="88706"/>
                  <a:pt x="85758" y="88072"/>
                </a:cubicBezTo>
                <a:cubicBezTo>
                  <a:pt x="87482" y="87436"/>
                  <a:pt x="88639" y="86166"/>
                  <a:pt x="89229" y="84260"/>
                </a:cubicBezTo>
                <a:cubicBezTo>
                  <a:pt x="89819" y="82354"/>
                  <a:pt x="90114" y="79495"/>
                  <a:pt x="90114" y="75684"/>
                </a:cubicBezTo>
                <a:lnTo>
                  <a:pt x="90114" y="14020"/>
                </a:lnTo>
                <a:lnTo>
                  <a:pt x="55267" y="92018"/>
                </a:lnTo>
                <a:lnTo>
                  <a:pt x="53362" y="92018"/>
                </a:lnTo>
                <a:lnTo>
                  <a:pt x="19194" y="17150"/>
                </a:lnTo>
                <a:lnTo>
                  <a:pt x="19194" y="72008"/>
                </a:lnTo>
                <a:cubicBezTo>
                  <a:pt x="19286" y="76637"/>
                  <a:pt x="19671" y="80176"/>
                  <a:pt x="20351" y="82626"/>
                </a:cubicBezTo>
                <a:cubicBezTo>
                  <a:pt x="21032" y="85075"/>
                  <a:pt x="22280" y="86777"/>
                  <a:pt x="24094" y="87731"/>
                </a:cubicBezTo>
                <a:cubicBezTo>
                  <a:pt x="25909" y="88684"/>
                  <a:pt x="28541" y="89251"/>
                  <a:pt x="31989" y="89432"/>
                </a:cubicBezTo>
                <a:lnTo>
                  <a:pt x="31989" y="92018"/>
                </a:lnTo>
                <a:lnTo>
                  <a:pt x="0" y="92018"/>
                </a:lnTo>
                <a:lnTo>
                  <a:pt x="0" y="89432"/>
                </a:lnTo>
                <a:cubicBezTo>
                  <a:pt x="3721" y="89160"/>
                  <a:pt x="6511" y="88593"/>
                  <a:pt x="8371" y="87731"/>
                </a:cubicBezTo>
                <a:cubicBezTo>
                  <a:pt x="10232" y="86869"/>
                  <a:pt x="11480" y="85235"/>
                  <a:pt x="12116" y="82831"/>
                </a:cubicBezTo>
                <a:cubicBezTo>
                  <a:pt x="12751" y="80426"/>
                  <a:pt x="13114" y="76818"/>
                  <a:pt x="13204" y="72008"/>
                </a:cubicBezTo>
                <a:lnTo>
                  <a:pt x="13204" y="16743"/>
                </a:lnTo>
                <a:cubicBezTo>
                  <a:pt x="13114" y="13294"/>
                  <a:pt x="12774" y="10730"/>
                  <a:pt x="12184" y="9052"/>
                </a:cubicBezTo>
                <a:cubicBezTo>
                  <a:pt x="11594" y="7372"/>
                  <a:pt x="10392" y="6237"/>
                  <a:pt x="8576" y="5648"/>
                </a:cubicBezTo>
                <a:cubicBezTo>
                  <a:pt x="6761" y="5058"/>
                  <a:pt x="3994" y="4672"/>
                  <a:pt x="274" y="4491"/>
                </a:cubicBezTo>
                <a:lnTo>
                  <a:pt x="274" y="1905"/>
                </a:lnTo>
                <a:lnTo>
                  <a:pt x="27226" y="1905"/>
                </a:lnTo>
                <a:lnTo>
                  <a:pt x="58669" y="70647"/>
                </a:lnTo>
                <a:lnTo>
                  <a:pt x="88753" y="1905"/>
                </a:lnTo>
                <a:lnTo>
                  <a:pt x="115842" y="1905"/>
                </a:lnTo>
                <a:close/>
                <a:moveTo>
                  <a:pt x="216027" y="89432"/>
                </a:moveTo>
                <a:lnTo>
                  <a:pt x="216027" y="92018"/>
                </a:lnTo>
                <a:lnTo>
                  <a:pt x="181317" y="92018"/>
                </a:lnTo>
                <a:lnTo>
                  <a:pt x="181317" y="89432"/>
                </a:lnTo>
                <a:cubicBezTo>
                  <a:pt x="184946" y="89341"/>
                  <a:pt x="187442" y="88978"/>
                  <a:pt x="188803" y="88344"/>
                </a:cubicBezTo>
                <a:cubicBezTo>
                  <a:pt x="190164" y="87708"/>
                  <a:pt x="190845" y="86529"/>
                  <a:pt x="190845" y="84805"/>
                </a:cubicBezTo>
                <a:cubicBezTo>
                  <a:pt x="190845" y="82627"/>
                  <a:pt x="189983" y="79586"/>
                  <a:pt x="188259" y="75684"/>
                </a:cubicBezTo>
                <a:lnTo>
                  <a:pt x="182678" y="62615"/>
                </a:lnTo>
                <a:lnTo>
                  <a:pt x="147014" y="62615"/>
                </a:lnTo>
                <a:lnTo>
                  <a:pt x="140752" y="78542"/>
                </a:lnTo>
                <a:cubicBezTo>
                  <a:pt x="140026" y="80448"/>
                  <a:pt x="139664" y="82217"/>
                  <a:pt x="139664" y="83851"/>
                </a:cubicBezTo>
                <a:cubicBezTo>
                  <a:pt x="139664" y="85848"/>
                  <a:pt x="140389" y="87278"/>
                  <a:pt x="141840" y="88140"/>
                </a:cubicBezTo>
                <a:cubicBezTo>
                  <a:pt x="143293" y="89002"/>
                  <a:pt x="145652" y="89432"/>
                  <a:pt x="148919" y="89432"/>
                </a:cubicBezTo>
                <a:lnTo>
                  <a:pt x="148919" y="92018"/>
                </a:lnTo>
                <a:lnTo>
                  <a:pt x="121967" y="92018"/>
                </a:lnTo>
                <a:lnTo>
                  <a:pt x="121967" y="89432"/>
                </a:lnTo>
                <a:cubicBezTo>
                  <a:pt x="123601" y="89341"/>
                  <a:pt x="125008" y="89046"/>
                  <a:pt x="126188" y="88548"/>
                </a:cubicBezTo>
                <a:cubicBezTo>
                  <a:pt x="127367" y="88048"/>
                  <a:pt x="128501" y="87072"/>
                  <a:pt x="129590" y="85621"/>
                </a:cubicBezTo>
                <a:cubicBezTo>
                  <a:pt x="130678" y="84168"/>
                  <a:pt x="131949" y="81967"/>
                  <a:pt x="133401" y="79018"/>
                </a:cubicBezTo>
                <a:cubicBezTo>
                  <a:pt x="134854" y="76069"/>
                  <a:pt x="136669" y="72099"/>
                  <a:pt x="138847" y="67108"/>
                </a:cubicBezTo>
                <a:lnTo>
                  <a:pt x="167160" y="272"/>
                </a:lnTo>
                <a:lnTo>
                  <a:pt x="169883" y="272"/>
                </a:lnTo>
                <a:lnTo>
                  <a:pt x="203776" y="77589"/>
                </a:lnTo>
                <a:cubicBezTo>
                  <a:pt x="205410" y="80947"/>
                  <a:pt x="206749" y="83443"/>
                  <a:pt x="207791" y="85077"/>
                </a:cubicBezTo>
                <a:cubicBezTo>
                  <a:pt x="208836" y="86709"/>
                  <a:pt x="209970" y="87798"/>
                  <a:pt x="211196" y="88344"/>
                </a:cubicBezTo>
                <a:cubicBezTo>
                  <a:pt x="212421" y="88888"/>
                  <a:pt x="214032" y="89251"/>
                  <a:pt x="216027" y="89432"/>
                </a:cubicBezTo>
                <a:moveTo>
                  <a:pt x="149328" y="57034"/>
                </a:moveTo>
                <a:lnTo>
                  <a:pt x="180773" y="57034"/>
                </a:lnTo>
                <a:lnTo>
                  <a:pt x="164981" y="19601"/>
                </a:lnTo>
                <a:lnTo>
                  <a:pt x="149328" y="57034"/>
                </a:lnTo>
                <a:close/>
                <a:moveTo>
                  <a:pt x="303826" y="30626"/>
                </a:moveTo>
                <a:lnTo>
                  <a:pt x="300696" y="30626"/>
                </a:lnTo>
                <a:cubicBezTo>
                  <a:pt x="299425" y="26180"/>
                  <a:pt x="298154" y="22777"/>
                  <a:pt x="296883" y="20418"/>
                </a:cubicBezTo>
                <a:cubicBezTo>
                  <a:pt x="295613" y="18058"/>
                  <a:pt x="293890" y="15789"/>
                  <a:pt x="291713" y="13611"/>
                </a:cubicBezTo>
                <a:cubicBezTo>
                  <a:pt x="286085" y="8166"/>
                  <a:pt x="279324" y="5444"/>
                  <a:pt x="271430" y="5444"/>
                </a:cubicBezTo>
                <a:cubicBezTo>
                  <a:pt x="264896" y="5444"/>
                  <a:pt x="259201" y="7100"/>
                  <a:pt x="254346" y="10412"/>
                </a:cubicBezTo>
                <a:cubicBezTo>
                  <a:pt x="249492" y="13725"/>
                  <a:pt x="245725" y="18421"/>
                  <a:pt x="243047" y="24501"/>
                </a:cubicBezTo>
                <a:cubicBezTo>
                  <a:pt x="240370" y="30581"/>
                  <a:pt x="239032" y="37751"/>
                  <a:pt x="239032" y="46009"/>
                </a:cubicBezTo>
                <a:cubicBezTo>
                  <a:pt x="239032" y="53541"/>
                  <a:pt x="240053" y="60256"/>
                  <a:pt x="242094" y="66155"/>
                </a:cubicBezTo>
                <a:cubicBezTo>
                  <a:pt x="244136" y="72054"/>
                  <a:pt x="247018" y="76682"/>
                  <a:pt x="250738" y="80040"/>
                </a:cubicBezTo>
                <a:cubicBezTo>
                  <a:pt x="256729" y="85303"/>
                  <a:pt x="264079" y="87935"/>
                  <a:pt x="272791" y="87935"/>
                </a:cubicBezTo>
                <a:cubicBezTo>
                  <a:pt x="278417" y="87935"/>
                  <a:pt x="283634" y="86846"/>
                  <a:pt x="288443" y="84668"/>
                </a:cubicBezTo>
                <a:cubicBezTo>
                  <a:pt x="293254" y="82489"/>
                  <a:pt x="298155" y="78996"/>
                  <a:pt x="303147" y="74187"/>
                </a:cubicBezTo>
                <a:lnTo>
                  <a:pt x="305596" y="76636"/>
                </a:lnTo>
                <a:cubicBezTo>
                  <a:pt x="301512" y="82172"/>
                  <a:pt x="296226" y="86437"/>
                  <a:pt x="289737" y="89432"/>
                </a:cubicBezTo>
                <a:cubicBezTo>
                  <a:pt x="283250" y="92428"/>
                  <a:pt x="276149" y="93925"/>
                  <a:pt x="268435" y="93925"/>
                </a:cubicBezTo>
                <a:cubicBezTo>
                  <a:pt x="259451" y="93925"/>
                  <a:pt x="251555" y="91997"/>
                  <a:pt x="244748" y="88140"/>
                </a:cubicBezTo>
                <a:cubicBezTo>
                  <a:pt x="237942" y="84283"/>
                  <a:pt x="232656" y="78883"/>
                  <a:pt x="228890" y="71941"/>
                </a:cubicBezTo>
                <a:cubicBezTo>
                  <a:pt x="225125" y="64998"/>
                  <a:pt x="223242" y="56899"/>
                  <a:pt x="223242" y="47642"/>
                </a:cubicBezTo>
                <a:cubicBezTo>
                  <a:pt x="223242" y="32396"/>
                  <a:pt x="228143" y="20418"/>
                  <a:pt x="237944" y="11706"/>
                </a:cubicBezTo>
                <a:cubicBezTo>
                  <a:pt x="242209" y="7986"/>
                  <a:pt x="247041" y="5105"/>
                  <a:pt x="252440" y="3064"/>
                </a:cubicBezTo>
                <a:cubicBezTo>
                  <a:pt x="257840" y="1021"/>
                  <a:pt x="263308" y="0"/>
                  <a:pt x="268844" y="0"/>
                </a:cubicBezTo>
                <a:cubicBezTo>
                  <a:pt x="272019" y="0"/>
                  <a:pt x="275286" y="272"/>
                  <a:pt x="278644" y="816"/>
                </a:cubicBezTo>
                <a:cubicBezTo>
                  <a:pt x="282002" y="1360"/>
                  <a:pt x="285360" y="2222"/>
                  <a:pt x="288718" y="3402"/>
                </a:cubicBezTo>
                <a:cubicBezTo>
                  <a:pt x="290896" y="4128"/>
                  <a:pt x="292665" y="4491"/>
                  <a:pt x="294027" y="4491"/>
                </a:cubicBezTo>
                <a:cubicBezTo>
                  <a:pt x="297020" y="4491"/>
                  <a:pt x="298926" y="2994"/>
                  <a:pt x="299743" y="0"/>
                </a:cubicBezTo>
                <a:lnTo>
                  <a:pt x="302601" y="0"/>
                </a:lnTo>
                <a:lnTo>
                  <a:pt x="303826" y="3062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MAC">
            <a:extLst xmlns:a="http://schemas.openxmlformats.org/drawingml/2006/main">
              <a:ext uri="{FF2B5EF4-FFF2-40B4-BE49-F238E27FC236}">
                <a16:creationId xmlns:a16="http://schemas.microsoft.com/office/drawing/2014/main" id="{28F62509-EDFE-4579-955D-63EFFD03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378" y="1484286"/>
            <a:ext cx="305596" cy="93925"/>
          </a:xfrm>
          <a:custGeom xmlns:a="http://schemas.openxmlformats.org/drawingml/2006/main">
            <a:pathLst>
              <a:path w="305596" h="93925" fill="none">
                <a:moveTo>
                  <a:pt x="115842" y="1905"/>
                </a:moveTo>
                <a:lnTo>
                  <a:pt x="115842" y="4491"/>
                </a:lnTo>
                <a:cubicBezTo>
                  <a:pt x="112574" y="4672"/>
                  <a:pt x="110101" y="5103"/>
                  <a:pt x="108421" y="5785"/>
                </a:cubicBezTo>
                <a:cubicBezTo>
                  <a:pt x="106743" y="6465"/>
                  <a:pt x="105609" y="7644"/>
                  <a:pt x="105019" y="9324"/>
                </a:cubicBezTo>
                <a:cubicBezTo>
                  <a:pt x="104429" y="11002"/>
                  <a:pt x="104089" y="13475"/>
                  <a:pt x="103999" y="16743"/>
                </a:cubicBezTo>
                <a:lnTo>
                  <a:pt x="103999" y="77182"/>
                </a:lnTo>
                <a:cubicBezTo>
                  <a:pt x="104089" y="80448"/>
                  <a:pt x="104429" y="82921"/>
                  <a:pt x="105019" y="84601"/>
                </a:cubicBezTo>
                <a:cubicBezTo>
                  <a:pt x="105609" y="86279"/>
                  <a:pt x="106743" y="87459"/>
                  <a:pt x="108421" y="88140"/>
                </a:cubicBezTo>
                <a:cubicBezTo>
                  <a:pt x="110101" y="88820"/>
                  <a:pt x="112574" y="89251"/>
                  <a:pt x="115842" y="89432"/>
                </a:cubicBezTo>
                <a:lnTo>
                  <a:pt x="115842" y="92018"/>
                </a:lnTo>
                <a:lnTo>
                  <a:pt x="77726" y="92018"/>
                </a:lnTo>
                <a:lnTo>
                  <a:pt x="77726" y="89432"/>
                </a:lnTo>
                <a:cubicBezTo>
                  <a:pt x="81357" y="89160"/>
                  <a:pt x="84034" y="88706"/>
                  <a:pt x="85758" y="88072"/>
                </a:cubicBezTo>
                <a:cubicBezTo>
                  <a:pt x="87482" y="87436"/>
                  <a:pt x="88639" y="86166"/>
                  <a:pt x="89229" y="84260"/>
                </a:cubicBezTo>
                <a:cubicBezTo>
                  <a:pt x="89819" y="82354"/>
                  <a:pt x="90114" y="79495"/>
                  <a:pt x="90114" y="75684"/>
                </a:cubicBezTo>
                <a:lnTo>
                  <a:pt x="90114" y="14020"/>
                </a:lnTo>
                <a:lnTo>
                  <a:pt x="55267" y="92018"/>
                </a:lnTo>
                <a:lnTo>
                  <a:pt x="53362" y="92018"/>
                </a:lnTo>
                <a:lnTo>
                  <a:pt x="19194" y="17150"/>
                </a:lnTo>
                <a:lnTo>
                  <a:pt x="19194" y="72008"/>
                </a:lnTo>
                <a:cubicBezTo>
                  <a:pt x="19286" y="76637"/>
                  <a:pt x="19671" y="80176"/>
                  <a:pt x="20351" y="82626"/>
                </a:cubicBezTo>
                <a:cubicBezTo>
                  <a:pt x="21032" y="85075"/>
                  <a:pt x="22280" y="86777"/>
                  <a:pt x="24094" y="87731"/>
                </a:cubicBezTo>
                <a:cubicBezTo>
                  <a:pt x="25909" y="88684"/>
                  <a:pt x="28541" y="89251"/>
                  <a:pt x="31989" y="89432"/>
                </a:cubicBezTo>
                <a:lnTo>
                  <a:pt x="31989" y="92018"/>
                </a:lnTo>
                <a:lnTo>
                  <a:pt x="0" y="92018"/>
                </a:lnTo>
                <a:lnTo>
                  <a:pt x="0" y="89432"/>
                </a:lnTo>
                <a:cubicBezTo>
                  <a:pt x="3721" y="89160"/>
                  <a:pt x="6511" y="88593"/>
                  <a:pt x="8371" y="87731"/>
                </a:cubicBezTo>
                <a:cubicBezTo>
                  <a:pt x="10232" y="86869"/>
                  <a:pt x="11480" y="85235"/>
                  <a:pt x="12116" y="82831"/>
                </a:cubicBezTo>
                <a:cubicBezTo>
                  <a:pt x="12751" y="80426"/>
                  <a:pt x="13114" y="76818"/>
                  <a:pt x="13204" y="72008"/>
                </a:cubicBezTo>
                <a:lnTo>
                  <a:pt x="13204" y="16743"/>
                </a:lnTo>
                <a:cubicBezTo>
                  <a:pt x="13114" y="13294"/>
                  <a:pt x="12774" y="10730"/>
                  <a:pt x="12184" y="9052"/>
                </a:cubicBezTo>
                <a:cubicBezTo>
                  <a:pt x="11594" y="7372"/>
                  <a:pt x="10392" y="6237"/>
                  <a:pt x="8576" y="5648"/>
                </a:cubicBezTo>
                <a:cubicBezTo>
                  <a:pt x="6761" y="5058"/>
                  <a:pt x="3994" y="4672"/>
                  <a:pt x="274" y="4491"/>
                </a:cubicBezTo>
                <a:lnTo>
                  <a:pt x="274" y="1905"/>
                </a:lnTo>
                <a:lnTo>
                  <a:pt x="27226" y="1905"/>
                </a:lnTo>
                <a:lnTo>
                  <a:pt x="58669" y="70647"/>
                </a:lnTo>
                <a:lnTo>
                  <a:pt x="88753" y="1905"/>
                </a:lnTo>
                <a:lnTo>
                  <a:pt x="115842" y="1905"/>
                </a:lnTo>
                <a:close/>
                <a:moveTo>
                  <a:pt x="216027" y="89432"/>
                </a:moveTo>
                <a:lnTo>
                  <a:pt x="216027" y="92018"/>
                </a:lnTo>
                <a:lnTo>
                  <a:pt x="181317" y="92018"/>
                </a:lnTo>
                <a:lnTo>
                  <a:pt x="181317" y="89432"/>
                </a:lnTo>
                <a:cubicBezTo>
                  <a:pt x="184946" y="89341"/>
                  <a:pt x="187442" y="88978"/>
                  <a:pt x="188803" y="88344"/>
                </a:cubicBezTo>
                <a:cubicBezTo>
                  <a:pt x="190164" y="87708"/>
                  <a:pt x="190845" y="86529"/>
                  <a:pt x="190845" y="84805"/>
                </a:cubicBezTo>
                <a:cubicBezTo>
                  <a:pt x="190845" y="82627"/>
                  <a:pt x="189983" y="79586"/>
                  <a:pt x="188259" y="75684"/>
                </a:cubicBezTo>
                <a:lnTo>
                  <a:pt x="182678" y="62615"/>
                </a:lnTo>
                <a:lnTo>
                  <a:pt x="147014" y="62615"/>
                </a:lnTo>
                <a:lnTo>
                  <a:pt x="140752" y="78542"/>
                </a:lnTo>
                <a:cubicBezTo>
                  <a:pt x="140026" y="80448"/>
                  <a:pt x="139664" y="82217"/>
                  <a:pt x="139664" y="83851"/>
                </a:cubicBezTo>
                <a:cubicBezTo>
                  <a:pt x="139664" y="85848"/>
                  <a:pt x="140389" y="87278"/>
                  <a:pt x="141840" y="88140"/>
                </a:cubicBezTo>
                <a:cubicBezTo>
                  <a:pt x="143293" y="89002"/>
                  <a:pt x="145652" y="89432"/>
                  <a:pt x="148919" y="89432"/>
                </a:cubicBezTo>
                <a:lnTo>
                  <a:pt x="148919" y="92018"/>
                </a:lnTo>
                <a:lnTo>
                  <a:pt x="121967" y="92018"/>
                </a:lnTo>
                <a:lnTo>
                  <a:pt x="121967" y="89432"/>
                </a:lnTo>
                <a:cubicBezTo>
                  <a:pt x="123601" y="89341"/>
                  <a:pt x="125008" y="89046"/>
                  <a:pt x="126188" y="88548"/>
                </a:cubicBezTo>
                <a:cubicBezTo>
                  <a:pt x="127367" y="88048"/>
                  <a:pt x="128501" y="87072"/>
                  <a:pt x="129590" y="85621"/>
                </a:cubicBezTo>
                <a:cubicBezTo>
                  <a:pt x="130678" y="84168"/>
                  <a:pt x="131949" y="81967"/>
                  <a:pt x="133401" y="79018"/>
                </a:cubicBezTo>
                <a:cubicBezTo>
                  <a:pt x="134854" y="76069"/>
                  <a:pt x="136669" y="72099"/>
                  <a:pt x="138847" y="67108"/>
                </a:cubicBezTo>
                <a:lnTo>
                  <a:pt x="167160" y="272"/>
                </a:lnTo>
                <a:lnTo>
                  <a:pt x="169883" y="272"/>
                </a:lnTo>
                <a:lnTo>
                  <a:pt x="203776" y="77589"/>
                </a:lnTo>
                <a:cubicBezTo>
                  <a:pt x="205410" y="80947"/>
                  <a:pt x="206749" y="83443"/>
                  <a:pt x="207791" y="85077"/>
                </a:cubicBezTo>
                <a:cubicBezTo>
                  <a:pt x="208836" y="86709"/>
                  <a:pt x="209970" y="87798"/>
                  <a:pt x="211196" y="88344"/>
                </a:cubicBezTo>
                <a:cubicBezTo>
                  <a:pt x="212421" y="88888"/>
                  <a:pt x="214032" y="89251"/>
                  <a:pt x="216027" y="89432"/>
                </a:cubicBezTo>
                <a:moveTo>
                  <a:pt x="149328" y="57034"/>
                </a:moveTo>
                <a:lnTo>
                  <a:pt x="180773" y="57034"/>
                </a:lnTo>
                <a:lnTo>
                  <a:pt x="164981" y="19601"/>
                </a:lnTo>
                <a:lnTo>
                  <a:pt x="149328" y="57034"/>
                </a:lnTo>
                <a:close/>
                <a:moveTo>
                  <a:pt x="303826" y="30626"/>
                </a:moveTo>
                <a:lnTo>
                  <a:pt x="300696" y="30626"/>
                </a:lnTo>
                <a:cubicBezTo>
                  <a:pt x="299425" y="26180"/>
                  <a:pt x="298154" y="22777"/>
                  <a:pt x="296883" y="20418"/>
                </a:cubicBezTo>
                <a:cubicBezTo>
                  <a:pt x="295613" y="18058"/>
                  <a:pt x="293890" y="15789"/>
                  <a:pt x="291713" y="13611"/>
                </a:cubicBezTo>
                <a:cubicBezTo>
                  <a:pt x="286085" y="8166"/>
                  <a:pt x="279324" y="5444"/>
                  <a:pt x="271430" y="5444"/>
                </a:cubicBezTo>
                <a:cubicBezTo>
                  <a:pt x="264896" y="5444"/>
                  <a:pt x="259201" y="7100"/>
                  <a:pt x="254346" y="10412"/>
                </a:cubicBezTo>
                <a:cubicBezTo>
                  <a:pt x="249492" y="13725"/>
                  <a:pt x="245725" y="18421"/>
                  <a:pt x="243047" y="24501"/>
                </a:cubicBezTo>
                <a:cubicBezTo>
                  <a:pt x="240370" y="30581"/>
                  <a:pt x="239032" y="37751"/>
                  <a:pt x="239032" y="46009"/>
                </a:cubicBezTo>
                <a:cubicBezTo>
                  <a:pt x="239032" y="53541"/>
                  <a:pt x="240053" y="60256"/>
                  <a:pt x="242094" y="66155"/>
                </a:cubicBezTo>
                <a:cubicBezTo>
                  <a:pt x="244136" y="72054"/>
                  <a:pt x="247018" y="76682"/>
                  <a:pt x="250738" y="80040"/>
                </a:cubicBezTo>
                <a:cubicBezTo>
                  <a:pt x="256729" y="85303"/>
                  <a:pt x="264079" y="87935"/>
                  <a:pt x="272791" y="87935"/>
                </a:cubicBezTo>
                <a:cubicBezTo>
                  <a:pt x="278417" y="87935"/>
                  <a:pt x="283634" y="86846"/>
                  <a:pt x="288443" y="84668"/>
                </a:cubicBezTo>
                <a:cubicBezTo>
                  <a:pt x="293254" y="82489"/>
                  <a:pt x="298155" y="78996"/>
                  <a:pt x="303147" y="74187"/>
                </a:cubicBezTo>
                <a:lnTo>
                  <a:pt x="305596" y="76636"/>
                </a:lnTo>
                <a:cubicBezTo>
                  <a:pt x="301512" y="82172"/>
                  <a:pt x="296226" y="86437"/>
                  <a:pt x="289737" y="89432"/>
                </a:cubicBezTo>
                <a:cubicBezTo>
                  <a:pt x="283250" y="92428"/>
                  <a:pt x="276149" y="93925"/>
                  <a:pt x="268435" y="93925"/>
                </a:cubicBezTo>
                <a:cubicBezTo>
                  <a:pt x="259451" y="93925"/>
                  <a:pt x="251555" y="91997"/>
                  <a:pt x="244748" y="88140"/>
                </a:cubicBezTo>
                <a:cubicBezTo>
                  <a:pt x="237942" y="84283"/>
                  <a:pt x="232656" y="78883"/>
                  <a:pt x="228890" y="71941"/>
                </a:cubicBezTo>
                <a:cubicBezTo>
                  <a:pt x="225125" y="64998"/>
                  <a:pt x="223242" y="56899"/>
                  <a:pt x="223242" y="47642"/>
                </a:cubicBezTo>
                <a:cubicBezTo>
                  <a:pt x="223242" y="32396"/>
                  <a:pt x="228143" y="20418"/>
                  <a:pt x="237944" y="11706"/>
                </a:cubicBezTo>
                <a:cubicBezTo>
                  <a:pt x="242209" y="7986"/>
                  <a:pt x="247041" y="5105"/>
                  <a:pt x="252440" y="3064"/>
                </a:cubicBezTo>
                <a:cubicBezTo>
                  <a:pt x="257840" y="1021"/>
                  <a:pt x="263308" y="0"/>
                  <a:pt x="268844" y="0"/>
                </a:cubicBezTo>
                <a:cubicBezTo>
                  <a:pt x="272019" y="0"/>
                  <a:pt x="275286" y="272"/>
                  <a:pt x="278644" y="816"/>
                </a:cubicBezTo>
                <a:cubicBezTo>
                  <a:pt x="282002" y="1360"/>
                  <a:pt x="285360" y="2222"/>
                  <a:pt x="288718" y="3402"/>
                </a:cubicBezTo>
                <a:cubicBezTo>
                  <a:pt x="290896" y="4128"/>
                  <a:pt x="292665" y="4491"/>
                  <a:pt x="294027" y="4491"/>
                </a:cubicBezTo>
                <a:cubicBezTo>
                  <a:pt x="297020" y="4491"/>
                  <a:pt x="298926" y="2994"/>
                  <a:pt x="299743" y="0"/>
                </a:cubicBezTo>
                <a:lnTo>
                  <a:pt x="302601" y="0"/>
                </a:lnTo>
                <a:lnTo>
                  <a:pt x="303826" y="306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20" cap="flat">
            <a:solidFill>
              <a:srgbClr val="FFFFFF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223AA-F3C5-4044-B4B3-F47CAE6F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70" y="1885360"/>
            <a:ext cx="4529438" cy="317300"/>
          </a:xfrm>
          <a:custGeom xmlns:a="http://schemas.openxmlformats.org/drawingml/2006/main">
            <a:pathLst>
              <a:path w="4529438" h="317300">
                <a:moveTo>
                  <a:pt x="0" y="317300"/>
                </a:moveTo>
                <a:lnTo>
                  <a:pt x="0" y="0"/>
                </a:lnTo>
                <a:lnTo>
                  <a:pt x="4529438" y="0"/>
                </a:lnTo>
                <a:lnTo>
                  <a:pt x="452943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477D1-667F-42DB-BC13-9D162A4F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70" y="1885360"/>
            <a:ext cx="4529438" cy="317300"/>
          </a:xfrm>
          <a:custGeom xmlns:a="http://schemas.openxmlformats.org/drawingml/2006/main">
            <a:pathLst>
              <a:path w="4529438" h="317300" fill="none">
                <a:moveTo>
                  <a:pt x="0" y="317300"/>
                </a:moveTo>
                <a:lnTo>
                  <a:pt x="4529438" y="317300"/>
                </a:lnTo>
                <a:lnTo>
                  <a:pt x="4529438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43" name="Text EncryptedPacket">
            <a:extLst xmlns:a="http://schemas.openxmlformats.org/drawingml/2006/main">
              <a:ext uri="{FF2B5EF4-FFF2-40B4-BE49-F238E27FC236}">
                <a16:creationId xmlns:a16="http://schemas.microsoft.com/office/drawing/2014/main" id="{F2BA4E5C-4EDB-4344-9AE8-68309015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874" y="1995675"/>
            <a:ext cx="953622" cy="122820"/>
          </a:xfrm>
          <a:custGeom xmlns:a="http://schemas.openxmlformats.org/drawingml/2006/main">
            <a:pathLst>
              <a:path w="953622" h="122820">
                <a:moveTo>
                  <a:pt x="79745" y="70065"/>
                </a:moveTo>
                <a:lnTo>
                  <a:pt x="73611" y="93103"/>
                </a:lnTo>
                <a:lnTo>
                  <a:pt x="0" y="93103"/>
                </a:lnTo>
                <a:lnTo>
                  <a:pt x="0" y="90513"/>
                </a:lnTo>
                <a:cubicBezTo>
                  <a:pt x="3273" y="90331"/>
                  <a:pt x="5749" y="89900"/>
                  <a:pt x="7430" y="89219"/>
                </a:cubicBezTo>
                <a:cubicBezTo>
                  <a:pt x="9112" y="88537"/>
                  <a:pt x="10248" y="87356"/>
                  <a:pt x="10839" y="85675"/>
                </a:cubicBezTo>
                <a:cubicBezTo>
                  <a:pt x="11430" y="83993"/>
                  <a:pt x="11770" y="81516"/>
                  <a:pt x="11860" y="78245"/>
                </a:cubicBezTo>
                <a:lnTo>
                  <a:pt x="11860" y="17722"/>
                </a:lnTo>
                <a:cubicBezTo>
                  <a:pt x="11770" y="14449"/>
                  <a:pt x="11430" y="11972"/>
                  <a:pt x="10839" y="10292"/>
                </a:cubicBezTo>
                <a:cubicBezTo>
                  <a:pt x="10248" y="8610"/>
                  <a:pt x="9135" y="7428"/>
                  <a:pt x="7498" y="6748"/>
                </a:cubicBezTo>
                <a:cubicBezTo>
                  <a:pt x="5862" y="6065"/>
                  <a:pt x="3363" y="5633"/>
                  <a:pt x="0" y="5452"/>
                </a:cubicBezTo>
                <a:lnTo>
                  <a:pt x="0" y="2862"/>
                </a:lnTo>
                <a:lnTo>
                  <a:pt x="72384" y="2862"/>
                </a:lnTo>
                <a:lnTo>
                  <a:pt x="72794" y="22356"/>
                </a:lnTo>
                <a:lnTo>
                  <a:pt x="69384" y="22356"/>
                </a:lnTo>
                <a:cubicBezTo>
                  <a:pt x="68658" y="18267"/>
                  <a:pt x="67704" y="15222"/>
                  <a:pt x="66522" y="13223"/>
                </a:cubicBezTo>
                <a:cubicBezTo>
                  <a:pt x="65341" y="11223"/>
                  <a:pt x="63387" y="9883"/>
                  <a:pt x="60661" y="9202"/>
                </a:cubicBezTo>
                <a:cubicBezTo>
                  <a:pt x="57935" y="8520"/>
                  <a:pt x="53936" y="8133"/>
                  <a:pt x="48666" y="8043"/>
                </a:cubicBezTo>
                <a:lnTo>
                  <a:pt x="30262" y="8043"/>
                </a:lnTo>
                <a:cubicBezTo>
                  <a:pt x="28354" y="8043"/>
                  <a:pt x="27149" y="8293"/>
                  <a:pt x="26649" y="8792"/>
                </a:cubicBezTo>
                <a:cubicBezTo>
                  <a:pt x="26150" y="9291"/>
                  <a:pt x="25855" y="10586"/>
                  <a:pt x="25765" y="12678"/>
                </a:cubicBezTo>
                <a:lnTo>
                  <a:pt x="25765" y="42939"/>
                </a:lnTo>
                <a:lnTo>
                  <a:pt x="46756" y="42939"/>
                </a:lnTo>
                <a:cubicBezTo>
                  <a:pt x="50574" y="42848"/>
                  <a:pt x="53459" y="42485"/>
                  <a:pt x="55413" y="41849"/>
                </a:cubicBezTo>
                <a:cubicBezTo>
                  <a:pt x="57367" y="41213"/>
                  <a:pt x="58775" y="39986"/>
                  <a:pt x="59638" y="38168"/>
                </a:cubicBezTo>
                <a:cubicBezTo>
                  <a:pt x="60501" y="36350"/>
                  <a:pt x="61206" y="33624"/>
                  <a:pt x="61751" y="29989"/>
                </a:cubicBezTo>
                <a:lnTo>
                  <a:pt x="64888" y="29989"/>
                </a:lnTo>
                <a:lnTo>
                  <a:pt x="64888" y="61614"/>
                </a:lnTo>
                <a:lnTo>
                  <a:pt x="61751" y="61614"/>
                </a:lnTo>
                <a:cubicBezTo>
                  <a:pt x="61206" y="57888"/>
                  <a:pt x="60501" y="55116"/>
                  <a:pt x="59638" y="53300"/>
                </a:cubicBezTo>
                <a:cubicBezTo>
                  <a:pt x="58775" y="51482"/>
                  <a:pt x="57367" y="50255"/>
                  <a:pt x="55413" y="49618"/>
                </a:cubicBezTo>
                <a:cubicBezTo>
                  <a:pt x="53459" y="48982"/>
                  <a:pt x="50574" y="48618"/>
                  <a:pt x="46756" y="48528"/>
                </a:cubicBezTo>
                <a:lnTo>
                  <a:pt x="25765" y="48528"/>
                </a:lnTo>
                <a:lnTo>
                  <a:pt x="25765" y="82197"/>
                </a:lnTo>
                <a:cubicBezTo>
                  <a:pt x="25765" y="83924"/>
                  <a:pt x="25969" y="85173"/>
                  <a:pt x="26378" y="85945"/>
                </a:cubicBezTo>
                <a:cubicBezTo>
                  <a:pt x="26788" y="86718"/>
                  <a:pt x="27991" y="87218"/>
                  <a:pt x="29989" y="87445"/>
                </a:cubicBezTo>
                <a:cubicBezTo>
                  <a:pt x="31989" y="87672"/>
                  <a:pt x="35352" y="87877"/>
                  <a:pt x="40077" y="88059"/>
                </a:cubicBezTo>
                <a:lnTo>
                  <a:pt x="43757" y="88059"/>
                </a:lnTo>
                <a:cubicBezTo>
                  <a:pt x="50301" y="87969"/>
                  <a:pt x="55526" y="87446"/>
                  <a:pt x="59434" y="86492"/>
                </a:cubicBezTo>
                <a:cubicBezTo>
                  <a:pt x="63341" y="85537"/>
                  <a:pt x="66522" y="83765"/>
                  <a:pt x="68975" y="81176"/>
                </a:cubicBezTo>
                <a:cubicBezTo>
                  <a:pt x="71429" y="78586"/>
                  <a:pt x="73747" y="74882"/>
                  <a:pt x="75928" y="70065"/>
                </a:cubicBezTo>
                <a:lnTo>
                  <a:pt x="79745" y="70065"/>
                </a:lnTo>
                <a:close/>
                <a:moveTo>
                  <a:pt x="84108" y="93103"/>
                </a:moveTo>
                <a:lnTo>
                  <a:pt x="84108" y="91058"/>
                </a:lnTo>
                <a:cubicBezTo>
                  <a:pt x="87561" y="90876"/>
                  <a:pt x="89809" y="90127"/>
                  <a:pt x="90853" y="88810"/>
                </a:cubicBezTo>
                <a:cubicBezTo>
                  <a:pt x="91899" y="87491"/>
                  <a:pt x="92467" y="84833"/>
                  <a:pt x="92559" y="80835"/>
                </a:cubicBezTo>
                <a:lnTo>
                  <a:pt x="92559" y="47029"/>
                </a:lnTo>
                <a:cubicBezTo>
                  <a:pt x="92559" y="43666"/>
                  <a:pt x="92195" y="41372"/>
                  <a:pt x="91467" y="40146"/>
                </a:cubicBezTo>
                <a:cubicBezTo>
                  <a:pt x="90740" y="38919"/>
                  <a:pt x="89423" y="38305"/>
                  <a:pt x="87515" y="38305"/>
                </a:cubicBezTo>
                <a:cubicBezTo>
                  <a:pt x="85789" y="38305"/>
                  <a:pt x="84562" y="38487"/>
                  <a:pt x="83835" y="38850"/>
                </a:cubicBezTo>
                <a:lnTo>
                  <a:pt x="83835" y="36533"/>
                </a:lnTo>
                <a:cubicBezTo>
                  <a:pt x="87561" y="35442"/>
                  <a:pt x="90787" y="34442"/>
                  <a:pt x="93514" y="33534"/>
                </a:cubicBezTo>
                <a:cubicBezTo>
                  <a:pt x="96240" y="32624"/>
                  <a:pt x="99284" y="31578"/>
                  <a:pt x="102647" y="30397"/>
                </a:cubicBezTo>
                <a:lnTo>
                  <a:pt x="103600" y="30672"/>
                </a:lnTo>
                <a:lnTo>
                  <a:pt x="103600" y="41440"/>
                </a:lnTo>
                <a:cubicBezTo>
                  <a:pt x="106690" y="38532"/>
                  <a:pt x="109326" y="36283"/>
                  <a:pt x="111506" y="34692"/>
                </a:cubicBezTo>
                <a:cubicBezTo>
                  <a:pt x="113687" y="33102"/>
                  <a:pt x="115686" y="31988"/>
                  <a:pt x="117504" y="31352"/>
                </a:cubicBezTo>
                <a:cubicBezTo>
                  <a:pt x="119322" y="30715"/>
                  <a:pt x="121276" y="30397"/>
                  <a:pt x="123366" y="30397"/>
                </a:cubicBezTo>
                <a:cubicBezTo>
                  <a:pt x="128455" y="30397"/>
                  <a:pt x="132407" y="32192"/>
                  <a:pt x="135224" y="35782"/>
                </a:cubicBezTo>
                <a:cubicBezTo>
                  <a:pt x="138041" y="39372"/>
                  <a:pt x="139450" y="44393"/>
                  <a:pt x="139450" y="50845"/>
                </a:cubicBezTo>
                <a:lnTo>
                  <a:pt x="139450" y="82062"/>
                </a:lnTo>
                <a:cubicBezTo>
                  <a:pt x="139542" y="85423"/>
                  <a:pt x="140110" y="87672"/>
                  <a:pt x="141154" y="88810"/>
                </a:cubicBezTo>
                <a:cubicBezTo>
                  <a:pt x="142199" y="89945"/>
                  <a:pt x="144404" y="90695"/>
                  <a:pt x="147766" y="91058"/>
                </a:cubicBezTo>
                <a:lnTo>
                  <a:pt x="147766" y="93103"/>
                </a:lnTo>
                <a:lnTo>
                  <a:pt x="119412" y="93103"/>
                </a:lnTo>
                <a:lnTo>
                  <a:pt x="119412" y="91058"/>
                </a:lnTo>
                <a:cubicBezTo>
                  <a:pt x="122774" y="90876"/>
                  <a:pt x="125023" y="90036"/>
                  <a:pt x="126159" y="88537"/>
                </a:cubicBezTo>
                <a:cubicBezTo>
                  <a:pt x="127296" y="87037"/>
                  <a:pt x="127910" y="84060"/>
                  <a:pt x="128000" y="79608"/>
                </a:cubicBezTo>
                <a:lnTo>
                  <a:pt x="128000" y="51118"/>
                </a:lnTo>
                <a:cubicBezTo>
                  <a:pt x="128000" y="42303"/>
                  <a:pt x="124683" y="37895"/>
                  <a:pt x="118049" y="37895"/>
                </a:cubicBezTo>
                <a:cubicBezTo>
                  <a:pt x="115778" y="37895"/>
                  <a:pt x="113665" y="38418"/>
                  <a:pt x="111712" y="39464"/>
                </a:cubicBezTo>
                <a:cubicBezTo>
                  <a:pt x="109758" y="40508"/>
                  <a:pt x="107190" y="42575"/>
                  <a:pt x="104009" y="45664"/>
                </a:cubicBezTo>
                <a:lnTo>
                  <a:pt x="104009" y="83969"/>
                </a:lnTo>
                <a:cubicBezTo>
                  <a:pt x="104009" y="86424"/>
                  <a:pt x="104668" y="88174"/>
                  <a:pt x="105985" y="89219"/>
                </a:cubicBezTo>
                <a:cubicBezTo>
                  <a:pt x="107303" y="90263"/>
                  <a:pt x="109643" y="90876"/>
                  <a:pt x="113005" y="91058"/>
                </a:cubicBezTo>
                <a:lnTo>
                  <a:pt x="113005" y="93103"/>
                </a:lnTo>
                <a:lnTo>
                  <a:pt x="84108" y="93103"/>
                </a:lnTo>
                <a:close/>
                <a:moveTo>
                  <a:pt x="204063" y="71837"/>
                </a:moveTo>
                <a:lnTo>
                  <a:pt x="205973" y="73064"/>
                </a:lnTo>
                <a:cubicBezTo>
                  <a:pt x="203973" y="77063"/>
                  <a:pt x="202201" y="80176"/>
                  <a:pt x="200656" y="82403"/>
                </a:cubicBezTo>
                <a:cubicBezTo>
                  <a:pt x="199112" y="84629"/>
                  <a:pt x="197430" y="86514"/>
                  <a:pt x="195612" y="88059"/>
                </a:cubicBezTo>
                <a:cubicBezTo>
                  <a:pt x="190615" y="92330"/>
                  <a:pt x="185117" y="94465"/>
                  <a:pt x="179118" y="94465"/>
                </a:cubicBezTo>
                <a:cubicBezTo>
                  <a:pt x="174120" y="94465"/>
                  <a:pt x="169668" y="93171"/>
                  <a:pt x="165760" y="90582"/>
                </a:cubicBezTo>
                <a:cubicBezTo>
                  <a:pt x="161853" y="87991"/>
                  <a:pt x="158785" y="84402"/>
                  <a:pt x="156558" y="79814"/>
                </a:cubicBezTo>
                <a:cubicBezTo>
                  <a:pt x="154331" y="75224"/>
                  <a:pt x="153218" y="70020"/>
                  <a:pt x="153218" y="64203"/>
                </a:cubicBezTo>
                <a:cubicBezTo>
                  <a:pt x="153218" y="53025"/>
                  <a:pt x="156762" y="44301"/>
                  <a:pt x="163851" y="38031"/>
                </a:cubicBezTo>
                <a:cubicBezTo>
                  <a:pt x="169668" y="32942"/>
                  <a:pt x="176075" y="30397"/>
                  <a:pt x="183072" y="30397"/>
                </a:cubicBezTo>
                <a:cubicBezTo>
                  <a:pt x="186888" y="30397"/>
                  <a:pt x="190387" y="31034"/>
                  <a:pt x="193568" y="32306"/>
                </a:cubicBezTo>
                <a:cubicBezTo>
                  <a:pt x="196749" y="33578"/>
                  <a:pt x="199293" y="35282"/>
                  <a:pt x="201201" y="37419"/>
                </a:cubicBezTo>
                <a:cubicBezTo>
                  <a:pt x="203109" y="39555"/>
                  <a:pt x="204063" y="41895"/>
                  <a:pt x="204063" y="44439"/>
                </a:cubicBezTo>
                <a:cubicBezTo>
                  <a:pt x="204063" y="45984"/>
                  <a:pt x="203450" y="47324"/>
                  <a:pt x="202223" y="48460"/>
                </a:cubicBezTo>
                <a:cubicBezTo>
                  <a:pt x="200997" y="49595"/>
                  <a:pt x="199475" y="50163"/>
                  <a:pt x="197657" y="50163"/>
                </a:cubicBezTo>
                <a:cubicBezTo>
                  <a:pt x="194476" y="50163"/>
                  <a:pt x="192295" y="48074"/>
                  <a:pt x="191113" y="43894"/>
                </a:cubicBezTo>
                <a:lnTo>
                  <a:pt x="190296" y="40895"/>
                </a:lnTo>
                <a:cubicBezTo>
                  <a:pt x="189659" y="38350"/>
                  <a:pt x="188773" y="36624"/>
                  <a:pt x="187638" y="35716"/>
                </a:cubicBezTo>
                <a:cubicBezTo>
                  <a:pt x="186502" y="34806"/>
                  <a:pt x="184708" y="34351"/>
                  <a:pt x="182255" y="34351"/>
                </a:cubicBezTo>
                <a:cubicBezTo>
                  <a:pt x="176711" y="34351"/>
                  <a:pt x="172235" y="36532"/>
                  <a:pt x="168826" y="40895"/>
                </a:cubicBezTo>
                <a:cubicBezTo>
                  <a:pt x="165419" y="45256"/>
                  <a:pt x="163716" y="50981"/>
                  <a:pt x="163716" y="58069"/>
                </a:cubicBezTo>
                <a:cubicBezTo>
                  <a:pt x="163716" y="63250"/>
                  <a:pt x="164602" y="67840"/>
                  <a:pt x="166374" y="71839"/>
                </a:cubicBezTo>
                <a:cubicBezTo>
                  <a:pt x="168146" y="75837"/>
                  <a:pt x="170622" y="78972"/>
                  <a:pt x="173802" y="81245"/>
                </a:cubicBezTo>
                <a:cubicBezTo>
                  <a:pt x="176983" y="83516"/>
                  <a:pt x="180663" y="84652"/>
                  <a:pt x="184844" y="84652"/>
                </a:cubicBezTo>
                <a:cubicBezTo>
                  <a:pt x="188752" y="84652"/>
                  <a:pt x="192114" y="83698"/>
                  <a:pt x="194930" y="81790"/>
                </a:cubicBezTo>
                <a:cubicBezTo>
                  <a:pt x="197748" y="79880"/>
                  <a:pt x="200792" y="76563"/>
                  <a:pt x="204063" y="71837"/>
                </a:cubicBezTo>
                <a:close/>
                <a:moveTo>
                  <a:pt x="211017" y="93103"/>
                </a:moveTo>
                <a:lnTo>
                  <a:pt x="211017" y="91058"/>
                </a:lnTo>
                <a:cubicBezTo>
                  <a:pt x="213925" y="90513"/>
                  <a:pt x="216037" y="89991"/>
                  <a:pt x="217354" y="89492"/>
                </a:cubicBezTo>
                <a:cubicBezTo>
                  <a:pt x="218672" y="88991"/>
                  <a:pt x="219535" y="88150"/>
                  <a:pt x="219944" y="86969"/>
                </a:cubicBezTo>
                <a:cubicBezTo>
                  <a:pt x="220353" y="85787"/>
                  <a:pt x="220603" y="84015"/>
                  <a:pt x="220695" y="81652"/>
                </a:cubicBezTo>
                <a:lnTo>
                  <a:pt x="220695" y="47574"/>
                </a:lnTo>
                <a:cubicBezTo>
                  <a:pt x="220695" y="44574"/>
                  <a:pt x="220354" y="42462"/>
                  <a:pt x="219672" y="41236"/>
                </a:cubicBezTo>
                <a:cubicBezTo>
                  <a:pt x="218991" y="40009"/>
                  <a:pt x="217787" y="39395"/>
                  <a:pt x="216061" y="39395"/>
                </a:cubicBezTo>
                <a:cubicBezTo>
                  <a:pt x="214606" y="39395"/>
                  <a:pt x="213016" y="39577"/>
                  <a:pt x="211289" y="39940"/>
                </a:cubicBezTo>
                <a:lnTo>
                  <a:pt x="211289" y="37758"/>
                </a:lnTo>
                <a:cubicBezTo>
                  <a:pt x="215287" y="36487"/>
                  <a:pt x="218740" y="35306"/>
                  <a:pt x="221648" y="34216"/>
                </a:cubicBezTo>
                <a:cubicBezTo>
                  <a:pt x="224557" y="33125"/>
                  <a:pt x="227829" y="31852"/>
                  <a:pt x="231463" y="30397"/>
                </a:cubicBezTo>
                <a:lnTo>
                  <a:pt x="232145" y="30672"/>
                </a:lnTo>
                <a:lnTo>
                  <a:pt x="232145" y="43212"/>
                </a:lnTo>
                <a:cubicBezTo>
                  <a:pt x="235508" y="38304"/>
                  <a:pt x="238370" y="34942"/>
                  <a:pt x="240732" y="33124"/>
                </a:cubicBezTo>
                <a:cubicBezTo>
                  <a:pt x="243094" y="31306"/>
                  <a:pt x="245685" y="30397"/>
                  <a:pt x="248502" y="30397"/>
                </a:cubicBezTo>
                <a:cubicBezTo>
                  <a:pt x="250865" y="30397"/>
                  <a:pt x="252705" y="31034"/>
                  <a:pt x="254023" y="32306"/>
                </a:cubicBezTo>
                <a:cubicBezTo>
                  <a:pt x="255341" y="33578"/>
                  <a:pt x="256001" y="35350"/>
                  <a:pt x="256001" y="37623"/>
                </a:cubicBezTo>
                <a:cubicBezTo>
                  <a:pt x="256001" y="39531"/>
                  <a:pt x="255523" y="41031"/>
                  <a:pt x="254568" y="42122"/>
                </a:cubicBezTo>
                <a:cubicBezTo>
                  <a:pt x="253614" y="43212"/>
                  <a:pt x="252319" y="43757"/>
                  <a:pt x="250684" y="43757"/>
                </a:cubicBezTo>
                <a:cubicBezTo>
                  <a:pt x="249775" y="43757"/>
                  <a:pt x="248911" y="43552"/>
                  <a:pt x="248093" y="43143"/>
                </a:cubicBezTo>
                <a:cubicBezTo>
                  <a:pt x="247276" y="42734"/>
                  <a:pt x="246322" y="42030"/>
                  <a:pt x="245231" y="41030"/>
                </a:cubicBezTo>
                <a:cubicBezTo>
                  <a:pt x="243777" y="39667"/>
                  <a:pt x="242596" y="38985"/>
                  <a:pt x="241686" y="38985"/>
                </a:cubicBezTo>
                <a:cubicBezTo>
                  <a:pt x="240415" y="38985"/>
                  <a:pt x="239029" y="39622"/>
                  <a:pt x="237528" y="40895"/>
                </a:cubicBezTo>
                <a:cubicBezTo>
                  <a:pt x="236029" y="42166"/>
                  <a:pt x="234757" y="43666"/>
                  <a:pt x="233712" y="45394"/>
                </a:cubicBezTo>
                <a:cubicBezTo>
                  <a:pt x="232667" y="47120"/>
                  <a:pt x="232145" y="48710"/>
                  <a:pt x="232145" y="50163"/>
                </a:cubicBezTo>
                <a:lnTo>
                  <a:pt x="232145" y="80835"/>
                </a:lnTo>
                <a:cubicBezTo>
                  <a:pt x="232327" y="84833"/>
                  <a:pt x="233167" y="87491"/>
                  <a:pt x="234666" y="88810"/>
                </a:cubicBezTo>
                <a:cubicBezTo>
                  <a:pt x="236167" y="90127"/>
                  <a:pt x="239188" y="90876"/>
                  <a:pt x="243731" y="91058"/>
                </a:cubicBezTo>
                <a:lnTo>
                  <a:pt x="243731" y="93103"/>
                </a:lnTo>
                <a:lnTo>
                  <a:pt x="211017" y="93103"/>
                </a:lnTo>
                <a:close/>
                <a:moveTo>
                  <a:pt x="320069" y="31762"/>
                </a:moveTo>
                <a:lnTo>
                  <a:pt x="320069" y="33806"/>
                </a:lnTo>
                <a:cubicBezTo>
                  <a:pt x="318432" y="33988"/>
                  <a:pt x="317159" y="34511"/>
                  <a:pt x="316250" y="35374"/>
                </a:cubicBezTo>
                <a:cubicBezTo>
                  <a:pt x="315341" y="36237"/>
                  <a:pt x="314433" y="37759"/>
                  <a:pt x="313525" y="39940"/>
                </a:cubicBezTo>
                <a:lnTo>
                  <a:pt x="292532" y="95557"/>
                </a:lnTo>
                <a:cubicBezTo>
                  <a:pt x="288806" y="105462"/>
                  <a:pt x="285193" y="112482"/>
                  <a:pt x="281695" y="116617"/>
                </a:cubicBezTo>
                <a:cubicBezTo>
                  <a:pt x="278196" y="120752"/>
                  <a:pt x="274130" y="122820"/>
                  <a:pt x="269496" y="122820"/>
                </a:cubicBezTo>
                <a:cubicBezTo>
                  <a:pt x="266588" y="122820"/>
                  <a:pt x="264179" y="122069"/>
                  <a:pt x="262270" y="120569"/>
                </a:cubicBezTo>
                <a:cubicBezTo>
                  <a:pt x="260362" y="119070"/>
                  <a:pt x="259408" y="117185"/>
                  <a:pt x="259408" y="114913"/>
                </a:cubicBezTo>
                <a:cubicBezTo>
                  <a:pt x="259408" y="113187"/>
                  <a:pt x="259975" y="111755"/>
                  <a:pt x="261111" y="110618"/>
                </a:cubicBezTo>
                <a:cubicBezTo>
                  <a:pt x="262247" y="109483"/>
                  <a:pt x="263633" y="108915"/>
                  <a:pt x="265269" y="108915"/>
                </a:cubicBezTo>
                <a:cubicBezTo>
                  <a:pt x="267450" y="108915"/>
                  <a:pt x="269813" y="109415"/>
                  <a:pt x="272358" y="110414"/>
                </a:cubicBezTo>
                <a:cubicBezTo>
                  <a:pt x="273721" y="111051"/>
                  <a:pt x="274902" y="111369"/>
                  <a:pt x="275902" y="111369"/>
                </a:cubicBezTo>
                <a:cubicBezTo>
                  <a:pt x="276902" y="111369"/>
                  <a:pt x="278037" y="110801"/>
                  <a:pt x="279309" y="109664"/>
                </a:cubicBezTo>
                <a:cubicBezTo>
                  <a:pt x="280582" y="108528"/>
                  <a:pt x="281718" y="107097"/>
                  <a:pt x="282718" y="105370"/>
                </a:cubicBezTo>
                <a:cubicBezTo>
                  <a:pt x="283536" y="103917"/>
                  <a:pt x="284354" y="102191"/>
                  <a:pt x="285170" y="100191"/>
                </a:cubicBezTo>
                <a:cubicBezTo>
                  <a:pt x="285989" y="98192"/>
                  <a:pt x="286693" y="96283"/>
                  <a:pt x="287284" y="94465"/>
                </a:cubicBezTo>
                <a:cubicBezTo>
                  <a:pt x="287874" y="92649"/>
                  <a:pt x="288170" y="91376"/>
                  <a:pt x="288170" y="90648"/>
                </a:cubicBezTo>
                <a:cubicBezTo>
                  <a:pt x="288170" y="89648"/>
                  <a:pt x="287647" y="87922"/>
                  <a:pt x="286601" y="85469"/>
                </a:cubicBezTo>
                <a:cubicBezTo>
                  <a:pt x="285557" y="83016"/>
                  <a:pt x="284081" y="80108"/>
                  <a:pt x="282173" y="76746"/>
                </a:cubicBezTo>
                <a:cubicBezTo>
                  <a:pt x="281808" y="76018"/>
                  <a:pt x="281512" y="75427"/>
                  <a:pt x="281285" y="74973"/>
                </a:cubicBezTo>
                <a:cubicBezTo>
                  <a:pt x="281059" y="74519"/>
                  <a:pt x="280537" y="73382"/>
                  <a:pt x="279719" y="71564"/>
                </a:cubicBezTo>
                <a:lnTo>
                  <a:pt x="264179" y="38031"/>
                </a:lnTo>
                <a:cubicBezTo>
                  <a:pt x="263088" y="35669"/>
                  <a:pt x="260771" y="34215"/>
                  <a:pt x="257228" y="33669"/>
                </a:cubicBezTo>
                <a:lnTo>
                  <a:pt x="257228" y="31762"/>
                </a:lnTo>
                <a:lnTo>
                  <a:pt x="285308" y="31762"/>
                </a:lnTo>
                <a:lnTo>
                  <a:pt x="285308" y="33806"/>
                </a:lnTo>
                <a:cubicBezTo>
                  <a:pt x="282400" y="33896"/>
                  <a:pt x="280355" y="34215"/>
                  <a:pt x="279174" y="34761"/>
                </a:cubicBezTo>
                <a:cubicBezTo>
                  <a:pt x="277992" y="35306"/>
                  <a:pt x="277402" y="36214"/>
                  <a:pt x="277402" y="37486"/>
                </a:cubicBezTo>
                <a:cubicBezTo>
                  <a:pt x="277402" y="38849"/>
                  <a:pt x="277856" y="40576"/>
                  <a:pt x="278764" y="42667"/>
                </a:cubicBezTo>
                <a:lnTo>
                  <a:pt x="294441" y="77153"/>
                </a:lnTo>
                <a:lnTo>
                  <a:pt x="307664" y="39530"/>
                </a:lnTo>
                <a:cubicBezTo>
                  <a:pt x="308027" y="38714"/>
                  <a:pt x="308208" y="37941"/>
                  <a:pt x="308208" y="37213"/>
                </a:cubicBezTo>
                <a:cubicBezTo>
                  <a:pt x="308208" y="34942"/>
                  <a:pt x="306027" y="33806"/>
                  <a:pt x="301665" y="33806"/>
                </a:cubicBezTo>
                <a:lnTo>
                  <a:pt x="301665" y="31762"/>
                </a:lnTo>
                <a:lnTo>
                  <a:pt x="320069" y="31762"/>
                </a:lnTo>
                <a:close/>
                <a:moveTo>
                  <a:pt x="324158" y="122682"/>
                </a:moveTo>
                <a:lnTo>
                  <a:pt x="324158" y="120365"/>
                </a:lnTo>
                <a:cubicBezTo>
                  <a:pt x="328156" y="119912"/>
                  <a:pt x="330745" y="119139"/>
                  <a:pt x="331927" y="118048"/>
                </a:cubicBezTo>
                <a:cubicBezTo>
                  <a:pt x="333108" y="116958"/>
                  <a:pt x="333699" y="114595"/>
                  <a:pt x="333699" y="110959"/>
                </a:cubicBezTo>
                <a:lnTo>
                  <a:pt x="333699" y="47164"/>
                </a:lnTo>
                <a:cubicBezTo>
                  <a:pt x="333699" y="43984"/>
                  <a:pt x="333358" y="41895"/>
                  <a:pt x="332676" y="40895"/>
                </a:cubicBezTo>
                <a:cubicBezTo>
                  <a:pt x="331995" y="39895"/>
                  <a:pt x="330473" y="39395"/>
                  <a:pt x="328110" y="39395"/>
                </a:cubicBezTo>
                <a:cubicBezTo>
                  <a:pt x="327474" y="39395"/>
                  <a:pt x="326906" y="39395"/>
                  <a:pt x="326406" y="39395"/>
                </a:cubicBezTo>
                <a:cubicBezTo>
                  <a:pt x="325907" y="39395"/>
                  <a:pt x="325339" y="39440"/>
                  <a:pt x="324703" y="39530"/>
                </a:cubicBezTo>
                <a:lnTo>
                  <a:pt x="324703" y="37350"/>
                </a:lnTo>
                <a:cubicBezTo>
                  <a:pt x="328429" y="36169"/>
                  <a:pt x="331723" y="35078"/>
                  <a:pt x="334585" y="34079"/>
                </a:cubicBezTo>
                <a:cubicBezTo>
                  <a:pt x="337448" y="33079"/>
                  <a:pt x="340697" y="31852"/>
                  <a:pt x="344332" y="30397"/>
                </a:cubicBezTo>
                <a:lnTo>
                  <a:pt x="345149" y="30672"/>
                </a:lnTo>
                <a:lnTo>
                  <a:pt x="345149" y="41167"/>
                </a:lnTo>
                <a:cubicBezTo>
                  <a:pt x="348149" y="37441"/>
                  <a:pt x="351216" y="34715"/>
                  <a:pt x="354351" y="32989"/>
                </a:cubicBezTo>
                <a:cubicBezTo>
                  <a:pt x="357486" y="31261"/>
                  <a:pt x="360962" y="30397"/>
                  <a:pt x="364778" y="30397"/>
                </a:cubicBezTo>
                <a:cubicBezTo>
                  <a:pt x="369232" y="30397"/>
                  <a:pt x="373163" y="31647"/>
                  <a:pt x="376570" y="34147"/>
                </a:cubicBezTo>
                <a:cubicBezTo>
                  <a:pt x="379978" y="36646"/>
                  <a:pt x="382659" y="40077"/>
                  <a:pt x="384613" y="44439"/>
                </a:cubicBezTo>
                <a:cubicBezTo>
                  <a:pt x="386567" y="48800"/>
                  <a:pt x="387544" y="53798"/>
                  <a:pt x="387544" y="59434"/>
                </a:cubicBezTo>
                <a:cubicBezTo>
                  <a:pt x="387544" y="65976"/>
                  <a:pt x="386294" y="71905"/>
                  <a:pt x="383794" y="77222"/>
                </a:cubicBezTo>
                <a:cubicBezTo>
                  <a:pt x="381295" y="82538"/>
                  <a:pt x="377887" y="86741"/>
                  <a:pt x="373570" y="89831"/>
                </a:cubicBezTo>
                <a:cubicBezTo>
                  <a:pt x="369255" y="92920"/>
                  <a:pt x="364371" y="94465"/>
                  <a:pt x="358917" y="94465"/>
                </a:cubicBezTo>
                <a:cubicBezTo>
                  <a:pt x="356100" y="94465"/>
                  <a:pt x="353715" y="94056"/>
                  <a:pt x="351762" y="93238"/>
                </a:cubicBezTo>
                <a:cubicBezTo>
                  <a:pt x="349808" y="92421"/>
                  <a:pt x="347604" y="90876"/>
                  <a:pt x="345149" y="88604"/>
                </a:cubicBezTo>
                <a:lnTo>
                  <a:pt x="345149" y="110005"/>
                </a:lnTo>
                <a:cubicBezTo>
                  <a:pt x="345241" y="112914"/>
                  <a:pt x="345559" y="115095"/>
                  <a:pt x="346104" y="116548"/>
                </a:cubicBezTo>
                <a:cubicBezTo>
                  <a:pt x="346649" y="118003"/>
                  <a:pt x="347785" y="118957"/>
                  <a:pt x="349511" y="119410"/>
                </a:cubicBezTo>
                <a:cubicBezTo>
                  <a:pt x="351239" y="119865"/>
                  <a:pt x="353783" y="120138"/>
                  <a:pt x="357145" y="120230"/>
                </a:cubicBezTo>
                <a:lnTo>
                  <a:pt x="357145" y="122682"/>
                </a:lnTo>
                <a:lnTo>
                  <a:pt x="324158" y="122682"/>
                </a:lnTo>
                <a:moveTo>
                  <a:pt x="345149" y="47574"/>
                </a:moveTo>
                <a:lnTo>
                  <a:pt x="345149" y="81107"/>
                </a:lnTo>
                <a:cubicBezTo>
                  <a:pt x="345149" y="82470"/>
                  <a:pt x="345876" y="83833"/>
                  <a:pt x="347329" y="85197"/>
                </a:cubicBezTo>
                <a:cubicBezTo>
                  <a:pt x="348784" y="86560"/>
                  <a:pt x="350625" y="87718"/>
                  <a:pt x="352852" y="88672"/>
                </a:cubicBezTo>
                <a:cubicBezTo>
                  <a:pt x="355079" y="89626"/>
                  <a:pt x="357237" y="90103"/>
                  <a:pt x="359327" y="90103"/>
                </a:cubicBezTo>
                <a:cubicBezTo>
                  <a:pt x="364234" y="90103"/>
                  <a:pt x="368210" y="87763"/>
                  <a:pt x="371253" y="83083"/>
                </a:cubicBezTo>
                <a:cubicBezTo>
                  <a:pt x="374298" y="78403"/>
                  <a:pt x="375821" y="72337"/>
                  <a:pt x="375821" y="64885"/>
                </a:cubicBezTo>
                <a:cubicBezTo>
                  <a:pt x="375821" y="56889"/>
                  <a:pt x="374298" y="50505"/>
                  <a:pt x="371253" y="45735"/>
                </a:cubicBezTo>
                <a:cubicBezTo>
                  <a:pt x="368210" y="40963"/>
                  <a:pt x="364143" y="38578"/>
                  <a:pt x="359054" y="38578"/>
                </a:cubicBezTo>
                <a:cubicBezTo>
                  <a:pt x="356964" y="38578"/>
                  <a:pt x="354851" y="39032"/>
                  <a:pt x="352714" y="39940"/>
                </a:cubicBezTo>
                <a:cubicBezTo>
                  <a:pt x="350579" y="40848"/>
                  <a:pt x="348784" y="42007"/>
                  <a:pt x="347329" y="43416"/>
                </a:cubicBezTo>
                <a:cubicBezTo>
                  <a:pt x="345876" y="44825"/>
                  <a:pt x="345149" y="46211"/>
                  <a:pt x="345149" y="47574"/>
                </a:cubicBezTo>
                <a:close/>
                <a:moveTo>
                  <a:pt x="426939" y="31762"/>
                </a:moveTo>
                <a:lnTo>
                  <a:pt x="426939" y="36123"/>
                </a:lnTo>
                <a:lnTo>
                  <a:pt x="413171" y="36123"/>
                </a:lnTo>
                <a:lnTo>
                  <a:pt x="413171" y="75109"/>
                </a:lnTo>
                <a:cubicBezTo>
                  <a:pt x="413171" y="79380"/>
                  <a:pt x="413716" y="82492"/>
                  <a:pt x="414806" y="84446"/>
                </a:cubicBezTo>
                <a:cubicBezTo>
                  <a:pt x="415898" y="86400"/>
                  <a:pt x="417716" y="87376"/>
                  <a:pt x="420260" y="87376"/>
                </a:cubicBezTo>
                <a:cubicBezTo>
                  <a:pt x="421805" y="87376"/>
                  <a:pt x="423190" y="87013"/>
                  <a:pt x="424416" y="86286"/>
                </a:cubicBezTo>
                <a:cubicBezTo>
                  <a:pt x="425643" y="85560"/>
                  <a:pt x="426984" y="84333"/>
                  <a:pt x="428439" y="82607"/>
                </a:cubicBezTo>
                <a:lnTo>
                  <a:pt x="430211" y="84107"/>
                </a:lnTo>
                <a:cubicBezTo>
                  <a:pt x="425848" y="91012"/>
                  <a:pt x="420395" y="94465"/>
                  <a:pt x="413852" y="94465"/>
                </a:cubicBezTo>
                <a:cubicBezTo>
                  <a:pt x="405765" y="94465"/>
                  <a:pt x="401721" y="88694"/>
                  <a:pt x="401721" y="77153"/>
                </a:cubicBezTo>
                <a:lnTo>
                  <a:pt x="401721" y="36123"/>
                </a:lnTo>
                <a:lnTo>
                  <a:pt x="394495" y="36123"/>
                </a:lnTo>
                <a:cubicBezTo>
                  <a:pt x="394132" y="35850"/>
                  <a:pt x="393950" y="35532"/>
                  <a:pt x="393950" y="35169"/>
                </a:cubicBezTo>
                <a:cubicBezTo>
                  <a:pt x="393950" y="34442"/>
                  <a:pt x="394723" y="33579"/>
                  <a:pt x="396267" y="32579"/>
                </a:cubicBezTo>
                <a:cubicBezTo>
                  <a:pt x="398267" y="31398"/>
                  <a:pt x="400448" y="29467"/>
                  <a:pt x="402811" y="26786"/>
                </a:cubicBezTo>
                <a:cubicBezTo>
                  <a:pt x="405174" y="24104"/>
                  <a:pt x="408309" y="19901"/>
                  <a:pt x="412217" y="14177"/>
                </a:cubicBezTo>
                <a:cubicBezTo>
                  <a:pt x="412853" y="14177"/>
                  <a:pt x="413171" y="14768"/>
                  <a:pt x="413171" y="15949"/>
                </a:cubicBezTo>
                <a:lnTo>
                  <a:pt x="413171" y="31762"/>
                </a:lnTo>
                <a:lnTo>
                  <a:pt x="426939" y="31762"/>
                </a:lnTo>
                <a:close/>
                <a:moveTo>
                  <a:pt x="485282" y="70747"/>
                </a:moveTo>
                <a:lnTo>
                  <a:pt x="487461" y="71702"/>
                </a:lnTo>
                <a:cubicBezTo>
                  <a:pt x="484645" y="79062"/>
                  <a:pt x="480760" y="84696"/>
                  <a:pt x="475807" y="88604"/>
                </a:cubicBezTo>
                <a:cubicBezTo>
                  <a:pt x="470854" y="92511"/>
                  <a:pt x="465106" y="94465"/>
                  <a:pt x="458564" y="94465"/>
                </a:cubicBezTo>
                <a:cubicBezTo>
                  <a:pt x="450749" y="94465"/>
                  <a:pt x="444546" y="91717"/>
                  <a:pt x="439956" y="86220"/>
                </a:cubicBezTo>
                <a:cubicBezTo>
                  <a:pt x="435368" y="80722"/>
                  <a:pt x="433074" y="73292"/>
                  <a:pt x="433074" y="63931"/>
                </a:cubicBezTo>
                <a:cubicBezTo>
                  <a:pt x="433074" y="58297"/>
                  <a:pt x="433960" y="53185"/>
                  <a:pt x="435732" y="48597"/>
                </a:cubicBezTo>
                <a:cubicBezTo>
                  <a:pt x="437504" y="44007"/>
                  <a:pt x="439980" y="40303"/>
                  <a:pt x="443160" y="37486"/>
                </a:cubicBezTo>
                <a:cubicBezTo>
                  <a:pt x="448430" y="32760"/>
                  <a:pt x="454565" y="30397"/>
                  <a:pt x="461563" y="30397"/>
                </a:cubicBezTo>
                <a:cubicBezTo>
                  <a:pt x="468924" y="30397"/>
                  <a:pt x="474740" y="32987"/>
                  <a:pt x="479010" y="38168"/>
                </a:cubicBezTo>
                <a:cubicBezTo>
                  <a:pt x="480737" y="40349"/>
                  <a:pt x="482009" y="42644"/>
                  <a:pt x="482827" y="45053"/>
                </a:cubicBezTo>
                <a:cubicBezTo>
                  <a:pt x="483645" y="47460"/>
                  <a:pt x="484327" y="50891"/>
                  <a:pt x="484872" y="55344"/>
                </a:cubicBezTo>
                <a:lnTo>
                  <a:pt x="442887" y="55344"/>
                </a:lnTo>
                <a:cubicBezTo>
                  <a:pt x="443069" y="59524"/>
                  <a:pt x="443432" y="62909"/>
                  <a:pt x="443977" y="65499"/>
                </a:cubicBezTo>
                <a:cubicBezTo>
                  <a:pt x="444523" y="68089"/>
                  <a:pt x="445387" y="70702"/>
                  <a:pt x="446569" y="73336"/>
                </a:cubicBezTo>
                <a:cubicBezTo>
                  <a:pt x="450567" y="81152"/>
                  <a:pt x="456428" y="85059"/>
                  <a:pt x="464153" y="85059"/>
                </a:cubicBezTo>
                <a:cubicBezTo>
                  <a:pt x="468515" y="85059"/>
                  <a:pt x="472309" y="83969"/>
                  <a:pt x="475535" y="81790"/>
                </a:cubicBezTo>
                <a:cubicBezTo>
                  <a:pt x="478762" y="79608"/>
                  <a:pt x="482010" y="75927"/>
                  <a:pt x="485282" y="70747"/>
                </a:cubicBezTo>
                <a:moveTo>
                  <a:pt x="443160" y="50981"/>
                </a:moveTo>
                <a:lnTo>
                  <a:pt x="470969" y="50981"/>
                </a:lnTo>
                <a:cubicBezTo>
                  <a:pt x="470060" y="45075"/>
                  <a:pt x="468651" y="40986"/>
                  <a:pt x="466743" y="38715"/>
                </a:cubicBezTo>
                <a:cubicBezTo>
                  <a:pt x="464835" y="36442"/>
                  <a:pt x="461790" y="35306"/>
                  <a:pt x="457609" y="35306"/>
                </a:cubicBezTo>
                <a:cubicBezTo>
                  <a:pt x="453429" y="35306"/>
                  <a:pt x="450157" y="36578"/>
                  <a:pt x="447794" y="39123"/>
                </a:cubicBezTo>
                <a:cubicBezTo>
                  <a:pt x="445432" y="41667"/>
                  <a:pt x="443888" y="45620"/>
                  <a:pt x="443160" y="50981"/>
                </a:cubicBezTo>
                <a:close/>
                <a:moveTo>
                  <a:pt x="556301" y="85197"/>
                </a:moveTo>
                <a:lnTo>
                  <a:pt x="556301" y="87376"/>
                </a:lnTo>
                <a:lnTo>
                  <a:pt x="536262" y="94465"/>
                </a:lnTo>
                <a:lnTo>
                  <a:pt x="535717" y="94057"/>
                </a:lnTo>
                <a:lnTo>
                  <a:pt x="535717" y="85332"/>
                </a:lnTo>
                <a:cubicBezTo>
                  <a:pt x="533446" y="88513"/>
                  <a:pt x="530924" y="90831"/>
                  <a:pt x="528152" y="92285"/>
                </a:cubicBezTo>
                <a:cubicBezTo>
                  <a:pt x="525380" y="93738"/>
                  <a:pt x="522086" y="94465"/>
                  <a:pt x="518270" y="94465"/>
                </a:cubicBezTo>
                <a:cubicBezTo>
                  <a:pt x="513271" y="94465"/>
                  <a:pt x="508863" y="93239"/>
                  <a:pt x="505046" y="90786"/>
                </a:cubicBezTo>
                <a:cubicBezTo>
                  <a:pt x="501229" y="88331"/>
                  <a:pt x="498276" y="84901"/>
                  <a:pt x="496185" y="80494"/>
                </a:cubicBezTo>
                <a:cubicBezTo>
                  <a:pt x="494095" y="76086"/>
                  <a:pt x="493050" y="70974"/>
                  <a:pt x="493050" y="65158"/>
                </a:cubicBezTo>
                <a:cubicBezTo>
                  <a:pt x="493050" y="58706"/>
                  <a:pt x="494323" y="52844"/>
                  <a:pt x="496867" y="47574"/>
                </a:cubicBezTo>
                <a:cubicBezTo>
                  <a:pt x="499412" y="42303"/>
                  <a:pt x="502842" y="38123"/>
                  <a:pt x="507159" y="35033"/>
                </a:cubicBezTo>
                <a:cubicBezTo>
                  <a:pt x="511476" y="31942"/>
                  <a:pt x="516224" y="30397"/>
                  <a:pt x="521405" y="30397"/>
                </a:cubicBezTo>
                <a:cubicBezTo>
                  <a:pt x="524131" y="30397"/>
                  <a:pt x="526562" y="30829"/>
                  <a:pt x="528697" y="31693"/>
                </a:cubicBezTo>
                <a:cubicBezTo>
                  <a:pt x="530833" y="32557"/>
                  <a:pt x="533173" y="34079"/>
                  <a:pt x="535717" y="36258"/>
                </a:cubicBezTo>
                <a:lnTo>
                  <a:pt x="535717" y="14995"/>
                </a:lnTo>
                <a:cubicBezTo>
                  <a:pt x="535717" y="12177"/>
                  <a:pt x="535308" y="10314"/>
                  <a:pt x="534490" y="9406"/>
                </a:cubicBezTo>
                <a:cubicBezTo>
                  <a:pt x="533673" y="8497"/>
                  <a:pt x="531993" y="8043"/>
                  <a:pt x="529448" y="8043"/>
                </a:cubicBezTo>
                <a:cubicBezTo>
                  <a:pt x="528902" y="8043"/>
                  <a:pt x="528401" y="8043"/>
                  <a:pt x="527946" y="8043"/>
                </a:cubicBezTo>
                <a:cubicBezTo>
                  <a:pt x="527493" y="8043"/>
                  <a:pt x="526994" y="8088"/>
                  <a:pt x="526449" y="8179"/>
                </a:cubicBezTo>
                <a:lnTo>
                  <a:pt x="526449" y="5997"/>
                </a:lnTo>
                <a:cubicBezTo>
                  <a:pt x="530811" y="4817"/>
                  <a:pt x="534423" y="3817"/>
                  <a:pt x="537286" y="2999"/>
                </a:cubicBezTo>
                <a:cubicBezTo>
                  <a:pt x="540148" y="2181"/>
                  <a:pt x="543215" y="1181"/>
                  <a:pt x="546487" y="0"/>
                </a:cubicBezTo>
                <a:lnTo>
                  <a:pt x="547168" y="272"/>
                </a:lnTo>
                <a:lnTo>
                  <a:pt x="547168" y="77563"/>
                </a:lnTo>
                <a:cubicBezTo>
                  <a:pt x="547168" y="80652"/>
                  <a:pt x="547554" y="82720"/>
                  <a:pt x="548326" y="83766"/>
                </a:cubicBezTo>
                <a:cubicBezTo>
                  <a:pt x="549098" y="84810"/>
                  <a:pt x="550712" y="85332"/>
                  <a:pt x="553166" y="85332"/>
                </a:cubicBezTo>
                <a:cubicBezTo>
                  <a:pt x="553438" y="85332"/>
                  <a:pt x="553801" y="85332"/>
                  <a:pt x="554256" y="85332"/>
                </a:cubicBezTo>
                <a:cubicBezTo>
                  <a:pt x="554711" y="85332"/>
                  <a:pt x="555393" y="85287"/>
                  <a:pt x="556301" y="85197"/>
                </a:cubicBezTo>
                <a:moveTo>
                  <a:pt x="535717" y="79198"/>
                </a:moveTo>
                <a:lnTo>
                  <a:pt x="535717" y="47846"/>
                </a:lnTo>
                <a:cubicBezTo>
                  <a:pt x="535717" y="45393"/>
                  <a:pt x="535081" y="43144"/>
                  <a:pt x="533808" y="41099"/>
                </a:cubicBezTo>
                <a:cubicBezTo>
                  <a:pt x="532536" y="39053"/>
                  <a:pt x="530833" y="37395"/>
                  <a:pt x="528697" y="36123"/>
                </a:cubicBezTo>
                <a:cubicBezTo>
                  <a:pt x="526562" y="34850"/>
                  <a:pt x="524268" y="34214"/>
                  <a:pt x="521815" y="34214"/>
                </a:cubicBezTo>
                <a:cubicBezTo>
                  <a:pt x="516634" y="34214"/>
                  <a:pt x="512499" y="36532"/>
                  <a:pt x="509409" y="41167"/>
                </a:cubicBezTo>
                <a:cubicBezTo>
                  <a:pt x="506320" y="45801"/>
                  <a:pt x="504775" y="51981"/>
                  <a:pt x="504775" y="59706"/>
                </a:cubicBezTo>
                <a:cubicBezTo>
                  <a:pt x="504775" y="68066"/>
                  <a:pt x="506502" y="74768"/>
                  <a:pt x="509954" y="79811"/>
                </a:cubicBezTo>
                <a:cubicBezTo>
                  <a:pt x="513407" y="84855"/>
                  <a:pt x="517951" y="87376"/>
                  <a:pt x="523587" y="87376"/>
                </a:cubicBezTo>
                <a:cubicBezTo>
                  <a:pt x="527858" y="87376"/>
                  <a:pt x="531129" y="86013"/>
                  <a:pt x="533400" y="83287"/>
                </a:cubicBezTo>
                <a:cubicBezTo>
                  <a:pt x="534945" y="81561"/>
                  <a:pt x="535717" y="80198"/>
                  <a:pt x="535717" y="79198"/>
                </a:cubicBezTo>
                <a:close/>
                <a:moveTo>
                  <a:pt x="592010" y="5452"/>
                </a:moveTo>
                <a:lnTo>
                  <a:pt x="592010" y="2862"/>
                </a:lnTo>
                <a:lnTo>
                  <a:pt x="627996" y="2862"/>
                </a:lnTo>
                <a:cubicBezTo>
                  <a:pt x="634448" y="2862"/>
                  <a:pt x="640401" y="3748"/>
                  <a:pt x="645853" y="5520"/>
                </a:cubicBezTo>
                <a:cubicBezTo>
                  <a:pt x="651305" y="7292"/>
                  <a:pt x="655395" y="9678"/>
                  <a:pt x="658123" y="12678"/>
                </a:cubicBezTo>
                <a:cubicBezTo>
                  <a:pt x="661849" y="16675"/>
                  <a:pt x="663712" y="21628"/>
                  <a:pt x="663712" y="27535"/>
                </a:cubicBezTo>
                <a:cubicBezTo>
                  <a:pt x="663712" y="31988"/>
                  <a:pt x="662553" y="36168"/>
                  <a:pt x="660234" y="40077"/>
                </a:cubicBezTo>
                <a:cubicBezTo>
                  <a:pt x="657917" y="43985"/>
                  <a:pt x="654714" y="47029"/>
                  <a:pt x="650625" y="49209"/>
                </a:cubicBezTo>
                <a:cubicBezTo>
                  <a:pt x="645081" y="52299"/>
                  <a:pt x="637129" y="53845"/>
                  <a:pt x="626769" y="53845"/>
                </a:cubicBezTo>
                <a:cubicBezTo>
                  <a:pt x="625043" y="53845"/>
                  <a:pt x="623498" y="53800"/>
                  <a:pt x="622135" y="53710"/>
                </a:cubicBezTo>
                <a:cubicBezTo>
                  <a:pt x="620772" y="53618"/>
                  <a:pt x="619181" y="53527"/>
                  <a:pt x="617363" y="53435"/>
                </a:cubicBezTo>
                <a:lnTo>
                  <a:pt x="617363" y="78245"/>
                </a:lnTo>
                <a:cubicBezTo>
                  <a:pt x="617455" y="81607"/>
                  <a:pt x="617818" y="84151"/>
                  <a:pt x="618453" y="85879"/>
                </a:cubicBezTo>
                <a:cubicBezTo>
                  <a:pt x="619090" y="87605"/>
                  <a:pt x="620317" y="88787"/>
                  <a:pt x="622135" y="89423"/>
                </a:cubicBezTo>
                <a:cubicBezTo>
                  <a:pt x="623953" y="90058"/>
                  <a:pt x="626634" y="90422"/>
                  <a:pt x="630178" y="90513"/>
                </a:cubicBezTo>
                <a:lnTo>
                  <a:pt x="630178" y="93103"/>
                </a:lnTo>
                <a:lnTo>
                  <a:pt x="592010" y="93103"/>
                </a:lnTo>
                <a:lnTo>
                  <a:pt x="592010" y="90513"/>
                </a:lnTo>
                <a:cubicBezTo>
                  <a:pt x="595463" y="90150"/>
                  <a:pt x="597985" y="89650"/>
                  <a:pt x="599575" y="89013"/>
                </a:cubicBezTo>
                <a:cubicBezTo>
                  <a:pt x="601166" y="88377"/>
                  <a:pt x="602211" y="87128"/>
                  <a:pt x="602710" y="85265"/>
                </a:cubicBezTo>
                <a:cubicBezTo>
                  <a:pt x="603210" y="83402"/>
                  <a:pt x="603461" y="80562"/>
                  <a:pt x="603461" y="76746"/>
                </a:cubicBezTo>
                <a:lnTo>
                  <a:pt x="603461" y="17722"/>
                </a:lnTo>
                <a:cubicBezTo>
                  <a:pt x="603461" y="14359"/>
                  <a:pt x="603188" y="11882"/>
                  <a:pt x="602641" y="10292"/>
                </a:cubicBezTo>
                <a:cubicBezTo>
                  <a:pt x="602096" y="8701"/>
                  <a:pt x="601028" y="7588"/>
                  <a:pt x="599438" y="6951"/>
                </a:cubicBezTo>
                <a:cubicBezTo>
                  <a:pt x="597847" y="6315"/>
                  <a:pt x="595372" y="5815"/>
                  <a:pt x="592010" y="5452"/>
                </a:cubicBezTo>
                <a:moveTo>
                  <a:pt x="617363" y="12540"/>
                </a:moveTo>
                <a:lnTo>
                  <a:pt x="617363" y="47983"/>
                </a:lnTo>
                <a:cubicBezTo>
                  <a:pt x="618908" y="48074"/>
                  <a:pt x="620248" y="48164"/>
                  <a:pt x="621384" y="48256"/>
                </a:cubicBezTo>
                <a:cubicBezTo>
                  <a:pt x="622521" y="48346"/>
                  <a:pt x="623771" y="48391"/>
                  <a:pt x="625134" y="48391"/>
                </a:cubicBezTo>
                <a:cubicBezTo>
                  <a:pt x="640946" y="48391"/>
                  <a:pt x="648852" y="41712"/>
                  <a:pt x="648852" y="28352"/>
                </a:cubicBezTo>
                <a:cubicBezTo>
                  <a:pt x="648852" y="21355"/>
                  <a:pt x="646671" y="16198"/>
                  <a:pt x="642309" y="12881"/>
                </a:cubicBezTo>
                <a:cubicBezTo>
                  <a:pt x="637948" y="9565"/>
                  <a:pt x="631177" y="7906"/>
                  <a:pt x="621998" y="7906"/>
                </a:cubicBezTo>
                <a:cubicBezTo>
                  <a:pt x="620181" y="7906"/>
                  <a:pt x="618955" y="8224"/>
                  <a:pt x="618318" y="8861"/>
                </a:cubicBezTo>
                <a:cubicBezTo>
                  <a:pt x="617682" y="9497"/>
                  <a:pt x="617363" y="10724"/>
                  <a:pt x="617363" y="12540"/>
                </a:cubicBezTo>
                <a:close/>
                <a:moveTo>
                  <a:pt x="725810" y="84107"/>
                </a:moveTo>
                <a:lnTo>
                  <a:pt x="725810" y="87651"/>
                </a:lnTo>
                <a:cubicBezTo>
                  <a:pt x="723447" y="90195"/>
                  <a:pt x="721402" y="91968"/>
                  <a:pt x="719676" y="92967"/>
                </a:cubicBezTo>
                <a:cubicBezTo>
                  <a:pt x="717949" y="93966"/>
                  <a:pt x="715905" y="94465"/>
                  <a:pt x="713542" y="94465"/>
                </a:cubicBezTo>
                <a:cubicBezTo>
                  <a:pt x="710724" y="94465"/>
                  <a:pt x="708657" y="93716"/>
                  <a:pt x="707339" y="92217"/>
                </a:cubicBezTo>
                <a:cubicBezTo>
                  <a:pt x="706022" y="90718"/>
                  <a:pt x="705181" y="88150"/>
                  <a:pt x="704816" y="84514"/>
                </a:cubicBezTo>
                <a:cubicBezTo>
                  <a:pt x="700637" y="88059"/>
                  <a:pt x="697025" y="90603"/>
                  <a:pt x="693980" y="92148"/>
                </a:cubicBezTo>
                <a:cubicBezTo>
                  <a:pt x="690936" y="93693"/>
                  <a:pt x="687914" y="94465"/>
                  <a:pt x="684915" y="94465"/>
                </a:cubicBezTo>
                <a:cubicBezTo>
                  <a:pt x="680734" y="94465"/>
                  <a:pt x="677304" y="93102"/>
                  <a:pt x="674623" y="90376"/>
                </a:cubicBezTo>
                <a:cubicBezTo>
                  <a:pt x="671943" y="87650"/>
                  <a:pt x="670602" y="84151"/>
                  <a:pt x="670602" y="79880"/>
                </a:cubicBezTo>
                <a:cubicBezTo>
                  <a:pt x="670602" y="77609"/>
                  <a:pt x="671057" y="75405"/>
                  <a:pt x="671965" y="73270"/>
                </a:cubicBezTo>
                <a:cubicBezTo>
                  <a:pt x="672875" y="71133"/>
                  <a:pt x="674056" y="69383"/>
                  <a:pt x="675509" y="68020"/>
                </a:cubicBezTo>
                <a:cubicBezTo>
                  <a:pt x="676964" y="66748"/>
                  <a:pt x="678350" y="65636"/>
                  <a:pt x="679667" y="64682"/>
                </a:cubicBezTo>
                <a:cubicBezTo>
                  <a:pt x="680984" y="63728"/>
                  <a:pt x="682574" y="62796"/>
                  <a:pt x="684437" y="61888"/>
                </a:cubicBezTo>
                <a:cubicBezTo>
                  <a:pt x="686300" y="60979"/>
                  <a:pt x="688823" y="59842"/>
                  <a:pt x="692004" y="58479"/>
                </a:cubicBezTo>
                <a:cubicBezTo>
                  <a:pt x="695185" y="57116"/>
                  <a:pt x="699410" y="55389"/>
                  <a:pt x="704681" y="53298"/>
                </a:cubicBezTo>
                <a:lnTo>
                  <a:pt x="704681" y="44984"/>
                </a:lnTo>
                <a:cubicBezTo>
                  <a:pt x="704681" y="37441"/>
                  <a:pt x="701228" y="33669"/>
                  <a:pt x="694321" y="33669"/>
                </a:cubicBezTo>
                <a:cubicBezTo>
                  <a:pt x="691594" y="33669"/>
                  <a:pt x="689277" y="34328"/>
                  <a:pt x="687369" y="35647"/>
                </a:cubicBezTo>
                <a:cubicBezTo>
                  <a:pt x="685461" y="36964"/>
                  <a:pt x="684507" y="38532"/>
                  <a:pt x="684507" y="40350"/>
                </a:cubicBezTo>
                <a:cubicBezTo>
                  <a:pt x="684507" y="41258"/>
                  <a:pt x="684643" y="42348"/>
                  <a:pt x="684915" y="43620"/>
                </a:cubicBezTo>
                <a:cubicBezTo>
                  <a:pt x="685006" y="44074"/>
                  <a:pt x="685074" y="44483"/>
                  <a:pt x="685119" y="44847"/>
                </a:cubicBezTo>
                <a:cubicBezTo>
                  <a:pt x="685165" y="45210"/>
                  <a:pt x="685187" y="45528"/>
                  <a:pt x="685187" y="45801"/>
                </a:cubicBezTo>
                <a:cubicBezTo>
                  <a:pt x="685187" y="47256"/>
                  <a:pt x="684574" y="48574"/>
                  <a:pt x="683347" y="49756"/>
                </a:cubicBezTo>
                <a:cubicBezTo>
                  <a:pt x="682121" y="50937"/>
                  <a:pt x="680690" y="51528"/>
                  <a:pt x="679054" y="51528"/>
                </a:cubicBezTo>
                <a:cubicBezTo>
                  <a:pt x="677417" y="51528"/>
                  <a:pt x="676031" y="50937"/>
                  <a:pt x="674896" y="49756"/>
                </a:cubicBezTo>
                <a:cubicBezTo>
                  <a:pt x="673760" y="48574"/>
                  <a:pt x="673192" y="47210"/>
                  <a:pt x="673192" y="45664"/>
                </a:cubicBezTo>
                <a:cubicBezTo>
                  <a:pt x="673192" y="42756"/>
                  <a:pt x="674214" y="40167"/>
                  <a:pt x="676258" y="37895"/>
                </a:cubicBezTo>
                <a:cubicBezTo>
                  <a:pt x="678303" y="35624"/>
                  <a:pt x="681052" y="33807"/>
                  <a:pt x="684505" y="32444"/>
                </a:cubicBezTo>
                <a:cubicBezTo>
                  <a:pt x="687959" y="31079"/>
                  <a:pt x="691822" y="30397"/>
                  <a:pt x="696093" y="30397"/>
                </a:cubicBezTo>
                <a:cubicBezTo>
                  <a:pt x="704271" y="30397"/>
                  <a:pt x="709906" y="32896"/>
                  <a:pt x="712997" y="37895"/>
                </a:cubicBezTo>
                <a:cubicBezTo>
                  <a:pt x="713995" y="39532"/>
                  <a:pt x="714699" y="41440"/>
                  <a:pt x="715108" y="43622"/>
                </a:cubicBezTo>
                <a:cubicBezTo>
                  <a:pt x="715517" y="45801"/>
                  <a:pt x="715722" y="48664"/>
                  <a:pt x="715722" y="52208"/>
                </a:cubicBezTo>
                <a:lnTo>
                  <a:pt x="715722" y="78790"/>
                </a:lnTo>
                <a:cubicBezTo>
                  <a:pt x="715722" y="81788"/>
                  <a:pt x="716017" y="83856"/>
                  <a:pt x="716608" y="84993"/>
                </a:cubicBezTo>
                <a:cubicBezTo>
                  <a:pt x="717199" y="86128"/>
                  <a:pt x="718266" y="86696"/>
                  <a:pt x="719811" y="86696"/>
                </a:cubicBezTo>
                <a:cubicBezTo>
                  <a:pt x="721720" y="86696"/>
                  <a:pt x="723720" y="85833"/>
                  <a:pt x="725810" y="84107"/>
                </a:cubicBezTo>
                <a:moveTo>
                  <a:pt x="704681" y="76336"/>
                </a:moveTo>
                <a:lnTo>
                  <a:pt x="704681" y="56570"/>
                </a:lnTo>
                <a:cubicBezTo>
                  <a:pt x="696684" y="59387"/>
                  <a:pt x="691027" y="62228"/>
                  <a:pt x="687710" y="65091"/>
                </a:cubicBezTo>
                <a:cubicBezTo>
                  <a:pt x="684394" y="67953"/>
                  <a:pt x="682689" y="71429"/>
                  <a:pt x="682598" y="75518"/>
                </a:cubicBezTo>
                <a:lnTo>
                  <a:pt x="682598" y="76063"/>
                </a:lnTo>
                <a:cubicBezTo>
                  <a:pt x="682598" y="78971"/>
                  <a:pt x="683438" y="81448"/>
                  <a:pt x="685119" y="83493"/>
                </a:cubicBezTo>
                <a:cubicBezTo>
                  <a:pt x="686801" y="85537"/>
                  <a:pt x="688823" y="86559"/>
                  <a:pt x="691186" y="86559"/>
                </a:cubicBezTo>
                <a:cubicBezTo>
                  <a:pt x="694276" y="86559"/>
                  <a:pt x="697593" y="85559"/>
                  <a:pt x="701137" y="83560"/>
                </a:cubicBezTo>
                <a:cubicBezTo>
                  <a:pt x="702590" y="82743"/>
                  <a:pt x="703544" y="81835"/>
                  <a:pt x="703999" y="80835"/>
                </a:cubicBezTo>
                <a:cubicBezTo>
                  <a:pt x="704454" y="79835"/>
                  <a:pt x="704681" y="78335"/>
                  <a:pt x="704681" y="76336"/>
                </a:cubicBezTo>
                <a:close/>
                <a:moveTo>
                  <a:pt x="780274" y="71837"/>
                </a:moveTo>
                <a:lnTo>
                  <a:pt x="782183" y="73064"/>
                </a:lnTo>
                <a:cubicBezTo>
                  <a:pt x="780184" y="77063"/>
                  <a:pt x="778412" y="80176"/>
                  <a:pt x="776867" y="82403"/>
                </a:cubicBezTo>
                <a:cubicBezTo>
                  <a:pt x="775322" y="84629"/>
                  <a:pt x="773641" y="86514"/>
                  <a:pt x="771823" y="88059"/>
                </a:cubicBezTo>
                <a:cubicBezTo>
                  <a:pt x="766825" y="92330"/>
                  <a:pt x="761327" y="94465"/>
                  <a:pt x="755329" y="94465"/>
                </a:cubicBezTo>
                <a:cubicBezTo>
                  <a:pt x="750331" y="94465"/>
                  <a:pt x="745879" y="93171"/>
                  <a:pt x="741971" y="90582"/>
                </a:cubicBezTo>
                <a:cubicBezTo>
                  <a:pt x="738063" y="87991"/>
                  <a:pt x="734996" y="84402"/>
                  <a:pt x="732769" y="79814"/>
                </a:cubicBezTo>
                <a:cubicBezTo>
                  <a:pt x="730542" y="75224"/>
                  <a:pt x="729429" y="70020"/>
                  <a:pt x="729429" y="64203"/>
                </a:cubicBezTo>
                <a:cubicBezTo>
                  <a:pt x="729429" y="53025"/>
                  <a:pt x="732973" y="44301"/>
                  <a:pt x="740061" y="38031"/>
                </a:cubicBezTo>
                <a:cubicBezTo>
                  <a:pt x="745879" y="32942"/>
                  <a:pt x="752286" y="30397"/>
                  <a:pt x="759283" y="30397"/>
                </a:cubicBezTo>
                <a:cubicBezTo>
                  <a:pt x="763099" y="30397"/>
                  <a:pt x="766597" y="31034"/>
                  <a:pt x="769778" y="32306"/>
                </a:cubicBezTo>
                <a:cubicBezTo>
                  <a:pt x="772959" y="33578"/>
                  <a:pt x="775504" y="35282"/>
                  <a:pt x="777412" y="37419"/>
                </a:cubicBezTo>
                <a:cubicBezTo>
                  <a:pt x="779320" y="39555"/>
                  <a:pt x="780274" y="41895"/>
                  <a:pt x="780274" y="44439"/>
                </a:cubicBezTo>
                <a:cubicBezTo>
                  <a:pt x="780274" y="45984"/>
                  <a:pt x="779660" y="47324"/>
                  <a:pt x="778433" y="48460"/>
                </a:cubicBezTo>
                <a:cubicBezTo>
                  <a:pt x="777207" y="49595"/>
                  <a:pt x="775686" y="50163"/>
                  <a:pt x="773868" y="50163"/>
                </a:cubicBezTo>
                <a:cubicBezTo>
                  <a:pt x="770687" y="50163"/>
                  <a:pt x="768505" y="48074"/>
                  <a:pt x="767324" y="43894"/>
                </a:cubicBezTo>
                <a:lnTo>
                  <a:pt x="766507" y="40895"/>
                </a:lnTo>
                <a:cubicBezTo>
                  <a:pt x="765870" y="38350"/>
                  <a:pt x="764984" y="36624"/>
                  <a:pt x="763848" y="35716"/>
                </a:cubicBezTo>
                <a:cubicBezTo>
                  <a:pt x="762713" y="34806"/>
                  <a:pt x="760918" y="34351"/>
                  <a:pt x="758465" y="34351"/>
                </a:cubicBezTo>
                <a:cubicBezTo>
                  <a:pt x="752921" y="34351"/>
                  <a:pt x="748445" y="36532"/>
                  <a:pt x="745037" y="40895"/>
                </a:cubicBezTo>
                <a:cubicBezTo>
                  <a:pt x="741630" y="45256"/>
                  <a:pt x="739926" y="50981"/>
                  <a:pt x="739926" y="58069"/>
                </a:cubicBezTo>
                <a:cubicBezTo>
                  <a:pt x="739926" y="63250"/>
                  <a:pt x="740812" y="67840"/>
                  <a:pt x="742584" y="71839"/>
                </a:cubicBezTo>
                <a:cubicBezTo>
                  <a:pt x="744357" y="75837"/>
                  <a:pt x="746833" y="78972"/>
                  <a:pt x="750012" y="81245"/>
                </a:cubicBezTo>
                <a:cubicBezTo>
                  <a:pt x="753193" y="83516"/>
                  <a:pt x="756874" y="84652"/>
                  <a:pt x="761055" y="84652"/>
                </a:cubicBezTo>
                <a:cubicBezTo>
                  <a:pt x="764962" y="84652"/>
                  <a:pt x="768324" y="83698"/>
                  <a:pt x="771141" y="81790"/>
                </a:cubicBezTo>
                <a:cubicBezTo>
                  <a:pt x="773958" y="79880"/>
                  <a:pt x="777003" y="76563"/>
                  <a:pt x="780274" y="71837"/>
                </a:cubicBezTo>
                <a:close/>
                <a:moveTo>
                  <a:pt x="787439" y="93103"/>
                </a:moveTo>
                <a:lnTo>
                  <a:pt x="787439" y="91058"/>
                </a:lnTo>
                <a:cubicBezTo>
                  <a:pt x="790710" y="90513"/>
                  <a:pt x="793050" y="90013"/>
                  <a:pt x="794459" y="89558"/>
                </a:cubicBezTo>
                <a:cubicBezTo>
                  <a:pt x="795868" y="89103"/>
                  <a:pt x="796754" y="88331"/>
                  <a:pt x="797117" y="87241"/>
                </a:cubicBezTo>
                <a:cubicBezTo>
                  <a:pt x="797481" y="86151"/>
                  <a:pt x="797662" y="84379"/>
                  <a:pt x="797662" y="81925"/>
                </a:cubicBezTo>
                <a:lnTo>
                  <a:pt x="797662" y="16222"/>
                </a:lnTo>
                <a:cubicBezTo>
                  <a:pt x="797662" y="12949"/>
                  <a:pt x="797276" y="10745"/>
                  <a:pt x="796504" y="9610"/>
                </a:cubicBezTo>
                <a:cubicBezTo>
                  <a:pt x="795731" y="8474"/>
                  <a:pt x="794164" y="7906"/>
                  <a:pt x="791801" y="7906"/>
                </a:cubicBezTo>
                <a:cubicBezTo>
                  <a:pt x="791164" y="7906"/>
                  <a:pt x="790505" y="7929"/>
                  <a:pt x="789823" y="7975"/>
                </a:cubicBezTo>
                <a:cubicBezTo>
                  <a:pt x="789142" y="8020"/>
                  <a:pt x="788347" y="8088"/>
                  <a:pt x="787439" y="8179"/>
                </a:cubicBezTo>
                <a:lnTo>
                  <a:pt x="787439" y="5997"/>
                </a:lnTo>
                <a:lnTo>
                  <a:pt x="791528" y="4907"/>
                </a:lnTo>
                <a:cubicBezTo>
                  <a:pt x="795526" y="3817"/>
                  <a:pt x="798729" y="2931"/>
                  <a:pt x="801138" y="2251"/>
                </a:cubicBezTo>
                <a:cubicBezTo>
                  <a:pt x="803547" y="1568"/>
                  <a:pt x="806023" y="818"/>
                  <a:pt x="808568" y="0"/>
                </a:cubicBezTo>
                <a:lnTo>
                  <a:pt x="809113" y="272"/>
                </a:lnTo>
                <a:lnTo>
                  <a:pt x="809113" y="57524"/>
                </a:lnTo>
                <a:lnTo>
                  <a:pt x="827787" y="40895"/>
                </a:lnTo>
                <a:cubicBezTo>
                  <a:pt x="829878" y="38985"/>
                  <a:pt x="830924" y="37395"/>
                  <a:pt x="830924" y="36123"/>
                </a:cubicBezTo>
                <a:cubicBezTo>
                  <a:pt x="830924" y="35215"/>
                  <a:pt x="830446" y="34602"/>
                  <a:pt x="829490" y="34285"/>
                </a:cubicBezTo>
                <a:cubicBezTo>
                  <a:pt x="828536" y="33966"/>
                  <a:pt x="826742" y="33760"/>
                  <a:pt x="824107" y="33669"/>
                </a:cubicBezTo>
                <a:lnTo>
                  <a:pt x="824107" y="31762"/>
                </a:lnTo>
                <a:lnTo>
                  <a:pt x="851915" y="31762"/>
                </a:lnTo>
                <a:lnTo>
                  <a:pt x="851915" y="33806"/>
                </a:lnTo>
                <a:cubicBezTo>
                  <a:pt x="849734" y="33715"/>
                  <a:pt x="847757" y="33851"/>
                  <a:pt x="845985" y="34216"/>
                </a:cubicBezTo>
                <a:cubicBezTo>
                  <a:pt x="844214" y="34579"/>
                  <a:pt x="842329" y="35352"/>
                  <a:pt x="840329" y="36533"/>
                </a:cubicBezTo>
                <a:cubicBezTo>
                  <a:pt x="838330" y="37714"/>
                  <a:pt x="835921" y="39464"/>
                  <a:pt x="833103" y="41781"/>
                </a:cubicBezTo>
                <a:cubicBezTo>
                  <a:pt x="830287" y="44098"/>
                  <a:pt x="826743" y="47165"/>
                  <a:pt x="822473" y="50981"/>
                </a:cubicBezTo>
                <a:lnTo>
                  <a:pt x="818518" y="54662"/>
                </a:lnTo>
                <a:lnTo>
                  <a:pt x="839375" y="81107"/>
                </a:lnTo>
                <a:cubicBezTo>
                  <a:pt x="842282" y="84560"/>
                  <a:pt x="844918" y="87037"/>
                  <a:pt x="847281" y="88537"/>
                </a:cubicBezTo>
                <a:cubicBezTo>
                  <a:pt x="849644" y="90036"/>
                  <a:pt x="852325" y="90876"/>
                  <a:pt x="855324" y="91058"/>
                </a:cubicBezTo>
                <a:lnTo>
                  <a:pt x="855324" y="93103"/>
                </a:lnTo>
                <a:lnTo>
                  <a:pt x="825607" y="93103"/>
                </a:lnTo>
                <a:lnTo>
                  <a:pt x="825607" y="91058"/>
                </a:lnTo>
                <a:lnTo>
                  <a:pt x="828197" y="91058"/>
                </a:lnTo>
                <a:cubicBezTo>
                  <a:pt x="830105" y="91058"/>
                  <a:pt x="831059" y="90376"/>
                  <a:pt x="831059" y="89013"/>
                </a:cubicBezTo>
                <a:cubicBezTo>
                  <a:pt x="831059" y="88377"/>
                  <a:pt x="830559" y="87423"/>
                  <a:pt x="829559" y="86151"/>
                </a:cubicBezTo>
                <a:cubicBezTo>
                  <a:pt x="829377" y="85970"/>
                  <a:pt x="829173" y="85720"/>
                  <a:pt x="828945" y="85402"/>
                </a:cubicBezTo>
                <a:cubicBezTo>
                  <a:pt x="828719" y="85084"/>
                  <a:pt x="828470" y="84742"/>
                  <a:pt x="828197" y="84379"/>
                </a:cubicBezTo>
                <a:lnTo>
                  <a:pt x="809113" y="58887"/>
                </a:lnTo>
                <a:lnTo>
                  <a:pt x="809113" y="83969"/>
                </a:lnTo>
                <a:cubicBezTo>
                  <a:pt x="809204" y="86514"/>
                  <a:pt x="809772" y="88263"/>
                  <a:pt x="810816" y="89217"/>
                </a:cubicBezTo>
                <a:cubicBezTo>
                  <a:pt x="811862" y="90171"/>
                  <a:pt x="813793" y="90739"/>
                  <a:pt x="816609" y="90921"/>
                </a:cubicBezTo>
                <a:lnTo>
                  <a:pt x="819336" y="91058"/>
                </a:lnTo>
                <a:lnTo>
                  <a:pt x="819336" y="93103"/>
                </a:lnTo>
                <a:lnTo>
                  <a:pt x="787439" y="93103"/>
                </a:lnTo>
                <a:close/>
                <a:moveTo>
                  <a:pt x="911015" y="70747"/>
                </a:moveTo>
                <a:lnTo>
                  <a:pt x="913195" y="71702"/>
                </a:lnTo>
                <a:cubicBezTo>
                  <a:pt x="910379" y="79062"/>
                  <a:pt x="906494" y="84696"/>
                  <a:pt x="901541" y="88604"/>
                </a:cubicBezTo>
                <a:cubicBezTo>
                  <a:pt x="896588" y="92511"/>
                  <a:pt x="890840" y="94465"/>
                  <a:pt x="884298" y="94465"/>
                </a:cubicBezTo>
                <a:cubicBezTo>
                  <a:pt x="876482" y="94465"/>
                  <a:pt x="870280" y="91717"/>
                  <a:pt x="865690" y="86220"/>
                </a:cubicBezTo>
                <a:cubicBezTo>
                  <a:pt x="861101" y="80722"/>
                  <a:pt x="858807" y="73292"/>
                  <a:pt x="858807" y="63931"/>
                </a:cubicBezTo>
                <a:cubicBezTo>
                  <a:pt x="858807" y="58297"/>
                  <a:pt x="859693" y="53185"/>
                  <a:pt x="861465" y="48597"/>
                </a:cubicBezTo>
                <a:cubicBezTo>
                  <a:pt x="863238" y="44007"/>
                  <a:pt x="865714" y="40303"/>
                  <a:pt x="868893" y="37486"/>
                </a:cubicBezTo>
                <a:cubicBezTo>
                  <a:pt x="874164" y="32760"/>
                  <a:pt x="880298" y="30397"/>
                  <a:pt x="887297" y="30397"/>
                </a:cubicBezTo>
                <a:cubicBezTo>
                  <a:pt x="894657" y="30397"/>
                  <a:pt x="900473" y="32987"/>
                  <a:pt x="904744" y="38168"/>
                </a:cubicBezTo>
                <a:cubicBezTo>
                  <a:pt x="906470" y="40349"/>
                  <a:pt x="907743" y="42644"/>
                  <a:pt x="908561" y="45053"/>
                </a:cubicBezTo>
                <a:cubicBezTo>
                  <a:pt x="909379" y="47460"/>
                  <a:pt x="910060" y="50891"/>
                  <a:pt x="910605" y="55344"/>
                </a:cubicBezTo>
                <a:lnTo>
                  <a:pt x="868621" y="55344"/>
                </a:lnTo>
                <a:cubicBezTo>
                  <a:pt x="868802" y="59524"/>
                  <a:pt x="869166" y="62909"/>
                  <a:pt x="869711" y="65499"/>
                </a:cubicBezTo>
                <a:cubicBezTo>
                  <a:pt x="870257" y="68089"/>
                  <a:pt x="871121" y="70702"/>
                  <a:pt x="872302" y="73336"/>
                </a:cubicBezTo>
                <a:cubicBezTo>
                  <a:pt x="876300" y="81152"/>
                  <a:pt x="882161" y="85059"/>
                  <a:pt x="889887" y="85059"/>
                </a:cubicBezTo>
                <a:cubicBezTo>
                  <a:pt x="894249" y="85059"/>
                  <a:pt x="898043" y="83969"/>
                  <a:pt x="901268" y="81790"/>
                </a:cubicBezTo>
                <a:cubicBezTo>
                  <a:pt x="904495" y="79608"/>
                  <a:pt x="907744" y="75927"/>
                  <a:pt x="911015" y="70747"/>
                </a:cubicBezTo>
                <a:moveTo>
                  <a:pt x="868893" y="50981"/>
                </a:moveTo>
                <a:lnTo>
                  <a:pt x="896703" y="50981"/>
                </a:lnTo>
                <a:cubicBezTo>
                  <a:pt x="895793" y="45075"/>
                  <a:pt x="894384" y="40986"/>
                  <a:pt x="892476" y="38715"/>
                </a:cubicBezTo>
                <a:cubicBezTo>
                  <a:pt x="890568" y="36442"/>
                  <a:pt x="887524" y="35306"/>
                  <a:pt x="883343" y="35306"/>
                </a:cubicBezTo>
                <a:cubicBezTo>
                  <a:pt x="879162" y="35306"/>
                  <a:pt x="875890" y="36578"/>
                  <a:pt x="873527" y="39123"/>
                </a:cubicBezTo>
                <a:cubicBezTo>
                  <a:pt x="871166" y="41667"/>
                  <a:pt x="869621" y="45620"/>
                  <a:pt x="868893" y="50981"/>
                </a:cubicBezTo>
                <a:close/>
                <a:moveTo>
                  <a:pt x="950350" y="31762"/>
                </a:moveTo>
                <a:lnTo>
                  <a:pt x="950350" y="36123"/>
                </a:lnTo>
                <a:lnTo>
                  <a:pt x="936582" y="36123"/>
                </a:lnTo>
                <a:lnTo>
                  <a:pt x="936582" y="75109"/>
                </a:lnTo>
                <a:cubicBezTo>
                  <a:pt x="936582" y="79380"/>
                  <a:pt x="937127" y="82492"/>
                  <a:pt x="938217" y="84446"/>
                </a:cubicBezTo>
                <a:cubicBezTo>
                  <a:pt x="939309" y="86400"/>
                  <a:pt x="941126" y="87376"/>
                  <a:pt x="943671" y="87376"/>
                </a:cubicBezTo>
                <a:cubicBezTo>
                  <a:pt x="945216" y="87376"/>
                  <a:pt x="946601" y="87013"/>
                  <a:pt x="947827" y="86286"/>
                </a:cubicBezTo>
                <a:cubicBezTo>
                  <a:pt x="949054" y="85560"/>
                  <a:pt x="950395" y="84333"/>
                  <a:pt x="951849" y="82607"/>
                </a:cubicBezTo>
                <a:lnTo>
                  <a:pt x="953622" y="84107"/>
                </a:lnTo>
                <a:cubicBezTo>
                  <a:pt x="949259" y="91012"/>
                  <a:pt x="943806" y="94465"/>
                  <a:pt x="937262" y="94465"/>
                </a:cubicBezTo>
                <a:cubicBezTo>
                  <a:pt x="929175" y="94465"/>
                  <a:pt x="925132" y="88694"/>
                  <a:pt x="925132" y="77153"/>
                </a:cubicBezTo>
                <a:lnTo>
                  <a:pt x="925132" y="36123"/>
                </a:lnTo>
                <a:lnTo>
                  <a:pt x="917906" y="36123"/>
                </a:lnTo>
                <a:cubicBezTo>
                  <a:pt x="917543" y="35850"/>
                  <a:pt x="917361" y="35532"/>
                  <a:pt x="917361" y="35169"/>
                </a:cubicBezTo>
                <a:cubicBezTo>
                  <a:pt x="917361" y="34442"/>
                  <a:pt x="918133" y="33579"/>
                  <a:pt x="919678" y="32579"/>
                </a:cubicBezTo>
                <a:cubicBezTo>
                  <a:pt x="921678" y="31398"/>
                  <a:pt x="923859" y="29467"/>
                  <a:pt x="926222" y="26786"/>
                </a:cubicBezTo>
                <a:cubicBezTo>
                  <a:pt x="928585" y="24104"/>
                  <a:pt x="931720" y="19901"/>
                  <a:pt x="935628" y="14177"/>
                </a:cubicBezTo>
                <a:cubicBezTo>
                  <a:pt x="936264" y="14177"/>
                  <a:pt x="936582" y="14768"/>
                  <a:pt x="936582" y="15949"/>
                </a:cubicBezTo>
                <a:lnTo>
                  <a:pt x="936582" y="31762"/>
                </a:lnTo>
                <a:lnTo>
                  <a:pt x="950350" y="317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0EDA2-0316-488C-8DFD-5034FA6C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811" y="1885360"/>
            <a:ext cx="1019004" cy="317300"/>
          </a:xfrm>
          <a:custGeom xmlns:a="http://schemas.openxmlformats.org/drawingml/2006/main">
            <a:pathLst>
              <a:path w="1019004" h="317300">
                <a:moveTo>
                  <a:pt x="0" y="317300"/>
                </a:moveTo>
                <a:lnTo>
                  <a:pt x="0" y="0"/>
                </a:lnTo>
                <a:lnTo>
                  <a:pt x="1019004" y="0"/>
                </a:lnTo>
                <a:lnTo>
                  <a:pt x="1019004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53FBB-E58F-41A1-B730-2FEF6B8C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811" y="1885360"/>
            <a:ext cx="1019004" cy="317300"/>
          </a:xfrm>
          <a:custGeom xmlns:a="http://schemas.openxmlformats.org/drawingml/2006/main">
            <a:pathLst>
              <a:path w="1019004" h="317300" fill="none">
                <a:moveTo>
                  <a:pt x="0" y="317300"/>
                </a:moveTo>
                <a:lnTo>
                  <a:pt x="1019004" y="317300"/>
                </a:lnTo>
                <a:lnTo>
                  <a:pt x="1019004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46" name="Text MAC">
            <a:extLst xmlns:a="http://schemas.openxmlformats.org/drawingml/2006/main">
              <a:ext uri="{FF2B5EF4-FFF2-40B4-BE49-F238E27FC236}">
                <a16:creationId xmlns:a16="http://schemas.microsoft.com/office/drawing/2014/main" id="{A38253BC-E70A-437E-A10C-82DD86E2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091" y="1996630"/>
            <a:ext cx="304254" cy="94057"/>
          </a:xfrm>
          <a:custGeom xmlns:a="http://schemas.openxmlformats.org/drawingml/2006/main">
            <a:pathLst>
              <a:path w="304254" h="94057">
                <a:moveTo>
                  <a:pt x="116005" y="1907"/>
                </a:moveTo>
                <a:lnTo>
                  <a:pt x="116005" y="4497"/>
                </a:lnTo>
                <a:cubicBezTo>
                  <a:pt x="112733" y="4679"/>
                  <a:pt x="110256" y="5111"/>
                  <a:pt x="108574" y="5793"/>
                </a:cubicBezTo>
                <a:cubicBezTo>
                  <a:pt x="106893" y="6474"/>
                  <a:pt x="105757" y="7655"/>
                  <a:pt x="105167" y="9337"/>
                </a:cubicBezTo>
                <a:cubicBezTo>
                  <a:pt x="104576" y="11018"/>
                  <a:pt x="104235" y="13494"/>
                  <a:pt x="104145" y="16767"/>
                </a:cubicBezTo>
                <a:lnTo>
                  <a:pt x="104145" y="77291"/>
                </a:lnTo>
                <a:cubicBezTo>
                  <a:pt x="104235" y="80562"/>
                  <a:pt x="104576" y="83038"/>
                  <a:pt x="105167" y="84720"/>
                </a:cubicBezTo>
                <a:cubicBezTo>
                  <a:pt x="105757" y="86401"/>
                  <a:pt x="106893" y="87582"/>
                  <a:pt x="108574" y="88265"/>
                </a:cubicBezTo>
                <a:cubicBezTo>
                  <a:pt x="110256" y="88945"/>
                  <a:pt x="112733" y="89377"/>
                  <a:pt x="116005" y="89558"/>
                </a:cubicBezTo>
                <a:lnTo>
                  <a:pt x="116005" y="92148"/>
                </a:lnTo>
                <a:lnTo>
                  <a:pt x="77835" y="92148"/>
                </a:lnTo>
                <a:lnTo>
                  <a:pt x="77835" y="89558"/>
                </a:lnTo>
                <a:cubicBezTo>
                  <a:pt x="81471" y="89285"/>
                  <a:pt x="84152" y="88831"/>
                  <a:pt x="85879" y="88196"/>
                </a:cubicBezTo>
                <a:cubicBezTo>
                  <a:pt x="87605" y="87559"/>
                  <a:pt x="88764" y="86287"/>
                  <a:pt x="89354" y="84379"/>
                </a:cubicBezTo>
                <a:cubicBezTo>
                  <a:pt x="89945" y="82470"/>
                  <a:pt x="90241" y="79607"/>
                  <a:pt x="90241" y="75791"/>
                </a:cubicBezTo>
                <a:lnTo>
                  <a:pt x="90241" y="14040"/>
                </a:lnTo>
                <a:lnTo>
                  <a:pt x="55344" y="92148"/>
                </a:lnTo>
                <a:lnTo>
                  <a:pt x="53437" y="92148"/>
                </a:lnTo>
                <a:lnTo>
                  <a:pt x="19221" y="17175"/>
                </a:lnTo>
                <a:lnTo>
                  <a:pt x="19221" y="72109"/>
                </a:lnTo>
                <a:cubicBezTo>
                  <a:pt x="19313" y="76745"/>
                  <a:pt x="19699" y="80289"/>
                  <a:pt x="20380" y="82742"/>
                </a:cubicBezTo>
                <a:cubicBezTo>
                  <a:pt x="21062" y="85195"/>
                  <a:pt x="22311" y="86899"/>
                  <a:pt x="24128" y="87855"/>
                </a:cubicBezTo>
                <a:cubicBezTo>
                  <a:pt x="25946" y="88809"/>
                  <a:pt x="28581" y="89377"/>
                  <a:pt x="32034" y="89558"/>
                </a:cubicBezTo>
                <a:lnTo>
                  <a:pt x="32034" y="92148"/>
                </a:lnTo>
                <a:lnTo>
                  <a:pt x="0" y="92148"/>
                </a:lnTo>
                <a:lnTo>
                  <a:pt x="0" y="89558"/>
                </a:lnTo>
                <a:cubicBezTo>
                  <a:pt x="3726" y="89285"/>
                  <a:pt x="6520" y="88717"/>
                  <a:pt x="8382" y="87855"/>
                </a:cubicBezTo>
                <a:cubicBezTo>
                  <a:pt x="10246" y="86991"/>
                  <a:pt x="11496" y="85355"/>
                  <a:pt x="12133" y="82948"/>
                </a:cubicBezTo>
                <a:cubicBezTo>
                  <a:pt x="12769" y="80539"/>
                  <a:pt x="13132" y="76927"/>
                  <a:pt x="13223" y="72109"/>
                </a:cubicBezTo>
                <a:lnTo>
                  <a:pt x="13223" y="16767"/>
                </a:lnTo>
                <a:cubicBezTo>
                  <a:pt x="13132" y="13313"/>
                  <a:pt x="12792" y="10745"/>
                  <a:pt x="12201" y="9065"/>
                </a:cubicBezTo>
                <a:cubicBezTo>
                  <a:pt x="11611" y="7383"/>
                  <a:pt x="10406" y="6246"/>
                  <a:pt x="8588" y="5656"/>
                </a:cubicBezTo>
                <a:cubicBezTo>
                  <a:pt x="6770" y="5065"/>
                  <a:pt x="3999" y="4679"/>
                  <a:pt x="275" y="4497"/>
                </a:cubicBezTo>
                <a:lnTo>
                  <a:pt x="275" y="1907"/>
                </a:lnTo>
                <a:lnTo>
                  <a:pt x="27265" y="1907"/>
                </a:lnTo>
                <a:lnTo>
                  <a:pt x="58752" y="70747"/>
                </a:lnTo>
                <a:lnTo>
                  <a:pt x="88878" y="1907"/>
                </a:lnTo>
                <a:lnTo>
                  <a:pt x="116005" y="1907"/>
                </a:lnTo>
                <a:close/>
                <a:moveTo>
                  <a:pt x="215786" y="89558"/>
                </a:moveTo>
                <a:lnTo>
                  <a:pt x="215786" y="92148"/>
                </a:lnTo>
                <a:lnTo>
                  <a:pt x="181027" y="92148"/>
                </a:lnTo>
                <a:lnTo>
                  <a:pt x="181027" y="89558"/>
                </a:lnTo>
                <a:cubicBezTo>
                  <a:pt x="184661" y="89467"/>
                  <a:pt x="187160" y="89103"/>
                  <a:pt x="188523" y="88468"/>
                </a:cubicBezTo>
                <a:cubicBezTo>
                  <a:pt x="189886" y="87832"/>
                  <a:pt x="190568" y="86650"/>
                  <a:pt x="190568" y="84924"/>
                </a:cubicBezTo>
                <a:cubicBezTo>
                  <a:pt x="190568" y="82743"/>
                  <a:pt x="189705" y="79698"/>
                  <a:pt x="187978" y="75791"/>
                </a:cubicBezTo>
                <a:lnTo>
                  <a:pt x="182389" y="62704"/>
                </a:lnTo>
                <a:lnTo>
                  <a:pt x="146676" y="62704"/>
                </a:lnTo>
                <a:lnTo>
                  <a:pt x="140405" y="78653"/>
                </a:lnTo>
                <a:cubicBezTo>
                  <a:pt x="139678" y="80561"/>
                  <a:pt x="139315" y="82333"/>
                  <a:pt x="139315" y="83969"/>
                </a:cubicBezTo>
                <a:cubicBezTo>
                  <a:pt x="139315" y="85969"/>
                  <a:pt x="140041" y="87401"/>
                  <a:pt x="141495" y="88265"/>
                </a:cubicBezTo>
                <a:cubicBezTo>
                  <a:pt x="142949" y="89127"/>
                  <a:pt x="145312" y="89558"/>
                  <a:pt x="148583" y="89558"/>
                </a:cubicBezTo>
                <a:lnTo>
                  <a:pt x="148583" y="92148"/>
                </a:lnTo>
                <a:lnTo>
                  <a:pt x="121593" y="92148"/>
                </a:lnTo>
                <a:lnTo>
                  <a:pt x="121593" y="89558"/>
                </a:lnTo>
                <a:cubicBezTo>
                  <a:pt x="123229" y="89467"/>
                  <a:pt x="124638" y="89171"/>
                  <a:pt x="125820" y="88672"/>
                </a:cubicBezTo>
                <a:cubicBezTo>
                  <a:pt x="127001" y="88172"/>
                  <a:pt x="128137" y="87195"/>
                  <a:pt x="129227" y="85742"/>
                </a:cubicBezTo>
                <a:cubicBezTo>
                  <a:pt x="130317" y="84287"/>
                  <a:pt x="131589" y="82083"/>
                  <a:pt x="133044" y="79129"/>
                </a:cubicBezTo>
                <a:cubicBezTo>
                  <a:pt x="134498" y="76176"/>
                  <a:pt x="136316" y="72200"/>
                  <a:pt x="138497" y="67203"/>
                </a:cubicBezTo>
                <a:lnTo>
                  <a:pt x="166850" y="272"/>
                </a:lnTo>
                <a:lnTo>
                  <a:pt x="169577" y="272"/>
                </a:lnTo>
                <a:lnTo>
                  <a:pt x="203518" y="77698"/>
                </a:lnTo>
                <a:cubicBezTo>
                  <a:pt x="205154" y="81061"/>
                  <a:pt x="206494" y="83560"/>
                  <a:pt x="207539" y="85197"/>
                </a:cubicBezTo>
                <a:cubicBezTo>
                  <a:pt x="208584" y="86831"/>
                  <a:pt x="209720" y="87922"/>
                  <a:pt x="210948" y="88468"/>
                </a:cubicBezTo>
                <a:cubicBezTo>
                  <a:pt x="212175" y="89013"/>
                  <a:pt x="213788" y="89377"/>
                  <a:pt x="215786" y="89558"/>
                </a:cubicBezTo>
                <a:moveTo>
                  <a:pt x="148993" y="57115"/>
                </a:moveTo>
                <a:lnTo>
                  <a:pt x="180482" y="57115"/>
                </a:lnTo>
                <a:lnTo>
                  <a:pt x="164668" y="19629"/>
                </a:lnTo>
                <a:lnTo>
                  <a:pt x="148993" y="57115"/>
                </a:lnTo>
                <a:close/>
                <a:moveTo>
                  <a:pt x="302482" y="30670"/>
                </a:moveTo>
                <a:lnTo>
                  <a:pt x="299348" y="30670"/>
                </a:lnTo>
                <a:cubicBezTo>
                  <a:pt x="298075" y="26217"/>
                  <a:pt x="296802" y="22809"/>
                  <a:pt x="295529" y="20446"/>
                </a:cubicBezTo>
                <a:cubicBezTo>
                  <a:pt x="294257" y="18083"/>
                  <a:pt x="292532" y="15811"/>
                  <a:pt x="290352" y="13630"/>
                </a:cubicBezTo>
                <a:cubicBezTo>
                  <a:pt x="284716" y="8178"/>
                  <a:pt x="277946" y="5452"/>
                  <a:pt x="270041" y="5452"/>
                </a:cubicBezTo>
                <a:cubicBezTo>
                  <a:pt x="263497" y="5452"/>
                  <a:pt x="257794" y="7110"/>
                  <a:pt x="252933" y="10427"/>
                </a:cubicBezTo>
                <a:cubicBezTo>
                  <a:pt x="248071" y="13744"/>
                  <a:pt x="244299" y="18447"/>
                  <a:pt x="241618" y="24536"/>
                </a:cubicBezTo>
                <a:cubicBezTo>
                  <a:pt x="238937" y="30624"/>
                  <a:pt x="237597" y="37804"/>
                  <a:pt x="237597" y="46074"/>
                </a:cubicBezTo>
                <a:cubicBezTo>
                  <a:pt x="237597" y="53616"/>
                  <a:pt x="238619" y="60341"/>
                  <a:pt x="240663" y="66248"/>
                </a:cubicBezTo>
                <a:cubicBezTo>
                  <a:pt x="242708" y="72155"/>
                  <a:pt x="245594" y="76790"/>
                  <a:pt x="249320" y="80153"/>
                </a:cubicBezTo>
                <a:cubicBezTo>
                  <a:pt x="255318" y="85423"/>
                  <a:pt x="262680" y="88059"/>
                  <a:pt x="271403" y="88059"/>
                </a:cubicBezTo>
                <a:cubicBezTo>
                  <a:pt x="277037" y="88059"/>
                  <a:pt x="282262" y="86968"/>
                  <a:pt x="287078" y="84787"/>
                </a:cubicBezTo>
                <a:cubicBezTo>
                  <a:pt x="291895" y="82606"/>
                  <a:pt x="296803" y="79107"/>
                  <a:pt x="301802" y="74291"/>
                </a:cubicBezTo>
                <a:lnTo>
                  <a:pt x="304254" y="76743"/>
                </a:lnTo>
                <a:cubicBezTo>
                  <a:pt x="300165" y="82287"/>
                  <a:pt x="294872" y="86559"/>
                  <a:pt x="288374" y="89558"/>
                </a:cubicBezTo>
                <a:cubicBezTo>
                  <a:pt x="281877" y="92558"/>
                  <a:pt x="274766" y="94057"/>
                  <a:pt x="267041" y="94057"/>
                </a:cubicBezTo>
                <a:cubicBezTo>
                  <a:pt x="258045" y="94057"/>
                  <a:pt x="250138" y="92126"/>
                  <a:pt x="243321" y="88265"/>
                </a:cubicBezTo>
                <a:cubicBezTo>
                  <a:pt x="236506" y="84401"/>
                  <a:pt x="231212" y="78994"/>
                  <a:pt x="227440" y="72043"/>
                </a:cubicBezTo>
                <a:cubicBezTo>
                  <a:pt x="223670" y="65090"/>
                  <a:pt x="221785" y="56979"/>
                  <a:pt x="221785" y="47709"/>
                </a:cubicBezTo>
                <a:cubicBezTo>
                  <a:pt x="221785" y="32442"/>
                  <a:pt x="226692" y="20446"/>
                  <a:pt x="236507" y="11723"/>
                </a:cubicBezTo>
                <a:cubicBezTo>
                  <a:pt x="240778" y="7997"/>
                  <a:pt x="245617" y="5112"/>
                  <a:pt x="251023" y="3068"/>
                </a:cubicBezTo>
                <a:cubicBezTo>
                  <a:pt x="256431" y="1023"/>
                  <a:pt x="261907" y="0"/>
                  <a:pt x="267451" y="0"/>
                </a:cubicBezTo>
                <a:cubicBezTo>
                  <a:pt x="270631" y="0"/>
                  <a:pt x="273902" y="272"/>
                  <a:pt x="277264" y="817"/>
                </a:cubicBezTo>
                <a:cubicBezTo>
                  <a:pt x="280627" y="1362"/>
                  <a:pt x="283990" y="2226"/>
                  <a:pt x="287352" y="3407"/>
                </a:cubicBezTo>
                <a:cubicBezTo>
                  <a:pt x="289534" y="4134"/>
                  <a:pt x="291306" y="4497"/>
                  <a:pt x="292669" y="4497"/>
                </a:cubicBezTo>
                <a:cubicBezTo>
                  <a:pt x="295667" y="4497"/>
                  <a:pt x="297575" y="2998"/>
                  <a:pt x="298393" y="0"/>
                </a:cubicBezTo>
                <a:lnTo>
                  <a:pt x="301255" y="0"/>
                </a:lnTo>
                <a:lnTo>
                  <a:pt x="302482" y="306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6B44B-9B52-49EC-BD02-69E4AD07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685" y="28576"/>
            <a:ext cx="10" cy="2266112"/>
          </a:xfrm>
          <a:custGeom xmlns:a="http://schemas.openxmlformats.org/drawingml/2006/main">
            <a:pathLst>
              <a:path w="1" h="2266112" fill="none">
                <a:moveTo>
                  <a:pt x="0" y="226611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B7C554-9EE5-43E7-8D1C-1CA8304C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7" y="2300402"/>
            <a:ext cx="6815623" cy="10"/>
          </a:xfrm>
          <a:custGeom xmlns:a="http://schemas.openxmlformats.org/drawingml/2006/main">
            <a:pathLst>
              <a:path w="6815623" h="1" fill="none">
                <a:moveTo>
                  <a:pt x="0" y="0"/>
                </a:moveTo>
                <a:lnTo>
                  <a:pt x="6815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49" name="Text (a)Encrypt-and-MAC[">
            <a:extLst xmlns:a="http://schemas.openxmlformats.org/drawingml/2006/main">
              <a:ext uri="{FF2B5EF4-FFF2-40B4-BE49-F238E27FC236}">
                <a16:creationId xmlns:a16="http://schemas.microsoft.com/office/drawing/2014/main" id="{A4B21A5F-0C7E-4A31-95C0-3FCB1AFC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3" y="2509724"/>
            <a:ext cx="2492916" cy="230787"/>
          </a:xfrm>
          <a:custGeom xmlns:a="http://schemas.openxmlformats.org/drawingml/2006/main">
            <a:pathLst>
              <a:path w="2492916" h="230787">
                <a:moveTo>
                  <a:pt x="64553" y="1837"/>
                </a:moveTo>
                <a:cubicBezTo>
                  <a:pt x="45213" y="14137"/>
                  <a:pt x="37373" y="20799"/>
                  <a:pt x="27703" y="32586"/>
                </a:cubicBezTo>
                <a:cubicBezTo>
                  <a:pt x="9148" y="54874"/>
                  <a:pt x="0" y="80497"/>
                  <a:pt x="0" y="110475"/>
                </a:cubicBezTo>
                <a:cubicBezTo>
                  <a:pt x="0" y="143014"/>
                  <a:pt x="9670" y="168121"/>
                  <a:pt x="32667" y="194257"/>
                </a:cubicBezTo>
                <a:cubicBezTo>
                  <a:pt x="43382" y="206556"/>
                  <a:pt x="50177" y="212194"/>
                  <a:pt x="63768" y="220392"/>
                </a:cubicBezTo>
                <a:lnTo>
                  <a:pt x="66902" y="216291"/>
                </a:lnTo>
                <a:cubicBezTo>
                  <a:pt x="45998" y="200148"/>
                  <a:pt x="38681" y="191184"/>
                  <a:pt x="31623" y="171965"/>
                </a:cubicBezTo>
                <a:cubicBezTo>
                  <a:pt x="25350" y="154802"/>
                  <a:pt x="22475" y="135328"/>
                  <a:pt x="22475" y="109705"/>
                </a:cubicBezTo>
                <a:cubicBezTo>
                  <a:pt x="22475" y="82804"/>
                  <a:pt x="25872" y="61794"/>
                  <a:pt x="32931" y="45910"/>
                </a:cubicBezTo>
                <a:cubicBezTo>
                  <a:pt x="40248" y="30021"/>
                  <a:pt x="48088" y="20799"/>
                  <a:pt x="66902" y="5939"/>
                </a:cubicBezTo>
                <a:lnTo>
                  <a:pt x="64553" y="1837"/>
                </a:lnTo>
                <a:close/>
                <a:moveTo>
                  <a:pt x="189993" y="158019"/>
                </a:moveTo>
                <a:cubicBezTo>
                  <a:pt x="185551" y="161600"/>
                  <a:pt x="182416" y="162883"/>
                  <a:pt x="178496" y="162883"/>
                </a:cubicBezTo>
                <a:cubicBezTo>
                  <a:pt x="172487" y="162883"/>
                  <a:pt x="170656" y="159298"/>
                  <a:pt x="170656" y="148034"/>
                </a:cubicBezTo>
                <a:lnTo>
                  <a:pt x="170656" y="98106"/>
                </a:lnTo>
                <a:cubicBezTo>
                  <a:pt x="170656" y="84790"/>
                  <a:pt x="169348" y="77366"/>
                  <a:pt x="165429" y="71220"/>
                </a:cubicBezTo>
                <a:cubicBezTo>
                  <a:pt x="159678" y="62005"/>
                  <a:pt x="148441" y="57134"/>
                  <a:pt x="133024" y="57134"/>
                </a:cubicBezTo>
                <a:cubicBezTo>
                  <a:pt x="108456" y="57134"/>
                  <a:pt x="89120" y="69683"/>
                  <a:pt x="89120" y="85814"/>
                </a:cubicBezTo>
                <a:cubicBezTo>
                  <a:pt x="89120" y="91706"/>
                  <a:pt x="94343" y="96823"/>
                  <a:pt x="100357" y="96823"/>
                </a:cubicBezTo>
                <a:cubicBezTo>
                  <a:pt x="106626" y="96823"/>
                  <a:pt x="112117" y="91706"/>
                  <a:pt x="112117" y="86072"/>
                </a:cubicBezTo>
                <a:cubicBezTo>
                  <a:pt x="112117" y="85048"/>
                  <a:pt x="111854" y="83766"/>
                  <a:pt x="111594" y="81975"/>
                </a:cubicBezTo>
                <a:cubicBezTo>
                  <a:pt x="111072" y="79672"/>
                  <a:pt x="110809" y="77624"/>
                  <a:pt x="110809" y="75829"/>
                </a:cubicBezTo>
                <a:cubicBezTo>
                  <a:pt x="110809" y="68917"/>
                  <a:pt x="119171" y="63284"/>
                  <a:pt x="129627" y="63284"/>
                </a:cubicBezTo>
                <a:cubicBezTo>
                  <a:pt x="142431" y="63284"/>
                  <a:pt x="149486" y="70708"/>
                  <a:pt x="149486" y="84536"/>
                </a:cubicBezTo>
                <a:lnTo>
                  <a:pt x="149486" y="100154"/>
                </a:lnTo>
                <a:cubicBezTo>
                  <a:pt x="109242" y="116027"/>
                  <a:pt x="104799" y="118076"/>
                  <a:pt x="93562" y="127806"/>
                </a:cubicBezTo>
                <a:cubicBezTo>
                  <a:pt x="87812" y="132928"/>
                  <a:pt x="84151" y="141631"/>
                  <a:pt x="84151" y="150079"/>
                </a:cubicBezTo>
                <a:cubicBezTo>
                  <a:pt x="84151" y="166214"/>
                  <a:pt x="95651" y="177485"/>
                  <a:pt x="111594" y="177485"/>
                </a:cubicBezTo>
                <a:cubicBezTo>
                  <a:pt x="123091" y="177485"/>
                  <a:pt x="133806" y="172105"/>
                  <a:pt x="149749" y="158782"/>
                </a:cubicBezTo>
                <a:cubicBezTo>
                  <a:pt x="151057" y="172105"/>
                  <a:pt x="155758" y="177485"/>
                  <a:pt x="166473" y="177485"/>
                </a:cubicBezTo>
                <a:cubicBezTo>
                  <a:pt x="175358" y="177485"/>
                  <a:pt x="180849" y="174412"/>
                  <a:pt x="189993" y="164677"/>
                </a:cubicBezTo>
                <a:lnTo>
                  <a:pt x="189993" y="158019"/>
                </a:lnTo>
                <a:moveTo>
                  <a:pt x="149486" y="143409"/>
                </a:moveTo>
                <a:cubicBezTo>
                  <a:pt x="149486" y="151354"/>
                  <a:pt x="148182" y="153660"/>
                  <a:pt x="142691" y="156733"/>
                </a:cubicBezTo>
                <a:cubicBezTo>
                  <a:pt x="136422" y="160322"/>
                  <a:pt x="129104" y="162625"/>
                  <a:pt x="123613" y="162625"/>
                </a:cubicBezTo>
                <a:cubicBezTo>
                  <a:pt x="114469" y="162625"/>
                  <a:pt x="107152" y="153914"/>
                  <a:pt x="107152" y="142897"/>
                </a:cubicBezTo>
                <a:lnTo>
                  <a:pt x="107152" y="141873"/>
                </a:lnTo>
                <a:cubicBezTo>
                  <a:pt x="107152" y="126755"/>
                  <a:pt x="117863" y="117532"/>
                  <a:pt x="149486" y="106257"/>
                </a:cubicBezTo>
                <a:lnTo>
                  <a:pt x="149486" y="143409"/>
                </a:lnTo>
                <a:close/>
                <a:moveTo>
                  <a:pt x="200449" y="220392"/>
                </a:moveTo>
                <a:cubicBezTo>
                  <a:pt x="219789" y="208092"/>
                  <a:pt x="227629" y="201431"/>
                  <a:pt x="237295" y="189643"/>
                </a:cubicBezTo>
                <a:cubicBezTo>
                  <a:pt x="255854" y="167355"/>
                  <a:pt x="264998" y="141732"/>
                  <a:pt x="264998" y="111758"/>
                </a:cubicBezTo>
                <a:cubicBezTo>
                  <a:pt x="264998" y="78961"/>
                  <a:pt x="255328" y="54108"/>
                  <a:pt x="232330" y="27973"/>
                </a:cubicBezTo>
                <a:cubicBezTo>
                  <a:pt x="221615" y="15673"/>
                  <a:pt x="214820" y="10040"/>
                  <a:pt x="201230" y="1837"/>
                </a:cubicBezTo>
                <a:lnTo>
                  <a:pt x="198096" y="5939"/>
                </a:lnTo>
                <a:cubicBezTo>
                  <a:pt x="219003" y="22081"/>
                  <a:pt x="226058" y="31049"/>
                  <a:pt x="233375" y="50265"/>
                </a:cubicBezTo>
                <a:cubicBezTo>
                  <a:pt x="239648" y="67432"/>
                  <a:pt x="242523" y="86901"/>
                  <a:pt x="242523" y="112524"/>
                </a:cubicBezTo>
                <a:cubicBezTo>
                  <a:pt x="242523" y="139171"/>
                  <a:pt x="239125" y="160435"/>
                  <a:pt x="232071" y="176066"/>
                </a:cubicBezTo>
                <a:cubicBezTo>
                  <a:pt x="224754" y="192208"/>
                  <a:pt x="216914" y="201431"/>
                  <a:pt x="198096" y="216291"/>
                </a:cubicBezTo>
                <a:lnTo>
                  <a:pt x="200449" y="220392"/>
                </a:lnTo>
                <a:close/>
                <a:moveTo>
                  <a:pt x="520329" y="131669"/>
                </a:moveTo>
                <a:lnTo>
                  <a:pt x="513012" y="131669"/>
                </a:lnTo>
                <a:cubicBezTo>
                  <a:pt x="499944" y="159352"/>
                  <a:pt x="488707" y="165506"/>
                  <a:pt x="451334" y="165506"/>
                </a:cubicBezTo>
                <a:lnTo>
                  <a:pt x="444280" y="165506"/>
                </a:lnTo>
                <a:cubicBezTo>
                  <a:pt x="431471" y="165506"/>
                  <a:pt x="420497" y="164224"/>
                  <a:pt x="418666" y="162429"/>
                </a:cubicBezTo>
                <a:cubicBezTo>
                  <a:pt x="417358" y="161659"/>
                  <a:pt x="416836" y="158840"/>
                  <a:pt x="416836" y="154481"/>
                </a:cubicBezTo>
                <a:lnTo>
                  <a:pt x="416836" y="91162"/>
                </a:lnTo>
                <a:lnTo>
                  <a:pt x="457084" y="91162"/>
                </a:lnTo>
                <a:cubicBezTo>
                  <a:pt x="478514" y="91162"/>
                  <a:pt x="482434" y="94497"/>
                  <a:pt x="485832" y="115773"/>
                </a:cubicBezTo>
                <a:lnTo>
                  <a:pt x="491841" y="115773"/>
                </a:lnTo>
                <a:lnTo>
                  <a:pt x="491841" y="56325"/>
                </a:lnTo>
                <a:lnTo>
                  <a:pt x="485832" y="56325"/>
                </a:lnTo>
                <a:cubicBezTo>
                  <a:pt x="484001" y="66826"/>
                  <a:pt x="482956" y="70669"/>
                  <a:pt x="480081" y="74254"/>
                </a:cubicBezTo>
                <a:cubicBezTo>
                  <a:pt x="476684" y="78609"/>
                  <a:pt x="469366" y="80661"/>
                  <a:pt x="457084" y="80661"/>
                </a:cubicBezTo>
                <a:lnTo>
                  <a:pt x="416836" y="80661"/>
                </a:lnTo>
                <a:lnTo>
                  <a:pt x="416836" y="23789"/>
                </a:lnTo>
                <a:cubicBezTo>
                  <a:pt x="416836" y="16616"/>
                  <a:pt x="418403" y="15079"/>
                  <a:pt x="425462" y="15079"/>
                </a:cubicBezTo>
                <a:lnTo>
                  <a:pt x="460741" y="15079"/>
                </a:lnTo>
                <a:cubicBezTo>
                  <a:pt x="490274" y="15079"/>
                  <a:pt x="496024" y="18922"/>
                  <a:pt x="500467" y="41977"/>
                </a:cubicBezTo>
                <a:lnTo>
                  <a:pt x="506998" y="41977"/>
                </a:lnTo>
                <a:lnTo>
                  <a:pt x="506217" y="5340"/>
                </a:lnTo>
                <a:lnTo>
                  <a:pt x="367444" y="5340"/>
                </a:lnTo>
                <a:lnTo>
                  <a:pt x="367444" y="10212"/>
                </a:lnTo>
                <a:cubicBezTo>
                  <a:pt x="386785" y="11748"/>
                  <a:pt x="390182" y="15333"/>
                  <a:pt x="390182" y="33274"/>
                </a:cubicBezTo>
                <a:lnTo>
                  <a:pt x="390182" y="147053"/>
                </a:lnTo>
                <a:cubicBezTo>
                  <a:pt x="390182" y="164990"/>
                  <a:pt x="386521" y="168837"/>
                  <a:pt x="367444" y="170115"/>
                </a:cubicBezTo>
                <a:lnTo>
                  <a:pt x="367444" y="174983"/>
                </a:lnTo>
                <a:lnTo>
                  <a:pt x="508566" y="174983"/>
                </a:lnTo>
                <a:lnTo>
                  <a:pt x="520329" y="131669"/>
                </a:lnTo>
                <a:close/>
                <a:moveTo>
                  <a:pt x="528167" y="73022"/>
                </a:moveTo>
                <a:cubicBezTo>
                  <a:pt x="529734" y="72252"/>
                  <a:pt x="532350" y="71998"/>
                  <a:pt x="535225" y="71998"/>
                </a:cubicBezTo>
                <a:cubicBezTo>
                  <a:pt x="542543" y="71998"/>
                  <a:pt x="544892" y="75841"/>
                  <a:pt x="544892" y="88391"/>
                </a:cubicBezTo>
                <a:lnTo>
                  <a:pt x="544892" y="151928"/>
                </a:lnTo>
                <a:cubicBezTo>
                  <a:pt x="544892" y="166530"/>
                  <a:pt x="542016" y="170115"/>
                  <a:pt x="528689" y="171140"/>
                </a:cubicBezTo>
                <a:lnTo>
                  <a:pt x="528689" y="174983"/>
                </a:lnTo>
                <a:lnTo>
                  <a:pt x="584095" y="174983"/>
                </a:lnTo>
                <a:lnTo>
                  <a:pt x="584095" y="171140"/>
                </a:lnTo>
                <a:cubicBezTo>
                  <a:pt x="570764" y="170115"/>
                  <a:pt x="566844" y="167042"/>
                  <a:pt x="566844" y="157820"/>
                </a:cubicBezTo>
                <a:lnTo>
                  <a:pt x="566844" y="85830"/>
                </a:lnTo>
                <a:cubicBezTo>
                  <a:pt x="579389" y="74301"/>
                  <a:pt x="585140" y="71228"/>
                  <a:pt x="593765" y="71228"/>
                </a:cubicBezTo>
                <a:cubicBezTo>
                  <a:pt x="606570" y="71228"/>
                  <a:pt x="612842" y="79168"/>
                  <a:pt x="612842" y="96077"/>
                </a:cubicBezTo>
                <a:lnTo>
                  <a:pt x="612842" y="149622"/>
                </a:lnTo>
                <a:cubicBezTo>
                  <a:pt x="612842" y="165760"/>
                  <a:pt x="609445" y="170115"/>
                  <a:pt x="596377" y="171140"/>
                </a:cubicBezTo>
                <a:lnTo>
                  <a:pt x="596377" y="174983"/>
                </a:lnTo>
                <a:lnTo>
                  <a:pt x="650738" y="174983"/>
                </a:lnTo>
                <a:lnTo>
                  <a:pt x="650738" y="171140"/>
                </a:lnTo>
                <a:cubicBezTo>
                  <a:pt x="637929" y="169861"/>
                  <a:pt x="634795" y="166784"/>
                  <a:pt x="634795" y="154235"/>
                </a:cubicBezTo>
                <a:lnTo>
                  <a:pt x="634795" y="95565"/>
                </a:lnTo>
                <a:cubicBezTo>
                  <a:pt x="634795" y="71486"/>
                  <a:pt x="623294" y="57134"/>
                  <a:pt x="603958" y="57134"/>
                </a:cubicBezTo>
                <a:cubicBezTo>
                  <a:pt x="591935" y="57134"/>
                  <a:pt x="583832" y="61493"/>
                  <a:pt x="566062" y="77890"/>
                </a:cubicBezTo>
                <a:lnTo>
                  <a:pt x="566062" y="57650"/>
                </a:lnTo>
                <a:lnTo>
                  <a:pt x="564232" y="57134"/>
                </a:lnTo>
                <a:cubicBezTo>
                  <a:pt x="551427" y="61747"/>
                  <a:pt x="542543" y="64566"/>
                  <a:pt x="528167" y="68667"/>
                </a:cubicBezTo>
                <a:lnTo>
                  <a:pt x="528167" y="73022"/>
                </a:lnTo>
                <a:close/>
                <a:moveTo>
                  <a:pt x="758669" y="134973"/>
                </a:moveTo>
                <a:cubicBezTo>
                  <a:pt x="746124" y="152894"/>
                  <a:pt x="736717" y="159040"/>
                  <a:pt x="721819" y="159040"/>
                </a:cubicBezTo>
                <a:cubicBezTo>
                  <a:pt x="698036" y="159040"/>
                  <a:pt x="681311" y="138558"/>
                  <a:pt x="681311" y="109115"/>
                </a:cubicBezTo>
                <a:cubicBezTo>
                  <a:pt x="681311" y="82745"/>
                  <a:pt x="695687" y="64566"/>
                  <a:pt x="716854" y="64566"/>
                </a:cubicBezTo>
                <a:cubicBezTo>
                  <a:pt x="726261" y="64566"/>
                  <a:pt x="729659" y="67381"/>
                  <a:pt x="732274" y="76854"/>
                </a:cubicBezTo>
                <a:lnTo>
                  <a:pt x="733842" y="82487"/>
                </a:lnTo>
                <a:cubicBezTo>
                  <a:pt x="735931" y="89657"/>
                  <a:pt x="740637" y="94267"/>
                  <a:pt x="746124" y="94267"/>
                </a:cubicBezTo>
                <a:cubicBezTo>
                  <a:pt x="752919" y="94267"/>
                  <a:pt x="758669" y="89399"/>
                  <a:pt x="758669" y="83511"/>
                </a:cubicBezTo>
                <a:cubicBezTo>
                  <a:pt x="758669" y="69175"/>
                  <a:pt x="740374" y="57134"/>
                  <a:pt x="718421" y="57134"/>
                </a:cubicBezTo>
                <a:cubicBezTo>
                  <a:pt x="705617" y="57134"/>
                  <a:pt x="692290" y="62259"/>
                  <a:pt x="681575" y="71478"/>
                </a:cubicBezTo>
                <a:cubicBezTo>
                  <a:pt x="668507" y="82745"/>
                  <a:pt x="661189" y="100154"/>
                  <a:pt x="661189" y="120378"/>
                </a:cubicBezTo>
                <a:cubicBezTo>
                  <a:pt x="661189" y="153664"/>
                  <a:pt x="681834" y="177485"/>
                  <a:pt x="710844" y="177485"/>
                </a:cubicBezTo>
                <a:cubicBezTo>
                  <a:pt x="722604" y="177485"/>
                  <a:pt x="733056" y="173388"/>
                  <a:pt x="742467" y="165443"/>
                </a:cubicBezTo>
                <a:cubicBezTo>
                  <a:pt x="749521" y="159294"/>
                  <a:pt x="754486" y="152382"/>
                  <a:pt x="762326" y="137275"/>
                </a:cubicBezTo>
                <a:lnTo>
                  <a:pt x="758669" y="134973"/>
                </a:lnTo>
                <a:close/>
                <a:moveTo>
                  <a:pt x="772519" y="75071"/>
                </a:moveTo>
                <a:cubicBezTo>
                  <a:pt x="776179" y="74301"/>
                  <a:pt x="778532" y="74043"/>
                  <a:pt x="781666" y="74043"/>
                </a:cubicBezTo>
                <a:cubicBezTo>
                  <a:pt x="788198" y="74043"/>
                  <a:pt x="790551" y="78144"/>
                  <a:pt x="790551" y="89415"/>
                </a:cubicBezTo>
                <a:lnTo>
                  <a:pt x="790551" y="153465"/>
                </a:lnTo>
                <a:cubicBezTo>
                  <a:pt x="790551" y="166272"/>
                  <a:pt x="788721" y="168067"/>
                  <a:pt x="771996" y="171140"/>
                </a:cubicBezTo>
                <a:lnTo>
                  <a:pt x="771996" y="174983"/>
                </a:lnTo>
                <a:lnTo>
                  <a:pt x="834719" y="174983"/>
                </a:lnTo>
                <a:lnTo>
                  <a:pt x="834719" y="171140"/>
                </a:lnTo>
                <a:cubicBezTo>
                  <a:pt x="816946" y="170373"/>
                  <a:pt x="812503" y="166530"/>
                  <a:pt x="812503" y="151928"/>
                </a:cubicBezTo>
                <a:lnTo>
                  <a:pt x="812503" y="94282"/>
                </a:lnTo>
                <a:cubicBezTo>
                  <a:pt x="812503" y="86084"/>
                  <a:pt x="823741" y="73276"/>
                  <a:pt x="830799" y="73276"/>
                </a:cubicBezTo>
                <a:cubicBezTo>
                  <a:pt x="832366" y="73276"/>
                  <a:pt x="834719" y="74559"/>
                  <a:pt x="837594" y="77119"/>
                </a:cubicBezTo>
                <a:cubicBezTo>
                  <a:pt x="841773" y="80704"/>
                  <a:pt x="844648" y="82241"/>
                  <a:pt x="848046" y="82241"/>
                </a:cubicBezTo>
                <a:cubicBezTo>
                  <a:pt x="854319" y="82241"/>
                  <a:pt x="858239" y="77886"/>
                  <a:pt x="858239" y="70716"/>
                </a:cubicBezTo>
                <a:cubicBezTo>
                  <a:pt x="858239" y="62259"/>
                  <a:pt x="852751" y="57134"/>
                  <a:pt x="843867" y="57134"/>
                </a:cubicBezTo>
                <a:cubicBezTo>
                  <a:pt x="832889" y="57134"/>
                  <a:pt x="825312" y="63029"/>
                  <a:pt x="812503" y="81217"/>
                </a:cubicBezTo>
                <a:lnTo>
                  <a:pt x="812503" y="57650"/>
                </a:lnTo>
                <a:lnTo>
                  <a:pt x="811199" y="57134"/>
                </a:lnTo>
                <a:cubicBezTo>
                  <a:pt x="797346" y="62771"/>
                  <a:pt x="787939" y="66102"/>
                  <a:pt x="772519" y="70970"/>
                </a:cubicBezTo>
                <a:lnTo>
                  <a:pt x="772519" y="75071"/>
                </a:lnTo>
                <a:close/>
                <a:moveTo>
                  <a:pt x="981852" y="59636"/>
                </a:moveTo>
                <a:lnTo>
                  <a:pt x="946572" y="59636"/>
                </a:lnTo>
                <a:lnTo>
                  <a:pt x="946572" y="63483"/>
                </a:lnTo>
                <a:cubicBezTo>
                  <a:pt x="954935" y="63483"/>
                  <a:pt x="959118" y="65786"/>
                  <a:pt x="959118" y="69887"/>
                </a:cubicBezTo>
                <a:cubicBezTo>
                  <a:pt x="959118" y="70911"/>
                  <a:pt x="958855" y="72447"/>
                  <a:pt x="958069" y="74242"/>
                </a:cubicBezTo>
                <a:lnTo>
                  <a:pt x="932719" y="144954"/>
                </a:lnTo>
                <a:lnTo>
                  <a:pt x="902668" y="80134"/>
                </a:lnTo>
                <a:cubicBezTo>
                  <a:pt x="901096" y="76549"/>
                  <a:pt x="900052" y="73218"/>
                  <a:pt x="900052" y="70399"/>
                </a:cubicBezTo>
                <a:cubicBezTo>
                  <a:pt x="900052" y="65786"/>
                  <a:pt x="903972" y="63995"/>
                  <a:pt x="915209" y="63483"/>
                </a:cubicBezTo>
                <a:lnTo>
                  <a:pt x="915209" y="59636"/>
                </a:lnTo>
                <a:lnTo>
                  <a:pt x="861375" y="59636"/>
                </a:lnTo>
                <a:lnTo>
                  <a:pt x="861375" y="63225"/>
                </a:lnTo>
                <a:cubicBezTo>
                  <a:pt x="868170" y="64249"/>
                  <a:pt x="872612" y="67068"/>
                  <a:pt x="874702" y="71423"/>
                </a:cubicBezTo>
                <a:lnTo>
                  <a:pt x="904494" y="134453"/>
                </a:lnTo>
                <a:lnTo>
                  <a:pt x="905280" y="136501"/>
                </a:lnTo>
                <a:lnTo>
                  <a:pt x="909199" y="144187"/>
                </a:lnTo>
                <a:cubicBezTo>
                  <a:pt x="916517" y="156999"/>
                  <a:pt x="920700" y="166221"/>
                  <a:pt x="920700" y="170065"/>
                </a:cubicBezTo>
                <a:cubicBezTo>
                  <a:pt x="920700" y="173908"/>
                  <a:pt x="914687" y="190046"/>
                  <a:pt x="910244" y="197732"/>
                </a:cubicBezTo>
                <a:cubicBezTo>
                  <a:pt x="906588" y="204394"/>
                  <a:pt x="900837" y="209261"/>
                  <a:pt x="897176" y="209261"/>
                </a:cubicBezTo>
                <a:cubicBezTo>
                  <a:pt x="895609" y="209261"/>
                  <a:pt x="893257" y="208749"/>
                  <a:pt x="890645" y="207471"/>
                </a:cubicBezTo>
                <a:cubicBezTo>
                  <a:pt x="885680" y="205676"/>
                  <a:pt x="881238" y="204652"/>
                  <a:pt x="876795" y="204652"/>
                </a:cubicBezTo>
                <a:cubicBezTo>
                  <a:pt x="870782" y="204652"/>
                  <a:pt x="865558" y="209778"/>
                  <a:pt x="865558" y="215923"/>
                </a:cubicBezTo>
                <a:cubicBezTo>
                  <a:pt x="865558" y="224380"/>
                  <a:pt x="873920" y="230787"/>
                  <a:pt x="884894" y="230787"/>
                </a:cubicBezTo>
                <a:cubicBezTo>
                  <a:pt x="902404" y="230787"/>
                  <a:pt x="914950" y="216439"/>
                  <a:pt x="929062" y="179545"/>
                </a:cubicBezTo>
                <a:lnTo>
                  <a:pt x="969306" y="75012"/>
                </a:lnTo>
                <a:cubicBezTo>
                  <a:pt x="972704" y="66810"/>
                  <a:pt x="975579" y="64249"/>
                  <a:pt x="981852" y="63483"/>
                </a:cubicBezTo>
                <a:lnTo>
                  <a:pt x="981852" y="59636"/>
                </a:lnTo>
                <a:close/>
                <a:moveTo>
                  <a:pt x="990736" y="74238"/>
                </a:moveTo>
                <a:cubicBezTo>
                  <a:pt x="993089" y="73984"/>
                  <a:pt x="994919" y="73984"/>
                  <a:pt x="997272" y="73984"/>
                </a:cubicBezTo>
                <a:cubicBezTo>
                  <a:pt x="1006157" y="73984"/>
                  <a:pt x="1007987" y="76545"/>
                  <a:pt x="1007987" y="88586"/>
                </a:cubicBezTo>
                <a:lnTo>
                  <a:pt x="1007987" y="208495"/>
                </a:lnTo>
                <a:cubicBezTo>
                  <a:pt x="1007987" y="221819"/>
                  <a:pt x="1005112" y="224638"/>
                  <a:pt x="989692" y="226174"/>
                </a:cubicBezTo>
                <a:lnTo>
                  <a:pt x="989692" y="230529"/>
                </a:lnTo>
                <a:lnTo>
                  <a:pt x="1052937" y="230529"/>
                </a:lnTo>
                <a:lnTo>
                  <a:pt x="1052937" y="225920"/>
                </a:lnTo>
                <a:cubicBezTo>
                  <a:pt x="1033337" y="225662"/>
                  <a:pt x="1029940" y="222843"/>
                  <a:pt x="1029940" y="206701"/>
                </a:cubicBezTo>
                <a:lnTo>
                  <a:pt x="1029940" y="166472"/>
                </a:lnTo>
                <a:cubicBezTo>
                  <a:pt x="1039087" y="174924"/>
                  <a:pt x="1045356" y="177485"/>
                  <a:pt x="1056334" y="177485"/>
                </a:cubicBezTo>
                <a:cubicBezTo>
                  <a:pt x="1087171" y="177485"/>
                  <a:pt x="1111213" y="148804"/>
                  <a:pt x="1111213" y="111680"/>
                </a:cubicBezTo>
                <a:cubicBezTo>
                  <a:pt x="1111213" y="79934"/>
                  <a:pt x="1092922" y="57134"/>
                  <a:pt x="1067572" y="57134"/>
                </a:cubicBezTo>
                <a:cubicBezTo>
                  <a:pt x="1052937" y="57134"/>
                  <a:pt x="1041436" y="63542"/>
                  <a:pt x="1029940" y="77373"/>
                </a:cubicBezTo>
                <a:lnTo>
                  <a:pt x="1029940" y="57650"/>
                </a:lnTo>
                <a:lnTo>
                  <a:pt x="1028372" y="57134"/>
                </a:lnTo>
                <a:cubicBezTo>
                  <a:pt x="1014260" y="62517"/>
                  <a:pt x="1005112" y="65848"/>
                  <a:pt x="990736" y="70203"/>
                </a:cubicBezTo>
                <a:lnTo>
                  <a:pt x="990736" y="74238"/>
                </a:lnTo>
                <a:moveTo>
                  <a:pt x="1029940" y="89407"/>
                </a:moveTo>
                <a:cubicBezTo>
                  <a:pt x="1029940" y="81725"/>
                  <a:pt x="1044575" y="72510"/>
                  <a:pt x="1056594" y="72510"/>
                </a:cubicBezTo>
                <a:cubicBezTo>
                  <a:pt x="1075934" y="72510"/>
                  <a:pt x="1088739" y="91968"/>
                  <a:pt x="1088739" y="121668"/>
                </a:cubicBezTo>
                <a:cubicBezTo>
                  <a:pt x="1088739" y="150087"/>
                  <a:pt x="1075934" y="169287"/>
                  <a:pt x="1057120" y="169287"/>
                </a:cubicBezTo>
                <a:cubicBezTo>
                  <a:pt x="1044834" y="169287"/>
                  <a:pt x="1029940" y="160072"/>
                  <a:pt x="1029940" y="152390"/>
                </a:cubicBezTo>
                <a:lnTo>
                  <a:pt x="1029940" y="89407"/>
                </a:lnTo>
                <a:close/>
                <a:moveTo>
                  <a:pt x="1185696" y="59636"/>
                </a:moveTo>
                <a:lnTo>
                  <a:pt x="1159301" y="59636"/>
                </a:lnTo>
                <a:lnTo>
                  <a:pt x="1159301" y="29916"/>
                </a:lnTo>
                <a:cubicBezTo>
                  <a:pt x="1159301" y="27355"/>
                  <a:pt x="1159042" y="26585"/>
                  <a:pt x="1157471" y="26585"/>
                </a:cubicBezTo>
                <a:cubicBezTo>
                  <a:pt x="1155644" y="28891"/>
                  <a:pt x="1154073" y="31198"/>
                  <a:pt x="1152247" y="33759"/>
                </a:cubicBezTo>
                <a:cubicBezTo>
                  <a:pt x="1142313" y="47853"/>
                  <a:pt x="1131076" y="60152"/>
                  <a:pt x="1126897" y="61176"/>
                </a:cubicBezTo>
                <a:cubicBezTo>
                  <a:pt x="1124022" y="62967"/>
                  <a:pt x="1122451" y="64761"/>
                  <a:pt x="1122451" y="66044"/>
                </a:cubicBezTo>
                <a:cubicBezTo>
                  <a:pt x="1122451" y="66814"/>
                  <a:pt x="1122714" y="67326"/>
                  <a:pt x="1123499" y="67838"/>
                </a:cubicBezTo>
                <a:lnTo>
                  <a:pt x="1137349" y="67838"/>
                </a:lnTo>
                <a:lnTo>
                  <a:pt x="1137349" y="144950"/>
                </a:lnTo>
                <a:cubicBezTo>
                  <a:pt x="1137349" y="166468"/>
                  <a:pt x="1145189" y="177485"/>
                  <a:pt x="1160609" y="177485"/>
                </a:cubicBezTo>
                <a:cubicBezTo>
                  <a:pt x="1173414" y="177485"/>
                  <a:pt x="1183343" y="171339"/>
                  <a:pt x="1191969" y="158015"/>
                </a:cubicBezTo>
                <a:lnTo>
                  <a:pt x="1188571" y="155197"/>
                </a:lnTo>
                <a:cubicBezTo>
                  <a:pt x="1183084" y="161600"/>
                  <a:pt x="1178642" y="164165"/>
                  <a:pt x="1172891" y="164165"/>
                </a:cubicBezTo>
                <a:cubicBezTo>
                  <a:pt x="1163221" y="164165"/>
                  <a:pt x="1159301" y="157245"/>
                  <a:pt x="1159301" y="141107"/>
                </a:cubicBezTo>
                <a:lnTo>
                  <a:pt x="1159301" y="67838"/>
                </a:lnTo>
                <a:lnTo>
                  <a:pt x="1185696" y="67838"/>
                </a:lnTo>
                <a:lnTo>
                  <a:pt x="1185696" y="59636"/>
                </a:lnTo>
                <a:close/>
                <a:moveTo>
                  <a:pt x="1201898" y="109178"/>
                </a:moveTo>
                <a:lnTo>
                  <a:pt x="1201898" y="125320"/>
                </a:lnTo>
                <a:lnTo>
                  <a:pt x="1266188" y="125320"/>
                </a:lnTo>
                <a:lnTo>
                  <a:pt x="1266188" y="109178"/>
                </a:lnTo>
                <a:lnTo>
                  <a:pt x="1201898" y="109178"/>
                </a:lnTo>
                <a:close/>
                <a:moveTo>
                  <a:pt x="1394243" y="158019"/>
                </a:moveTo>
                <a:cubicBezTo>
                  <a:pt x="1389801" y="161600"/>
                  <a:pt x="1386667" y="162883"/>
                  <a:pt x="1382747" y="162883"/>
                </a:cubicBezTo>
                <a:cubicBezTo>
                  <a:pt x="1376737" y="162883"/>
                  <a:pt x="1374907" y="159298"/>
                  <a:pt x="1374907" y="148034"/>
                </a:cubicBezTo>
                <a:lnTo>
                  <a:pt x="1374907" y="98106"/>
                </a:lnTo>
                <a:cubicBezTo>
                  <a:pt x="1374907" y="84790"/>
                  <a:pt x="1373599" y="77366"/>
                  <a:pt x="1369679" y="71220"/>
                </a:cubicBezTo>
                <a:cubicBezTo>
                  <a:pt x="1363929" y="62005"/>
                  <a:pt x="1352691" y="57134"/>
                  <a:pt x="1337275" y="57134"/>
                </a:cubicBezTo>
                <a:cubicBezTo>
                  <a:pt x="1312707" y="57134"/>
                  <a:pt x="1293370" y="69683"/>
                  <a:pt x="1293370" y="85814"/>
                </a:cubicBezTo>
                <a:cubicBezTo>
                  <a:pt x="1293370" y="91706"/>
                  <a:pt x="1298594" y="96823"/>
                  <a:pt x="1304608" y="96823"/>
                </a:cubicBezTo>
                <a:cubicBezTo>
                  <a:pt x="1310876" y="96823"/>
                  <a:pt x="1316367" y="91706"/>
                  <a:pt x="1316367" y="86072"/>
                </a:cubicBezTo>
                <a:cubicBezTo>
                  <a:pt x="1316367" y="85048"/>
                  <a:pt x="1316104" y="83766"/>
                  <a:pt x="1315845" y="81975"/>
                </a:cubicBezTo>
                <a:cubicBezTo>
                  <a:pt x="1315323" y="79672"/>
                  <a:pt x="1315059" y="77624"/>
                  <a:pt x="1315059" y="75829"/>
                </a:cubicBezTo>
                <a:cubicBezTo>
                  <a:pt x="1315059" y="68917"/>
                  <a:pt x="1323422" y="63284"/>
                  <a:pt x="1333877" y="63284"/>
                </a:cubicBezTo>
                <a:cubicBezTo>
                  <a:pt x="1346682" y="63284"/>
                  <a:pt x="1353736" y="70708"/>
                  <a:pt x="1353736" y="84536"/>
                </a:cubicBezTo>
                <a:lnTo>
                  <a:pt x="1353736" y="100154"/>
                </a:lnTo>
                <a:cubicBezTo>
                  <a:pt x="1313492" y="116027"/>
                  <a:pt x="1309050" y="118076"/>
                  <a:pt x="1297812" y="127806"/>
                </a:cubicBezTo>
                <a:cubicBezTo>
                  <a:pt x="1292062" y="132928"/>
                  <a:pt x="1288401" y="141631"/>
                  <a:pt x="1288401" y="150079"/>
                </a:cubicBezTo>
                <a:cubicBezTo>
                  <a:pt x="1288401" y="166214"/>
                  <a:pt x="1299902" y="177485"/>
                  <a:pt x="1315845" y="177485"/>
                </a:cubicBezTo>
                <a:cubicBezTo>
                  <a:pt x="1327342" y="177485"/>
                  <a:pt x="1338057" y="172105"/>
                  <a:pt x="1353999" y="158782"/>
                </a:cubicBezTo>
                <a:cubicBezTo>
                  <a:pt x="1355307" y="172105"/>
                  <a:pt x="1360009" y="177485"/>
                  <a:pt x="1370724" y="177485"/>
                </a:cubicBezTo>
                <a:cubicBezTo>
                  <a:pt x="1379609" y="177485"/>
                  <a:pt x="1385100" y="174412"/>
                  <a:pt x="1394243" y="164677"/>
                </a:cubicBezTo>
                <a:lnTo>
                  <a:pt x="1394243" y="158019"/>
                </a:lnTo>
                <a:moveTo>
                  <a:pt x="1353736" y="143409"/>
                </a:moveTo>
                <a:cubicBezTo>
                  <a:pt x="1353736" y="151354"/>
                  <a:pt x="1352432" y="153660"/>
                  <a:pt x="1346941" y="156733"/>
                </a:cubicBezTo>
                <a:cubicBezTo>
                  <a:pt x="1340672" y="160322"/>
                  <a:pt x="1333355" y="162625"/>
                  <a:pt x="1327864" y="162625"/>
                </a:cubicBezTo>
                <a:cubicBezTo>
                  <a:pt x="1318720" y="162625"/>
                  <a:pt x="1311403" y="153914"/>
                  <a:pt x="1311403" y="142897"/>
                </a:cubicBezTo>
                <a:lnTo>
                  <a:pt x="1311403" y="141873"/>
                </a:lnTo>
                <a:cubicBezTo>
                  <a:pt x="1311403" y="126755"/>
                  <a:pt x="1322114" y="117532"/>
                  <a:pt x="1353736" y="106257"/>
                </a:cubicBezTo>
                <a:lnTo>
                  <a:pt x="1353736" y="143409"/>
                </a:lnTo>
                <a:close/>
                <a:moveTo>
                  <a:pt x="1398949" y="73022"/>
                </a:moveTo>
                <a:cubicBezTo>
                  <a:pt x="1400516" y="72252"/>
                  <a:pt x="1403132" y="71998"/>
                  <a:pt x="1406007" y="71998"/>
                </a:cubicBezTo>
                <a:cubicBezTo>
                  <a:pt x="1413325" y="71998"/>
                  <a:pt x="1415674" y="75841"/>
                  <a:pt x="1415674" y="88391"/>
                </a:cubicBezTo>
                <a:lnTo>
                  <a:pt x="1415674" y="151928"/>
                </a:lnTo>
                <a:cubicBezTo>
                  <a:pt x="1415674" y="166530"/>
                  <a:pt x="1412798" y="170115"/>
                  <a:pt x="1399471" y="171140"/>
                </a:cubicBezTo>
                <a:lnTo>
                  <a:pt x="1399471" y="174983"/>
                </a:lnTo>
                <a:lnTo>
                  <a:pt x="1454877" y="174983"/>
                </a:lnTo>
                <a:lnTo>
                  <a:pt x="1454877" y="171140"/>
                </a:lnTo>
                <a:cubicBezTo>
                  <a:pt x="1441546" y="170115"/>
                  <a:pt x="1437626" y="167042"/>
                  <a:pt x="1437626" y="157820"/>
                </a:cubicBezTo>
                <a:lnTo>
                  <a:pt x="1437626" y="85830"/>
                </a:lnTo>
                <a:cubicBezTo>
                  <a:pt x="1450171" y="74301"/>
                  <a:pt x="1455922" y="71228"/>
                  <a:pt x="1464547" y="71228"/>
                </a:cubicBezTo>
                <a:cubicBezTo>
                  <a:pt x="1477352" y="71228"/>
                  <a:pt x="1483624" y="79168"/>
                  <a:pt x="1483624" y="96077"/>
                </a:cubicBezTo>
                <a:lnTo>
                  <a:pt x="1483624" y="149622"/>
                </a:lnTo>
                <a:cubicBezTo>
                  <a:pt x="1483624" y="165760"/>
                  <a:pt x="1480227" y="170115"/>
                  <a:pt x="1467159" y="171140"/>
                </a:cubicBezTo>
                <a:lnTo>
                  <a:pt x="1467159" y="174983"/>
                </a:lnTo>
                <a:lnTo>
                  <a:pt x="1521520" y="174983"/>
                </a:lnTo>
                <a:lnTo>
                  <a:pt x="1521520" y="171140"/>
                </a:lnTo>
                <a:cubicBezTo>
                  <a:pt x="1508711" y="169861"/>
                  <a:pt x="1505577" y="166784"/>
                  <a:pt x="1505577" y="154235"/>
                </a:cubicBezTo>
                <a:lnTo>
                  <a:pt x="1505577" y="95565"/>
                </a:lnTo>
                <a:cubicBezTo>
                  <a:pt x="1505577" y="71486"/>
                  <a:pt x="1494076" y="57134"/>
                  <a:pt x="1474740" y="57134"/>
                </a:cubicBezTo>
                <a:cubicBezTo>
                  <a:pt x="1462717" y="57134"/>
                  <a:pt x="1454614" y="61493"/>
                  <a:pt x="1436844" y="77890"/>
                </a:cubicBezTo>
                <a:lnTo>
                  <a:pt x="1436844" y="57650"/>
                </a:lnTo>
                <a:lnTo>
                  <a:pt x="1435014" y="57134"/>
                </a:lnTo>
                <a:cubicBezTo>
                  <a:pt x="1422209" y="61747"/>
                  <a:pt x="1413325" y="64566"/>
                  <a:pt x="1398949" y="68667"/>
                </a:cubicBezTo>
                <a:lnTo>
                  <a:pt x="1398949" y="73022"/>
                </a:lnTo>
                <a:close/>
                <a:moveTo>
                  <a:pt x="1615339" y="177485"/>
                </a:moveTo>
                <a:lnTo>
                  <a:pt x="1653756" y="164165"/>
                </a:lnTo>
                <a:lnTo>
                  <a:pt x="1653756" y="160068"/>
                </a:lnTo>
                <a:cubicBezTo>
                  <a:pt x="1649051" y="160322"/>
                  <a:pt x="1648528" y="160322"/>
                  <a:pt x="1647743" y="160322"/>
                </a:cubicBezTo>
                <a:cubicBezTo>
                  <a:pt x="1638336" y="160322"/>
                  <a:pt x="1636246" y="157507"/>
                  <a:pt x="1636246" y="145728"/>
                </a:cubicBezTo>
                <a:lnTo>
                  <a:pt x="1636246" y="512"/>
                </a:lnTo>
                <a:lnTo>
                  <a:pt x="1634938" y="0"/>
                </a:lnTo>
                <a:cubicBezTo>
                  <a:pt x="1622393" y="4355"/>
                  <a:pt x="1613249" y="6916"/>
                  <a:pt x="1596520" y="11275"/>
                </a:cubicBezTo>
                <a:lnTo>
                  <a:pt x="1596520" y="15372"/>
                </a:lnTo>
                <a:cubicBezTo>
                  <a:pt x="1598614" y="15118"/>
                  <a:pt x="1600181" y="15118"/>
                  <a:pt x="1602271" y="15118"/>
                </a:cubicBezTo>
                <a:cubicBezTo>
                  <a:pt x="1611941" y="15118"/>
                  <a:pt x="1614294" y="17679"/>
                  <a:pt x="1614294" y="28184"/>
                </a:cubicBezTo>
                <a:lnTo>
                  <a:pt x="1614294" y="68151"/>
                </a:lnTo>
                <a:cubicBezTo>
                  <a:pt x="1604360" y="59953"/>
                  <a:pt x="1597306" y="57134"/>
                  <a:pt x="1586850" y="57134"/>
                </a:cubicBezTo>
                <a:cubicBezTo>
                  <a:pt x="1556799" y="57134"/>
                  <a:pt x="1532494" y="86072"/>
                  <a:pt x="1532494" y="122431"/>
                </a:cubicBezTo>
                <a:cubicBezTo>
                  <a:pt x="1532494" y="155200"/>
                  <a:pt x="1552093" y="177485"/>
                  <a:pt x="1580841" y="177485"/>
                </a:cubicBezTo>
                <a:cubicBezTo>
                  <a:pt x="1595476" y="177485"/>
                  <a:pt x="1605409" y="172363"/>
                  <a:pt x="1614294" y="160322"/>
                </a:cubicBezTo>
                <a:lnTo>
                  <a:pt x="1614294" y="176719"/>
                </a:lnTo>
                <a:lnTo>
                  <a:pt x="1615339" y="177485"/>
                </a:lnTo>
                <a:moveTo>
                  <a:pt x="1614294" y="148801"/>
                </a:moveTo>
                <a:cubicBezTo>
                  <a:pt x="1614294" y="150595"/>
                  <a:pt x="1612463" y="153668"/>
                  <a:pt x="1609851" y="156483"/>
                </a:cubicBezTo>
                <a:cubicBezTo>
                  <a:pt x="1605146" y="161604"/>
                  <a:pt x="1598614" y="164165"/>
                  <a:pt x="1591033" y="164165"/>
                </a:cubicBezTo>
                <a:cubicBezTo>
                  <a:pt x="1569344" y="164165"/>
                  <a:pt x="1554968" y="143679"/>
                  <a:pt x="1554968" y="112188"/>
                </a:cubicBezTo>
                <a:cubicBezTo>
                  <a:pt x="1554968" y="83257"/>
                  <a:pt x="1567773" y="64312"/>
                  <a:pt x="1587636" y="64312"/>
                </a:cubicBezTo>
                <a:cubicBezTo>
                  <a:pt x="1601489" y="64312"/>
                  <a:pt x="1614294" y="76341"/>
                  <a:pt x="1614294" y="89911"/>
                </a:cubicBezTo>
                <a:lnTo>
                  <a:pt x="1614294" y="148801"/>
                </a:lnTo>
                <a:close/>
                <a:moveTo>
                  <a:pt x="1666297" y="109178"/>
                </a:moveTo>
                <a:lnTo>
                  <a:pt x="1666297" y="125320"/>
                </a:lnTo>
                <a:lnTo>
                  <a:pt x="1730588" y="125320"/>
                </a:lnTo>
                <a:lnTo>
                  <a:pt x="1730588" y="109178"/>
                </a:lnTo>
                <a:lnTo>
                  <a:pt x="1666297" y="109178"/>
                </a:lnTo>
                <a:close/>
                <a:moveTo>
                  <a:pt x="1919276" y="28149"/>
                </a:moveTo>
                <a:lnTo>
                  <a:pt x="1919276" y="144234"/>
                </a:lnTo>
                <a:cubicBezTo>
                  <a:pt x="1919276" y="165502"/>
                  <a:pt x="1916138" y="168837"/>
                  <a:pt x="1895493" y="170115"/>
                </a:cubicBezTo>
                <a:lnTo>
                  <a:pt x="1895493" y="174983"/>
                </a:lnTo>
                <a:lnTo>
                  <a:pt x="1968668" y="174983"/>
                </a:lnTo>
                <a:lnTo>
                  <a:pt x="1968668" y="170115"/>
                </a:lnTo>
                <a:cubicBezTo>
                  <a:pt x="1949591" y="168837"/>
                  <a:pt x="1945934" y="165248"/>
                  <a:pt x="1945934" y="147053"/>
                </a:cubicBezTo>
                <a:lnTo>
                  <a:pt x="1945934" y="33274"/>
                </a:lnTo>
                <a:cubicBezTo>
                  <a:pt x="1945934" y="15079"/>
                  <a:pt x="1949332" y="11748"/>
                  <a:pt x="1968668" y="10212"/>
                </a:cubicBezTo>
                <a:lnTo>
                  <a:pt x="1968668" y="5340"/>
                </a:lnTo>
                <a:lnTo>
                  <a:pt x="1916660" y="5340"/>
                </a:lnTo>
                <a:lnTo>
                  <a:pt x="1858906" y="134754"/>
                </a:lnTo>
                <a:lnTo>
                  <a:pt x="1798536" y="5340"/>
                </a:lnTo>
                <a:lnTo>
                  <a:pt x="1746791" y="5340"/>
                </a:lnTo>
                <a:lnTo>
                  <a:pt x="1746791" y="10212"/>
                </a:lnTo>
                <a:cubicBezTo>
                  <a:pt x="1768221" y="11490"/>
                  <a:pt x="1771619" y="14567"/>
                  <a:pt x="1771619" y="33274"/>
                </a:cubicBezTo>
                <a:lnTo>
                  <a:pt x="1771619" y="137314"/>
                </a:lnTo>
                <a:cubicBezTo>
                  <a:pt x="1771619" y="163712"/>
                  <a:pt x="1767958" y="168579"/>
                  <a:pt x="1746269" y="170115"/>
                </a:cubicBezTo>
                <a:lnTo>
                  <a:pt x="1746269" y="174983"/>
                </a:lnTo>
                <a:lnTo>
                  <a:pt x="1807684" y="174983"/>
                </a:lnTo>
                <a:lnTo>
                  <a:pt x="1807684" y="170115"/>
                </a:lnTo>
                <a:cubicBezTo>
                  <a:pt x="1787562" y="169091"/>
                  <a:pt x="1783120" y="163199"/>
                  <a:pt x="1783120" y="137314"/>
                </a:cubicBezTo>
                <a:lnTo>
                  <a:pt x="1783120" y="34040"/>
                </a:lnTo>
                <a:lnTo>
                  <a:pt x="1848714" y="174983"/>
                </a:lnTo>
                <a:lnTo>
                  <a:pt x="1852374" y="174983"/>
                </a:lnTo>
                <a:lnTo>
                  <a:pt x="1919276" y="28149"/>
                </a:lnTo>
                <a:close/>
                <a:moveTo>
                  <a:pt x="2159969" y="170115"/>
                </a:moveTo>
                <a:cubicBezTo>
                  <a:pt x="2148209" y="169349"/>
                  <a:pt x="2145597" y="166788"/>
                  <a:pt x="2136450" y="147843"/>
                </a:cubicBezTo>
                <a:lnTo>
                  <a:pt x="2071374" y="2338"/>
                </a:lnTo>
                <a:lnTo>
                  <a:pt x="2066150" y="2338"/>
                </a:lnTo>
                <a:lnTo>
                  <a:pt x="2011790" y="128131"/>
                </a:lnTo>
                <a:cubicBezTo>
                  <a:pt x="1995065" y="165510"/>
                  <a:pt x="1991927" y="169603"/>
                  <a:pt x="1979385" y="170115"/>
                </a:cubicBezTo>
                <a:lnTo>
                  <a:pt x="1979385" y="174983"/>
                </a:lnTo>
                <a:lnTo>
                  <a:pt x="2031130" y="174983"/>
                </a:lnTo>
                <a:lnTo>
                  <a:pt x="2031130" y="170115"/>
                </a:lnTo>
                <a:cubicBezTo>
                  <a:pt x="2018585" y="170115"/>
                  <a:pt x="2013357" y="166788"/>
                  <a:pt x="2013357" y="159622"/>
                </a:cubicBezTo>
                <a:cubicBezTo>
                  <a:pt x="2013357" y="156549"/>
                  <a:pt x="2014142" y="152964"/>
                  <a:pt x="2015450" y="149637"/>
                </a:cubicBezTo>
                <a:lnTo>
                  <a:pt x="2027469" y="119682"/>
                </a:lnTo>
                <a:lnTo>
                  <a:pt x="2095942" y="119682"/>
                </a:lnTo>
                <a:lnTo>
                  <a:pt x="2106657" y="144262"/>
                </a:lnTo>
                <a:cubicBezTo>
                  <a:pt x="2109792" y="151174"/>
                  <a:pt x="2111622" y="157828"/>
                  <a:pt x="2111622" y="161413"/>
                </a:cubicBezTo>
                <a:cubicBezTo>
                  <a:pt x="2111622" y="167813"/>
                  <a:pt x="2107180" y="169861"/>
                  <a:pt x="2093326" y="170115"/>
                </a:cubicBezTo>
                <a:lnTo>
                  <a:pt x="2093326" y="174983"/>
                </a:lnTo>
                <a:lnTo>
                  <a:pt x="2159969" y="174983"/>
                </a:lnTo>
                <a:lnTo>
                  <a:pt x="2159969" y="170115"/>
                </a:lnTo>
                <a:moveTo>
                  <a:pt x="2031912" y="109178"/>
                </a:moveTo>
                <a:lnTo>
                  <a:pt x="2061967" y="38720"/>
                </a:lnTo>
                <a:lnTo>
                  <a:pt x="2092282" y="109178"/>
                </a:lnTo>
                <a:lnTo>
                  <a:pt x="2031912" y="109178"/>
                </a:lnTo>
                <a:close/>
                <a:moveTo>
                  <a:pt x="2315989" y="59702"/>
                </a:moveTo>
                <a:lnTo>
                  <a:pt x="2313636" y="1837"/>
                </a:lnTo>
                <a:lnTo>
                  <a:pt x="2308149" y="1837"/>
                </a:lnTo>
                <a:cubicBezTo>
                  <a:pt x="2306582" y="7221"/>
                  <a:pt x="2302399" y="10294"/>
                  <a:pt x="2297171" y="10294"/>
                </a:cubicBezTo>
                <a:cubicBezTo>
                  <a:pt x="2294818" y="10294"/>
                  <a:pt x="2290898" y="9528"/>
                  <a:pt x="2286978" y="7987"/>
                </a:cubicBezTo>
                <a:cubicBezTo>
                  <a:pt x="2274174" y="3890"/>
                  <a:pt x="2261106" y="1837"/>
                  <a:pt x="2248824" y="1837"/>
                </a:cubicBezTo>
                <a:cubicBezTo>
                  <a:pt x="2227394" y="1837"/>
                  <a:pt x="2205705" y="9782"/>
                  <a:pt x="2189499" y="23864"/>
                </a:cubicBezTo>
                <a:cubicBezTo>
                  <a:pt x="2171207" y="39736"/>
                  <a:pt x="2161277" y="63542"/>
                  <a:pt x="2161277" y="91698"/>
                </a:cubicBezTo>
                <a:cubicBezTo>
                  <a:pt x="2161277" y="115507"/>
                  <a:pt x="2169117" y="137522"/>
                  <a:pt x="2182444" y="152112"/>
                </a:cubicBezTo>
                <a:cubicBezTo>
                  <a:pt x="2198124" y="168751"/>
                  <a:pt x="2222166" y="178486"/>
                  <a:pt x="2248042" y="178486"/>
                </a:cubicBezTo>
                <a:cubicBezTo>
                  <a:pt x="2277571" y="178486"/>
                  <a:pt x="2303444" y="166702"/>
                  <a:pt x="2319387" y="145966"/>
                </a:cubicBezTo>
                <a:lnTo>
                  <a:pt x="2314681" y="141361"/>
                </a:lnTo>
                <a:cubicBezTo>
                  <a:pt x="2295345" y="159536"/>
                  <a:pt x="2278094" y="167214"/>
                  <a:pt x="2256404" y="167214"/>
                </a:cubicBezTo>
                <a:cubicBezTo>
                  <a:pt x="2239939" y="167214"/>
                  <a:pt x="2225304" y="162093"/>
                  <a:pt x="2214067" y="152366"/>
                </a:cubicBezTo>
                <a:cubicBezTo>
                  <a:pt x="2199691" y="139824"/>
                  <a:pt x="2191592" y="116785"/>
                  <a:pt x="2191592" y="88371"/>
                </a:cubicBezTo>
                <a:cubicBezTo>
                  <a:pt x="2191592" y="42039"/>
                  <a:pt x="2215897" y="12088"/>
                  <a:pt x="2253789" y="12088"/>
                </a:cubicBezTo>
                <a:cubicBezTo>
                  <a:pt x="2268687" y="12088"/>
                  <a:pt x="2282277" y="17464"/>
                  <a:pt x="2292729" y="27703"/>
                </a:cubicBezTo>
                <a:cubicBezTo>
                  <a:pt x="2301091" y="35893"/>
                  <a:pt x="2305011" y="43063"/>
                  <a:pt x="2309979" y="59702"/>
                </a:cubicBezTo>
                <a:lnTo>
                  <a:pt x="2315989" y="59702"/>
                </a:lnTo>
                <a:close/>
                <a:moveTo>
                  <a:pt x="2492916" y="208511"/>
                </a:moveTo>
                <a:lnTo>
                  <a:pt x="2470441" y="208511"/>
                </a:lnTo>
                <a:cubicBezTo>
                  <a:pt x="2461816" y="208511"/>
                  <a:pt x="2457633" y="204156"/>
                  <a:pt x="2457633" y="195191"/>
                </a:cubicBezTo>
                <a:lnTo>
                  <a:pt x="2457633" y="23019"/>
                </a:lnTo>
                <a:cubicBezTo>
                  <a:pt x="2457633" y="15079"/>
                  <a:pt x="2461030" y="11748"/>
                  <a:pt x="2469396" y="11748"/>
                </a:cubicBezTo>
                <a:lnTo>
                  <a:pt x="2492916" y="11748"/>
                </a:lnTo>
                <a:lnTo>
                  <a:pt x="2492916" y="5340"/>
                </a:lnTo>
                <a:lnTo>
                  <a:pt x="2437774" y="5340"/>
                </a:lnTo>
                <a:lnTo>
                  <a:pt x="2437774" y="214919"/>
                </a:lnTo>
                <a:lnTo>
                  <a:pt x="2492916" y="214919"/>
                </a:lnTo>
                <a:lnTo>
                  <a:pt x="2492916" y="2085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33">
            <a:extLst xmlns:a="http://schemas.openxmlformats.org/drawingml/2006/main">
              <a:ext uri="{FF2B5EF4-FFF2-40B4-BE49-F238E27FC236}">
                <a16:creationId xmlns:a16="http://schemas.microsoft.com/office/drawing/2014/main" id="{D352696C-3FA7-4E30-8DC9-39C03497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273" y="2511562"/>
            <a:ext cx="232328" cy="176648"/>
          </a:xfrm>
          <a:custGeom xmlns:a="http://schemas.openxmlformats.org/drawingml/2006/main">
            <a:pathLst>
              <a:path w="232328" h="176648">
                <a:moveTo>
                  <a:pt x="28747" y="88586"/>
                </a:moveTo>
                <a:cubicBezTo>
                  <a:pt x="44164" y="88586"/>
                  <a:pt x="50173" y="89098"/>
                  <a:pt x="56446" y="91401"/>
                </a:cubicBezTo>
                <a:cubicBezTo>
                  <a:pt x="72652" y="97031"/>
                  <a:pt x="82845" y="111625"/>
                  <a:pt x="82845" y="129284"/>
                </a:cubicBezTo>
                <a:cubicBezTo>
                  <a:pt x="82845" y="150787"/>
                  <a:pt x="67947" y="167426"/>
                  <a:pt x="48606" y="167426"/>
                </a:cubicBezTo>
                <a:cubicBezTo>
                  <a:pt x="41552" y="167426"/>
                  <a:pt x="36324" y="165635"/>
                  <a:pt x="26654" y="159489"/>
                </a:cubicBezTo>
                <a:cubicBezTo>
                  <a:pt x="18814" y="154884"/>
                  <a:pt x="14372" y="153093"/>
                  <a:pt x="9929" y="153093"/>
                </a:cubicBezTo>
                <a:cubicBezTo>
                  <a:pt x="3920" y="153093"/>
                  <a:pt x="0" y="156674"/>
                  <a:pt x="0" y="162050"/>
                </a:cubicBezTo>
                <a:cubicBezTo>
                  <a:pt x="0" y="171015"/>
                  <a:pt x="11237" y="176648"/>
                  <a:pt x="29529" y="176648"/>
                </a:cubicBezTo>
                <a:cubicBezTo>
                  <a:pt x="49651" y="176648"/>
                  <a:pt x="70300" y="169990"/>
                  <a:pt x="82582" y="159489"/>
                </a:cubicBezTo>
                <a:cubicBezTo>
                  <a:pt x="94864" y="148996"/>
                  <a:pt x="101659" y="134148"/>
                  <a:pt x="101659" y="117000"/>
                </a:cubicBezTo>
                <a:cubicBezTo>
                  <a:pt x="101659" y="103943"/>
                  <a:pt x="97480" y="91913"/>
                  <a:pt x="89899" y="83977"/>
                </a:cubicBezTo>
                <a:cubicBezTo>
                  <a:pt x="84671" y="78347"/>
                  <a:pt x="79707" y="75274"/>
                  <a:pt x="68206" y="70411"/>
                </a:cubicBezTo>
                <a:cubicBezTo>
                  <a:pt x="86238" y="58381"/>
                  <a:pt x="92774" y="48908"/>
                  <a:pt x="92774" y="35084"/>
                </a:cubicBezTo>
                <a:cubicBezTo>
                  <a:pt x="92774" y="14352"/>
                  <a:pt x="76050" y="0"/>
                  <a:pt x="52004" y="0"/>
                </a:cubicBezTo>
                <a:cubicBezTo>
                  <a:pt x="38936" y="0"/>
                  <a:pt x="27439" y="4359"/>
                  <a:pt x="18032" y="12557"/>
                </a:cubicBezTo>
                <a:cubicBezTo>
                  <a:pt x="10189" y="19469"/>
                  <a:pt x="6269" y="26127"/>
                  <a:pt x="522" y="41484"/>
                </a:cubicBezTo>
                <a:lnTo>
                  <a:pt x="4442" y="42508"/>
                </a:lnTo>
                <a:cubicBezTo>
                  <a:pt x="15157" y="23821"/>
                  <a:pt x="26917" y="15376"/>
                  <a:pt x="43382" y="15376"/>
                </a:cubicBezTo>
                <a:cubicBezTo>
                  <a:pt x="60366" y="15376"/>
                  <a:pt x="72130" y="26640"/>
                  <a:pt x="72130" y="42766"/>
                </a:cubicBezTo>
                <a:cubicBezTo>
                  <a:pt x="72130" y="51981"/>
                  <a:pt x="68206" y="61196"/>
                  <a:pt x="61674" y="67596"/>
                </a:cubicBezTo>
                <a:cubicBezTo>
                  <a:pt x="53834" y="75274"/>
                  <a:pt x="46517" y="79113"/>
                  <a:pt x="28747" y="85259"/>
                </a:cubicBezTo>
                <a:lnTo>
                  <a:pt x="28747" y="88586"/>
                </a:lnTo>
                <a:close/>
                <a:moveTo>
                  <a:pt x="159417" y="88586"/>
                </a:moveTo>
                <a:cubicBezTo>
                  <a:pt x="174833" y="88586"/>
                  <a:pt x="180843" y="89098"/>
                  <a:pt x="187116" y="91401"/>
                </a:cubicBezTo>
                <a:cubicBezTo>
                  <a:pt x="203322" y="97031"/>
                  <a:pt x="213514" y="111625"/>
                  <a:pt x="213514" y="129284"/>
                </a:cubicBezTo>
                <a:cubicBezTo>
                  <a:pt x="213514" y="150787"/>
                  <a:pt x="198616" y="167426"/>
                  <a:pt x="179276" y="167426"/>
                </a:cubicBezTo>
                <a:cubicBezTo>
                  <a:pt x="172222" y="167426"/>
                  <a:pt x="166994" y="165635"/>
                  <a:pt x="157323" y="159489"/>
                </a:cubicBezTo>
                <a:cubicBezTo>
                  <a:pt x="149484" y="154884"/>
                  <a:pt x="145041" y="153093"/>
                  <a:pt x="140599" y="153093"/>
                </a:cubicBezTo>
                <a:cubicBezTo>
                  <a:pt x="134589" y="153093"/>
                  <a:pt x="130669" y="156674"/>
                  <a:pt x="130669" y="162050"/>
                </a:cubicBezTo>
                <a:cubicBezTo>
                  <a:pt x="130669" y="171015"/>
                  <a:pt x="141907" y="176648"/>
                  <a:pt x="160199" y="176648"/>
                </a:cubicBezTo>
                <a:cubicBezTo>
                  <a:pt x="180321" y="176648"/>
                  <a:pt x="200969" y="169990"/>
                  <a:pt x="213251" y="159489"/>
                </a:cubicBezTo>
                <a:cubicBezTo>
                  <a:pt x="225533" y="148996"/>
                  <a:pt x="232328" y="134148"/>
                  <a:pt x="232328" y="117000"/>
                </a:cubicBezTo>
                <a:cubicBezTo>
                  <a:pt x="232328" y="103943"/>
                  <a:pt x="228149" y="91913"/>
                  <a:pt x="220569" y="83977"/>
                </a:cubicBezTo>
                <a:cubicBezTo>
                  <a:pt x="215341" y="78347"/>
                  <a:pt x="210376" y="75274"/>
                  <a:pt x="198875" y="70411"/>
                </a:cubicBezTo>
                <a:cubicBezTo>
                  <a:pt x="216908" y="58381"/>
                  <a:pt x="223444" y="48908"/>
                  <a:pt x="223444" y="35084"/>
                </a:cubicBezTo>
                <a:cubicBezTo>
                  <a:pt x="223444" y="14352"/>
                  <a:pt x="206719" y="0"/>
                  <a:pt x="182673" y="0"/>
                </a:cubicBezTo>
                <a:cubicBezTo>
                  <a:pt x="169606" y="0"/>
                  <a:pt x="158109" y="4359"/>
                  <a:pt x="148702" y="12557"/>
                </a:cubicBezTo>
                <a:cubicBezTo>
                  <a:pt x="140858" y="19469"/>
                  <a:pt x="136938" y="26127"/>
                  <a:pt x="131192" y="41484"/>
                </a:cubicBezTo>
                <a:lnTo>
                  <a:pt x="135112" y="42508"/>
                </a:lnTo>
                <a:cubicBezTo>
                  <a:pt x="145827" y="23821"/>
                  <a:pt x="157587" y="15376"/>
                  <a:pt x="174052" y="15376"/>
                </a:cubicBezTo>
                <a:cubicBezTo>
                  <a:pt x="191036" y="15376"/>
                  <a:pt x="202799" y="26640"/>
                  <a:pt x="202799" y="42766"/>
                </a:cubicBezTo>
                <a:cubicBezTo>
                  <a:pt x="202799" y="51981"/>
                  <a:pt x="198875" y="61196"/>
                  <a:pt x="192344" y="67596"/>
                </a:cubicBezTo>
                <a:cubicBezTo>
                  <a:pt x="184504" y="75274"/>
                  <a:pt x="177186" y="79113"/>
                  <a:pt x="159417" y="85259"/>
                </a:cubicBezTo>
                <a:lnTo>
                  <a:pt x="159417" y="88586"/>
                </a:lnTo>
                <a:close/>
              </a:path>
            </a:pathLst>
          </a:custGeom>
          <a:solidFill xmlns:a="http://schemas.openxmlformats.org/drawingml/2006/main">
            <a:srgbClr val="B3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](diagrambasedon[">
            <a:extLst xmlns:a="http://schemas.openxmlformats.org/drawingml/2006/main">
              <a:ext uri="{FF2B5EF4-FFF2-40B4-BE49-F238E27FC236}">
                <a16:creationId xmlns:a16="http://schemas.microsoft.com/office/drawing/2014/main" id="{26DE868F-94E5-403B-B40F-C0EC2791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259" y="2509724"/>
            <a:ext cx="2300568" cy="230873"/>
          </a:xfrm>
          <a:custGeom xmlns:a="http://schemas.openxmlformats.org/drawingml/2006/main">
            <a:pathLst>
              <a:path w="2300568" h="230873">
                <a:moveTo>
                  <a:pt x="0" y="208511"/>
                </a:moveTo>
                <a:lnTo>
                  <a:pt x="0" y="214919"/>
                </a:lnTo>
                <a:lnTo>
                  <a:pt x="55142" y="214919"/>
                </a:lnTo>
                <a:lnTo>
                  <a:pt x="55142" y="5340"/>
                </a:lnTo>
                <a:lnTo>
                  <a:pt x="0" y="5340"/>
                </a:lnTo>
                <a:lnTo>
                  <a:pt x="0" y="11748"/>
                </a:lnTo>
                <a:lnTo>
                  <a:pt x="22475" y="11748"/>
                </a:lnTo>
                <a:cubicBezTo>
                  <a:pt x="31100" y="11748"/>
                  <a:pt x="35279" y="16103"/>
                  <a:pt x="35279" y="25072"/>
                </a:cubicBezTo>
                <a:lnTo>
                  <a:pt x="35279" y="197240"/>
                </a:lnTo>
                <a:cubicBezTo>
                  <a:pt x="35279" y="205184"/>
                  <a:pt x="31623" y="208511"/>
                  <a:pt x="23520" y="208511"/>
                </a:cubicBezTo>
                <a:lnTo>
                  <a:pt x="0" y="208511"/>
                </a:lnTo>
                <a:close/>
                <a:moveTo>
                  <a:pt x="242001" y="1837"/>
                </a:moveTo>
                <a:cubicBezTo>
                  <a:pt x="222660" y="14137"/>
                  <a:pt x="214820" y="20799"/>
                  <a:pt x="205150" y="32586"/>
                </a:cubicBezTo>
                <a:cubicBezTo>
                  <a:pt x="186595" y="54874"/>
                  <a:pt x="177447" y="80497"/>
                  <a:pt x="177447" y="110475"/>
                </a:cubicBezTo>
                <a:cubicBezTo>
                  <a:pt x="177447" y="143014"/>
                  <a:pt x="187118" y="168121"/>
                  <a:pt x="210115" y="194257"/>
                </a:cubicBezTo>
                <a:cubicBezTo>
                  <a:pt x="220830" y="206556"/>
                  <a:pt x="227625" y="212194"/>
                  <a:pt x="241215" y="220392"/>
                </a:cubicBezTo>
                <a:lnTo>
                  <a:pt x="244349" y="216291"/>
                </a:lnTo>
                <a:cubicBezTo>
                  <a:pt x="223446" y="200148"/>
                  <a:pt x="216128" y="191184"/>
                  <a:pt x="209070" y="171965"/>
                </a:cubicBezTo>
                <a:cubicBezTo>
                  <a:pt x="202797" y="154802"/>
                  <a:pt x="199922" y="135328"/>
                  <a:pt x="199922" y="109705"/>
                </a:cubicBezTo>
                <a:cubicBezTo>
                  <a:pt x="199922" y="82804"/>
                  <a:pt x="203320" y="61794"/>
                  <a:pt x="210378" y="45910"/>
                </a:cubicBezTo>
                <a:cubicBezTo>
                  <a:pt x="217695" y="30021"/>
                  <a:pt x="225535" y="20799"/>
                  <a:pt x="244349" y="5939"/>
                </a:cubicBezTo>
                <a:lnTo>
                  <a:pt x="242001" y="1837"/>
                </a:lnTo>
                <a:close/>
                <a:moveTo>
                  <a:pt x="341831" y="177485"/>
                </a:moveTo>
                <a:lnTo>
                  <a:pt x="380249" y="164165"/>
                </a:lnTo>
                <a:lnTo>
                  <a:pt x="380249" y="160068"/>
                </a:lnTo>
                <a:cubicBezTo>
                  <a:pt x="375543" y="160322"/>
                  <a:pt x="375021" y="160322"/>
                  <a:pt x="374235" y="160322"/>
                </a:cubicBezTo>
                <a:cubicBezTo>
                  <a:pt x="364828" y="160322"/>
                  <a:pt x="362739" y="157507"/>
                  <a:pt x="362739" y="145728"/>
                </a:cubicBezTo>
                <a:lnTo>
                  <a:pt x="362739" y="512"/>
                </a:lnTo>
                <a:lnTo>
                  <a:pt x="361431" y="0"/>
                </a:lnTo>
                <a:cubicBezTo>
                  <a:pt x="348885" y="4355"/>
                  <a:pt x="339742" y="6916"/>
                  <a:pt x="323013" y="11275"/>
                </a:cubicBezTo>
                <a:lnTo>
                  <a:pt x="323013" y="15372"/>
                </a:lnTo>
                <a:cubicBezTo>
                  <a:pt x="325107" y="15118"/>
                  <a:pt x="326674" y="15118"/>
                  <a:pt x="328763" y="15118"/>
                </a:cubicBezTo>
                <a:cubicBezTo>
                  <a:pt x="338434" y="15118"/>
                  <a:pt x="340786" y="17679"/>
                  <a:pt x="340786" y="28184"/>
                </a:cubicBezTo>
                <a:lnTo>
                  <a:pt x="340786" y="68151"/>
                </a:lnTo>
                <a:cubicBezTo>
                  <a:pt x="330853" y="59953"/>
                  <a:pt x="323799" y="57134"/>
                  <a:pt x="313343" y="57134"/>
                </a:cubicBezTo>
                <a:cubicBezTo>
                  <a:pt x="283291" y="57134"/>
                  <a:pt x="258986" y="86072"/>
                  <a:pt x="258986" y="122431"/>
                </a:cubicBezTo>
                <a:cubicBezTo>
                  <a:pt x="258986" y="155200"/>
                  <a:pt x="278586" y="177485"/>
                  <a:pt x="307333" y="177485"/>
                </a:cubicBezTo>
                <a:cubicBezTo>
                  <a:pt x="321968" y="177485"/>
                  <a:pt x="331902" y="172363"/>
                  <a:pt x="340786" y="160322"/>
                </a:cubicBezTo>
                <a:lnTo>
                  <a:pt x="340786" y="176719"/>
                </a:lnTo>
                <a:lnTo>
                  <a:pt x="341831" y="177485"/>
                </a:lnTo>
                <a:moveTo>
                  <a:pt x="340786" y="148801"/>
                </a:moveTo>
                <a:cubicBezTo>
                  <a:pt x="340786" y="150595"/>
                  <a:pt x="338956" y="153668"/>
                  <a:pt x="336344" y="156483"/>
                </a:cubicBezTo>
                <a:cubicBezTo>
                  <a:pt x="331638" y="161604"/>
                  <a:pt x="325107" y="164165"/>
                  <a:pt x="317526" y="164165"/>
                </a:cubicBezTo>
                <a:cubicBezTo>
                  <a:pt x="295837" y="164165"/>
                  <a:pt x="281461" y="143679"/>
                  <a:pt x="281461" y="112188"/>
                </a:cubicBezTo>
                <a:cubicBezTo>
                  <a:pt x="281461" y="83257"/>
                  <a:pt x="294266" y="64312"/>
                  <a:pt x="314128" y="64312"/>
                </a:cubicBezTo>
                <a:cubicBezTo>
                  <a:pt x="327982" y="64312"/>
                  <a:pt x="340786" y="76341"/>
                  <a:pt x="340786" y="89911"/>
                </a:cubicBezTo>
                <a:lnTo>
                  <a:pt x="340786" y="148801"/>
                </a:lnTo>
                <a:close/>
                <a:moveTo>
                  <a:pt x="428333" y="57134"/>
                </a:moveTo>
                <a:lnTo>
                  <a:pt x="387825" y="71146"/>
                </a:lnTo>
                <a:lnTo>
                  <a:pt x="387825" y="74993"/>
                </a:lnTo>
                <a:lnTo>
                  <a:pt x="389919" y="74735"/>
                </a:lnTo>
                <a:cubicBezTo>
                  <a:pt x="393053" y="74222"/>
                  <a:pt x="396451" y="73964"/>
                  <a:pt x="398804" y="73964"/>
                </a:cubicBezTo>
                <a:cubicBezTo>
                  <a:pt x="405076" y="73964"/>
                  <a:pt x="407425" y="78065"/>
                  <a:pt x="407425" y="89348"/>
                </a:cubicBezTo>
                <a:lnTo>
                  <a:pt x="407425" y="148836"/>
                </a:lnTo>
                <a:cubicBezTo>
                  <a:pt x="407425" y="167297"/>
                  <a:pt x="404813" y="170115"/>
                  <a:pt x="386781" y="171140"/>
                </a:cubicBezTo>
                <a:lnTo>
                  <a:pt x="386781" y="174983"/>
                </a:lnTo>
                <a:lnTo>
                  <a:pt x="448718" y="174983"/>
                </a:lnTo>
                <a:lnTo>
                  <a:pt x="448718" y="171140"/>
                </a:lnTo>
                <a:cubicBezTo>
                  <a:pt x="431471" y="169861"/>
                  <a:pt x="429377" y="167297"/>
                  <a:pt x="429377" y="148836"/>
                </a:cubicBezTo>
                <a:lnTo>
                  <a:pt x="429377" y="57904"/>
                </a:lnTo>
                <a:lnTo>
                  <a:pt x="428333" y="57134"/>
                </a:lnTo>
                <a:moveTo>
                  <a:pt x="416050" y="86"/>
                </a:moveTo>
                <a:cubicBezTo>
                  <a:pt x="408996" y="86"/>
                  <a:pt x="402983" y="5982"/>
                  <a:pt x="402983" y="13156"/>
                </a:cubicBezTo>
                <a:cubicBezTo>
                  <a:pt x="402983" y="20330"/>
                  <a:pt x="408733" y="26221"/>
                  <a:pt x="416050" y="26221"/>
                </a:cubicBezTo>
                <a:cubicBezTo>
                  <a:pt x="423631" y="26221"/>
                  <a:pt x="429641" y="20584"/>
                  <a:pt x="429641" y="13156"/>
                </a:cubicBezTo>
                <a:cubicBezTo>
                  <a:pt x="429641" y="5982"/>
                  <a:pt x="423631" y="86"/>
                  <a:pt x="416050" y="86"/>
                </a:cubicBezTo>
                <a:close/>
                <a:moveTo>
                  <a:pt x="570762" y="158019"/>
                </a:moveTo>
                <a:cubicBezTo>
                  <a:pt x="566320" y="161600"/>
                  <a:pt x="563185" y="162883"/>
                  <a:pt x="559265" y="162883"/>
                </a:cubicBezTo>
                <a:cubicBezTo>
                  <a:pt x="553256" y="162883"/>
                  <a:pt x="551425" y="159298"/>
                  <a:pt x="551425" y="148034"/>
                </a:cubicBezTo>
                <a:lnTo>
                  <a:pt x="551425" y="98106"/>
                </a:lnTo>
                <a:cubicBezTo>
                  <a:pt x="551425" y="84790"/>
                  <a:pt x="550118" y="77366"/>
                  <a:pt x="546198" y="71220"/>
                </a:cubicBezTo>
                <a:cubicBezTo>
                  <a:pt x="540447" y="62005"/>
                  <a:pt x="529210" y="57134"/>
                  <a:pt x="513793" y="57134"/>
                </a:cubicBezTo>
                <a:cubicBezTo>
                  <a:pt x="489225" y="57134"/>
                  <a:pt x="469889" y="69683"/>
                  <a:pt x="469889" y="85814"/>
                </a:cubicBezTo>
                <a:cubicBezTo>
                  <a:pt x="469889" y="91706"/>
                  <a:pt x="475112" y="96823"/>
                  <a:pt x="481126" y="96823"/>
                </a:cubicBezTo>
                <a:cubicBezTo>
                  <a:pt x="487395" y="96823"/>
                  <a:pt x="492886" y="91706"/>
                  <a:pt x="492886" y="86072"/>
                </a:cubicBezTo>
                <a:cubicBezTo>
                  <a:pt x="492886" y="85048"/>
                  <a:pt x="492623" y="83766"/>
                  <a:pt x="492363" y="81975"/>
                </a:cubicBezTo>
                <a:cubicBezTo>
                  <a:pt x="491841" y="79672"/>
                  <a:pt x="491578" y="77624"/>
                  <a:pt x="491578" y="75829"/>
                </a:cubicBezTo>
                <a:cubicBezTo>
                  <a:pt x="491578" y="68917"/>
                  <a:pt x="499940" y="63284"/>
                  <a:pt x="510396" y="63284"/>
                </a:cubicBezTo>
                <a:cubicBezTo>
                  <a:pt x="523200" y="63284"/>
                  <a:pt x="530255" y="70708"/>
                  <a:pt x="530255" y="84536"/>
                </a:cubicBezTo>
                <a:lnTo>
                  <a:pt x="530255" y="100154"/>
                </a:lnTo>
                <a:cubicBezTo>
                  <a:pt x="490011" y="116027"/>
                  <a:pt x="485568" y="118076"/>
                  <a:pt x="474331" y="127806"/>
                </a:cubicBezTo>
                <a:cubicBezTo>
                  <a:pt x="468581" y="132928"/>
                  <a:pt x="464920" y="141631"/>
                  <a:pt x="464920" y="150079"/>
                </a:cubicBezTo>
                <a:cubicBezTo>
                  <a:pt x="464920" y="166214"/>
                  <a:pt x="476420" y="177485"/>
                  <a:pt x="492363" y="177485"/>
                </a:cubicBezTo>
                <a:cubicBezTo>
                  <a:pt x="503860" y="177485"/>
                  <a:pt x="514575" y="172105"/>
                  <a:pt x="530518" y="158782"/>
                </a:cubicBezTo>
                <a:cubicBezTo>
                  <a:pt x="531826" y="172105"/>
                  <a:pt x="536527" y="177485"/>
                  <a:pt x="547242" y="177485"/>
                </a:cubicBezTo>
                <a:cubicBezTo>
                  <a:pt x="556127" y="177485"/>
                  <a:pt x="561618" y="174412"/>
                  <a:pt x="570762" y="164677"/>
                </a:cubicBezTo>
                <a:lnTo>
                  <a:pt x="570762" y="158019"/>
                </a:lnTo>
                <a:moveTo>
                  <a:pt x="530255" y="143409"/>
                </a:moveTo>
                <a:cubicBezTo>
                  <a:pt x="530255" y="151354"/>
                  <a:pt x="528951" y="153660"/>
                  <a:pt x="523460" y="156733"/>
                </a:cubicBezTo>
                <a:cubicBezTo>
                  <a:pt x="517191" y="160322"/>
                  <a:pt x="509873" y="162625"/>
                  <a:pt x="504382" y="162625"/>
                </a:cubicBezTo>
                <a:cubicBezTo>
                  <a:pt x="495239" y="162625"/>
                  <a:pt x="487921" y="153914"/>
                  <a:pt x="487921" y="142897"/>
                </a:cubicBezTo>
                <a:lnTo>
                  <a:pt x="487921" y="141873"/>
                </a:lnTo>
                <a:cubicBezTo>
                  <a:pt x="487921" y="126755"/>
                  <a:pt x="498632" y="117532"/>
                  <a:pt x="530255" y="106257"/>
                </a:cubicBezTo>
                <a:lnTo>
                  <a:pt x="530255" y="143409"/>
                </a:lnTo>
                <a:close/>
                <a:moveTo>
                  <a:pt x="694114" y="75634"/>
                </a:moveTo>
                <a:lnTo>
                  <a:pt x="694114" y="65641"/>
                </a:lnTo>
                <a:lnTo>
                  <a:pt x="673992" y="65641"/>
                </a:lnTo>
                <a:cubicBezTo>
                  <a:pt x="668764" y="65641"/>
                  <a:pt x="664844" y="64843"/>
                  <a:pt x="659620" y="63029"/>
                </a:cubicBezTo>
                <a:lnTo>
                  <a:pt x="653870" y="60981"/>
                </a:lnTo>
                <a:cubicBezTo>
                  <a:pt x="646812" y="58416"/>
                  <a:pt x="639757" y="57134"/>
                  <a:pt x="632962" y="57134"/>
                </a:cubicBezTo>
                <a:cubicBezTo>
                  <a:pt x="608657" y="57134"/>
                  <a:pt x="589317" y="75634"/>
                  <a:pt x="589317" y="98942"/>
                </a:cubicBezTo>
                <a:cubicBezTo>
                  <a:pt x="589317" y="115081"/>
                  <a:pt x="596375" y="124812"/>
                  <a:pt x="613622" y="133264"/>
                </a:cubicBezTo>
                <a:cubicBezTo>
                  <a:pt x="608657" y="137877"/>
                  <a:pt x="603956" y="142225"/>
                  <a:pt x="602384" y="143503"/>
                </a:cubicBezTo>
                <a:cubicBezTo>
                  <a:pt x="593763" y="150920"/>
                  <a:pt x="590365" y="156037"/>
                  <a:pt x="590365" y="161151"/>
                </a:cubicBezTo>
                <a:cubicBezTo>
                  <a:pt x="590365" y="166522"/>
                  <a:pt x="593500" y="169591"/>
                  <a:pt x="604215" y="174717"/>
                </a:cubicBezTo>
                <a:cubicBezTo>
                  <a:pt x="585660" y="188052"/>
                  <a:pt x="578606" y="196520"/>
                  <a:pt x="578606" y="206009"/>
                </a:cubicBezTo>
                <a:cubicBezTo>
                  <a:pt x="578606" y="219598"/>
                  <a:pt x="598987" y="230873"/>
                  <a:pt x="623814" y="230873"/>
                </a:cubicBezTo>
                <a:cubicBezTo>
                  <a:pt x="643414" y="230873"/>
                  <a:pt x="663799" y="224211"/>
                  <a:pt x="677389" y="213449"/>
                </a:cubicBezTo>
                <a:cubicBezTo>
                  <a:pt x="687323" y="205497"/>
                  <a:pt x="691765" y="197287"/>
                  <a:pt x="691765" y="187540"/>
                </a:cubicBezTo>
                <a:cubicBezTo>
                  <a:pt x="691765" y="171640"/>
                  <a:pt x="679479" y="160897"/>
                  <a:pt x="660143" y="160130"/>
                </a:cubicBezTo>
                <a:lnTo>
                  <a:pt x="626430" y="158594"/>
                </a:lnTo>
                <a:cubicBezTo>
                  <a:pt x="612577" y="158082"/>
                  <a:pt x="606045" y="155779"/>
                  <a:pt x="606045" y="151690"/>
                </a:cubicBezTo>
                <a:cubicBezTo>
                  <a:pt x="606045" y="146572"/>
                  <a:pt x="614667" y="137619"/>
                  <a:pt x="621725" y="135571"/>
                </a:cubicBezTo>
                <a:cubicBezTo>
                  <a:pt x="624078" y="135829"/>
                  <a:pt x="625908" y="136083"/>
                  <a:pt x="626690" y="136083"/>
                </a:cubicBezTo>
                <a:cubicBezTo>
                  <a:pt x="631654" y="136595"/>
                  <a:pt x="635052" y="136853"/>
                  <a:pt x="636623" y="136853"/>
                </a:cubicBezTo>
                <a:cubicBezTo>
                  <a:pt x="646289" y="136853"/>
                  <a:pt x="656745" y="133010"/>
                  <a:pt x="664844" y="126094"/>
                </a:cubicBezTo>
                <a:cubicBezTo>
                  <a:pt x="673469" y="118920"/>
                  <a:pt x="677389" y="109955"/>
                  <a:pt x="677389" y="97152"/>
                </a:cubicBezTo>
                <a:cubicBezTo>
                  <a:pt x="677389" y="89724"/>
                  <a:pt x="676081" y="83832"/>
                  <a:pt x="672425" y="75634"/>
                </a:cubicBezTo>
                <a:lnTo>
                  <a:pt x="694114" y="75634"/>
                </a:lnTo>
                <a:moveTo>
                  <a:pt x="609702" y="175483"/>
                </a:moveTo>
                <a:cubicBezTo>
                  <a:pt x="618327" y="177281"/>
                  <a:pt x="639235" y="178818"/>
                  <a:pt x="652039" y="178818"/>
                </a:cubicBezTo>
                <a:cubicBezTo>
                  <a:pt x="675822" y="178818"/>
                  <a:pt x="684448" y="182153"/>
                  <a:pt x="684448" y="191387"/>
                </a:cubicBezTo>
                <a:cubicBezTo>
                  <a:pt x="684448" y="206267"/>
                  <a:pt x="664585" y="216267"/>
                  <a:pt x="635052" y="216267"/>
                </a:cubicBezTo>
                <a:cubicBezTo>
                  <a:pt x="612055" y="216267"/>
                  <a:pt x="596897" y="208831"/>
                  <a:pt x="596897" y="197545"/>
                </a:cubicBezTo>
                <a:cubicBezTo>
                  <a:pt x="596897" y="191645"/>
                  <a:pt x="598728" y="188310"/>
                  <a:pt x="609702" y="175483"/>
                </a:cubicBezTo>
                <a:moveTo>
                  <a:pt x="611010" y="88441"/>
                </a:moveTo>
                <a:cubicBezTo>
                  <a:pt x="611010" y="73331"/>
                  <a:pt x="618327" y="64312"/>
                  <a:pt x="630350" y="64312"/>
                </a:cubicBezTo>
                <a:cubicBezTo>
                  <a:pt x="638449" y="64312"/>
                  <a:pt x="645244" y="68718"/>
                  <a:pt x="649428" y="76404"/>
                </a:cubicBezTo>
                <a:cubicBezTo>
                  <a:pt x="654129" y="85368"/>
                  <a:pt x="657267" y="97152"/>
                  <a:pt x="657267" y="107141"/>
                </a:cubicBezTo>
                <a:cubicBezTo>
                  <a:pt x="657267" y="121481"/>
                  <a:pt x="649687" y="130445"/>
                  <a:pt x="637668" y="130445"/>
                </a:cubicBezTo>
                <a:cubicBezTo>
                  <a:pt x="621988" y="130445"/>
                  <a:pt x="611010" y="113799"/>
                  <a:pt x="611010" y="89212"/>
                </a:cubicBezTo>
                <a:lnTo>
                  <a:pt x="611010" y="88441"/>
                </a:lnTo>
                <a:close/>
                <a:moveTo>
                  <a:pt x="703784" y="75071"/>
                </a:moveTo>
                <a:cubicBezTo>
                  <a:pt x="707445" y="74301"/>
                  <a:pt x="709797" y="74043"/>
                  <a:pt x="712932" y="74043"/>
                </a:cubicBezTo>
                <a:cubicBezTo>
                  <a:pt x="719464" y="74043"/>
                  <a:pt x="721816" y="78144"/>
                  <a:pt x="721816" y="89415"/>
                </a:cubicBezTo>
                <a:lnTo>
                  <a:pt x="721816" y="153465"/>
                </a:lnTo>
                <a:cubicBezTo>
                  <a:pt x="721816" y="166272"/>
                  <a:pt x="719986" y="168067"/>
                  <a:pt x="703262" y="171140"/>
                </a:cubicBezTo>
                <a:lnTo>
                  <a:pt x="703262" y="174983"/>
                </a:lnTo>
                <a:lnTo>
                  <a:pt x="765984" y="174983"/>
                </a:lnTo>
                <a:lnTo>
                  <a:pt x="765984" y="171140"/>
                </a:lnTo>
                <a:cubicBezTo>
                  <a:pt x="748211" y="170373"/>
                  <a:pt x="743769" y="166530"/>
                  <a:pt x="743769" y="151928"/>
                </a:cubicBezTo>
                <a:lnTo>
                  <a:pt x="743769" y="94282"/>
                </a:lnTo>
                <a:cubicBezTo>
                  <a:pt x="743769" y="86084"/>
                  <a:pt x="755006" y="73276"/>
                  <a:pt x="762065" y="73276"/>
                </a:cubicBezTo>
                <a:cubicBezTo>
                  <a:pt x="763632" y="73276"/>
                  <a:pt x="765984" y="74559"/>
                  <a:pt x="768860" y="77119"/>
                </a:cubicBezTo>
                <a:cubicBezTo>
                  <a:pt x="773039" y="80704"/>
                  <a:pt x="775914" y="82241"/>
                  <a:pt x="779311" y="82241"/>
                </a:cubicBezTo>
                <a:cubicBezTo>
                  <a:pt x="785584" y="82241"/>
                  <a:pt x="789504" y="77886"/>
                  <a:pt x="789504" y="70716"/>
                </a:cubicBezTo>
                <a:cubicBezTo>
                  <a:pt x="789504" y="62259"/>
                  <a:pt x="784017" y="57134"/>
                  <a:pt x="775132" y="57134"/>
                </a:cubicBezTo>
                <a:cubicBezTo>
                  <a:pt x="764154" y="57134"/>
                  <a:pt x="756577" y="63029"/>
                  <a:pt x="743769" y="81217"/>
                </a:cubicBezTo>
                <a:lnTo>
                  <a:pt x="743769" y="57650"/>
                </a:lnTo>
                <a:lnTo>
                  <a:pt x="742465" y="57134"/>
                </a:lnTo>
                <a:cubicBezTo>
                  <a:pt x="728612" y="62771"/>
                  <a:pt x="719205" y="66102"/>
                  <a:pt x="703784" y="70970"/>
                </a:cubicBezTo>
                <a:lnTo>
                  <a:pt x="703784" y="75071"/>
                </a:lnTo>
                <a:close/>
                <a:moveTo>
                  <a:pt x="904492" y="158019"/>
                </a:moveTo>
                <a:cubicBezTo>
                  <a:pt x="900050" y="161600"/>
                  <a:pt x="896915" y="162883"/>
                  <a:pt x="892996" y="162883"/>
                </a:cubicBezTo>
                <a:cubicBezTo>
                  <a:pt x="886986" y="162883"/>
                  <a:pt x="885156" y="159298"/>
                  <a:pt x="885156" y="148034"/>
                </a:cubicBezTo>
                <a:lnTo>
                  <a:pt x="885156" y="98106"/>
                </a:lnTo>
                <a:cubicBezTo>
                  <a:pt x="885156" y="84790"/>
                  <a:pt x="883848" y="77366"/>
                  <a:pt x="879928" y="71220"/>
                </a:cubicBezTo>
                <a:cubicBezTo>
                  <a:pt x="874178" y="62005"/>
                  <a:pt x="862940" y="57134"/>
                  <a:pt x="847524" y="57134"/>
                </a:cubicBezTo>
                <a:cubicBezTo>
                  <a:pt x="822955" y="57134"/>
                  <a:pt x="803619" y="69683"/>
                  <a:pt x="803619" y="85814"/>
                </a:cubicBezTo>
                <a:cubicBezTo>
                  <a:pt x="803619" y="91706"/>
                  <a:pt x="808843" y="96823"/>
                  <a:pt x="814856" y="96823"/>
                </a:cubicBezTo>
                <a:cubicBezTo>
                  <a:pt x="821125" y="96823"/>
                  <a:pt x="826616" y="91706"/>
                  <a:pt x="826616" y="86072"/>
                </a:cubicBezTo>
                <a:cubicBezTo>
                  <a:pt x="826616" y="85048"/>
                  <a:pt x="826353" y="83766"/>
                  <a:pt x="826094" y="81975"/>
                </a:cubicBezTo>
                <a:cubicBezTo>
                  <a:pt x="825571" y="79672"/>
                  <a:pt x="825308" y="77624"/>
                  <a:pt x="825308" y="75829"/>
                </a:cubicBezTo>
                <a:cubicBezTo>
                  <a:pt x="825308" y="68917"/>
                  <a:pt x="833670" y="63284"/>
                  <a:pt x="844126" y="63284"/>
                </a:cubicBezTo>
                <a:cubicBezTo>
                  <a:pt x="856931" y="63284"/>
                  <a:pt x="863985" y="70708"/>
                  <a:pt x="863985" y="84536"/>
                </a:cubicBezTo>
                <a:lnTo>
                  <a:pt x="863985" y="100154"/>
                </a:lnTo>
                <a:cubicBezTo>
                  <a:pt x="823741" y="116027"/>
                  <a:pt x="819299" y="118076"/>
                  <a:pt x="808061" y="127806"/>
                </a:cubicBezTo>
                <a:cubicBezTo>
                  <a:pt x="802311" y="132928"/>
                  <a:pt x="798650" y="141631"/>
                  <a:pt x="798650" y="150079"/>
                </a:cubicBezTo>
                <a:cubicBezTo>
                  <a:pt x="798650" y="166214"/>
                  <a:pt x="810151" y="177485"/>
                  <a:pt x="826094" y="177485"/>
                </a:cubicBezTo>
                <a:cubicBezTo>
                  <a:pt x="837590" y="177485"/>
                  <a:pt x="848305" y="172105"/>
                  <a:pt x="864248" y="158782"/>
                </a:cubicBezTo>
                <a:cubicBezTo>
                  <a:pt x="865556" y="172105"/>
                  <a:pt x="870258" y="177485"/>
                  <a:pt x="880973" y="177485"/>
                </a:cubicBezTo>
                <a:cubicBezTo>
                  <a:pt x="889857" y="177485"/>
                  <a:pt x="895348" y="174412"/>
                  <a:pt x="904492" y="164677"/>
                </a:cubicBezTo>
                <a:lnTo>
                  <a:pt x="904492" y="158019"/>
                </a:lnTo>
                <a:moveTo>
                  <a:pt x="863985" y="143409"/>
                </a:moveTo>
                <a:cubicBezTo>
                  <a:pt x="863985" y="151354"/>
                  <a:pt x="862681" y="153660"/>
                  <a:pt x="857190" y="156733"/>
                </a:cubicBezTo>
                <a:cubicBezTo>
                  <a:pt x="850921" y="160322"/>
                  <a:pt x="843604" y="162625"/>
                  <a:pt x="838113" y="162625"/>
                </a:cubicBezTo>
                <a:cubicBezTo>
                  <a:pt x="828969" y="162625"/>
                  <a:pt x="821651" y="153914"/>
                  <a:pt x="821651" y="142897"/>
                </a:cubicBezTo>
                <a:lnTo>
                  <a:pt x="821651" y="141873"/>
                </a:lnTo>
                <a:cubicBezTo>
                  <a:pt x="821651" y="126755"/>
                  <a:pt x="832362" y="117532"/>
                  <a:pt x="863985" y="106257"/>
                </a:cubicBezTo>
                <a:lnTo>
                  <a:pt x="863985" y="143409"/>
                </a:lnTo>
                <a:close/>
                <a:moveTo>
                  <a:pt x="909983" y="73022"/>
                </a:moveTo>
                <a:cubicBezTo>
                  <a:pt x="913381" y="72252"/>
                  <a:pt x="915470" y="71998"/>
                  <a:pt x="918345" y="71998"/>
                </a:cubicBezTo>
                <a:cubicBezTo>
                  <a:pt x="925140" y="71998"/>
                  <a:pt x="927493" y="76095"/>
                  <a:pt x="927493" y="88391"/>
                </a:cubicBezTo>
                <a:lnTo>
                  <a:pt x="927493" y="153207"/>
                </a:lnTo>
                <a:cubicBezTo>
                  <a:pt x="927493" y="167042"/>
                  <a:pt x="923833" y="170886"/>
                  <a:pt x="909198" y="171140"/>
                </a:cubicBezTo>
                <a:lnTo>
                  <a:pt x="909198" y="174983"/>
                </a:lnTo>
                <a:lnTo>
                  <a:pt x="967215" y="174983"/>
                </a:lnTo>
                <a:lnTo>
                  <a:pt x="967215" y="171140"/>
                </a:lnTo>
                <a:cubicBezTo>
                  <a:pt x="953366" y="170627"/>
                  <a:pt x="949446" y="167813"/>
                  <a:pt x="949446" y="157820"/>
                </a:cubicBezTo>
                <a:lnTo>
                  <a:pt x="949446" y="85576"/>
                </a:lnTo>
                <a:cubicBezTo>
                  <a:pt x="949446" y="85064"/>
                  <a:pt x="951535" y="82499"/>
                  <a:pt x="953366" y="80708"/>
                </a:cubicBezTo>
                <a:cubicBezTo>
                  <a:pt x="959897" y="74813"/>
                  <a:pt x="971135" y="70458"/>
                  <a:pt x="980283" y="70458"/>
                </a:cubicBezTo>
                <a:cubicBezTo>
                  <a:pt x="991779" y="70458"/>
                  <a:pt x="997530" y="79426"/>
                  <a:pt x="997530" y="97359"/>
                </a:cubicBezTo>
                <a:lnTo>
                  <a:pt x="997530" y="152952"/>
                </a:lnTo>
                <a:cubicBezTo>
                  <a:pt x="997530" y="167300"/>
                  <a:pt x="994654" y="170115"/>
                  <a:pt x="979760" y="171140"/>
                </a:cubicBezTo>
                <a:lnTo>
                  <a:pt x="979760" y="174983"/>
                </a:lnTo>
                <a:lnTo>
                  <a:pt x="1038300" y="174983"/>
                </a:lnTo>
                <a:lnTo>
                  <a:pt x="1038300" y="171140"/>
                </a:lnTo>
                <a:cubicBezTo>
                  <a:pt x="1023402" y="170886"/>
                  <a:pt x="1019482" y="166530"/>
                  <a:pt x="1019482" y="150646"/>
                </a:cubicBezTo>
                <a:lnTo>
                  <a:pt x="1019482" y="86088"/>
                </a:lnTo>
                <a:cubicBezTo>
                  <a:pt x="1027322" y="75071"/>
                  <a:pt x="1035947" y="70458"/>
                  <a:pt x="1047970" y="70458"/>
                </a:cubicBezTo>
                <a:cubicBezTo>
                  <a:pt x="1062864" y="70458"/>
                  <a:pt x="1067570" y="77377"/>
                  <a:pt x="1067570" y="98641"/>
                </a:cubicBezTo>
                <a:lnTo>
                  <a:pt x="1067570" y="152694"/>
                </a:lnTo>
                <a:cubicBezTo>
                  <a:pt x="1067570" y="167300"/>
                  <a:pt x="1065480" y="169349"/>
                  <a:pt x="1050323" y="171140"/>
                </a:cubicBezTo>
                <a:lnTo>
                  <a:pt x="1050323" y="174983"/>
                </a:lnTo>
                <a:lnTo>
                  <a:pt x="1107555" y="174983"/>
                </a:lnTo>
                <a:lnTo>
                  <a:pt x="1107555" y="171140"/>
                </a:lnTo>
                <a:lnTo>
                  <a:pt x="1100760" y="170627"/>
                </a:lnTo>
                <a:cubicBezTo>
                  <a:pt x="1092920" y="170115"/>
                  <a:pt x="1089522" y="165506"/>
                  <a:pt x="1089522" y="155513"/>
                </a:cubicBezTo>
                <a:lnTo>
                  <a:pt x="1089522" y="102739"/>
                </a:lnTo>
                <a:cubicBezTo>
                  <a:pt x="1089522" y="72510"/>
                  <a:pt x="1079330" y="57134"/>
                  <a:pt x="1059208" y="57134"/>
                </a:cubicBezTo>
                <a:cubicBezTo>
                  <a:pt x="1044050" y="57134"/>
                  <a:pt x="1030719" y="63796"/>
                  <a:pt x="1016607" y="78656"/>
                </a:cubicBezTo>
                <a:cubicBezTo>
                  <a:pt x="1011905" y="64054"/>
                  <a:pt x="1003021" y="57134"/>
                  <a:pt x="988908" y="57134"/>
                </a:cubicBezTo>
                <a:cubicBezTo>
                  <a:pt x="977408" y="57134"/>
                  <a:pt x="970090" y="60723"/>
                  <a:pt x="948397" y="76865"/>
                </a:cubicBezTo>
                <a:lnTo>
                  <a:pt x="948397" y="57650"/>
                </a:lnTo>
                <a:lnTo>
                  <a:pt x="946570" y="57134"/>
                </a:lnTo>
                <a:cubicBezTo>
                  <a:pt x="933240" y="62005"/>
                  <a:pt x="924355" y="64824"/>
                  <a:pt x="909983" y="68667"/>
                </a:cubicBezTo>
                <a:lnTo>
                  <a:pt x="909983" y="73022"/>
                </a:lnTo>
                <a:close/>
                <a:moveTo>
                  <a:pt x="1236135" y="512"/>
                </a:moveTo>
                <a:lnTo>
                  <a:pt x="1234827" y="0"/>
                </a:lnTo>
                <a:cubicBezTo>
                  <a:pt x="1223849" y="3843"/>
                  <a:pt x="1216794" y="5892"/>
                  <a:pt x="1204512" y="9223"/>
                </a:cubicBezTo>
                <a:lnTo>
                  <a:pt x="1196932" y="11275"/>
                </a:lnTo>
                <a:lnTo>
                  <a:pt x="1196932" y="15372"/>
                </a:lnTo>
                <a:cubicBezTo>
                  <a:pt x="1198499" y="15118"/>
                  <a:pt x="1199544" y="15118"/>
                  <a:pt x="1201374" y="15118"/>
                </a:cubicBezTo>
                <a:cubicBezTo>
                  <a:pt x="1211830" y="15118"/>
                  <a:pt x="1214178" y="17421"/>
                  <a:pt x="1214178" y="28184"/>
                </a:cubicBezTo>
                <a:lnTo>
                  <a:pt x="1214178" y="161096"/>
                </a:lnTo>
                <a:cubicBezTo>
                  <a:pt x="1214178" y="169032"/>
                  <a:pt x="1236394" y="177485"/>
                  <a:pt x="1257302" y="177485"/>
                </a:cubicBezTo>
                <a:cubicBezTo>
                  <a:pt x="1291799" y="177485"/>
                  <a:pt x="1318453" y="149317"/>
                  <a:pt x="1318453" y="112704"/>
                </a:cubicBezTo>
                <a:cubicBezTo>
                  <a:pt x="1318453" y="81213"/>
                  <a:pt x="1298594" y="57134"/>
                  <a:pt x="1272459" y="57134"/>
                </a:cubicBezTo>
                <a:cubicBezTo>
                  <a:pt x="1256516" y="57134"/>
                  <a:pt x="1241359" y="66360"/>
                  <a:pt x="1236135" y="78910"/>
                </a:cubicBezTo>
                <a:lnTo>
                  <a:pt x="1236135" y="512"/>
                </a:lnTo>
                <a:moveTo>
                  <a:pt x="1236135" y="92480"/>
                </a:moveTo>
                <a:cubicBezTo>
                  <a:pt x="1236135" y="82495"/>
                  <a:pt x="1248417" y="73276"/>
                  <a:pt x="1262007" y="73276"/>
                </a:cubicBezTo>
                <a:cubicBezTo>
                  <a:pt x="1282388" y="73276"/>
                  <a:pt x="1295456" y="93246"/>
                  <a:pt x="1295456" y="124483"/>
                </a:cubicBezTo>
                <a:cubicBezTo>
                  <a:pt x="1295456" y="152902"/>
                  <a:pt x="1282911" y="169287"/>
                  <a:pt x="1261485" y="169287"/>
                </a:cubicBezTo>
                <a:cubicBezTo>
                  <a:pt x="1247895" y="169287"/>
                  <a:pt x="1236135" y="163399"/>
                  <a:pt x="1236135" y="156999"/>
                </a:cubicBezTo>
                <a:lnTo>
                  <a:pt x="1236135" y="92480"/>
                </a:lnTo>
                <a:close/>
                <a:moveTo>
                  <a:pt x="1442328" y="158019"/>
                </a:moveTo>
                <a:cubicBezTo>
                  <a:pt x="1437886" y="161600"/>
                  <a:pt x="1434751" y="162883"/>
                  <a:pt x="1430831" y="162883"/>
                </a:cubicBezTo>
                <a:cubicBezTo>
                  <a:pt x="1424822" y="162883"/>
                  <a:pt x="1422992" y="159298"/>
                  <a:pt x="1422992" y="148034"/>
                </a:cubicBezTo>
                <a:lnTo>
                  <a:pt x="1422992" y="98106"/>
                </a:lnTo>
                <a:cubicBezTo>
                  <a:pt x="1422992" y="84790"/>
                  <a:pt x="1421684" y="77366"/>
                  <a:pt x="1417764" y="71220"/>
                </a:cubicBezTo>
                <a:cubicBezTo>
                  <a:pt x="1412013" y="62005"/>
                  <a:pt x="1400776" y="57134"/>
                  <a:pt x="1385359" y="57134"/>
                </a:cubicBezTo>
                <a:cubicBezTo>
                  <a:pt x="1360791" y="57134"/>
                  <a:pt x="1341455" y="69683"/>
                  <a:pt x="1341455" y="85814"/>
                </a:cubicBezTo>
                <a:cubicBezTo>
                  <a:pt x="1341455" y="91706"/>
                  <a:pt x="1346679" y="96823"/>
                  <a:pt x="1352692" y="96823"/>
                </a:cubicBezTo>
                <a:cubicBezTo>
                  <a:pt x="1358961" y="96823"/>
                  <a:pt x="1364452" y="91706"/>
                  <a:pt x="1364452" y="86072"/>
                </a:cubicBezTo>
                <a:cubicBezTo>
                  <a:pt x="1364452" y="85048"/>
                  <a:pt x="1364189" y="83766"/>
                  <a:pt x="1363929" y="81975"/>
                </a:cubicBezTo>
                <a:cubicBezTo>
                  <a:pt x="1363407" y="79672"/>
                  <a:pt x="1363144" y="77624"/>
                  <a:pt x="1363144" y="75829"/>
                </a:cubicBezTo>
                <a:cubicBezTo>
                  <a:pt x="1363144" y="68917"/>
                  <a:pt x="1371506" y="63284"/>
                  <a:pt x="1381962" y="63284"/>
                </a:cubicBezTo>
                <a:cubicBezTo>
                  <a:pt x="1394766" y="63284"/>
                  <a:pt x="1401821" y="70708"/>
                  <a:pt x="1401821" y="84536"/>
                </a:cubicBezTo>
                <a:lnTo>
                  <a:pt x="1401821" y="100154"/>
                </a:lnTo>
                <a:cubicBezTo>
                  <a:pt x="1361577" y="116027"/>
                  <a:pt x="1357134" y="118076"/>
                  <a:pt x="1345897" y="127806"/>
                </a:cubicBezTo>
                <a:cubicBezTo>
                  <a:pt x="1340147" y="132928"/>
                  <a:pt x="1336486" y="141631"/>
                  <a:pt x="1336486" y="150079"/>
                </a:cubicBezTo>
                <a:cubicBezTo>
                  <a:pt x="1336486" y="166214"/>
                  <a:pt x="1347987" y="177485"/>
                  <a:pt x="1363929" y="177485"/>
                </a:cubicBezTo>
                <a:cubicBezTo>
                  <a:pt x="1375426" y="177485"/>
                  <a:pt x="1386141" y="172105"/>
                  <a:pt x="1402084" y="158782"/>
                </a:cubicBezTo>
                <a:cubicBezTo>
                  <a:pt x="1403392" y="172105"/>
                  <a:pt x="1408093" y="177485"/>
                  <a:pt x="1418808" y="177485"/>
                </a:cubicBezTo>
                <a:cubicBezTo>
                  <a:pt x="1427693" y="177485"/>
                  <a:pt x="1433184" y="174412"/>
                  <a:pt x="1442328" y="164677"/>
                </a:cubicBezTo>
                <a:lnTo>
                  <a:pt x="1442328" y="158019"/>
                </a:lnTo>
                <a:moveTo>
                  <a:pt x="1401821" y="143409"/>
                </a:moveTo>
                <a:cubicBezTo>
                  <a:pt x="1401821" y="151354"/>
                  <a:pt x="1400517" y="153660"/>
                  <a:pt x="1395026" y="156733"/>
                </a:cubicBezTo>
                <a:cubicBezTo>
                  <a:pt x="1388757" y="160322"/>
                  <a:pt x="1381440" y="162625"/>
                  <a:pt x="1375948" y="162625"/>
                </a:cubicBezTo>
                <a:cubicBezTo>
                  <a:pt x="1366805" y="162625"/>
                  <a:pt x="1359487" y="153914"/>
                  <a:pt x="1359487" y="142897"/>
                </a:cubicBezTo>
                <a:lnTo>
                  <a:pt x="1359487" y="141873"/>
                </a:lnTo>
                <a:cubicBezTo>
                  <a:pt x="1359487" y="126755"/>
                  <a:pt x="1370198" y="117532"/>
                  <a:pt x="1401821" y="106257"/>
                </a:cubicBezTo>
                <a:lnTo>
                  <a:pt x="1401821" y="143409"/>
                </a:lnTo>
                <a:close/>
                <a:moveTo>
                  <a:pt x="1525173" y="94482"/>
                </a:moveTo>
                <a:lnTo>
                  <a:pt x="1524128" y="59636"/>
                </a:lnTo>
                <a:lnTo>
                  <a:pt x="1521253" y="59636"/>
                </a:lnTo>
                <a:lnTo>
                  <a:pt x="1520730" y="60152"/>
                </a:lnTo>
                <a:cubicBezTo>
                  <a:pt x="1518378" y="61943"/>
                  <a:pt x="1518118" y="62201"/>
                  <a:pt x="1517074" y="62201"/>
                </a:cubicBezTo>
                <a:cubicBezTo>
                  <a:pt x="1515506" y="62201"/>
                  <a:pt x="1512891" y="61688"/>
                  <a:pt x="1510015" y="60406"/>
                </a:cubicBezTo>
                <a:cubicBezTo>
                  <a:pt x="1504265" y="58412"/>
                  <a:pt x="1498519" y="57384"/>
                  <a:pt x="1491724" y="57384"/>
                </a:cubicBezTo>
                <a:cubicBezTo>
                  <a:pt x="1471075" y="57384"/>
                  <a:pt x="1456181" y="70450"/>
                  <a:pt x="1456181" y="88887"/>
                </a:cubicBezTo>
                <a:cubicBezTo>
                  <a:pt x="1456181" y="103223"/>
                  <a:pt x="1464543" y="113466"/>
                  <a:pt x="1486759" y="125758"/>
                </a:cubicBezTo>
                <a:lnTo>
                  <a:pt x="1501916" y="134210"/>
                </a:lnTo>
                <a:cubicBezTo>
                  <a:pt x="1511060" y="139332"/>
                  <a:pt x="1515506" y="145477"/>
                  <a:pt x="1515506" y="153414"/>
                </a:cubicBezTo>
                <a:cubicBezTo>
                  <a:pt x="1515506" y="164681"/>
                  <a:pt x="1507140" y="171851"/>
                  <a:pt x="1493813" y="171851"/>
                </a:cubicBezTo>
                <a:cubicBezTo>
                  <a:pt x="1484929" y="171851"/>
                  <a:pt x="1476826" y="168520"/>
                  <a:pt x="1471861" y="162887"/>
                </a:cubicBezTo>
                <a:cubicBezTo>
                  <a:pt x="1466374" y="156487"/>
                  <a:pt x="1464021" y="150595"/>
                  <a:pt x="1460624" y="136001"/>
                </a:cubicBezTo>
                <a:lnTo>
                  <a:pt x="1456440" y="136001"/>
                </a:lnTo>
                <a:lnTo>
                  <a:pt x="1456440" y="175948"/>
                </a:lnTo>
                <a:lnTo>
                  <a:pt x="1459838" y="175948"/>
                </a:lnTo>
                <a:cubicBezTo>
                  <a:pt x="1461668" y="173388"/>
                  <a:pt x="1462713" y="172875"/>
                  <a:pt x="1465851" y="172875"/>
                </a:cubicBezTo>
                <a:cubicBezTo>
                  <a:pt x="1468204" y="172934"/>
                  <a:pt x="1471861" y="173446"/>
                  <a:pt x="1477870" y="174983"/>
                </a:cubicBezTo>
                <a:cubicBezTo>
                  <a:pt x="1485188" y="176460"/>
                  <a:pt x="1492246" y="177485"/>
                  <a:pt x="1496948" y="177485"/>
                </a:cubicBezTo>
                <a:cubicBezTo>
                  <a:pt x="1517074" y="177485"/>
                  <a:pt x="1533798" y="162632"/>
                  <a:pt x="1533798" y="144707"/>
                </a:cubicBezTo>
                <a:cubicBezTo>
                  <a:pt x="1533798" y="131904"/>
                  <a:pt x="1527525" y="123455"/>
                  <a:pt x="1511846" y="114236"/>
                </a:cubicBezTo>
                <a:lnTo>
                  <a:pt x="1483621" y="97848"/>
                </a:lnTo>
                <a:cubicBezTo>
                  <a:pt x="1476303" y="93751"/>
                  <a:pt x="1472383" y="87351"/>
                  <a:pt x="1472383" y="80435"/>
                </a:cubicBezTo>
                <a:cubicBezTo>
                  <a:pt x="1472383" y="70192"/>
                  <a:pt x="1480486" y="63022"/>
                  <a:pt x="1492505" y="63022"/>
                </a:cubicBezTo>
                <a:cubicBezTo>
                  <a:pt x="1507403" y="63022"/>
                  <a:pt x="1515243" y="71728"/>
                  <a:pt x="1521253" y="94521"/>
                </a:cubicBezTo>
                <a:lnTo>
                  <a:pt x="1525173" y="94482"/>
                </a:lnTo>
                <a:close/>
                <a:moveTo>
                  <a:pt x="1651139" y="132893"/>
                </a:moveTo>
                <a:cubicBezTo>
                  <a:pt x="1638597" y="152374"/>
                  <a:pt x="1627356" y="159810"/>
                  <a:pt x="1610632" y="159810"/>
                </a:cubicBezTo>
                <a:cubicBezTo>
                  <a:pt x="1595737" y="159810"/>
                  <a:pt x="1584500" y="152374"/>
                  <a:pt x="1576919" y="137764"/>
                </a:cubicBezTo>
                <a:cubicBezTo>
                  <a:pt x="1572214" y="128021"/>
                  <a:pt x="1570388" y="119561"/>
                  <a:pt x="1569865" y="103923"/>
                </a:cubicBezTo>
                <a:lnTo>
                  <a:pt x="1650357" y="103923"/>
                </a:lnTo>
                <a:cubicBezTo>
                  <a:pt x="1648264" y="87300"/>
                  <a:pt x="1645652" y="79895"/>
                  <a:pt x="1639120" y="71724"/>
                </a:cubicBezTo>
                <a:cubicBezTo>
                  <a:pt x="1631276" y="62517"/>
                  <a:pt x="1619257" y="57134"/>
                  <a:pt x="1605667" y="57134"/>
                </a:cubicBezTo>
                <a:cubicBezTo>
                  <a:pt x="1592599" y="57134"/>
                  <a:pt x="1580317" y="61747"/>
                  <a:pt x="1570388" y="70446"/>
                </a:cubicBezTo>
                <a:cubicBezTo>
                  <a:pt x="1558101" y="80916"/>
                  <a:pt x="1551047" y="99056"/>
                  <a:pt x="1551047" y="120073"/>
                </a:cubicBezTo>
                <a:cubicBezTo>
                  <a:pt x="1551047" y="155451"/>
                  <a:pt x="1569865" y="177485"/>
                  <a:pt x="1599917" y="177485"/>
                </a:cubicBezTo>
                <a:cubicBezTo>
                  <a:pt x="1624744" y="177485"/>
                  <a:pt x="1644344" y="162371"/>
                  <a:pt x="1655322" y="134687"/>
                </a:cubicBezTo>
                <a:lnTo>
                  <a:pt x="1651139" y="132893"/>
                </a:lnTo>
                <a:moveTo>
                  <a:pt x="1570388" y="95725"/>
                </a:moveTo>
                <a:cubicBezTo>
                  <a:pt x="1573259" y="75810"/>
                  <a:pt x="1582147" y="66360"/>
                  <a:pt x="1598086" y="66360"/>
                </a:cubicBezTo>
                <a:cubicBezTo>
                  <a:pt x="1614029" y="66360"/>
                  <a:pt x="1620302" y="73511"/>
                  <a:pt x="1623699" y="95725"/>
                </a:cubicBezTo>
                <a:lnTo>
                  <a:pt x="1570388" y="95725"/>
                </a:lnTo>
                <a:close/>
                <a:moveTo>
                  <a:pt x="1750449" y="177485"/>
                </a:moveTo>
                <a:lnTo>
                  <a:pt x="1788867" y="164165"/>
                </a:lnTo>
                <a:lnTo>
                  <a:pt x="1788867" y="160068"/>
                </a:lnTo>
                <a:cubicBezTo>
                  <a:pt x="1784161" y="160322"/>
                  <a:pt x="1783639" y="160322"/>
                  <a:pt x="1782853" y="160322"/>
                </a:cubicBezTo>
                <a:cubicBezTo>
                  <a:pt x="1773446" y="160322"/>
                  <a:pt x="1771356" y="157507"/>
                  <a:pt x="1771356" y="145728"/>
                </a:cubicBezTo>
                <a:lnTo>
                  <a:pt x="1771356" y="512"/>
                </a:lnTo>
                <a:lnTo>
                  <a:pt x="1770049" y="0"/>
                </a:lnTo>
                <a:cubicBezTo>
                  <a:pt x="1757503" y="4355"/>
                  <a:pt x="1748359" y="6916"/>
                  <a:pt x="1731631" y="11275"/>
                </a:cubicBezTo>
                <a:lnTo>
                  <a:pt x="1731631" y="15372"/>
                </a:lnTo>
                <a:cubicBezTo>
                  <a:pt x="1733724" y="15118"/>
                  <a:pt x="1735292" y="15118"/>
                  <a:pt x="1737381" y="15118"/>
                </a:cubicBezTo>
                <a:cubicBezTo>
                  <a:pt x="1747051" y="15118"/>
                  <a:pt x="1749404" y="17679"/>
                  <a:pt x="1749404" y="28184"/>
                </a:cubicBezTo>
                <a:lnTo>
                  <a:pt x="1749404" y="68151"/>
                </a:lnTo>
                <a:cubicBezTo>
                  <a:pt x="1739471" y="59953"/>
                  <a:pt x="1732416" y="57134"/>
                  <a:pt x="1721961" y="57134"/>
                </a:cubicBezTo>
                <a:cubicBezTo>
                  <a:pt x="1691909" y="57134"/>
                  <a:pt x="1667604" y="86072"/>
                  <a:pt x="1667604" y="122431"/>
                </a:cubicBezTo>
                <a:cubicBezTo>
                  <a:pt x="1667604" y="155200"/>
                  <a:pt x="1687204" y="177485"/>
                  <a:pt x="1715951" y="177485"/>
                </a:cubicBezTo>
                <a:cubicBezTo>
                  <a:pt x="1730586" y="177485"/>
                  <a:pt x="1740519" y="172363"/>
                  <a:pt x="1749404" y="160322"/>
                </a:cubicBezTo>
                <a:lnTo>
                  <a:pt x="1749404" y="176719"/>
                </a:lnTo>
                <a:lnTo>
                  <a:pt x="1750449" y="177485"/>
                </a:lnTo>
                <a:moveTo>
                  <a:pt x="1749404" y="148801"/>
                </a:moveTo>
                <a:cubicBezTo>
                  <a:pt x="1749404" y="150595"/>
                  <a:pt x="1747574" y="153668"/>
                  <a:pt x="1744962" y="156483"/>
                </a:cubicBezTo>
                <a:cubicBezTo>
                  <a:pt x="1740256" y="161604"/>
                  <a:pt x="1733724" y="164165"/>
                  <a:pt x="1726144" y="164165"/>
                </a:cubicBezTo>
                <a:cubicBezTo>
                  <a:pt x="1704455" y="164165"/>
                  <a:pt x="1690079" y="143679"/>
                  <a:pt x="1690079" y="112188"/>
                </a:cubicBezTo>
                <a:cubicBezTo>
                  <a:pt x="1690079" y="83257"/>
                  <a:pt x="1702883" y="64312"/>
                  <a:pt x="1722746" y="64312"/>
                </a:cubicBezTo>
                <a:cubicBezTo>
                  <a:pt x="1736600" y="64312"/>
                  <a:pt x="1749404" y="76341"/>
                  <a:pt x="1749404" y="89911"/>
                </a:cubicBezTo>
                <a:lnTo>
                  <a:pt x="1749404" y="148801"/>
                </a:lnTo>
                <a:close/>
                <a:moveTo>
                  <a:pt x="1938615" y="57134"/>
                </a:moveTo>
                <a:cubicBezTo>
                  <a:pt x="1904639" y="57134"/>
                  <a:pt x="1880857" y="81721"/>
                  <a:pt x="1880857" y="117055"/>
                </a:cubicBezTo>
                <a:cubicBezTo>
                  <a:pt x="1880857" y="151619"/>
                  <a:pt x="1905162" y="177485"/>
                  <a:pt x="1938088" y="177485"/>
                </a:cubicBezTo>
                <a:cubicBezTo>
                  <a:pt x="1971019" y="177485"/>
                  <a:pt x="1996106" y="150341"/>
                  <a:pt x="1996106" y="115007"/>
                </a:cubicBezTo>
                <a:cubicBezTo>
                  <a:pt x="1996106" y="81463"/>
                  <a:pt x="1972064" y="57134"/>
                  <a:pt x="1938615" y="57134"/>
                </a:cubicBezTo>
                <a:moveTo>
                  <a:pt x="1935217" y="64312"/>
                </a:moveTo>
                <a:cubicBezTo>
                  <a:pt x="1957170" y="64312"/>
                  <a:pt x="1972586" y="88891"/>
                  <a:pt x="1972586" y="123967"/>
                </a:cubicBezTo>
                <a:cubicBezTo>
                  <a:pt x="1972586" y="152902"/>
                  <a:pt x="1960826" y="170311"/>
                  <a:pt x="1941227" y="170311"/>
                </a:cubicBezTo>
                <a:cubicBezTo>
                  <a:pt x="1931034" y="170311"/>
                  <a:pt x="1921364" y="164169"/>
                  <a:pt x="1915877" y="153926"/>
                </a:cubicBezTo>
                <a:cubicBezTo>
                  <a:pt x="1908559" y="140610"/>
                  <a:pt x="1904376" y="122689"/>
                  <a:pt x="1904376" y="104510"/>
                </a:cubicBezTo>
                <a:cubicBezTo>
                  <a:pt x="1904376" y="80184"/>
                  <a:pt x="1916658" y="64312"/>
                  <a:pt x="1935217" y="64312"/>
                </a:cubicBezTo>
                <a:close/>
                <a:moveTo>
                  <a:pt x="2008129" y="73022"/>
                </a:moveTo>
                <a:cubicBezTo>
                  <a:pt x="2009696" y="72252"/>
                  <a:pt x="2012312" y="71998"/>
                  <a:pt x="2015187" y="71998"/>
                </a:cubicBezTo>
                <a:cubicBezTo>
                  <a:pt x="2022504" y="71998"/>
                  <a:pt x="2024853" y="75841"/>
                  <a:pt x="2024853" y="88391"/>
                </a:cubicBezTo>
                <a:lnTo>
                  <a:pt x="2024853" y="151928"/>
                </a:lnTo>
                <a:cubicBezTo>
                  <a:pt x="2024853" y="166530"/>
                  <a:pt x="2021978" y="170115"/>
                  <a:pt x="2008651" y="171140"/>
                </a:cubicBezTo>
                <a:lnTo>
                  <a:pt x="2008651" y="174983"/>
                </a:lnTo>
                <a:lnTo>
                  <a:pt x="2064056" y="174983"/>
                </a:lnTo>
                <a:lnTo>
                  <a:pt x="2064056" y="171140"/>
                </a:lnTo>
                <a:cubicBezTo>
                  <a:pt x="2050725" y="170115"/>
                  <a:pt x="2046806" y="167042"/>
                  <a:pt x="2046806" y="157820"/>
                </a:cubicBezTo>
                <a:lnTo>
                  <a:pt x="2046806" y="85830"/>
                </a:lnTo>
                <a:cubicBezTo>
                  <a:pt x="2059351" y="74301"/>
                  <a:pt x="2065101" y="71228"/>
                  <a:pt x="2073727" y="71228"/>
                </a:cubicBezTo>
                <a:cubicBezTo>
                  <a:pt x="2086531" y="71228"/>
                  <a:pt x="2092804" y="79168"/>
                  <a:pt x="2092804" y="96077"/>
                </a:cubicBezTo>
                <a:lnTo>
                  <a:pt x="2092804" y="149622"/>
                </a:lnTo>
                <a:cubicBezTo>
                  <a:pt x="2092804" y="165760"/>
                  <a:pt x="2089406" y="170115"/>
                  <a:pt x="2076339" y="171140"/>
                </a:cubicBezTo>
                <a:lnTo>
                  <a:pt x="2076339" y="174983"/>
                </a:lnTo>
                <a:lnTo>
                  <a:pt x="2130699" y="174983"/>
                </a:lnTo>
                <a:lnTo>
                  <a:pt x="2130699" y="171140"/>
                </a:lnTo>
                <a:cubicBezTo>
                  <a:pt x="2117891" y="169861"/>
                  <a:pt x="2114756" y="166784"/>
                  <a:pt x="2114756" y="154235"/>
                </a:cubicBezTo>
                <a:lnTo>
                  <a:pt x="2114756" y="95565"/>
                </a:lnTo>
                <a:cubicBezTo>
                  <a:pt x="2114756" y="71486"/>
                  <a:pt x="2103256" y="57134"/>
                  <a:pt x="2083919" y="57134"/>
                </a:cubicBezTo>
                <a:cubicBezTo>
                  <a:pt x="2071896" y="57134"/>
                  <a:pt x="2063793" y="61493"/>
                  <a:pt x="2046024" y="77890"/>
                </a:cubicBezTo>
                <a:lnTo>
                  <a:pt x="2046024" y="57650"/>
                </a:lnTo>
                <a:lnTo>
                  <a:pt x="2044194" y="57134"/>
                </a:lnTo>
                <a:cubicBezTo>
                  <a:pt x="2031389" y="61747"/>
                  <a:pt x="2022504" y="64566"/>
                  <a:pt x="2008129" y="68667"/>
                </a:cubicBezTo>
                <a:lnTo>
                  <a:pt x="2008129" y="73022"/>
                </a:lnTo>
                <a:close/>
                <a:moveTo>
                  <a:pt x="2300568" y="208511"/>
                </a:moveTo>
                <a:lnTo>
                  <a:pt x="2278093" y="208511"/>
                </a:lnTo>
                <a:cubicBezTo>
                  <a:pt x="2269468" y="208511"/>
                  <a:pt x="2265285" y="204156"/>
                  <a:pt x="2265285" y="195191"/>
                </a:cubicBezTo>
                <a:lnTo>
                  <a:pt x="2265285" y="23019"/>
                </a:lnTo>
                <a:cubicBezTo>
                  <a:pt x="2265285" y="15079"/>
                  <a:pt x="2268682" y="11748"/>
                  <a:pt x="2277049" y="11748"/>
                </a:cubicBezTo>
                <a:lnTo>
                  <a:pt x="2300568" y="11748"/>
                </a:lnTo>
                <a:lnTo>
                  <a:pt x="2300568" y="5340"/>
                </a:lnTo>
                <a:lnTo>
                  <a:pt x="2245426" y="5340"/>
                </a:lnTo>
                <a:lnTo>
                  <a:pt x="2245426" y="214919"/>
                </a:lnTo>
                <a:lnTo>
                  <a:pt x="2300568" y="214919"/>
                </a:lnTo>
                <a:lnTo>
                  <a:pt x="2300568" y="2085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2">
            <a:extLst xmlns:a="http://schemas.openxmlformats.org/drawingml/2006/main">
              <a:ext uri="{FF2B5EF4-FFF2-40B4-BE49-F238E27FC236}">
                <a16:creationId xmlns:a16="http://schemas.microsoft.com/office/drawing/2014/main" id="{3190C4E0-6014-4041-9980-4F09CC9B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554" y="2511562"/>
            <a:ext cx="116294" cy="173145"/>
          </a:xfrm>
          <a:custGeom xmlns:a="http://schemas.openxmlformats.org/drawingml/2006/main">
            <a:pathLst>
              <a:path w="116294" h="173145">
                <a:moveTo>
                  <a:pt x="116294" y="138053"/>
                </a:moveTo>
                <a:lnTo>
                  <a:pt x="112896" y="136771"/>
                </a:lnTo>
                <a:cubicBezTo>
                  <a:pt x="103226" y="151369"/>
                  <a:pt x="99829" y="153676"/>
                  <a:pt x="88069" y="153676"/>
                </a:cubicBezTo>
                <a:lnTo>
                  <a:pt x="25609" y="153676"/>
                </a:lnTo>
                <a:lnTo>
                  <a:pt x="69514" y="108599"/>
                </a:lnTo>
                <a:cubicBezTo>
                  <a:pt x="92774" y="84782"/>
                  <a:pt x="102967" y="65317"/>
                  <a:pt x="102967" y="45343"/>
                </a:cubicBezTo>
                <a:cubicBezTo>
                  <a:pt x="102967" y="19731"/>
                  <a:pt x="81796" y="0"/>
                  <a:pt x="54620" y="0"/>
                </a:cubicBezTo>
                <a:cubicBezTo>
                  <a:pt x="40244" y="0"/>
                  <a:pt x="26654" y="5638"/>
                  <a:pt x="16984" y="15888"/>
                </a:cubicBezTo>
                <a:cubicBezTo>
                  <a:pt x="8621" y="24595"/>
                  <a:pt x="4702" y="32793"/>
                  <a:pt x="259" y="50976"/>
                </a:cubicBezTo>
                <a:lnTo>
                  <a:pt x="5746" y="52255"/>
                </a:lnTo>
                <a:cubicBezTo>
                  <a:pt x="16202" y="27156"/>
                  <a:pt x="25609" y="18961"/>
                  <a:pt x="43642" y="18961"/>
                </a:cubicBezTo>
                <a:cubicBezTo>
                  <a:pt x="65594" y="18961"/>
                  <a:pt x="80492" y="33559"/>
                  <a:pt x="80492" y="55074"/>
                </a:cubicBezTo>
                <a:cubicBezTo>
                  <a:pt x="80492" y="75051"/>
                  <a:pt x="68469" y="98868"/>
                  <a:pt x="46517" y="121661"/>
                </a:cubicBezTo>
                <a:lnTo>
                  <a:pt x="0" y="170072"/>
                </a:lnTo>
                <a:lnTo>
                  <a:pt x="0" y="173145"/>
                </a:lnTo>
                <a:lnTo>
                  <a:pt x="101922" y="173145"/>
                </a:lnTo>
                <a:lnTo>
                  <a:pt x="116294" y="138053"/>
                </a:lnTo>
                <a:close/>
              </a:path>
            </a:pathLst>
          </a:custGeom>
          <a:solidFill xmlns:a="http://schemas.openxmlformats.org/drawingml/2006/main">
            <a:srgbClr val="B3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,Fig.1]).The">
            <a:extLst xmlns:a="http://schemas.openxmlformats.org/drawingml/2006/main">
              <a:ext uri="{FF2B5EF4-FFF2-40B4-BE49-F238E27FC236}">
                <a16:creationId xmlns:a16="http://schemas.microsoft.com/office/drawing/2014/main" id="{92A63B1A-6816-4F12-89FE-2B70A480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019" y="2509724"/>
            <a:ext cx="1556798" cy="230873"/>
          </a:xfrm>
          <a:custGeom xmlns:a="http://schemas.openxmlformats.org/drawingml/2006/main">
            <a:pathLst>
              <a:path w="1556798" h="230873">
                <a:moveTo>
                  <a:pt x="7054" y="211099"/>
                </a:moveTo>
                <a:cubicBezTo>
                  <a:pt x="24564" y="202643"/>
                  <a:pt x="36324" y="187016"/>
                  <a:pt x="36324" y="171640"/>
                </a:cubicBezTo>
                <a:cubicBezTo>
                  <a:pt x="36324" y="158832"/>
                  <a:pt x="27176" y="148840"/>
                  <a:pt x="15417" y="148840"/>
                </a:cubicBezTo>
                <a:cubicBezTo>
                  <a:pt x="6269" y="148840"/>
                  <a:pt x="0" y="154731"/>
                  <a:pt x="0" y="163442"/>
                </a:cubicBezTo>
                <a:cubicBezTo>
                  <a:pt x="0" y="171617"/>
                  <a:pt x="6009" y="176484"/>
                  <a:pt x="15417" y="176484"/>
                </a:cubicBezTo>
                <a:cubicBezTo>
                  <a:pt x="16984" y="176484"/>
                  <a:pt x="18814" y="176230"/>
                  <a:pt x="20381" y="175972"/>
                </a:cubicBezTo>
                <a:cubicBezTo>
                  <a:pt x="22212" y="175483"/>
                  <a:pt x="22212" y="175483"/>
                  <a:pt x="22475" y="175483"/>
                </a:cubicBezTo>
                <a:cubicBezTo>
                  <a:pt x="24564" y="175483"/>
                  <a:pt x="26132" y="177023"/>
                  <a:pt x="26132" y="179072"/>
                </a:cubicBezTo>
                <a:cubicBezTo>
                  <a:pt x="26132" y="187270"/>
                  <a:pt x="18814" y="196751"/>
                  <a:pt x="4702" y="206232"/>
                </a:cubicBezTo>
                <a:lnTo>
                  <a:pt x="7054" y="211099"/>
                </a:lnTo>
                <a:close/>
                <a:moveTo>
                  <a:pt x="262643" y="115761"/>
                </a:moveTo>
                <a:lnTo>
                  <a:pt x="262643" y="56325"/>
                </a:lnTo>
                <a:lnTo>
                  <a:pt x="256633" y="56325"/>
                </a:lnTo>
                <a:cubicBezTo>
                  <a:pt x="253499" y="76818"/>
                  <a:pt x="248794" y="80661"/>
                  <a:pt x="227886" y="80661"/>
                </a:cubicBezTo>
                <a:lnTo>
                  <a:pt x="189991" y="80661"/>
                </a:lnTo>
                <a:lnTo>
                  <a:pt x="189991" y="23789"/>
                </a:lnTo>
                <a:cubicBezTo>
                  <a:pt x="189991" y="16616"/>
                  <a:pt x="191299" y="15079"/>
                  <a:pt x="198353" y="15079"/>
                </a:cubicBezTo>
                <a:lnTo>
                  <a:pt x="233895" y="15079"/>
                </a:lnTo>
                <a:cubicBezTo>
                  <a:pt x="263428" y="15079"/>
                  <a:pt x="269179" y="18922"/>
                  <a:pt x="273621" y="41977"/>
                </a:cubicBezTo>
                <a:lnTo>
                  <a:pt x="280153" y="41977"/>
                </a:lnTo>
                <a:lnTo>
                  <a:pt x="279371" y="5340"/>
                </a:lnTo>
                <a:lnTo>
                  <a:pt x="140599" y="5340"/>
                </a:lnTo>
                <a:lnTo>
                  <a:pt x="140599" y="10212"/>
                </a:lnTo>
                <a:cubicBezTo>
                  <a:pt x="159939" y="11748"/>
                  <a:pt x="163337" y="15333"/>
                  <a:pt x="163337" y="33266"/>
                </a:cubicBezTo>
                <a:lnTo>
                  <a:pt x="163337" y="144226"/>
                </a:lnTo>
                <a:cubicBezTo>
                  <a:pt x="163337" y="165502"/>
                  <a:pt x="160462" y="168833"/>
                  <a:pt x="140599" y="170115"/>
                </a:cubicBezTo>
                <a:lnTo>
                  <a:pt x="140599" y="174983"/>
                </a:lnTo>
                <a:lnTo>
                  <a:pt x="213773" y="174983"/>
                </a:lnTo>
                <a:lnTo>
                  <a:pt x="213773" y="170115"/>
                </a:lnTo>
                <a:cubicBezTo>
                  <a:pt x="193651" y="169091"/>
                  <a:pt x="189991" y="165502"/>
                  <a:pt x="189991" y="147045"/>
                </a:cubicBezTo>
                <a:lnTo>
                  <a:pt x="189991" y="91162"/>
                </a:lnTo>
                <a:lnTo>
                  <a:pt x="227886" y="91162"/>
                </a:lnTo>
                <a:cubicBezTo>
                  <a:pt x="249053" y="91162"/>
                  <a:pt x="253499" y="95009"/>
                  <a:pt x="256633" y="115773"/>
                </a:cubicBezTo>
                <a:lnTo>
                  <a:pt x="262643" y="115761"/>
                </a:lnTo>
                <a:close/>
                <a:moveTo>
                  <a:pt x="328500" y="57134"/>
                </a:moveTo>
                <a:lnTo>
                  <a:pt x="287993" y="71146"/>
                </a:lnTo>
                <a:lnTo>
                  <a:pt x="287993" y="74993"/>
                </a:lnTo>
                <a:lnTo>
                  <a:pt x="290086" y="74735"/>
                </a:lnTo>
                <a:cubicBezTo>
                  <a:pt x="293221" y="74222"/>
                  <a:pt x="296618" y="73964"/>
                  <a:pt x="298971" y="73964"/>
                </a:cubicBezTo>
                <a:cubicBezTo>
                  <a:pt x="305244" y="73964"/>
                  <a:pt x="307592" y="78065"/>
                  <a:pt x="307592" y="89348"/>
                </a:cubicBezTo>
                <a:lnTo>
                  <a:pt x="307592" y="148836"/>
                </a:lnTo>
                <a:cubicBezTo>
                  <a:pt x="307592" y="167297"/>
                  <a:pt x="304980" y="170115"/>
                  <a:pt x="286948" y="171140"/>
                </a:cubicBezTo>
                <a:lnTo>
                  <a:pt x="286948" y="174983"/>
                </a:lnTo>
                <a:lnTo>
                  <a:pt x="348885" y="174983"/>
                </a:lnTo>
                <a:lnTo>
                  <a:pt x="348885" y="171140"/>
                </a:lnTo>
                <a:cubicBezTo>
                  <a:pt x="331638" y="169861"/>
                  <a:pt x="329545" y="167297"/>
                  <a:pt x="329545" y="148836"/>
                </a:cubicBezTo>
                <a:lnTo>
                  <a:pt x="329545" y="57904"/>
                </a:lnTo>
                <a:lnTo>
                  <a:pt x="328500" y="57134"/>
                </a:lnTo>
                <a:moveTo>
                  <a:pt x="316218" y="86"/>
                </a:moveTo>
                <a:cubicBezTo>
                  <a:pt x="309164" y="86"/>
                  <a:pt x="303150" y="5982"/>
                  <a:pt x="303150" y="13156"/>
                </a:cubicBezTo>
                <a:cubicBezTo>
                  <a:pt x="303150" y="20330"/>
                  <a:pt x="308900" y="26221"/>
                  <a:pt x="316218" y="26221"/>
                </a:cubicBezTo>
                <a:cubicBezTo>
                  <a:pt x="323798" y="26221"/>
                  <a:pt x="329808" y="20584"/>
                  <a:pt x="329808" y="13156"/>
                </a:cubicBezTo>
                <a:cubicBezTo>
                  <a:pt x="329808" y="5982"/>
                  <a:pt x="323798" y="86"/>
                  <a:pt x="316218" y="86"/>
                </a:cubicBezTo>
                <a:close/>
                <a:moveTo>
                  <a:pt x="478247" y="75634"/>
                </a:moveTo>
                <a:lnTo>
                  <a:pt x="478247" y="65641"/>
                </a:lnTo>
                <a:lnTo>
                  <a:pt x="458125" y="65641"/>
                </a:lnTo>
                <a:cubicBezTo>
                  <a:pt x="452897" y="65641"/>
                  <a:pt x="448977" y="64843"/>
                  <a:pt x="443753" y="63029"/>
                </a:cubicBezTo>
                <a:lnTo>
                  <a:pt x="438003" y="60981"/>
                </a:lnTo>
                <a:cubicBezTo>
                  <a:pt x="430944" y="58416"/>
                  <a:pt x="423890" y="57134"/>
                  <a:pt x="417095" y="57134"/>
                </a:cubicBezTo>
                <a:cubicBezTo>
                  <a:pt x="392790" y="57134"/>
                  <a:pt x="373450" y="75634"/>
                  <a:pt x="373450" y="98942"/>
                </a:cubicBezTo>
                <a:cubicBezTo>
                  <a:pt x="373450" y="115081"/>
                  <a:pt x="380508" y="124812"/>
                  <a:pt x="397755" y="133264"/>
                </a:cubicBezTo>
                <a:cubicBezTo>
                  <a:pt x="392790" y="137877"/>
                  <a:pt x="388088" y="142225"/>
                  <a:pt x="386517" y="143503"/>
                </a:cubicBezTo>
                <a:cubicBezTo>
                  <a:pt x="377896" y="150920"/>
                  <a:pt x="374498" y="156037"/>
                  <a:pt x="374498" y="161151"/>
                </a:cubicBezTo>
                <a:cubicBezTo>
                  <a:pt x="374498" y="166522"/>
                  <a:pt x="377633" y="169591"/>
                  <a:pt x="388348" y="174717"/>
                </a:cubicBezTo>
                <a:cubicBezTo>
                  <a:pt x="369793" y="188052"/>
                  <a:pt x="362739" y="196520"/>
                  <a:pt x="362739" y="206009"/>
                </a:cubicBezTo>
                <a:cubicBezTo>
                  <a:pt x="362739" y="219598"/>
                  <a:pt x="383120" y="230873"/>
                  <a:pt x="407947" y="230873"/>
                </a:cubicBezTo>
                <a:cubicBezTo>
                  <a:pt x="427547" y="230873"/>
                  <a:pt x="447932" y="224211"/>
                  <a:pt x="461522" y="213449"/>
                </a:cubicBezTo>
                <a:cubicBezTo>
                  <a:pt x="471456" y="205497"/>
                  <a:pt x="475898" y="197287"/>
                  <a:pt x="475898" y="187540"/>
                </a:cubicBezTo>
                <a:cubicBezTo>
                  <a:pt x="475898" y="171640"/>
                  <a:pt x="463612" y="160897"/>
                  <a:pt x="444275" y="160130"/>
                </a:cubicBezTo>
                <a:lnTo>
                  <a:pt x="410563" y="158594"/>
                </a:lnTo>
                <a:cubicBezTo>
                  <a:pt x="396710" y="158082"/>
                  <a:pt x="390178" y="155779"/>
                  <a:pt x="390178" y="151690"/>
                </a:cubicBezTo>
                <a:cubicBezTo>
                  <a:pt x="390178" y="146572"/>
                  <a:pt x="398799" y="137619"/>
                  <a:pt x="405858" y="135571"/>
                </a:cubicBezTo>
                <a:cubicBezTo>
                  <a:pt x="408210" y="135829"/>
                  <a:pt x="410041" y="136083"/>
                  <a:pt x="410822" y="136083"/>
                </a:cubicBezTo>
                <a:cubicBezTo>
                  <a:pt x="415787" y="136595"/>
                  <a:pt x="419185" y="136853"/>
                  <a:pt x="420756" y="136853"/>
                </a:cubicBezTo>
                <a:cubicBezTo>
                  <a:pt x="430422" y="136853"/>
                  <a:pt x="440878" y="133010"/>
                  <a:pt x="448977" y="126094"/>
                </a:cubicBezTo>
                <a:cubicBezTo>
                  <a:pt x="457602" y="118920"/>
                  <a:pt x="461522" y="109955"/>
                  <a:pt x="461522" y="97152"/>
                </a:cubicBezTo>
                <a:cubicBezTo>
                  <a:pt x="461522" y="89724"/>
                  <a:pt x="460214" y="83832"/>
                  <a:pt x="456558" y="75634"/>
                </a:cubicBezTo>
                <a:lnTo>
                  <a:pt x="478247" y="75634"/>
                </a:lnTo>
                <a:moveTo>
                  <a:pt x="393835" y="175483"/>
                </a:moveTo>
                <a:cubicBezTo>
                  <a:pt x="402460" y="177281"/>
                  <a:pt x="423368" y="178818"/>
                  <a:pt x="436172" y="178818"/>
                </a:cubicBezTo>
                <a:cubicBezTo>
                  <a:pt x="459955" y="178818"/>
                  <a:pt x="468581" y="182153"/>
                  <a:pt x="468581" y="191387"/>
                </a:cubicBezTo>
                <a:cubicBezTo>
                  <a:pt x="468581" y="206267"/>
                  <a:pt x="448718" y="216267"/>
                  <a:pt x="419185" y="216267"/>
                </a:cubicBezTo>
                <a:cubicBezTo>
                  <a:pt x="396187" y="216267"/>
                  <a:pt x="381030" y="208831"/>
                  <a:pt x="381030" y="197545"/>
                </a:cubicBezTo>
                <a:cubicBezTo>
                  <a:pt x="381030" y="191645"/>
                  <a:pt x="382861" y="188310"/>
                  <a:pt x="393835" y="175483"/>
                </a:cubicBezTo>
                <a:moveTo>
                  <a:pt x="395143" y="88441"/>
                </a:moveTo>
                <a:cubicBezTo>
                  <a:pt x="395143" y="73331"/>
                  <a:pt x="402460" y="64312"/>
                  <a:pt x="414483" y="64312"/>
                </a:cubicBezTo>
                <a:cubicBezTo>
                  <a:pt x="422582" y="64312"/>
                  <a:pt x="429377" y="68718"/>
                  <a:pt x="433560" y="76404"/>
                </a:cubicBezTo>
                <a:cubicBezTo>
                  <a:pt x="438262" y="85368"/>
                  <a:pt x="441400" y="97152"/>
                  <a:pt x="441400" y="107141"/>
                </a:cubicBezTo>
                <a:cubicBezTo>
                  <a:pt x="441400" y="121481"/>
                  <a:pt x="433820" y="130445"/>
                  <a:pt x="421801" y="130445"/>
                </a:cubicBezTo>
                <a:cubicBezTo>
                  <a:pt x="406121" y="130445"/>
                  <a:pt x="395143" y="113799"/>
                  <a:pt x="395143" y="89212"/>
                </a:cubicBezTo>
                <a:lnTo>
                  <a:pt x="395143" y="88441"/>
                </a:lnTo>
                <a:close/>
                <a:moveTo>
                  <a:pt x="518758" y="149297"/>
                </a:moveTo>
                <a:cubicBezTo>
                  <a:pt x="510914" y="149297"/>
                  <a:pt x="504382" y="155959"/>
                  <a:pt x="504382" y="163903"/>
                </a:cubicBezTo>
                <a:cubicBezTo>
                  <a:pt x="504382" y="171331"/>
                  <a:pt x="510914" y="177735"/>
                  <a:pt x="518495" y="177735"/>
                </a:cubicBezTo>
                <a:cubicBezTo>
                  <a:pt x="526598" y="177735"/>
                  <a:pt x="533393" y="171331"/>
                  <a:pt x="533393" y="163903"/>
                </a:cubicBezTo>
                <a:cubicBezTo>
                  <a:pt x="533393" y="155959"/>
                  <a:pt x="526598" y="149297"/>
                  <a:pt x="518758" y="149297"/>
                </a:cubicBezTo>
                <a:close/>
                <a:moveTo>
                  <a:pt x="714240" y="1837"/>
                </a:moveTo>
                <a:lnTo>
                  <a:pt x="667197" y="25107"/>
                </a:lnTo>
                <a:lnTo>
                  <a:pt x="667197" y="28696"/>
                </a:lnTo>
                <a:cubicBezTo>
                  <a:pt x="670331" y="27414"/>
                  <a:pt x="673206" y="26389"/>
                  <a:pt x="674251" y="25877"/>
                </a:cubicBezTo>
                <a:cubicBezTo>
                  <a:pt x="678957" y="24087"/>
                  <a:pt x="683399" y="23066"/>
                  <a:pt x="686015" y="23066"/>
                </a:cubicBezTo>
                <a:cubicBezTo>
                  <a:pt x="691502" y="23066"/>
                  <a:pt x="693855" y="26901"/>
                  <a:pt x="693855" y="35100"/>
                </a:cubicBezTo>
                <a:lnTo>
                  <a:pt x="693855" y="151158"/>
                </a:lnTo>
                <a:cubicBezTo>
                  <a:pt x="693855" y="159614"/>
                  <a:pt x="691761" y="165506"/>
                  <a:pt x="687582" y="167813"/>
                </a:cubicBezTo>
                <a:cubicBezTo>
                  <a:pt x="683662" y="170115"/>
                  <a:pt x="680001" y="170886"/>
                  <a:pt x="669027" y="171140"/>
                </a:cubicBezTo>
                <a:lnTo>
                  <a:pt x="669027" y="174983"/>
                </a:lnTo>
                <a:lnTo>
                  <a:pt x="741157" y="174983"/>
                </a:lnTo>
                <a:lnTo>
                  <a:pt x="741157" y="171140"/>
                </a:lnTo>
                <a:cubicBezTo>
                  <a:pt x="720509" y="170886"/>
                  <a:pt x="716329" y="168325"/>
                  <a:pt x="716329" y="156025"/>
                </a:cubicBezTo>
                <a:lnTo>
                  <a:pt x="716329" y="2354"/>
                </a:lnTo>
                <a:lnTo>
                  <a:pt x="714240" y="1837"/>
                </a:lnTo>
                <a:close/>
                <a:moveTo>
                  <a:pt x="777745" y="208511"/>
                </a:moveTo>
                <a:lnTo>
                  <a:pt x="777745" y="214919"/>
                </a:lnTo>
                <a:lnTo>
                  <a:pt x="832887" y="214919"/>
                </a:lnTo>
                <a:lnTo>
                  <a:pt x="832887" y="5340"/>
                </a:lnTo>
                <a:lnTo>
                  <a:pt x="777745" y="5340"/>
                </a:lnTo>
                <a:lnTo>
                  <a:pt x="777745" y="11748"/>
                </a:lnTo>
                <a:lnTo>
                  <a:pt x="800220" y="11748"/>
                </a:lnTo>
                <a:cubicBezTo>
                  <a:pt x="808845" y="11748"/>
                  <a:pt x="813024" y="16103"/>
                  <a:pt x="813024" y="25072"/>
                </a:cubicBezTo>
                <a:lnTo>
                  <a:pt x="813024" y="197240"/>
                </a:lnTo>
                <a:cubicBezTo>
                  <a:pt x="813024" y="205184"/>
                  <a:pt x="809367" y="208511"/>
                  <a:pt x="801264" y="208511"/>
                </a:cubicBezTo>
                <a:lnTo>
                  <a:pt x="777745" y="208511"/>
                </a:lnTo>
                <a:close/>
                <a:moveTo>
                  <a:pt x="865816" y="220392"/>
                </a:moveTo>
                <a:cubicBezTo>
                  <a:pt x="885156" y="208092"/>
                  <a:pt x="892996" y="201431"/>
                  <a:pt x="902662" y="189643"/>
                </a:cubicBezTo>
                <a:cubicBezTo>
                  <a:pt x="921221" y="167355"/>
                  <a:pt x="930365" y="141732"/>
                  <a:pt x="930365" y="111758"/>
                </a:cubicBezTo>
                <a:cubicBezTo>
                  <a:pt x="930365" y="78961"/>
                  <a:pt x="920695" y="54108"/>
                  <a:pt x="897697" y="27973"/>
                </a:cubicBezTo>
                <a:cubicBezTo>
                  <a:pt x="886982" y="15673"/>
                  <a:pt x="880187" y="10040"/>
                  <a:pt x="866597" y="1837"/>
                </a:cubicBezTo>
                <a:lnTo>
                  <a:pt x="863463" y="5939"/>
                </a:lnTo>
                <a:cubicBezTo>
                  <a:pt x="884370" y="22081"/>
                  <a:pt x="891425" y="31049"/>
                  <a:pt x="898742" y="50265"/>
                </a:cubicBezTo>
                <a:cubicBezTo>
                  <a:pt x="905015" y="67432"/>
                  <a:pt x="907890" y="86901"/>
                  <a:pt x="907890" y="112524"/>
                </a:cubicBezTo>
                <a:cubicBezTo>
                  <a:pt x="907890" y="139171"/>
                  <a:pt x="904492" y="160435"/>
                  <a:pt x="897438" y="176066"/>
                </a:cubicBezTo>
                <a:cubicBezTo>
                  <a:pt x="890121" y="192208"/>
                  <a:pt x="882281" y="201431"/>
                  <a:pt x="863463" y="216291"/>
                </a:cubicBezTo>
                <a:lnTo>
                  <a:pt x="865816" y="220392"/>
                </a:lnTo>
                <a:close/>
                <a:moveTo>
                  <a:pt x="975580" y="149297"/>
                </a:moveTo>
                <a:cubicBezTo>
                  <a:pt x="967736" y="149297"/>
                  <a:pt x="961204" y="155959"/>
                  <a:pt x="961204" y="163903"/>
                </a:cubicBezTo>
                <a:cubicBezTo>
                  <a:pt x="961204" y="171331"/>
                  <a:pt x="967736" y="177735"/>
                  <a:pt x="975316" y="177735"/>
                </a:cubicBezTo>
                <a:cubicBezTo>
                  <a:pt x="983419" y="177735"/>
                  <a:pt x="990215" y="171331"/>
                  <a:pt x="990215" y="163903"/>
                </a:cubicBezTo>
                <a:cubicBezTo>
                  <a:pt x="990215" y="155959"/>
                  <a:pt x="983419" y="149297"/>
                  <a:pt x="975580" y="149297"/>
                </a:cubicBezTo>
                <a:close/>
                <a:moveTo>
                  <a:pt x="1222022" y="16103"/>
                </a:moveTo>
                <a:lnTo>
                  <a:pt x="1222022" y="144234"/>
                </a:lnTo>
                <a:cubicBezTo>
                  <a:pt x="1222022" y="166018"/>
                  <a:pt x="1219147" y="168837"/>
                  <a:pt x="1197454" y="170115"/>
                </a:cubicBezTo>
                <a:lnTo>
                  <a:pt x="1197454" y="174983"/>
                </a:lnTo>
                <a:lnTo>
                  <a:pt x="1273767" y="174983"/>
                </a:lnTo>
                <a:lnTo>
                  <a:pt x="1273767" y="170115"/>
                </a:lnTo>
                <a:cubicBezTo>
                  <a:pt x="1252337" y="169091"/>
                  <a:pt x="1248676" y="165760"/>
                  <a:pt x="1248676" y="147053"/>
                </a:cubicBezTo>
                <a:lnTo>
                  <a:pt x="1248676" y="16103"/>
                </a:lnTo>
                <a:lnTo>
                  <a:pt x="1262789" y="16103"/>
                </a:lnTo>
                <a:cubicBezTo>
                  <a:pt x="1292581" y="16103"/>
                  <a:pt x="1298331" y="20717"/>
                  <a:pt x="1304345" y="48904"/>
                </a:cubicBezTo>
                <a:lnTo>
                  <a:pt x="1310614" y="48904"/>
                </a:lnTo>
                <a:lnTo>
                  <a:pt x="1309046" y="5340"/>
                </a:lnTo>
                <a:lnTo>
                  <a:pt x="1161652" y="5340"/>
                </a:lnTo>
                <a:lnTo>
                  <a:pt x="1160085" y="48904"/>
                </a:lnTo>
                <a:lnTo>
                  <a:pt x="1166354" y="48904"/>
                </a:lnTo>
                <a:cubicBezTo>
                  <a:pt x="1172626" y="20971"/>
                  <a:pt x="1178640" y="16103"/>
                  <a:pt x="1207910" y="16103"/>
                </a:cubicBezTo>
                <a:lnTo>
                  <a:pt x="1222022" y="16103"/>
                </a:lnTo>
                <a:close/>
                <a:moveTo>
                  <a:pt x="1356351" y="87112"/>
                </a:moveTo>
                <a:cubicBezTo>
                  <a:pt x="1367325" y="75329"/>
                  <a:pt x="1375165" y="70970"/>
                  <a:pt x="1385358" y="70970"/>
                </a:cubicBezTo>
                <a:cubicBezTo>
                  <a:pt x="1398425" y="70970"/>
                  <a:pt x="1404957" y="80196"/>
                  <a:pt x="1404957" y="98129"/>
                </a:cubicBezTo>
                <a:lnTo>
                  <a:pt x="1404957" y="148851"/>
                </a:lnTo>
                <a:cubicBezTo>
                  <a:pt x="1404957" y="166272"/>
                  <a:pt x="1402345" y="169603"/>
                  <a:pt x="1387188" y="171140"/>
                </a:cubicBezTo>
                <a:lnTo>
                  <a:pt x="1387188" y="174983"/>
                </a:lnTo>
                <a:lnTo>
                  <a:pt x="1442593" y="174983"/>
                </a:lnTo>
                <a:lnTo>
                  <a:pt x="1442593" y="171140"/>
                </a:lnTo>
                <a:cubicBezTo>
                  <a:pt x="1428481" y="168579"/>
                  <a:pt x="1426910" y="166530"/>
                  <a:pt x="1426910" y="148851"/>
                </a:cubicBezTo>
                <a:lnTo>
                  <a:pt x="1426910" y="97871"/>
                </a:lnTo>
                <a:cubicBezTo>
                  <a:pt x="1426910" y="70970"/>
                  <a:pt x="1415935" y="57134"/>
                  <a:pt x="1394765" y="57134"/>
                </a:cubicBezTo>
                <a:cubicBezTo>
                  <a:pt x="1379348" y="57134"/>
                  <a:pt x="1368370" y="63284"/>
                  <a:pt x="1356351" y="78656"/>
                </a:cubicBezTo>
                <a:lnTo>
                  <a:pt x="1356351" y="770"/>
                </a:lnTo>
                <a:lnTo>
                  <a:pt x="1355043" y="0"/>
                </a:lnTo>
                <a:cubicBezTo>
                  <a:pt x="1346158" y="3073"/>
                  <a:pt x="1339622" y="5125"/>
                  <a:pt x="1324988" y="9223"/>
                </a:cubicBezTo>
                <a:lnTo>
                  <a:pt x="1317933" y="11275"/>
                </a:lnTo>
                <a:lnTo>
                  <a:pt x="1317933" y="15372"/>
                </a:lnTo>
                <a:cubicBezTo>
                  <a:pt x="1318978" y="15118"/>
                  <a:pt x="1319764" y="15118"/>
                  <a:pt x="1321068" y="15118"/>
                </a:cubicBezTo>
                <a:cubicBezTo>
                  <a:pt x="1332305" y="15118"/>
                  <a:pt x="1334399" y="17167"/>
                  <a:pt x="1334399" y="28184"/>
                </a:cubicBezTo>
                <a:lnTo>
                  <a:pt x="1334399" y="148851"/>
                </a:lnTo>
                <a:cubicBezTo>
                  <a:pt x="1334399" y="166784"/>
                  <a:pt x="1332827" y="169091"/>
                  <a:pt x="1317670" y="171140"/>
                </a:cubicBezTo>
                <a:lnTo>
                  <a:pt x="1317670" y="174983"/>
                </a:lnTo>
                <a:lnTo>
                  <a:pt x="1374120" y="174983"/>
                </a:lnTo>
                <a:lnTo>
                  <a:pt x="1374120" y="171140"/>
                </a:lnTo>
                <a:cubicBezTo>
                  <a:pt x="1358963" y="169603"/>
                  <a:pt x="1356351" y="166530"/>
                  <a:pt x="1356351" y="148851"/>
                </a:cubicBezTo>
                <a:lnTo>
                  <a:pt x="1356351" y="87112"/>
                </a:lnTo>
                <a:close/>
                <a:moveTo>
                  <a:pt x="1552615" y="132893"/>
                </a:moveTo>
                <a:cubicBezTo>
                  <a:pt x="1540073" y="152374"/>
                  <a:pt x="1528832" y="159810"/>
                  <a:pt x="1512107" y="159810"/>
                </a:cubicBezTo>
                <a:cubicBezTo>
                  <a:pt x="1497213" y="159810"/>
                  <a:pt x="1485976" y="152374"/>
                  <a:pt x="1478395" y="137764"/>
                </a:cubicBezTo>
                <a:cubicBezTo>
                  <a:pt x="1473690" y="128021"/>
                  <a:pt x="1471863" y="119561"/>
                  <a:pt x="1471341" y="103923"/>
                </a:cubicBezTo>
                <a:lnTo>
                  <a:pt x="1551833" y="103923"/>
                </a:lnTo>
                <a:cubicBezTo>
                  <a:pt x="1549740" y="87300"/>
                  <a:pt x="1547128" y="79895"/>
                  <a:pt x="1540596" y="71724"/>
                </a:cubicBezTo>
                <a:cubicBezTo>
                  <a:pt x="1532752" y="62517"/>
                  <a:pt x="1520733" y="57134"/>
                  <a:pt x="1507143" y="57134"/>
                </a:cubicBezTo>
                <a:cubicBezTo>
                  <a:pt x="1494075" y="57134"/>
                  <a:pt x="1481793" y="61747"/>
                  <a:pt x="1471863" y="70446"/>
                </a:cubicBezTo>
                <a:cubicBezTo>
                  <a:pt x="1459577" y="80916"/>
                  <a:pt x="1452523" y="99056"/>
                  <a:pt x="1452523" y="120073"/>
                </a:cubicBezTo>
                <a:cubicBezTo>
                  <a:pt x="1452523" y="155451"/>
                  <a:pt x="1471341" y="177485"/>
                  <a:pt x="1501392" y="177485"/>
                </a:cubicBezTo>
                <a:cubicBezTo>
                  <a:pt x="1526220" y="177485"/>
                  <a:pt x="1545820" y="162371"/>
                  <a:pt x="1556798" y="134687"/>
                </a:cubicBezTo>
                <a:lnTo>
                  <a:pt x="1552615" y="132893"/>
                </a:lnTo>
                <a:moveTo>
                  <a:pt x="1471863" y="95725"/>
                </a:moveTo>
                <a:cubicBezTo>
                  <a:pt x="1474735" y="75810"/>
                  <a:pt x="1483623" y="66360"/>
                  <a:pt x="1499562" y="66360"/>
                </a:cubicBezTo>
                <a:cubicBezTo>
                  <a:pt x="1515505" y="66360"/>
                  <a:pt x="1521778" y="73511"/>
                  <a:pt x="1525175" y="95725"/>
                </a:cubicBezTo>
                <a:lnTo>
                  <a:pt x="1471863" y="957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packetlengthisencryptedaspartofthepacket’splaintext.The">
            <a:extLst xmlns:a="http://schemas.openxmlformats.org/drawingml/2006/main">
              <a:ext uri="{FF2B5EF4-FFF2-40B4-BE49-F238E27FC236}">
                <a16:creationId xmlns:a16="http://schemas.microsoft.com/office/drawing/2014/main" id="{2B471AC3-FCB9-4C66-9428-1DD9980F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4" y="2822819"/>
            <a:ext cx="6786458" cy="230932"/>
          </a:xfrm>
          <a:custGeom xmlns:a="http://schemas.openxmlformats.org/drawingml/2006/main">
            <a:pathLst>
              <a:path w="6786458" h="230932">
                <a:moveTo>
                  <a:pt x="1045" y="74297"/>
                </a:moveTo>
                <a:cubicBezTo>
                  <a:pt x="3398" y="74043"/>
                  <a:pt x="5228" y="74043"/>
                  <a:pt x="7581" y="74043"/>
                </a:cubicBezTo>
                <a:cubicBezTo>
                  <a:pt x="16465" y="74043"/>
                  <a:pt x="18296" y="76603"/>
                  <a:pt x="18296" y="88645"/>
                </a:cubicBezTo>
                <a:lnTo>
                  <a:pt x="18296" y="208554"/>
                </a:lnTo>
                <a:cubicBezTo>
                  <a:pt x="18296" y="221877"/>
                  <a:pt x="15421" y="224696"/>
                  <a:pt x="0" y="226233"/>
                </a:cubicBezTo>
                <a:lnTo>
                  <a:pt x="0" y="230588"/>
                </a:lnTo>
                <a:lnTo>
                  <a:pt x="63245" y="230588"/>
                </a:lnTo>
                <a:lnTo>
                  <a:pt x="63245" y="225979"/>
                </a:lnTo>
                <a:cubicBezTo>
                  <a:pt x="43646" y="225721"/>
                  <a:pt x="40248" y="222902"/>
                  <a:pt x="40248" y="206759"/>
                </a:cubicBezTo>
                <a:lnTo>
                  <a:pt x="40248" y="166530"/>
                </a:lnTo>
                <a:cubicBezTo>
                  <a:pt x="49396" y="174983"/>
                  <a:pt x="55665" y="177543"/>
                  <a:pt x="66643" y="177543"/>
                </a:cubicBezTo>
                <a:cubicBezTo>
                  <a:pt x="97480" y="177543"/>
                  <a:pt x="121522" y="148863"/>
                  <a:pt x="121522" y="111738"/>
                </a:cubicBezTo>
                <a:cubicBezTo>
                  <a:pt x="121522" y="79993"/>
                  <a:pt x="103230" y="57193"/>
                  <a:pt x="77880" y="57193"/>
                </a:cubicBezTo>
                <a:cubicBezTo>
                  <a:pt x="63245" y="57193"/>
                  <a:pt x="51745" y="63600"/>
                  <a:pt x="40248" y="77432"/>
                </a:cubicBezTo>
                <a:lnTo>
                  <a:pt x="40248" y="57709"/>
                </a:lnTo>
                <a:lnTo>
                  <a:pt x="38681" y="57193"/>
                </a:lnTo>
                <a:cubicBezTo>
                  <a:pt x="24568" y="62576"/>
                  <a:pt x="15421" y="65907"/>
                  <a:pt x="1045" y="70262"/>
                </a:cubicBezTo>
                <a:lnTo>
                  <a:pt x="1045" y="74297"/>
                </a:lnTo>
                <a:moveTo>
                  <a:pt x="40248" y="89466"/>
                </a:moveTo>
                <a:cubicBezTo>
                  <a:pt x="40248" y="81783"/>
                  <a:pt x="54883" y="72569"/>
                  <a:pt x="66902" y="72569"/>
                </a:cubicBezTo>
                <a:cubicBezTo>
                  <a:pt x="86242" y="72569"/>
                  <a:pt x="99047" y="92026"/>
                  <a:pt x="99047" y="121727"/>
                </a:cubicBezTo>
                <a:cubicBezTo>
                  <a:pt x="99047" y="150145"/>
                  <a:pt x="86242" y="169345"/>
                  <a:pt x="67428" y="169345"/>
                </a:cubicBezTo>
                <a:cubicBezTo>
                  <a:pt x="55142" y="169345"/>
                  <a:pt x="40248" y="160130"/>
                  <a:pt x="40248" y="152448"/>
                </a:cubicBezTo>
                <a:lnTo>
                  <a:pt x="40248" y="89466"/>
                </a:lnTo>
                <a:close/>
                <a:moveTo>
                  <a:pt x="244874" y="158078"/>
                </a:moveTo>
                <a:cubicBezTo>
                  <a:pt x="240432" y="161659"/>
                  <a:pt x="237297" y="162941"/>
                  <a:pt x="233377" y="162941"/>
                </a:cubicBezTo>
                <a:cubicBezTo>
                  <a:pt x="227368" y="162941"/>
                  <a:pt x="225537" y="159356"/>
                  <a:pt x="225537" y="148093"/>
                </a:cubicBezTo>
                <a:lnTo>
                  <a:pt x="225537" y="98164"/>
                </a:lnTo>
                <a:cubicBezTo>
                  <a:pt x="225537" y="84849"/>
                  <a:pt x="224229" y="77424"/>
                  <a:pt x="220310" y="71279"/>
                </a:cubicBezTo>
                <a:cubicBezTo>
                  <a:pt x="214559" y="62064"/>
                  <a:pt x="203322" y="57193"/>
                  <a:pt x="187905" y="57193"/>
                </a:cubicBezTo>
                <a:cubicBezTo>
                  <a:pt x="163337" y="57193"/>
                  <a:pt x="144001" y="69742"/>
                  <a:pt x="144001" y="85873"/>
                </a:cubicBezTo>
                <a:cubicBezTo>
                  <a:pt x="144001" y="91764"/>
                  <a:pt x="149224" y="96882"/>
                  <a:pt x="155238" y="96882"/>
                </a:cubicBezTo>
                <a:cubicBezTo>
                  <a:pt x="161507" y="96882"/>
                  <a:pt x="166998" y="91764"/>
                  <a:pt x="166998" y="86131"/>
                </a:cubicBezTo>
                <a:cubicBezTo>
                  <a:pt x="166998" y="85107"/>
                  <a:pt x="166735" y="83824"/>
                  <a:pt x="166475" y="82034"/>
                </a:cubicBezTo>
                <a:cubicBezTo>
                  <a:pt x="165953" y="79731"/>
                  <a:pt x="165690" y="77682"/>
                  <a:pt x="165690" y="75888"/>
                </a:cubicBezTo>
                <a:cubicBezTo>
                  <a:pt x="165690" y="68976"/>
                  <a:pt x="174052" y="63342"/>
                  <a:pt x="184508" y="63342"/>
                </a:cubicBezTo>
                <a:cubicBezTo>
                  <a:pt x="197312" y="63342"/>
                  <a:pt x="204367" y="70766"/>
                  <a:pt x="204367" y="84594"/>
                </a:cubicBezTo>
                <a:lnTo>
                  <a:pt x="204367" y="100213"/>
                </a:lnTo>
                <a:cubicBezTo>
                  <a:pt x="164123" y="116086"/>
                  <a:pt x="159680" y="118134"/>
                  <a:pt x="148443" y="127865"/>
                </a:cubicBezTo>
                <a:cubicBezTo>
                  <a:pt x="142693" y="132987"/>
                  <a:pt x="139032" y="141689"/>
                  <a:pt x="139032" y="150138"/>
                </a:cubicBezTo>
                <a:cubicBezTo>
                  <a:pt x="139032" y="166272"/>
                  <a:pt x="150532" y="177543"/>
                  <a:pt x="166475" y="177543"/>
                </a:cubicBezTo>
                <a:cubicBezTo>
                  <a:pt x="177972" y="177543"/>
                  <a:pt x="188687" y="172164"/>
                  <a:pt x="204630" y="158840"/>
                </a:cubicBezTo>
                <a:cubicBezTo>
                  <a:pt x="205938" y="172164"/>
                  <a:pt x="210639" y="177543"/>
                  <a:pt x="221354" y="177543"/>
                </a:cubicBezTo>
                <a:cubicBezTo>
                  <a:pt x="230239" y="177543"/>
                  <a:pt x="235730" y="174471"/>
                  <a:pt x="244874" y="164736"/>
                </a:cubicBezTo>
                <a:lnTo>
                  <a:pt x="244874" y="158078"/>
                </a:lnTo>
                <a:moveTo>
                  <a:pt x="204367" y="143468"/>
                </a:moveTo>
                <a:cubicBezTo>
                  <a:pt x="204367" y="151412"/>
                  <a:pt x="203063" y="153719"/>
                  <a:pt x="197572" y="156792"/>
                </a:cubicBezTo>
                <a:cubicBezTo>
                  <a:pt x="191303" y="160381"/>
                  <a:pt x="183985" y="162683"/>
                  <a:pt x="178494" y="162683"/>
                </a:cubicBezTo>
                <a:cubicBezTo>
                  <a:pt x="169350" y="162683"/>
                  <a:pt x="162033" y="153973"/>
                  <a:pt x="162033" y="142956"/>
                </a:cubicBezTo>
                <a:lnTo>
                  <a:pt x="162033" y="141932"/>
                </a:lnTo>
                <a:cubicBezTo>
                  <a:pt x="162033" y="126813"/>
                  <a:pt x="172744" y="117591"/>
                  <a:pt x="204367" y="106316"/>
                </a:cubicBezTo>
                <a:lnTo>
                  <a:pt x="204367" y="143468"/>
                </a:lnTo>
                <a:close/>
                <a:moveTo>
                  <a:pt x="349412" y="135031"/>
                </a:moveTo>
                <a:cubicBezTo>
                  <a:pt x="336867" y="152953"/>
                  <a:pt x="327460" y="159098"/>
                  <a:pt x="312561" y="159098"/>
                </a:cubicBezTo>
                <a:cubicBezTo>
                  <a:pt x="288779" y="159098"/>
                  <a:pt x="272054" y="138616"/>
                  <a:pt x="272054" y="109174"/>
                </a:cubicBezTo>
                <a:cubicBezTo>
                  <a:pt x="272054" y="82804"/>
                  <a:pt x="286430" y="64625"/>
                  <a:pt x="307597" y="64625"/>
                </a:cubicBezTo>
                <a:cubicBezTo>
                  <a:pt x="317004" y="64625"/>
                  <a:pt x="320401" y="67439"/>
                  <a:pt x="323017" y="76912"/>
                </a:cubicBezTo>
                <a:lnTo>
                  <a:pt x="324584" y="82546"/>
                </a:lnTo>
                <a:cubicBezTo>
                  <a:pt x="326674" y="89716"/>
                  <a:pt x="331379" y="94325"/>
                  <a:pt x="336867" y="94325"/>
                </a:cubicBezTo>
                <a:cubicBezTo>
                  <a:pt x="343662" y="94325"/>
                  <a:pt x="349412" y="89458"/>
                  <a:pt x="349412" y="83570"/>
                </a:cubicBezTo>
                <a:cubicBezTo>
                  <a:pt x="349412" y="69234"/>
                  <a:pt x="331116" y="57193"/>
                  <a:pt x="309164" y="57193"/>
                </a:cubicBezTo>
                <a:cubicBezTo>
                  <a:pt x="296359" y="57193"/>
                  <a:pt x="283032" y="62318"/>
                  <a:pt x="272317" y="71537"/>
                </a:cubicBezTo>
                <a:cubicBezTo>
                  <a:pt x="259250" y="82804"/>
                  <a:pt x="251932" y="100213"/>
                  <a:pt x="251932" y="120437"/>
                </a:cubicBezTo>
                <a:cubicBezTo>
                  <a:pt x="251932" y="153723"/>
                  <a:pt x="272577" y="177543"/>
                  <a:pt x="301587" y="177543"/>
                </a:cubicBezTo>
                <a:cubicBezTo>
                  <a:pt x="313347" y="177543"/>
                  <a:pt x="323799" y="173446"/>
                  <a:pt x="333210" y="165502"/>
                </a:cubicBezTo>
                <a:cubicBezTo>
                  <a:pt x="340264" y="159352"/>
                  <a:pt x="345229" y="152440"/>
                  <a:pt x="353069" y="137334"/>
                </a:cubicBezTo>
                <a:lnTo>
                  <a:pt x="349412" y="135031"/>
                </a:lnTo>
                <a:close/>
                <a:moveTo>
                  <a:pt x="363261" y="15372"/>
                </a:moveTo>
                <a:cubicBezTo>
                  <a:pt x="366659" y="15114"/>
                  <a:pt x="369012" y="14860"/>
                  <a:pt x="371624" y="14860"/>
                </a:cubicBezTo>
                <a:cubicBezTo>
                  <a:pt x="380249" y="14860"/>
                  <a:pt x="382861" y="18191"/>
                  <a:pt x="382861" y="30487"/>
                </a:cubicBezTo>
                <a:lnTo>
                  <a:pt x="382861" y="154028"/>
                </a:lnTo>
                <a:cubicBezTo>
                  <a:pt x="382861" y="167355"/>
                  <a:pt x="382079" y="168125"/>
                  <a:pt x="363261" y="171198"/>
                </a:cubicBezTo>
                <a:lnTo>
                  <a:pt x="363261" y="175041"/>
                </a:lnTo>
                <a:lnTo>
                  <a:pt x="424417" y="175041"/>
                </a:lnTo>
                <a:lnTo>
                  <a:pt x="424417" y="171198"/>
                </a:lnTo>
                <a:lnTo>
                  <a:pt x="419189" y="170944"/>
                </a:lnTo>
                <a:cubicBezTo>
                  <a:pt x="408737" y="170432"/>
                  <a:pt x="404813" y="166843"/>
                  <a:pt x="404813" y="157871"/>
                </a:cubicBezTo>
                <a:lnTo>
                  <a:pt x="404813" y="110706"/>
                </a:lnTo>
                <a:lnTo>
                  <a:pt x="441405" y="158641"/>
                </a:lnTo>
                <a:lnTo>
                  <a:pt x="442186" y="159665"/>
                </a:lnTo>
                <a:cubicBezTo>
                  <a:pt x="442709" y="160435"/>
                  <a:pt x="443231" y="161202"/>
                  <a:pt x="444017" y="161972"/>
                </a:cubicBezTo>
                <a:cubicBezTo>
                  <a:pt x="446106" y="164536"/>
                  <a:pt x="446892" y="166073"/>
                  <a:pt x="446892" y="167355"/>
                </a:cubicBezTo>
                <a:cubicBezTo>
                  <a:pt x="446892" y="169662"/>
                  <a:pt x="444539" y="171198"/>
                  <a:pt x="441405" y="171198"/>
                </a:cubicBezTo>
                <a:lnTo>
                  <a:pt x="436436" y="171198"/>
                </a:lnTo>
                <a:lnTo>
                  <a:pt x="436436" y="175041"/>
                </a:lnTo>
                <a:lnTo>
                  <a:pt x="493408" y="175041"/>
                </a:lnTo>
                <a:lnTo>
                  <a:pt x="493408" y="171198"/>
                </a:lnTo>
                <a:cubicBezTo>
                  <a:pt x="481912" y="170432"/>
                  <a:pt x="473809" y="165561"/>
                  <a:pt x="462835" y="152487"/>
                </a:cubicBezTo>
                <a:lnTo>
                  <a:pt x="422846" y="102758"/>
                </a:lnTo>
                <a:lnTo>
                  <a:pt x="430426" y="95838"/>
                </a:lnTo>
                <a:cubicBezTo>
                  <a:pt x="448981" y="78922"/>
                  <a:pt x="465183" y="67127"/>
                  <a:pt x="472764" y="65078"/>
                </a:cubicBezTo>
                <a:cubicBezTo>
                  <a:pt x="476684" y="64054"/>
                  <a:pt x="480341" y="63542"/>
                  <a:pt x="484787" y="63542"/>
                </a:cubicBezTo>
                <a:lnTo>
                  <a:pt x="486877" y="63542"/>
                </a:lnTo>
                <a:lnTo>
                  <a:pt x="486877" y="59695"/>
                </a:lnTo>
                <a:lnTo>
                  <a:pt x="433561" y="59695"/>
                </a:lnTo>
                <a:lnTo>
                  <a:pt x="433561" y="63284"/>
                </a:lnTo>
                <a:cubicBezTo>
                  <a:pt x="443753" y="63542"/>
                  <a:pt x="446629" y="64566"/>
                  <a:pt x="446629" y="68155"/>
                </a:cubicBezTo>
                <a:cubicBezTo>
                  <a:pt x="446629" y="70203"/>
                  <a:pt x="444276" y="73792"/>
                  <a:pt x="440619" y="76869"/>
                </a:cubicBezTo>
                <a:lnTo>
                  <a:pt x="404813" y="108141"/>
                </a:lnTo>
                <a:lnTo>
                  <a:pt x="404813" y="512"/>
                </a:lnTo>
                <a:lnTo>
                  <a:pt x="403769" y="0"/>
                </a:lnTo>
                <a:cubicBezTo>
                  <a:pt x="393839" y="3073"/>
                  <a:pt x="386258" y="5121"/>
                  <a:pt x="371101" y="9223"/>
                </a:cubicBezTo>
                <a:lnTo>
                  <a:pt x="363261" y="11271"/>
                </a:lnTo>
                <a:lnTo>
                  <a:pt x="363261" y="15372"/>
                </a:lnTo>
                <a:close/>
                <a:moveTo>
                  <a:pt x="596115" y="132951"/>
                </a:moveTo>
                <a:cubicBezTo>
                  <a:pt x="583573" y="152433"/>
                  <a:pt x="572332" y="159868"/>
                  <a:pt x="555608" y="159868"/>
                </a:cubicBezTo>
                <a:cubicBezTo>
                  <a:pt x="540713" y="159868"/>
                  <a:pt x="529476" y="152433"/>
                  <a:pt x="521895" y="137823"/>
                </a:cubicBezTo>
                <a:cubicBezTo>
                  <a:pt x="517190" y="128080"/>
                  <a:pt x="515363" y="119620"/>
                  <a:pt x="514841" y="103982"/>
                </a:cubicBezTo>
                <a:lnTo>
                  <a:pt x="595333" y="103982"/>
                </a:lnTo>
                <a:cubicBezTo>
                  <a:pt x="593240" y="87358"/>
                  <a:pt x="590628" y="79954"/>
                  <a:pt x="584096" y="71783"/>
                </a:cubicBezTo>
                <a:cubicBezTo>
                  <a:pt x="576252" y="62576"/>
                  <a:pt x="564233" y="57193"/>
                  <a:pt x="550643" y="57193"/>
                </a:cubicBezTo>
                <a:cubicBezTo>
                  <a:pt x="537575" y="57193"/>
                  <a:pt x="525293" y="61806"/>
                  <a:pt x="515363" y="70504"/>
                </a:cubicBezTo>
                <a:cubicBezTo>
                  <a:pt x="503077" y="80974"/>
                  <a:pt x="496023" y="99114"/>
                  <a:pt x="496023" y="120132"/>
                </a:cubicBezTo>
                <a:cubicBezTo>
                  <a:pt x="496023" y="155509"/>
                  <a:pt x="514841" y="177543"/>
                  <a:pt x="544893" y="177543"/>
                </a:cubicBezTo>
                <a:cubicBezTo>
                  <a:pt x="569720" y="177543"/>
                  <a:pt x="589320" y="162429"/>
                  <a:pt x="600298" y="134746"/>
                </a:cubicBezTo>
                <a:lnTo>
                  <a:pt x="596115" y="132951"/>
                </a:lnTo>
                <a:moveTo>
                  <a:pt x="515363" y="95783"/>
                </a:moveTo>
                <a:cubicBezTo>
                  <a:pt x="518235" y="75868"/>
                  <a:pt x="527123" y="66419"/>
                  <a:pt x="543062" y="66419"/>
                </a:cubicBezTo>
                <a:cubicBezTo>
                  <a:pt x="559005" y="66419"/>
                  <a:pt x="565278" y="73570"/>
                  <a:pt x="568675" y="95783"/>
                </a:cubicBezTo>
                <a:lnTo>
                  <a:pt x="515363" y="95783"/>
                </a:lnTo>
                <a:close/>
                <a:moveTo>
                  <a:pt x="672165" y="59695"/>
                </a:moveTo>
                <a:lnTo>
                  <a:pt x="645770" y="59695"/>
                </a:lnTo>
                <a:lnTo>
                  <a:pt x="645770" y="29974"/>
                </a:lnTo>
                <a:cubicBezTo>
                  <a:pt x="645770" y="27414"/>
                  <a:pt x="645511" y="26643"/>
                  <a:pt x="643940" y="26643"/>
                </a:cubicBezTo>
                <a:cubicBezTo>
                  <a:pt x="642113" y="28950"/>
                  <a:pt x="640542" y="31257"/>
                  <a:pt x="638716" y="33817"/>
                </a:cubicBezTo>
                <a:cubicBezTo>
                  <a:pt x="628782" y="47911"/>
                  <a:pt x="617545" y="60211"/>
                  <a:pt x="613366" y="61235"/>
                </a:cubicBezTo>
                <a:cubicBezTo>
                  <a:pt x="610491" y="63026"/>
                  <a:pt x="608919" y="64820"/>
                  <a:pt x="608919" y="66102"/>
                </a:cubicBezTo>
                <a:cubicBezTo>
                  <a:pt x="608919" y="66872"/>
                  <a:pt x="609183" y="67385"/>
                  <a:pt x="609968" y="67897"/>
                </a:cubicBezTo>
                <a:lnTo>
                  <a:pt x="623818" y="67897"/>
                </a:lnTo>
                <a:lnTo>
                  <a:pt x="623818" y="145008"/>
                </a:lnTo>
                <a:cubicBezTo>
                  <a:pt x="623818" y="166526"/>
                  <a:pt x="631657" y="177543"/>
                  <a:pt x="647078" y="177543"/>
                </a:cubicBezTo>
                <a:cubicBezTo>
                  <a:pt x="659882" y="177543"/>
                  <a:pt x="669812" y="171398"/>
                  <a:pt x="678437" y="158074"/>
                </a:cubicBezTo>
                <a:lnTo>
                  <a:pt x="675040" y="155255"/>
                </a:lnTo>
                <a:cubicBezTo>
                  <a:pt x="669553" y="161659"/>
                  <a:pt x="665110" y="164224"/>
                  <a:pt x="659360" y="164224"/>
                </a:cubicBezTo>
                <a:cubicBezTo>
                  <a:pt x="649690" y="164224"/>
                  <a:pt x="645770" y="157304"/>
                  <a:pt x="645770" y="141165"/>
                </a:cubicBezTo>
                <a:lnTo>
                  <a:pt x="645770" y="67897"/>
                </a:lnTo>
                <a:lnTo>
                  <a:pt x="672165" y="67897"/>
                </a:lnTo>
                <a:lnTo>
                  <a:pt x="672165" y="59695"/>
                </a:lnTo>
                <a:close/>
                <a:moveTo>
                  <a:pt x="761806" y="15419"/>
                </a:moveTo>
                <a:lnTo>
                  <a:pt x="763373" y="15419"/>
                </a:lnTo>
                <a:cubicBezTo>
                  <a:pt x="766248" y="15165"/>
                  <a:pt x="769382" y="14907"/>
                  <a:pt x="771476" y="14907"/>
                </a:cubicBezTo>
                <a:cubicBezTo>
                  <a:pt x="779838" y="14907"/>
                  <a:pt x="782450" y="18496"/>
                  <a:pt x="782450" y="30537"/>
                </a:cubicBezTo>
                <a:lnTo>
                  <a:pt x="782450" y="152753"/>
                </a:lnTo>
                <a:cubicBezTo>
                  <a:pt x="782450" y="166589"/>
                  <a:pt x="778794" y="169920"/>
                  <a:pt x="762328" y="171198"/>
                </a:cubicBezTo>
                <a:lnTo>
                  <a:pt x="762328" y="175041"/>
                </a:lnTo>
                <a:lnTo>
                  <a:pt x="824002" y="175041"/>
                </a:lnTo>
                <a:lnTo>
                  <a:pt x="824002" y="171198"/>
                </a:lnTo>
                <a:cubicBezTo>
                  <a:pt x="807541" y="170174"/>
                  <a:pt x="804403" y="167613"/>
                  <a:pt x="804403" y="153519"/>
                </a:cubicBezTo>
                <a:lnTo>
                  <a:pt x="804403" y="559"/>
                </a:lnTo>
                <a:lnTo>
                  <a:pt x="803358" y="47"/>
                </a:lnTo>
                <a:cubicBezTo>
                  <a:pt x="789768" y="4402"/>
                  <a:pt x="779838" y="6967"/>
                  <a:pt x="761806" y="11322"/>
                </a:cubicBezTo>
                <a:lnTo>
                  <a:pt x="761806" y="15419"/>
                </a:lnTo>
                <a:close/>
                <a:moveTo>
                  <a:pt x="936117" y="132951"/>
                </a:moveTo>
                <a:cubicBezTo>
                  <a:pt x="923576" y="152433"/>
                  <a:pt x="912334" y="159868"/>
                  <a:pt x="895610" y="159868"/>
                </a:cubicBezTo>
                <a:cubicBezTo>
                  <a:pt x="880716" y="159868"/>
                  <a:pt x="869478" y="152433"/>
                  <a:pt x="861898" y="137823"/>
                </a:cubicBezTo>
                <a:cubicBezTo>
                  <a:pt x="857192" y="128080"/>
                  <a:pt x="855366" y="119620"/>
                  <a:pt x="854843" y="103982"/>
                </a:cubicBezTo>
                <a:lnTo>
                  <a:pt x="935335" y="103982"/>
                </a:lnTo>
                <a:cubicBezTo>
                  <a:pt x="933242" y="87358"/>
                  <a:pt x="930630" y="79954"/>
                  <a:pt x="924098" y="71783"/>
                </a:cubicBezTo>
                <a:cubicBezTo>
                  <a:pt x="916254" y="62576"/>
                  <a:pt x="904235" y="57193"/>
                  <a:pt x="890645" y="57193"/>
                </a:cubicBezTo>
                <a:cubicBezTo>
                  <a:pt x="877577" y="57193"/>
                  <a:pt x="865295" y="61806"/>
                  <a:pt x="855366" y="70504"/>
                </a:cubicBezTo>
                <a:cubicBezTo>
                  <a:pt x="843080" y="80974"/>
                  <a:pt x="836025" y="99114"/>
                  <a:pt x="836025" y="120132"/>
                </a:cubicBezTo>
                <a:cubicBezTo>
                  <a:pt x="836025" y="155509"/>
                  <a:pt x="854843" y="177543"/>
                  <a:pt x="884895" y="177543"/>
                </a:cubicBezTo>
                <a:cubicBezTo>
                  <a:pt x="909722" y="177543"/>
                  <a:pt x="929322" y="162429"/>
                  <a:pt x="940300" y="134746"/>
                </a:cubicBezTo>
                <a:lnTo>
                  <a:pt x="936117" y="132951"/>
                </a:lnTo>
                <a:moveTo>
                  <a:pt x="855366" y="95783"/>
                </a:moveTo>
                <a:cubicBezTo>
                  <a:pt x="858237" y="75868"/>
                  <a:pt x="867125" y="66419"/>
                  <a:pt x="883064" y="66419"/>
                </a:cubicBezTo>
                <a:cubicBezTo>
                  <a:pt x="899007" y="66419"/>
                  <a:pt x="905280" y="73570"/>
                  <a:pt x="908678" y="95783"/>
                </a:cubicBezTo>
                <a:lnTo>
                  <a:pt x="855366" y="95783"/>
                </a:lnTo>
                <a:close/>
                <a:moveTo>
                  <a:pt x="949707" y="73081"/>
                </a:moveTo>
                <a:cubicBezTo>
                  <a:pt x="951274" y="72311"/>
                  <a:pt x="953890" y="72057"/>
                  <a:pt x="956765" y="72057"/>
                </a:cubicBezTo>
                <a:cubicBezTo>
                  <a:pt x="964083" y="72057"/>
                  <a:pt x="966432" y="75900"/>
                  <a:pt x="966432" y="88449"/>
                </a:cubicBezTo>
                <a:lnTo>
                  <a:pt x="966432" y="151987"/>
                </a:lnTo>
                <a:cubicBezTo>
                  <a:pt x="966432" y="166589"/>
                  <a:pt x="963557" y="170174"/>
                  <a:pt x="950230" y="171198"/>
                </a:cubicBezTo>
                <a:lnTo>
                  <a:pt x="950230" y="175041"/>
                </a:lnTo>
                <a:lnTo>
                  <a:pt x="1005635" y="175041"/>
                </a:lnTo>
                <a:lnTo>
                  <a:pt x="1005635" y="171198"/>
                </a:lnTo>
                <a:cubicBezTo>
                  <a:pt x="992304" y="170174"/>
                  <a:pt x="988384" y="167101"/>
                  <a:pt x="988384" y="157879"/>
                </a:cubicBezTo>
                <a:lnTo>
                  <a:pt x="988384" y="85888"/>
                </a:lnTo>
                <a:cubicBezTo>
                  <a:pt x="1000929" y="74359"/>
                  <a:pt x="1006680" y="71286"/>
                  <a:pt x="1015305" y="71286"/>
                </a:cubicBezTo>
                <a:cubicBezTo>
                  <a:pt x="1028110" y="71286"/>
                  <a:pt x="1034382" y="79227"/>
                  <a:pt x="1034382" y="96135"/>
                </a:cubicBezTo>
                <a:lnTo>
                  <a:pt x="1034382" y="149680"/>
                </a:lnTo>
                <a:cubicBezTo>
                  <a:pt x="1034382" y="165819"/>
                  <a:pt x="1030985" y="170174"/>
                  <a:pt x="1017917" y="171198"/>
                </a:cubicBezTo>
                <a:lnTo>
                  <a:pt x="1017917" y="175041"/>
                </a:lnTo>
                <a:lnTo>
                  <a:pt x="1072278" y="175041"/>
                </a:lnTo>
                <a:lnTo>
                  <a:pt x="1072278" y="171198"/>
                </a:lnTo>
                <a:cubicBezTo>
                  <a:pt x="1059469" y="169920"/>
                  <a:pt x="1056335" y="166843"/>
                  <a:pt x="1056335" y="154293"/>
                </a:cubicBezTo>
                <a:lnTo>
                  <a:pt x="1056335" y="95623"/>
                </a:lnTo>
                <a:cubicBezTo>
                  <a:pt x="1056335" y="71544"/>
                  <a:pt x="1044834" y="57193"/>
                  <a:pt x="1025498" y="57193"/>
                </a:cubicBezTo>
                <a:cubicBezTo>
                  <a:pt x="1013475" y="57193"/>
                  <a:pt x="1005372" y="61552"/>
                  <a:pt x="987602" y="77948"/>
                </a:cubicBezTo>
                <a:lnTo>
                  <a:pt x="987602" y="57709"/>
                </a:lnTo>
                <a:lnTo>
                  <a:pt x="985772" y="57193"/>
                </a:lnTo>
                <a:cubicBezTo>
                  <a:pt x="972968" y="61806"/>
                  <a:pt x="964083" y="64625"/>
                  <a:pt x="949707" y="68726"/>
                </a:cubicBezTo>
                <a:lnTo>
                  <a:pt x="949707" y="73081"/>
                </a:lnTo>
                <a:close/>
                <a:moveTo>
                  <a:pt x="1199023" y="75692"/>
                </a:moveTo>
                <a:lnTo>
                  <a:pt x="1199023" y="65700"/>
                </a:lnTo>
                <a:lnTo>
                  <a:pt x="1178901" y="65700"/>
                </a:lnTo>
                <a:cubicBezTo>
                  <a:pt x="1173673" y="65700"/>
                  <a:pt x="1169753" y="64902"/>
                  <a:pt x="1164530" y="63088"/>
                </a:cubicBezTo>
                <a:lnTo>
                  <a:pt x="1158779" y="61039"/>
                </a:lnTo>
                <a:cubicBezTo>
                  <a:pt x="1151721" y="58475"/>
                  <a:pt x="1144667" y="57193"/>
                  <a:pt x="1137872" y="57193"/>
                </a:cubicBezTo>
                <a:cubicBezTo>
                  <a:pt x="1113566" y="57193"/>
                  <a:pt x="1094226" y="75692"/>
                  <a:pt x="1094226" y="99001"/>
                </a:cubicBezTo>
                <a:cubicBezTo>
                  <a:pt x="1094226" y="115140"/>
                  <a:pt x="1101284" y="124870"/>
                  <a:pt x="1118531" y="133323"/>
                </a:cubicBezTo>
                <a:cubicBezTo>
                  <a:pt x="1113566" y="137936"/>
                  <a:pt x="1108865" y="142283"/>
                  <a:pt x="1107294" y="143562"/>
                </a:cubicBezTo>
                <a:cubicBezTo>
                  <a:pt x="1098672" y="150978"/>
                  <a:pt x="1095275" y="156096"/>
                  <a:pt x="1095275" y="161209"/>
                </a:cubicBezTo>
                <a:cubicBezTo>
                  <a:pt x="1095275" y="166581"/>
                  <a:pt x="1098409" y="169650"/>
                  <a:pt x="1109124" y="174775"/>
                </a:cubicBezTo>
                <a:cubicBezTo>
                  <a:pt x="1090569" y="188111"/>
                  <a:pt x="1083515" y="196579"/>
                  <a:pt x="1083515" y="206067"/>
                </a:cubicBezTo>
                <a:cubicBezTo>
                  <a:pt x="1083515" y="219657"/>
                  <a:pt x="1103896" y="230932"/>
                  <a:pt x="1128724" y="230932"/>
                </a:cubicBezTo>
                <a:cubicBezTo>
                  <a:pt x="1148323" y="230932"/>
                  <a:pt x="1168709" y="224270"/>
                  <a:pt x="1182299" y="213507"/>
                </a:cubicBezTo>
                <a:cubicBezTo>
                  <a:pt x="1192232" y="205555"/>
                  <a:pt x="1196675" y="197345"/>
                  <a:pt x="1196675" y="187599"/>
                </a:cubicBezTo>
                <a:cubicBezTo>
                  <a:pt x="1196675" y="171699"/>
                  <a:pt x="1184388" y="160955"/>
                  <a:pt x="1165052" y="160189"/>
                </a:cubicBezTo>
                <a:lnTo>
                  <a:pt x="1131340" y="158653"/>
                </a:lnTo>
                <a:cubicBezTo>
                  <a:pt x="1117486" y="158140"/>
                  <a:pt x="1110955" y="155838"/>
                  <a:pt x="1110955" y="151748"/>
                </a:cubicBezTo>
                <a:cubicBezTo>
                  <a:pt x="1110955" y="146631"/>
                  <a:pt x="1119576" y="137678"/>
                  <a:pt x="1126634" y="135629"/>
                </a:cubicBezTo>
                <a:cubicBezTo>
                  <a:pt x="1128987" y="135887"/>
                  <a:pt x="1130817" y="136142"/>
                  <a:pt x="1131599" y="136142"/>
                </a:cubicBezTo>
                <a:cubicBezTo>
                  <a:pt x="1136564" y="136654"/>
                  <a:pt x="1139961" y="136912"/>
                  <a:pt x="1141532" y="136912"/>
                </a:cubicBezTo>
                <a:cubicBezTo>
                  <a:pt x="1151199" y="136912"/>
                  <a:pt x="1161654" y="133069"/>
                  <a:pt x="1169753" y="126153"/>
                </a:cubicBezTo>
                <a:cubicBezTo>
                  <a:pt x="1178379" y="118979"/>
                  <a:pt x="1182299" y="110014"/>
                  <a:pt x="1182299" y="97210"/>
                </a:cubicBezTo>
                <a:cubicBezTo>
                  <a:pt x="1182299" y="89782"/>
                  <a:pt x="1180991" y="83891"/>
                  <a:pt x="1177334" y="75692"/>
                </a:cubicBezTo>
                <a:lnTo>
                  <a:pt x="1199023" y="75692"/>
                </a:lnTo>
                <a:moveTo>
                  <a:pt x="1114611" y="175542"/>
                </a:moveTo>
                <a:cubicBezTo>
                  <a:pt x="1123237" y="177340"/>
                  <a:pt x="1144144" y="178877"/>
                  <a:pt x="1156949" y="178877"/>
                </a:cubicBezTo>
                <a:cubicBezTo>
                  <a:pt x="1180732" y="178877"/>
                  <a:pt x="1189357" y="182211"/>
                  <a:pt x="1189357" y="191446"/>
                </a:cubicBezTo>
                <a:cubicBezTo>
                  <a:pt x="1189357" y="206325"/>
                  <a:pt x="1169494" y="216326"/>
                  <a:pt x="1139961" y="216326"/>
                </a:cubicBezTo>
                <a:cubicBezTo>
                  <a:pt x="1116964" y="216326"/>
                  <a:pt x="1101807" y="208890"/>
                  <a:pt x="1101807" y="197603"/>
                </a:cubicBezTo>
                <a:cubicBezTo>
                  <a:pt x="1101807" y="191704"/>
                  <a:pt x="1103637" y="188369"/>
                  <a:pt x="1114611" y="175542"/>
                </a:cubicBezTo>
                <a:moveTo>
                  <a:pt x="1115919" y="88500"/>
                </a:moveTo>
                <a:cubicBezTo>
                  <a:pt x="1115919" y="73390"/>
                  <a:pt x="1123237" y="64370"/>
                  <a:pt x="1135260" y="64370"/>
                </a:cubicBezTo>
                <a:cubicBezTo>
                  <a:pt x="1143359" y="64370"/>
                  <a:pt x="1150154" y="68776"/>
                  <a:pt x="1154337" y="76463"/>
                </a:cubicBezTo>
                <a:cubicBezTo>
                  <a:pt x="1159038" y="85427"/>
                  <a:pt x="1162177" y="97210"/>
                  <a:pt x="1162177" y="107199"/>
                </a:cubicBezTo>
                <a:cubicBezTo>
                  <a:pt x="1162177" y="121539"/>
                  <a:pt x="1154596" y="130504"/>
                  <a:pt x="1142577" y="130504"/>
                </a:cubicBezTo>
                <a:cubicBezTo>
                  <a:pt x="1126897" y="130504"/>
                  <a:pt x="1115919" y="113857"/>
                  <a:pt x="1115919" y="89270"/>
                </a:cubicBezTo>
                <a:lnTo>
                  <a:pt x="1115919" y="88500"/>
                </a:lnTo>
                <a:close/>
                <a:moveTo>
                  <a:pt x="1273506" y="59695"/>
                </a:moveTo>
                <a:lnTo>
                  <a:pt x="1247111" y="59695"/>
                </a:lnTo>
                <a:lnTo>
                  <a:pt x="1247111" y="29974"/>
                </a:lnTo>
                <a:cubicBezTo>
                  <a:pt x="1247111" y="27414"/>
                  <a:pt x="1246852" y="26643"/>
                  <a:pt x="1245281" y="26643"/>
                </a:cubicBezTo>
                <a:cubicBezTo>
                  <a:pt x="1243454" y="28950"/>
                  <a:pt x="1241883" y="31257"/>
                  <a:pt x="1240057" y="33817"/>
                </a:cubicBezTo>
                <a:cubicBezTo>
                  <a:pt x="1230123" y="47911"/>
                  <a:pt x="1218886" y="60211"/>
                  <a:pt x="1214707" y="61235"/>
                </a:cubicBezTo>
                <a:cubicBezTo>
                  <a:pt x="1211832" y="63026"/>
                  <a:pt x="1210261" y="64820"/>
                  <a:pt x="1210261" y="66102"/>
                </a:cubicBezTo>
                <a:cubicBezTo>
                  <a:pt x="1210261" y="66872"/>
                  <a:pt x="1210524" y="67385"/>
                  <a:pt x="1211309" y="67897"/>
                </a:cubicBezTo>
                <a:lnTo>
                  <a:pt x="1225159" y="67897"/>
                </a:lnTo>
                <a:lnTo>
                  <a:pt x="1225159" y="145008"/>
                </a:lnTo>
                <a:cubicBezTo>
                  <a:pt x="1225159" y="166526"/>
                  <a:pt x="1232999" y="177543"/>
                  <a:pt x="1248419" y="177543"/>
                </a:cubicBezTo>
                <a:cubicBezTo>
                  <a:pt x="1261224" y="177543"/>
                  <a:pt x="1271153" y="171398"/>
                  <a:pt x="1279778" y="158074"/>
                </a:cubicBezTo>
                <a:lnTo>
                  <a:pt x="1276381" y="155255"/>
                </a:lnTo>
                <a:cubicBezTo>
                  <a:pt x="1270894" y="161659"/>
                  <a:pt x="1266452" y="164224"/>
                  <a:pt x="1260701" y="164224"/>
                </a:cubicBezTo>
                <a:cubicBezTo>
                  <a:pt x="1251031" y="164224"/>
                  <a:pt x="1247111" y="157304"/>
                  <a:pt x="1247111" y="141165"/>
                </a:cubicBezTo>
                <a:lnTo>
                  <a:pt x="1247111" y="67897"/>
                </a:lnTo>
                <a:lnTo>
                  <a:pt x="1273506" y="67897"/>
                </a:lnTo>
                <a:lnTo>
                  <a:pt x="1273506" y="59695"/>
                </a:lnTo>
                <a:close/>
                <a:moveTo>
                  <a:pt x="1320549" y="87171"/>
                </a:moveTo>
                <a:cubicBezTo>
                  <a:pt x="1331523" y="75387"/>
                  <a:pt x="1339363" y="71028"/>
                  <a:pt x="1349556" y="71028"/>
                </a:cubicBezTo>
                <a:cubicBezTo>
                  <a:pt x="1362623" y="71028"/>
                  <a:pt x="1369155" y="80255"/>
                  <a:pt x="1369155" y="98188"/>
                </a:cubicBezTo>
                <a:lnTo>
                  <a:pt x="1369155" y="148910"/>
                </a:lnTo>
                <a:cubicBezTo>
                  <a:pt x="1369155" y="166331"/>
                  <a:pt x="1366543" y="169662"/>
                  <a:pt x="1351386" y="171198"/>
                </a:cubicBezTo>
                <a:lnTo>
                  <a:pt x="1351386" y="175041"/>
                </a:lnTo>
                <a:lnTo>
                  <a:pt x="1406791" y="175041"/>
                </a:lnTo>
                <a:lnTo>
                  <a:pt x="1406791" y="171198"/>
                </a:lnTo>
                <a:cubicBezTo>
                  <a:pt x="1392679" y="168638"/>
                  <a:pt x="1391108" y="166589"/>
                  <a:pt x="1391108" y="148910"/>
                </a:cubicBezTo>
                <a:lnTo>
                  <a:pt x="1391108" y="97930"/>
                </a:lnTo>
                <a:cubicBezTo>
                  <a:pt x="1391108" y="71028"/>
                  <a:pt x="1380133" y="57193"/>
                  <a:pt x="1358963" y="57193"/>
                </a:cubicBezTo>
                <a:cubicBezTo>
                  <a:pt x="1343546" y="57193"/>
                  <a:pt x="1332568" y="63342"/>
                  <a:pt x="1320549" y="78714"/>
                </a:cubicBezTo>
                <a:lnTo>
                  <a:pt x="1320549" y="829"/>
                </a:lnTo>
                <a:lnTo>
                  <a:pt x="1319241" y="59"/>
                </a:lnTo>
                <a:cubicBezTo>
                  <a:pt x="1310356" y="3132"/>
                  <a:pt x="1303820" y="5184"/>
                  <a:pt x="1289185" y="9281"/>
                </a:cubicBezTo>
                <a:lnTo>
                  <a:pt x="1282131" y="11334"/>
                </a:lnTo>
                <a:lnTo>
                  <a:pt x="1282131" y="15431"/>
                </a:lnTo>
                <a:cubicBezTo>
                  <a:pt x="1283176" y="15177"/>
                  <a:pt x="1283962" y="15177"/>
                  <a:pt x="1285266" y="15177"/>
                </a:cubicBezTo>
                <a:cubicBezTo>
                  <a:pt x="1296503" y="15177"/>
                  <a:pt x="1298596" y="17225"/>
                  <a:pt x="1298596" y="28242"/>
                </a:cubicBezTo>
                <a:lnTo>
                  <a:pt x="1298596" y="148910"/>
                </a:lnTo>
                <a:cubicBezTo>
                  <a:pt x="1298596" y="166843"/>
                  <a:pt x="1297025" y="169150"/>
                  <a:pt x="1281868" y="171198"/>
                </a:cubicBezTo>
                <a:lnTo>
                  <a:pt x="1281868" y="175041"/>
                </a:lnTo>
                <a:lnTo>
                  <a:pt x="1338318" y="175041"/>
                </a:lnTo>
                <a:lnTo>
                  <a:pt x="1338318" y="171198"/>
                </a:lnTo>
                <a:cubicBezTo>
                  <a:pt x="1323161" y="169662"/>
                  <a:pt x="1320549" y="166589"/>
                  <a:pt x="1320549" y="148910"/>
                </a:cubicBezTo>
                <a:lnTo>
                  <a:pt x="1320549" y="87171"/>
                </a:lnTo>
                <a:close/>
                <a:moveTo>
                  <a:pt x="1534844" y="57193"/>
                </a:moveTo>
                <a:lnTo>
                  <a:pt x="1494337" y="71204"/>
                </a:lnTo>
                <a:lnTo>
                  <a:pt x="1494337" y="75051"/>
                </a:lnTo>
                <a:lnTo>
                  <a:pt x="1496431" y="74793"/>
                </a:lnTo>
                <a:cubicBezTo>
                  <a:pt x="1499565" y="74281"/>
                  <a:pt x="1502963" y="74023"/>
                  <a:pt x="1505315" y="74023"/>
                </a:cubicBezTo>
                <a:cubicBezTo>
                  <a:pt x="1511588" y="74023"/>
                  <a:pt x="1513937" y="78124"/>
                  <a:pt x="1513937" y="89407"/>
                </a:cubicBezTo>
                <a:lnTo>
                  <a:pt x="1513937" y="148894"/>
                </a:lnTo>
                <a:cubicBezTo>
                  <a:pt x="1513937" y="167355"/>
                  <a:pt x="1511325" y="170174"/>
                  <a:pt x="1493292" y="171198"/>
                </a:cubicBezTo>
                <a:lnTo>
                  <a:pt x="1493292" y="175041"/>
                </a:lnTo>
                <a:lnTo>
                  <a:pt x="1555230" y="175041"/>
                </a:lnTo>
                <a:lnTo>
                  <a:pt x="1555230" y="171198"/>
                </a:lnTo>
                <a:cubicBezTo>
                  <a:pt x="1537983" y="169920"/>
                  <a:pt x="1535889" y="167355"/>
                  <a:pt x="1535889" y="148894"/>
                </a:cubicBezTo>
                <a:lnTo>
                  <a:pt x="1535889" y="57963"/>
                </a:lnTo>
                <a:lnTo>
                  <a:pt x="1534844" y="57193"/>
                </a:lnTo>
                <a:moveTo>
                  <a:pt x="1522562" y="145"/>
                </a:moveTo>
                <a:cubicBezTo>
                  <a:pt x="1515508" y="145"/>
                  <a:pt x="1509494" y="6040"/>
                  <a:pt x="1509494" y="13214"/>
                </a:cubicBezTo>
                <a:cubicBezTo>
                  <a:pt x="1509494" y="20388"/>
                  <a:pt x="1515245" y="26280"/>
                  <a:pt x="1522562" y="26280"/>
                </a:cubicBezTo>
                <a:cubicBezTo>
                  <a:pt x="1530143" y="26280"/>
                  <a:pt x="1536152" y="20642"/>
                  <a:pt x="1536152" y="13214"/>
                </a:cubicBezTo>
                <a:cubicBezTo>
                  <a:pt x="1536152" y="6040"/>
                  <a:pt x="1530143" y="145"/>
                  <a:pt x="1522562" y="145"/>
                </a:cubicBezTo>
                <a:close/>
                <a:moveTo>
                  <a:pt x="1643823" y="94540"/>
                </a:moveTo>
                <a:lnTo>
                  <a:pt x="1642778" y="59695"/>
                </a:lnTo>
                <a:lnTo>
                  <a:pt x="1639903" y="59695"/>
                </a:lnTo>
                <a:lnTo>
                  <a:pt x="1639380" y="60211"/>
                </a:lnTo>
                <a:cubicBezTo>
                  <a:pt x="1637028" y="62001"/>
                  <a:pt x="1636768" y="62259"/>
                  <a:pt x="1635724" y="62259"/>
                </a:cubicBezTo>
                <a:cubicBezTo>
                  <a:pt x="1634156" y="62259"/>
                  <a:pt x="1631540" y="61747"/>
                  <a:pt x="1628665" y="60465"/>
                </a:cubicBezTo>
                <a:cubicBezTo>
                  <a:pt x="1622915" y="58471"/>
                  <a:pt x="1617169" y="57443"/>
                  <a:pt x="1610374" y="57443"/>
                </a:cubicBezTo>
                <a:cubicBezTo>
                  <a:pt x="1589725" y="57443"/>
                  <a:pt x="1574831" y="70508"/>
                  <a:pt x="1574831" y="88946"/>
                </a:cubicBezTo>
                <a:cubicBezTo>
                  <a:pt x="1574831" y="103282"/>
                  <a:pt x="1583193" y="113525"/>
                  <a:pt x="1605409" y="125816"/>
                </a:cubicBezTo>
                <a:lnTo>
                  <a:pt x="1620566" y="134269"/>
                </a:lnTo>
                <a:cubicBezTo>
                  <a:pt x="1629710" y="139390"/>
                  <a:pt x="1634156" y="145536"/>
                  <a:pt x="1634156" y="153472"/>
                </a:cubicBezTo>
                <a:cubicBezTo>
                  <a:pt x="1634156" y="164740"/>
                  <a:pt x="1625790" y="171910"/>
                  <a:pt x="1612463" y="171910"/>
                </a:cubicBezTo>
                <a:cubicBezTo>
                  <a:pt x="1603579" y="171910"/>
                  <a:pt x="1595475" y="168579"/>
                  <a:pt x="1590511" y="162945"/>
                </a:cubicBezTo>
                <a:cubicBezTo>
                  <a:pt x="1585024" y="156545"/>
                  <a:pt x="1582671" y="150654"/>
                  <a:pt x="1579273" y="136059"/>
                </a:cubicBezTo>
                <a:lnTo>
                  <a:pt x="1575090" y="136059"/>
                </a:lnTo>
                <a:lnTo>
                  <a:pt x="1575090" y="176007"/>
                </a:lnTo>
                <a:lnTo>
                  <a:pt x="1578488" y="176007"/>
                </a:lnTo>
                <a:cubicBezTo>
                  <a:pt x="1580318" y="173446"/>
                  <a:pt x="1581363" y="172934"/>
                  <a:pt x="1584501" y="172934"/>
                </a:cubicBezTo>
                <a:cubicBezTo>
                  <a:pt x="1586854" y="172993"/>
                  <a:pt x="1590511" y="173505"/>
                  <a:pt x="1596520" y="175041"/>
                </a:cubicBezTo>
                <a:cubicBezTo>
                  <a:pt x="1603838" y="176519"/>
                  <a:pt x="1610896" y="177543"/>
                  <a:pt x="1615598" y="177543"/>
                </a:cubicBezTo>
                <a:cubicBezTo>
                  <a:pt x="1635724" y="177543"/>
                  <a:pt x="1652448" y="162691"/>
                  <a:pt x="1652448" y="144766"/>
                </a:cubicBezTo>
                <a:cubicBezTo>
                  <a:pt x="1652448" y="131962"/>
                  <a:pt x="1646175" y="123514"/>
                  <a:pt x="1630496" y="114295"/>
                </a:cubicBezTo>
                <a:lnTo>
                  <a:pt x="1602271" y="97906"/>
                </a:lnTo>
                <a:cubicBezTo>
                  <a:pt x="1594953" y="93809"/>
                  <a:pt x="1591033" y="87409"/>
                  <a:pt x="1591033" y="80493"/>
                </a:cubicBezTo>
                <a:cubicBezTo>
                  <a:pt x="1591033" y="70250"/>
                  <a:pt x="1599136" y="63080"/>
                  <a:pt x="1611155" y="63080"/>
                </a:cubicBezTo>
                <a:cubicBezTo>
                  <a:pt x="1626053" y="63080"/>
                  <a:pt x="1633893" y="71787"/>
                  <a:pt x="1639903" y="94579"/>
                </a:cubicBezTo>
                <a:lnTo>
                  <a:pt x="1643823" y="94540"/>
                </a:lnTo>
                <a:close/>
                <a:moveTo>
                  <a:pt x="1852372" y="132951"/>
                </a:moveTo>
                <a:cubicBezTo>
                  <a:pt x="1839830" y="152433"/>
                  <a:pt x="1828589" y="159868"/>
                  <a:pt x="1811865" y="159868"/>
                </a:cubicBezTo>
                <a:cubicBezTo>
                  <a:pt x="1796970" y="159868"/>
                  <a:pt x="1785733" y="152433"/>
                  <a:pt x="1778152" y="137823"/>
                </a:cubicBezTo>
                <a:cubicBezTo>
                  <a:pt x="1773447" y="128080"/>
                  <a:pt x="1771621" y="119620"/>
                  <a:pt x="1771098" y="103982"/>
                </a:cubicBezTo>
                <a:lnTo>
                  <a:pt x="1851590" y="103982"/>
                </a:lnTo>
                <a:cubicBezTo>
                  <a:pt x="1849497" y="87358"/>
                  <a:pt x="1846885" y="79954"/>
                  <a:pt x="1840353" y="71783"/>
                </a:cubicBezTo>
                <a:cubicBezTo>
                  <a:pt x="1832509" y="62576"/>
                  <a:pt x="1820490" y="57193"/>
                  <a:pt x="1806900" y="57193"/>
                </a:cubicBezTo>
                <a:cubicBezTo>
                  <a:pt x="1793832" y="57193"/>
                  <a:pt x="1781550" y="61806"/>
                  <a:pt x="1771621" y="70504"/>
                </a:cubicBezTo>
                <a:cubicBezTo>
                  <a:pt x="1759334" y="80974"/>
                  <a:pt x="1752280" y="99114"/>
                  <a:pt x="1752280" y="120132"/>
                </a:cubicBezTo>
                <a:cubicBezTo>
                  <a:pt x="1752280" y="155509"/>
                  <a:pt x="1771098" y="177543"/>
                  <a:pt x="1801150" y="177543"/>
                </a:cubicBezTo>
                <a:cubicBezTo>
                  <a:pt x="1825977" y="177543"/>
                  <a:pt x="1845577" y="162429"/>
                  <a:pt x="1856555" y="134746"/>
                </a:cubicBezTo>
                <a:lnTo>
                  <a:pt x="1852372" y="132951"/>
                </a:lnTo>
                <a:moveTo>
                  <a:pt x="1771621" y="95783"/>
                </a:moveTo>
                <a:cubicBezTo>
                  <a:pt x="1774492" y="75868"/>
                  <a:pt x="1783380" y="66419"/>
                  <a:pt x="1799319" y="66419"/>
                </a:cubicBezTo>
                <a:cubicBezTo>
                  <a:pt x="1815262" y="66419"/>
                  <a:pt x="1821535" y="73570"/>
                  <a:pt x="1824932" y="95783"/>
                </a:cubicBezTo>
                <a:lnTo>
                  <a:pt x="1771621" y="95783"/>
                </a:lnTo>
                <a:close/>
                <a:moveTo>
                  <a:pt x="1865962" y="73081"/>
                </a:moveTo>
                <a:cubicBezTo>
                  <a:pt x="1867529" y="72311"/>
                  <a:pt x="1870145" y="72057"/>
                  <a:pt x="1873020" y="72057"/>
                </a:cubicBezTo>
                <a:cubicBezTo>
                  <a:pt x="1880338" y="72057"/>
                  <a:pt x="1882686" y="75900"/>
                  <a:pt x="1882686" y="88449"/>
                </a:cubicBezTo>
                <a:lnTo>
                  <a:pt x="1882686" y="151987"/>
                </a:lnTo>
                <a:cubicBezTo>
                  <a:pt x="1882686" y="166589"/>
                  <a:pt x="1879811" y="170174"/>
                  <a:pt x="1866484" y="171198"/>
                </a:cubicBezTo>
                <a:lnTo>
                  <a:pt x="1866484" y="175041"/>
                </a:lnTo>
                <a:lnTo>
                  <a:pt x="1921890" y="175041"/>
                </a:lnTo>
                <a:lnTo>
                  <a:pt x="1921890" y="171198"/>
                </a:lnTo>
                <a:cubicBezTo>
                  <a:pt x="1908559" y="170174"/>
                  <a:pt x="1904639" y="167101"/>
                  <a:pt x="1904639" y="157879"/>
                </a:cubicBezTo>
                <a:lnTo>
                  <a:pt x="1904639" y="85888"/>
                </a:lnTo>
                <a:cubicBezTo>
                  <a:pt x="1917184" y="74359"/>
                  <a:pt x="1922935" y="71286"/>
                  <a:pt x="1931560" y="71286"/>
                </a:cubicBezTo>
                <a:cubicBezTo>
                  <a:pt x="1944365" y="71286"/>
                  <a:pt x="1950637" y="79227"/>
                  <a:pt x="1950637" y="96135"/>
                </a:cubicBezTo>
                <a:lnTo>
                  <a:pt x="1950637" y="149680"/>
                </a:lnTo>
                <a:cubicBezTo>
                  <a:pt x="1950637" y="165819"/>
                  <a:pt x="1947240" y="170174"/>
                  <a:pt x="1934172" y="171198"/>
                </a:cubicBezTo>
                <a:lnTo>
                  <a:pt x="1934172" y="175041"/>
                </a:lnTo>
                <a:lnTo>
                  <a:pt x="1988533" y="175041"/>
                </a:lnTo>
                <a:lnTo>
                  <a:pt x="1988533" y="171198"/>
                </a:lnTo>
                <a:cubicBezTo>
                  <a:pt x="1975724" y="169920"/>
                  <a:pt x="1972590" y="166843"/>
                  <a:pt x="1972590" y="154293"/>
                </a:cubicBezTo>
                <a:lnTo>
                  <a:pt x="1972590" y="95623"/>
                </a:lnTo>
                <a:cubicBezTo>
                  <a:pt x="1972590" y="71544"/>
                  <a:pt x="1961089" y="57193"/>
                  <a:pt x="1941753" y="57193"/>
                </a:cubicBezTo>
                <a:cubicBezTo>
                  <a:pt x="1929730" y="57193"/>
                  <a:pt x="1921627" y="61552"/>
                  <a:pt x="1903857" y="77948"/>
                </a:cubicBezTo>
                <a:lnTo>
                  <a:pt x="1903857" y="57709"/>
                </a:lnTo>
                <a:lnTo>
                  <a:pt x="1902027" y="57193"/>
                </a:lnTo>
                <a:cubicBezTo>
                  <a:pt x="1889222" y="61806"/>
                  <a:pt x="1880338" y="64625"/>
                  <a:pt x="1865962" y="68726"/>
                </a:cubicBezTo>
                <a:lnTo>
                  <a:pt x="1865962" y="73081"/>
                </a:lnTo>
                <a:close/>
                <a:moveTo>
                  <a:pt x="2096464" y="135031"/>
                </a:moveTo>
                <a:cubicBezTo>
                  <a:pt x="2083919" y="152953"/>
                  <a:pt x="2074512" y="159098"/>
                  <a:pt x="2059614" y="159098"/>
                </a:cubicBezTo>
                <a:cubicBezTo>
                  <a:pt x="2035831" y="159098"/>
                  <a:pt x="2019106" y="138616"/>
                  <a:pt x="2019106" y="109174"/>
                </a:cubicBezTo>
                <a:cubicBezTo>
                  <a:pt x="2019106" y="82804"/>
                  <a:pt x="2033482" y="64625"/>
                  <a:pt x="2054649" y="64625"/>
                </a:cubicBezTo>
                <a:cubicBezTo>
                  <a:pt x="2064056" y="64625"/>
                  <a:pt x="2067453" y="67439"/>
                  <a:pt x="2070069" y="76912"/>
                </a:cubicBezTo>
                <a:lnTo>
                  <a:pt x="2071636" y="82546"/>
                </a:lnTo>
                <a:cubicBezTo>
                  <a:pt x="2073726" y="89716"/>
                  <a:pt x="2078432" y="94325"/>
                  <a:pt x="2083919" y="94325"/>
                </a:cubicBezTo>
                <a:cubicBezTo>
                  <a:pt x="2090714" y="94325"/>
                  <a:pt x="2096464" y="89458"/>
                  <a:pt x="2096464" y="83570"/>
                </a:cubicBezTo>
                <a:cubicBezTo>
                  <a:pt x="2096464" y="69234"/>
                  <a:pt x="2078168" y="57193"/>
                  <a:pt x="2056216" y="57193"/>
                </a:cubicBezTo>
                <a:cubicBezTo>
                  <a:pt x="2043411" y="57193"/>
                  <a:pt x="2030084" y="62318"/>
                  <a:pt x="2019369" y="71537"/>
                </a:cubicBezTo>
                <a:cubicBezTo>
                  <a:pt x="2006302" y="82804"/>
                  <a:pt x="1998984" y="100213"/>
                  <a:pt x="1998984" y="120437"/>
                </a:cubicBezTo>
                <a:cubicBezTo>
                  <a:pt x="1998984" y="153723"/>
                  <a:pt x="2019629" y="177543"/>
                  <a:pt x="2048639" y="177543"/>
                </a:cubicBezTo>
                <a:cubicBezTo>
                  <a:pt x="2060399" y="177543"/>
                  <a:pt x="2070851" y="173446"/>
                  <a:pt x="2080262" y="165502"/>
                </a:cubicBezTo>
                <a:cubicBezTo>
                  <a:pt x="2087316" y="159352"/>
                  <a:pt x="2092281" y="152440"/>
                  <a:pt x="2100121" y="137334"/>
                </a:cubicBezTo>
                <a:lnTo>
                  <a:pt x="2096464" y="135031"/>
                </a:lnTo>
                <a:close/>
                <a:moveTo>
                  <a:pt x="2110314" y="75129"/>
                </a:moveTo>
                <a:cubicBezTo>
                  <a:pt x="2113974" y="74359"/>
                  <a:pt x="2116327" y="74101"/>
                  <a:pt x="2119461" y="74101"/>
                </a:cubicBezTo>
                <a:cubicBezTo>
                  <a:pt x="2125993" y="74101"/>
                  <a:pt x="2128346" y="78202"/>
                  <a:pt x="2128346" y="89473"/>
                </a:cubicBezTo>
                <a:lnTo>
                  <a:pt x="2128346" y="153523"/>
                </a:lnTo>
                <a:cubicBezTo>
                  <a:pt x="2128346" y="166331"/>
                  <a:pt x="2126516" y="168125"/>
                  <a:pt x="2109791" y="171198"/>
                </a:cubicBezTo>
                <a:lnTo>
                  <a:pt x="2109791" y="175041"/>
                </a:lnTo>
                <a:lnTo>
                  <a:pt x="2172514" y="175041"/>
                </a:lnTo>
                <a:lnTo>
                  <a:pt x="2172514" y="171198"/>
                </a:lnTo>
                <a:cubicBezTo>
                  <a:pt x="2154741" y="170432"/>
                  <a:pt x="2150298" y="166589"/>
                  <a:pt x="2150298" y="151987"/>
                </a:cubicBezTo>
                <a:lnTo>
                  <a:pt x="2150298" y="94341"/>
                </a:lnTo>
                <a:cubicBezTo>
                  <a:pt x="2150298" y="86143"/>
                  <a:pt x="2161536" y="73335"/>
                  <a:pt x="2168594" y="73335"/>
                </a:cubicBezTo>
                <a:cubicBezTo>
                  <a:pt x="2170161" y="73335"/>
                  <a:pt x="2172514" y="74617"/>
                  <a:pt x="2175389" y="77178"/>
                </a:cubicBezTo>
                <a:cubicBezTo>
                  <a:pt x="2179568" y="80763"/>
                  <a:pt x="2182443" y="82299"/>
                  <a:pt x="2185841" y="82299"/>
                </a:cubicBezTo>
                <a:cubicBezTo>
                  <a:pt x="2192114" y="82299"/>
                  <a:pt x="2196034" y="77944"/>
                  <a:pt x="2196034" y="70774"/>
                </a:cubicBezTo>
                <a:cubicBezTo>
                  <a:pt x="2196034" y="62318"/>
                  <a:pt x="2190546" y="57193"/>
                  <a:pt x="2181662" y="57193"/>
                </a:cubicBezTo>
                <a:cubicBezTo>
                  <a:pt x="2170684" y="57193"/>
                  <a:pt x="2163107" y="63088"/>
                  <a:pt x="2150298" y="81275"/>
                </a:cubicBezTo>
                <a:lnTo>
                  <a:pt x="2150298" y="57709"/>
                </a:lnTo>
                <a:lnTo>
                  <a:pt x="2148994" y="57193"/>
                </a:lnTo>
                <a:cubicBezTo>
                  <a:pt x="2135141" y="62830"/>
                  <a:pt x="2125734" y="66161"/>
                  <a:pt x="2110314" y="71028"/>
                </a:cubicBezTo>
                <a:lnTo>
                  <a:pt x="2110314" y="75129"/>
                </a:lnTo>
                <a:close/>
                <a:moveTo>
                  <a:pt x="2319647" y="59695"/>
                </a:moveTo>
                <a:lnTo>
                  <a:pt x="2284367" y="59695"/>
                </a:lnTo>
                <a:lnTo>
                  <a:pt x="2284367" y="63542"/>
                </a:lnTo>
                <a:cubicBezTo>
                  <a:pt x="2292729" y="63542"/>
                  <a:pt x="2296913" y="65844"/>
                  <a:pt x="2296913" y="69945"/>
                </a:cubicBezTo>
                <a:cubicBezTo>
                  <a:pt x="2296913" y="70970"/>
                  <a:pt x="2296649" y="72506"/>
                  <a:pt x="2295864" y="74301"/>
                </a:cubicBezTo>
                <a:lnTo>
                  <a:pt x="2270514" y="145012"/>
                </a:lnTo>
                <a:lnTo>
                  <a:pt x="2240462" y="80192"/>
                </a:lnTo>
                <a:cubicBezTo>
                  <a:pt x="2238891" y="76607"/>
                  <a:pt x="2237846" y="73276"/>
                  <a:pt x="2237846" y="70458"/>
                </a:cubicBezTo>
                <a:cubicBezTo>
                  <a:pt x="2237846" y="65844"/>
                  <a:pt x="2241766" y="64054"/>
                  <a:pt x="2253004" y="63542"/>
                </a:cubicBezTo>
                <a:lnTo>
                  <a:pt x="2253004" y="59695"/>
                </a:lnTo>
                <a:lnTo>
                  <a:pt x="2199170" y="59695"/>
                </a:lnTo>
                <a:lnTo>
                  <a:pt x="2199170" y="63284"/>
                </a:lnTo>
                <a:cubicBezTo>
                  <a:pt x="2205965" y="64308"/>
                  <a:pt x="2210407" y="67127"/>
                  <a:pt x="2212497" y="71482"/>
                </a:cubicBezTo>
                <a:lnTo>
                  <a:pt x="2242289" y="134511"/>
                </a:lnTo>
                <a:lnTo>
                  <a:pt x="2243074" y="136560"/>
                </a:lnTo>
                <a:lnTo>
                  <a:pt x="2246994" y="144246"/>
                </a:lnTo>
                <a:cubicBezTo>
                  <a:pt x="2254312" y="157058"/>
                  <a:pt x="2258495" y="166280"/>
                  <a:pt x="2258495" y="170123"/>
                </a:cubicBezTo>
                <a:cubicBezTo>
                  <a:pt x="2258495" y="173966"/>
                  <a:pt x="2252481" y="190105"/>
                  <a:pt x="2248039" y="197791"/>
                </a:cubicBezTo>
                <a:cubicBezTo>
                  <a:pt x="2244382" y="204453"/>
                  <a:pt x="2238632" y="209320"/>
                  <a:pt x="2234971" y="209320"/>
                </a:cubicBezTo>
                <a:cubicBezTo>
                  <a:pt x="2233404" y="209320"/>
                  <a:pt x="2231051" y="208808"/>
                  <a:pt x="2228439" y="207530"/>
                </a:cubicBezTo>
                <a:cubicBezTo>
                  <a:pt x="2223475" y="205735"/>
                  <a:pt x="2219032" y="204711"/>
                  <a:pt x="2214590" y="204711"/>
                </a:cubicBezTo>
                <a:cubicBezTo>
                  <a:pt x="2208577" y="204711"/>
                  <a:pt x="2203353" y="209836"/>
                  <a:pt x="2203353" y="215982"/>
                </a:cubicBezTo>
                <a:cubicBezTo>
                  <a:pt x="2203353" y="224438"/>
                  <a:pt x="2211715" y="230846"/>
                  <a:pt x="2222689" y="230846"/>
                </a:cubicBezTo>
                <a:cubicBezTo>
                  <a:pt x="2240199" y="230846"/>
                  <a:pt x="2252745" y="216498"/>
                  <a:pt x="2266857" y="179604"/>
                </a:cubicBezTo>
                <a:lnTo>
                  <a:pt x="2307101" y="75071"/>
                </a:lnTo>
                <a:cubicBezTo>
                  <a:pt x="2310499" y="66869"/>
                  <a:pt x="2313374" y="64308"/>
                  <a:pt x="2319647" y="63542"/>
                </a:cubicBezTo>
                <a:lnTo>
                  <a:pt x="2319647" y="59695"/>
                </a:lnTo>
                <a:close/>
                <a:moveTo>
                  <a:pt x="2328531" y="74297"/>
                </a:moveTo>
                <a:cubicBezTo>
                  <a:pt x="2330884" y="74043"/>
                  <a:pt x="2332714" y="74043"/>
                  <a:pt x="2335067" y="74043"/>
                </a:cubicBezTo>
                <a:cubicBezTo>
                  <a:pt x="2343952" y="74043"/>
                  <a:pt x="2345782" y="76603"/>
                  <a:pt x="2345782" y="88645"/>
                </a:cubicBezTo>
                <a:lnTo>
                  <a:pt x="2345782" y="208554"/>
                </a:lnTo>
                <a:cubicBezTo>
                  <a:pt x="2345782" y="221877"/>
                  <a:pt x="2342907" y="224696"/>
                  <a:pt x="2327486" y="226233"/>
                </a:cubicBezTo>
                <a:lnTo>
                  <a:pt x="2327486" y="230588"/>
                </a:lnTo>
                <a:lnTo>
                  <a:pt x="2390732" y="230588"/>
                </a:lnTo>
                <a:lnTo>
                  <a:pt x="2390732" y="225979"/>
                </a:lnTo>
                <a:cubicBezTo>
                  <a:pt x="2371132" y="225721"/>
                  <a:pt x="2367734" y="222902"/>
                  <a:pt x="2367734" y="206759"/>
                </a:cubicBezTo>
                <a:lnTo>
                  <a:pt x="2367734" y="166530"/>
                </a:lnTo>
                <a:cubicBezTo>
                  <a:pt x="2376882" y="174983"/>
                  <a:pt x="2383151" y="177543"/>
                  <a:pt x="2394129" y="177543"/>
                </a:cubicBezTo>
                <a:cubicBezTo>
                  <a:pt x="2424966" y="177543"/>
                  <a:pt x="2449008" y="148863"/>
                  <a:pt x="2449008" y="111738"/>
                </a:cubicBezTo>
                <a:cubicBezTo>
                  <a:pt x="2449008" y="79993"/>
                  <a:pt x="2430716" y="57193"/>
                  <a:pt x="2405366" y="57193"/>
                </a:cubicBezTo>
                <a:cubicBezTo>
                  <a:pt x="2390732" y="57193"/>
                  <a:pt x="2379231" y="63600"/>
                  <a:pt x="2367734" y="77432"/>
                </a:cubicBezTo>
                <a:lnTo>
                  <a:pt x="2367734" y="57709"/>
                </a:lnTo>
                <a:lnTo>
                  <a:pt x="2366167" y="57193"/>
                </a:lnTo>
                <a:cubicBezTo>
                  <a:pt x="2352055" y="62576"/>
                  <a:pt x="2342907" y="65907"/>
                  <a:pt x="2328531" y="70262"/>
                </a:cubicBezTo>
                <a:lnTo>
                  <a:pt x="2328531" y="74297"/>
                </a:lnTo>
                <a:moveTo>
                  <a:pt x="2367734" y="89466"/>
                </a:moveTo>
                <a:cubicBezTo>
                  <a:pt x="2367734" y="81783"/>
                  <a:pt x="2382369" y="72569"/>
                  <a:pt x="2394388" y="72569"/>
                </a:cubicBezTo>
                <a:cubicBezTo>
                  <a:pt x="2413729" y="72569"/>
                  <a:pt x="2426533" y="92026"/>
                  <a:pt x="2426533" y="121727"/>
                </a:cubicBezTo>
                <a:cubicBezTo>
                  <a:pt x="2426533" y="150145"/>
                  <a:pt x="2413729" y="169345"/>
                  <a:pt x="2394915" y="169345"/>
                </a:cubicBezTo>
                <a:cubicBezTo>
                  <a:pt x="2382629" y="169345"/>
                  <a:pt x="2367734" y="160130"/>
                  <a:pt x="2367734" y="152448"/>
                </a:cubicBezTo>
                <a:lnTo>
                  <a:pt x="2367734" y="89466"/>
                </a:lnTo>
                <a:close/>
                <a:moveTo>
                  <a:pt x="2523491" y="59695"/>
                </a:moveTo>
                <a:lnTo>
                  <a:pt x="2497096" y="59695"/>
                </a:lnTo>
                <a:lnTo>
                  <a:pt x="2497096" y="29974"/>
                </a:lnTo>
                <a:cubicBezTo>
                  <a:pt x="2497096" y="27414"/>
                  <a:pt x="2496837" y="26643"/>
                  <a:pt x="2495266" y="26643"/>
                </a:cubicBezTo>
                <a:cubicBezTo>
                  <a:pt x="2493439" y="28950"/>
                  <a:pt x="2491868" y="31257"/>
                  <a:pt x="2490042" y="33817"/>
                </a:cubicBezTo>
                <a:cubicBezTo>
                  <a:pt x="2480108" y="47911"/>
                  <a:pt x="2468871" y="60211"/>
                  <a:pt x="2464692" y="61235"/>
                </a:cubicBezTo>
                <a:cubicBezTo>
                  <a:pt x="2461817" y="63026"/>
                  <a:pt x="2460246" y="64820"/>
                  <a:pt x="2460246" y="66102"/>
                </a:cubicBezTo>
                <a:cubicBezTo>
                  <a:pt x="2460246" y="66872"/>
                  <a:pt x="2460509" y="67385"/>
                  <a:pt x="2461294" y="67897"/>
                </a:cubicBezTo>
                <a:lnTo>
                  <a:pt x="2475144" y="67897"/>
                </a:lnTo>
                <a:lnTo>
                  <a:pt x="2475144" y="145008"/>
                </a:lnTo>
                <a:cubicBezTo>
                  <a:pt x="2475144" y="166526"/>
                  <a:pt x="2482984" y="177543"/>
                  <a:pt x="2498404" y="177543"/>
                </a:cubicBezTo>
                <a:cubicBezTo>
                  <a:pt x="2511209" y="177543"/>
                  <a:pt x="2521138" y="171398"/>
                  <a:pt x="2529763" y="158074"/>
                </a:cubicBezTo>
                <a:lnTo>
                  <a:pt x="2526366" y="155255"/>
                </a:lnTo>
                <a:cubicBezTo>
                  <a:pt x="2520879" y="161659"/>
                  <a:pt x="2516437" y="164224"/>
                  <a:pt x="2510686" y="164224"/>
                </a:cubicBezTo>
                <a:cubicBezTo>
                  <a:pt x="2501016" y="164224"/>
                  <a:pt x="2497096" y="157304"/>
                  <a:pt x="2497096" y="141165"/>
                </a:cubicBezTo>
                <a:lnTo>
                  <a:pt x="2497096" y="67897"/>
                </a:lnTo>
                <a:lnTo>
                  <a:pt x="2523491" y="67897"/>
                </a:lnTo>
                <a:lnTo>
                  <a:pt x="2523491" y="59695"/>
                </a:lnTo>
                <a:close/>
                <a:moveTo>
                  <a:pt x="2636128" y="132951"/>
                </a:moveTo>
                <a:cubicBezTo>
                  <a:pt x="2623587" y="152433"/>
                  <a:pt x="2612345" y="159868"/>
                  <a:pt x="2595621" y="159868"/>
                </a:cubicBezTo>
                <a:cubicBezTo>
                  <a:pt x="2580727" y="159868"/>
                  <a:pt x="2569489" y="152433"/>
                  <a:pt x="2561908" y="137823"/>
                </a:cubicBezTo>
                <a:cubicBezTo>
                  <a:pt x="2557203" y="128080"/>
                  <a:pt x="2555377" y="119620"/>
                  <a:pt x="2554854" y="103982"/>
                </a:cubicBezTo>
                <a:lnTo>
                  <a:pt x="2635346" y="103982"/>
                </a:lnTo>
                <a:cubicBezTo>
                  <a:pt x="2633253" y="87358"/>
                  <a:pt x="2630641" y="79954"/>
                  <a:pt x="2624109" y="71783"/>
                </a:cubicBezTo>
                <a:cubicBezTo>
                  <a:pt x="2616265" y="62576"/>
                  <a:pt x="2604246" y="57193"/>
                  <a:pt x="2590656" y="57193"/>
                </a:cubicBezTo>
                <a:cubicBezTo>
                  <a:pt x="2577588" y="57193"/>
                  <a:pt x="2565306" y="61806"/>
                  <a:pt x="2555377" y="70504"/>
                </a:cubicBezTo>
                <a:cubicBezTo>
                  <a:pt x="2543090" y="80974"/>
                  <a:pt x="2536036" y="99114"/>
                  <a:pt x="2536036" y="120132"/>
                </a:cubicBezTo>
                <a:cubicBezTo>
                  <a:pt x="2536036" y="155509"/>
                  <a:pt x="2554854" y="177543"/>
                  <a:pt x="2584906" y="177543"/>
                </a:cubicBezTo>
                <a:cubicBezTo>
                  <a:pt x="2609733" y="177543"/>
                  <a:pt x="2629333" y="162429"/>
                  <a:pt x="2640311" y="134746"/>
                </a:cubicBezTo>
                <a:lnTo>
                  <a:pt x="2636128" y="132951"/>
                </a:lnTo>
                <a:moveTo>
                  <a:pt x="2555377" y="95783"/>
                </a:moveTo>
                <a:cubicBezTo>
                  <a:pt x="2558248" y="75868"/>
                  <a:pt x="2567136" y="66419"/>
                  <a:pt x="2583075" y="66419"/>
                </a:cubicBezTo>
                <a:cubicBezTo>
                  <a:pt x="2599018" y="66419"/>
                  <a:pt x="2605291" y="73570"/>
                  <a:pt x="2608688" y="95783"/>
                </a:cubicBezTo>
                <a:lnTo>
                  <a:pt x="2555377" y="95783"/>
                </a:lnTo>
                <a:close/>
                <a:moveTo>
                  <a:pt x="2735438" y="177543"/>
                </a:moveTo>
                <a:lnTo>
                  <a:pt x="2773856" y="164224"/>
                </a:lnTo>
                <a:lnTo>
                  <a:pt x="2773856" y="160126"/>
                </a:lnTo>
                <a:cubicBezTo>
                  <a:pt x="2769150" y="160381"/>
                  <a:pt x="2768628" y="160381"/>
                  <a:pt x="2767842" y="160381"/>
                </a:cubicBezTo>
                <a:cubicBezTo>
                  <a:pt x="2758435" y="160381"/>
                  <a:pt x="2756346" y="157566"/>
                  <a:pt x="2756346" y="145786"/>
                </a:cubicBezTo>
                <a:lnTo>
                  <a:pt x="2756346" y="571"/>
                </a:lnTo>
                <a:lnTo>
                  <a:pt x="2755038" y="59"/>
                </a:lnTo>
                <a:cubicBezTo>
                  <a:pt x="2742492" y="4414"/>
                  <a:pt x="2733348" y="6975"/>
                  <a:pt x="2716620" y="11334"/>
                </a:cubicBezTo>
                <a:lnTo>
                  <a:pt x="2716620" y="15431"/>
                </a:lnTo>
                <a:cubicBezTo>
                  <a:pt x="2718713" y="15177"/>
                  <a:pt x="2720281" y="15177"/>
                  <a:pt x="2722370" y="15177"/>
                </a:cubicBezTo>
                <a:cubicBezTo>
                  <a:pt x="2732040" y="15177"/>
                  <a:pt x="2734393" y="17738"/>
                  <a:pt x="2734393" y="28242"/>
                </a:cubicBezTo>
                <a:lnTo>
                  <a:pt x="2734393" y="68210"/>
                </a:lnTo>
                <a:cubicBezTo>
                  <a:pt x="2724460" y="60011"/>
                  <a:pt x="2717405" y="57193"/>
                  <a:pt x="2706950" y="57193"/>
                </a:cubicBezTo>
                <a:cubicBezTo>
                  <a:pt x="2676898" y="57193"/>
                  <a:pt x="2652593" y="86131"/>
                  <a:pt x="2652593" y="122489"/>
                </a:cubicBezTo>
                <a:cubicBezTo>
                  <a:pt x="2652593" y="155259"/>
                  <a:pt x="2672193" y="177543"/>
                  <a:pt x="2700940" y="177543"/>
                </a:cubicBezTo>
                <a:cubicBezTo>
                  <a:pt x="2715575" y="177543"/>
                  <a:pt x="2725509" y="172422"/>
                  <a:pt x="2734393" y="160381"/>
                </a:cubicBezTo>
                <a:lnTo>
                  <a:pt x="2734393" y="176777"/>
                </a:lnTo>
                <a:lnTo>
                  <a:pt x="2735438" y="177543"/>
                </a:lnTo>
                <a:moveTo>
                  <a:pt x="2734393" y="148859"/>
                </a:moveTo>
                <a:cubicBezTo>
                  <a:pt x="2734393" y="150654"/>
                  <a:pt x="2732563" y="153727"/>
                  <a:pt x="2729951" y="156541"/>
                </a:cubicBezTo>
                <a:cubicBezTo>
                  <a:pt x="2725245" y="161663"/>
                  <a:pt x="2718713" y="164224"/>
                  <a:pt x="2711133" y="164224"/>
                </a:cubicBezTo>
                <a:cubicBezTo>
                  <a:pt x="2689444" y="164224"/>
                  <a:pt x="2675068" y="143738"/>
                  <a:pt x="2675068" y="112246"/>
                </a:cubicBezTo>
                <a:cubicBezTo>
                  <a:pt x="2675068" y="83316"/>
                  <a:pt x="2687872" y="64370"/>
                  <a:pt x="2707735" y="64370"/>
                </a:cubicBezTo>
                <a:cubicBezTo>
                  <a:pt x="2721589" y="64370"/>
                  <a:pt x="2734393" y="76400"/>
                  <a:pt x="2734393" y="89970"/>
                </a:cubicBezTo>
                <a:lnTo>
                  <a:pt x="2734393" y="148859"/>
                </a:lnTo>
                <a:close/>
                <a:moveTo>
                  <a:pt x="2970380" y="158078"/>
                </a:moveTo>
                <a:cubicBezTo>
                  <a:pt x="2965937" y="161659"/>
                  <a:pt x="2962803" y="162941"/>
                  <a:pt x="2958883" y="162941"/>
                </a:cubicBezTo>
                <a:cubicBezTo>
                  <a:pt x="2952873" y="162941"/>
                  <a:pt x="2951043" y="159356"/>
                  <a:pt x="2951043" y="148093"/>
                </a:cubicBezTo>
                <a:lnTo>
                  <a:pt x="2951043" y="98164"/>
                </a:lnTo>
                <a:cubicBezTo>
                  <a:pt x="2951043" y="84849"/>
                  <a:pt x="2949735" y="77424"/>
                  <a:pt x="2945815" y="71279"/>
                </a:cubicBezTo>
                <a:cubicBezTo>
                  <a:pt x="2940065" y="62064"/>
                  <a:pt x="2928828" y="57193"/>
                  <a:pt x="2913411" y="57193"/>
                </a:cubicBezTo>
                <a:cubicBezTo>
                  <a:pt x="2888843" y="57193"/>
                  <a:pt x="2869506" y="69742"/>
                  <a:pt x="2869506" y="85873"/>
                </a:cubicBezTo>
                <a:cubicBezTo>
                  <a:pt x="2869506" y="91764"/>
                  <a:pt x="2874730" y="96882"/>
                  <a:pt x="2880744" y="96882"/>
                </a:cubicBezTo>
                <a:cubicBezTo>
                  <a:pt x="2887012" y="96882"/>
                  <a:pt x="2892503" y="91764"/>
                  <a:pt x="2892503" y="86131"/>
                </a:cubicBezTo>
                <a:cubicBezTo>
                  <a:pt x="2892503" y="85107"/>
                  <a:pt x="2892240" y="83824"/>
                  <a:pt x="2891981" y="82034"/>
                </a:cubicBezTo>
                <a:cubicBezTo>
                  <a:pt x="2891459" y="79731"/>
                  <a:pt x="2891195" y="77682"/>
                  <a:pt x="2891195" y="75888"/>
                </a:cubicBezTo>
                <a:cubicBezTo>
                  <a:pt x="2891195" y="68976"/>
                  <a:pt x="2899558" y="63342"/>
                  <a:pt x="2910013" y="63342"/>
                </a:cubicBezTo>
                <a:cubicBezTo>
                  <a:pt x="2922818" y="63342"/>
                  <a:pt x="2929872" y="70766"/>
                  <a:pt x="2929872" y="84594"/>
                </a:cubicBezTo>
                <a:lnTo>
                  <a:pt x="2929872" y="100213"/>
                </a:lnTo>
                <a:cubicBezTo>
                  <a:pt x="2889628" y="116086"/>
                  <a:pt x="2885186" y="118134"/>
                  <a:pt x="2873949" y="127865"/>
                </a:cubicBezTo>
                <a:cubicBezTo>
                  <a:pt x="2868198" y="132987"/>
                  <a:pt x="2864538" y="141689"/>
                  <a:pt x="2864538" y="150138"/>
                </a:cubicBezTo>
                <a:cubicBezTo>
                  <a:pt x="2864538" y="166272"/>
                  <a:pt x="2876038" y="177543"/>
                  <a:pt x="2891981" y="177543"/>
                </a:cubicBezTo>
                <a:cubicBezTo>
                  <a:pt x="2903478" y="177543"/>
                  <a:pt x="2914193" y="172164"/>
                  <a:pt x="2930135" y="158840"/>
                </a:cubicBezTo>
                <a:cubicBezTo>
                  <a:pt x="2931443" y="172164"/>
                  <a:pt x="2936145" y="177543"/>
                  <a:pt x="2946860" y="177543"/>
                </a:cubicBezTo>
                <a:cubicBezTo>
                  <a:pt x="2955745" y="177543"/>
                  <a:pt x="2961236" y="174471"/>
                  <a:pt x="2970380" y="164736"/>
                </a:cubicBezTo>
                <a:lnTo>
                  <a:pt x="2970380" y="158078"/>
                </a:lnTo>
                <a:moveTo>
                  <a:pt x="2929872" y="143468"/>
                </a:moveTo>
                <a:cubicBezTo>
                  <a:pt x="2929872" y="151412"/>
                  <a:pt x="2928568" y="153719"/>
                  <a:pt x="2923077" y="156792"/>
                </a:cubicBezTo>
                <a:cubicBezTo>
                  <a:pt x="2916809" y="160381"/>
                  <a:pt x="2909491" y="162683"/>
                  <a:pt x="2904000" y="162683"/>
                </a:cubicBezTo>
                <a:cubicBezTo>
                  <a:pt x="2894856" y="162683"/>
                  <a:pt x="2887539" y="153973"/>
                  <a:pt x="2887539" y="142956"/>
                </a:cubicBezTo>
                <a:lnTo>
                  <a:pt x="2887539" y="141932"/>
                </a:lnTo>
                <a:cubicBezTo>
                  <a:pt x="2887539" y="126813"/>
                  <a:pt x="2898250" y="117591"/>
                  <a:pt x="2929872" y="106316"/>
                </a:cubicBezTo>
                <a:lnTo>
                  <a:pt x="2929872" y="143468"/>
                </a:lnTo>
                <a:close/>
                <a:moveTo>
                  <a:pt x="3053224" y="94540"/>
                </a:moveTo>
                <a:lnTo>
                  <a:pt x="3052179" y="59695"/>
                </a:lnTo>
                <a:lnTo>
                  <a:pt x="3049304" y="59695"/>
                </a:lnTo>
                <a:lnTo>
                  <a:pt x="3048782" y="60211"/>
                </a:lnTo>
                <a:cubicBezTo>
                  <a:pt x="3046429" y="62001"/>
                  <a:pt x="3046170" y="62259"/>
                  <a:pt x="3045125" y="62259"/>
                </a:cubicBezTo>
                <a:cubicBezTo>
                  <a:pt x="3043558" y="62259"/>
                  <a:pt x="3040942" y="61747"/>
                  <a:pt x="3038067" y="60465"/>
                </a:cubicBezTo>
                <a:cubicBezTo>
                  <a:pt x="3032317" y="58471"/>
                  <a:pt x="3026570" y="57443"/>
                  <a:pt x="3019775" y="57443"/>
                </a:cubicBezTo>
                <a:cubicBezTo>
                  <a:pt x="2999127" y="57443"/>
                  <a:pt x="2984233" y="70508"/>
                  <a:pt x="2984233" y="88946"/>
                </a:cubicBezTo>
                <a:cubicBezTo>
                  <a:pt x="2984233" y="103282"/>
                  <a:pt x="2992595" y="113525"/>
                  <a:pt x="3014811" y="125816"/>
                </a:cubicBezTo>
                <a:lnTo>
                  <a:pt x="3029968" y="134269"/>
                </a:lnTo>
                <a:cubicBezTo>
                  <a:pt x="3039112" y="139390"/>
                  <a:pt x="3043558" y="145536"/>
                  <a:pt x="3043558" y="153472"/>
                </a:cubicBezTo>
                <a:cubicBezTo>
                  <a:pt x="3043558" y="164740"/>
                  <a:pt x="3035192" y="171910"/>
                  <a:pt x="3021865" y="171910"/>
                </a:cubicBezTo>
                <a:cubicBezTo>
                  <a:pt x="3012980" y="171910"/>
                  <a:pt x="3004877" y="168579"/>
                  <a:pt x="2999912" y="162945"/>
                </a:cubicBezTo>
                <a:cubicBezTo>
                  <a:pt x="2994425" y="156545"/>
                  <a:pt x="2992073" y="150654"/>
                  <a:pt x="2988675" y="136059"/>
                </a:cubicBezTo>
                <a:lnTo>
                  <a:pt x="2984492" y="136059"/>
                </a:lnTo>
                <a:lnTo>
                  <a:pt x="2984492" y="176007"/>
                </a:lnTo>
                <a:lnTo>
                  <a:pt x="2987889" y="176007"/>
                </a:lnTo>
                <a:cubicBezTo>
                  <a:pt x="2989720" y="173446"/>
                  <a:pt x="2990765" y="172934"/>
                  <a:pt x="2993903" y="172934"/>
                </a:cubicBezTo>
                <a:cubicBezTo>
                  <a:pt x="2996256" y="172993"/>
                  <a:pt x="2999912" y="173505"/>
                  <a:pt x="3005922" y="175041"/>
                </a:cubicBezTo>
                <a:cubicBezTo>
                  <a:pt x="3013239" y="176519"/>
                  <a:pt x="3020298" y="177543"/>
                  <a:pt x="3024999" y="177543"/>
                </a:cubicBezTo>
                <a:cubicBezTo>
                  <a:pt x="3045125" y="177543"/>
                  <a:pt x="3061850" y="162691"/>
                  <a:pt x="3061850" y="144766"/>
                </a:cubicBezTo>
                <a:cubicBezTo>
                  <a:pt x="3061850" y="131962"/>
                  <a:pt x="3055577" y="123514"/>
                  <a:pt x="3039897" y="114295"/>
                </a:cubicBezTo>
                <a:lnTo>
                  <a:pt x="3011672" y="97906"/>
                </a:lnTo>
                <a:cubicBezTo>
                  <a:pt x="3004355" y="93809"/>
                  <a:pt x="3000435" y="87409"/>
                  <a:pt x="3000435" y="80493"/>
                </a:cubicBezTo>
                <a:cubicBezTo>
                  <a:pt x="3000435" y="70250"/>
                  <a:pt x="3008538" y="63080"/>
                  <a:pt x="3020557" y="63080"/>
                </a:cubicBezTo>
                <a:cubicBezTo>
                  <a:pt x="3035455" y="63080"/>
                  <a:pt x="3043295" y="71787"/>
                  <a:pt x="3049304" y="94579"/>
                </a:cubicBezTo>
                <a:lnTo>
                  <a:pt x="3053224" y="94540"/>
                </a:lnTo>
                <a:close/>
                <a:moveTo>
                  <a:pt x="3157238" y="74297"/>
                </a:moveTo>
                <a:cubicBezTo>
                  <a:pt x="3159590" y="74043"/>
                  <a:pt x="3161421" y="74043"/>
                  <a:pt x="3163773" y="74043"/>
                </a:cubicBezTo>
                <a:cubicBezTo>
                  <a:pt x="3172658" y="74043"/>
                  <a:pt x="3174488" y="76603"/>
                  <a:pt x="3174488" y="88645"/>
                </a:cubicBezTo>
                <a:lnTo>
                  <a:pt x="3174488" y="208554"/>
                </a:lnTo>
                <a:cubicBezTo>
                  <a:pt x="3174488" y="221877"/>
                  <a:pt x="3171613" y="224696"/>
                  <a:pt x="3156193" y="226233"/>
                </a:cubicBezTo>
                <a:lnTo>
                  <a:pt x="3156193" y="230588"/>
                </a:lnTo>
                <a:lnTo>
                  <a:pt x="3219438" y="230588"/>
                </a:lnTo>
                <a:lnTo>
                  <a:pt x="3219438" y="225979"/>
                </a:lnTo>
                <a:cubicBezTo>
                  <a:pt x="3199838" y="225721"/>
                  <a:pt x="3196441" y="222902"/>
                  <a:pt x="3196441" y="206759"/>
                </a:cubicBezTo>
                <a:lnTo>
                  <a:pt x="3196441" y="166530"/>
                </a:lnTo>
                <a:cubicBezTo>
                  <a:pt x="3205589" y="174983"/>
                  <a:pt x="3211857" y="177543"/>
                  <a:pt x="3222836" y="177543"/>
                </a:cubicBezTo>
                <a:cubicBezTo>
                  <a:pt x="3253673" y="177543"/>
                  <a:pt x="3277715" y="148863"/>
                  <a:pt x="3277715" y="111738"/>
                </a:cubicBezTo>
                <a:cubicBezTo>
                  <a:pt x="3277715" y="79993"/>
                  <a:pt x="3259423" y="57193"/>
                  <a:pt x="3234073" y="57193"/>
                </a:cubicBezTo>
                <a:cubicBezTo>
                  <a:pt x="3219438" y="57193"/>
                  <a:pt x="3207937" y="63600"/>
                  <a:pt x="3196441" y="77432"/>
                </a:cubicBezTo>
                <a:lnTo>
                  <a:pt x="3196441" y="57709"/>
                </a:lnTo>
                <a:lnTo>
                  <a:pt x="3194874" y="57193"/>
                </a:lnTo>
                <a:cubicBezTo>
                  <a:pt x="3180761" y="62576"/>
                  <a:pt x="3171613" y="65907"/>
                  <a:pt x="3157238" y="70262"/>
                </a:cubicBezTo>
                <a:lnTo>
                  <a:pt x="3157238" y="74297"/>
                </a:lnTo>
                <a:moveTo>
                  <a:pt x="3196441" y="89466"/>
                </a:moveTo>
                <a:cubicBezTo>
                  <a:pt x="3196441" y="81783"/>
                  <a:pt x="3211076" y="72569"/>
                  <a:pt x="3223095" y="72569"/>
                </a:cubicBezTo>
                <a:cubicBezTo>
                  <a:pt x="3242435" y="72569"/>
                  <a:pt x="3255240" y="92026"/>
                  <a:pt x="3255240" y="121727"/>
                </a:cubicBezTo>
                <a:cubicBezTo>
                  <a:pt x="3255240" y="150145"/>
                  <a:pt x="3242435" y="169345"/>
                  <a:pt x="3223621" y="169345"/>
                </a:cubicBezTo>
                <a:cubicBezTo>
                  <a:pt x="3211335" y="169345"/>
                  <a:pt x="3196441" y="160130"/>
                  <a:pt x="3196441" y="152448"/>
                </a:cubicBezTo>
                <a:lnTo>
                  <a:pt x="3196441" y="89466"/>
                </a:lnTo>
                <a:close/>
                <a:moveTo>
                  <a:pt x="3401067" y="158078"/>
                </a:moveTo>
                <a:cubicBezTo>
                  <a:pt x="3396624" y="161659"/>
                  <a:pt x="3393490" y="162941"/>
                  <a:pt x="3389570" y="162941"/>
                </a:cubicBezTo>
                <a:cubicBezTo>
                  <a:pt x="3383560" y="162941"/>
                  <a:pt x="3381730" y="159356"/>
                  <a:pt x="3381730" y="148093"/>
                </a:cubicBezTo>
                <a:lnTo>
                  <a:pt x="3381730" y="98164"/>
                </a:lnTo>
                <a:cubicBezTo>
                  <a:pt x="3381730" y="84849"/>
                  <a:pt x="3380422" y="77424"/>
                  <a:pt x="3376502" y="71279"/>
                </a:cubicBezTo>
                <a:cubicBezTo>
                  <a:pt x="3370752" y="62064"/>
                  <a:pt x="3359514" y="57193"/>
                  <a:pt x="3344098" y="57193"/>
                </a:cubicBezTo>
                <a:cubicBezTo>
                  <a:pt x="3319530" y="57193"/>
                  <a:pt x="3300193" y="69742"/>
                  <a:pt x="3300193" y="85873"/>
                </a:cubicBezTo>
                <a:cubicBezTo>
                  <a:pt x="3300193" y="91764"/>
                  <a:pt x="3305417" y="96882"/>
                  <a:pt x="3311431" y="96882"/>
                </a:cubicBezTo>
                <a:cubicBezTo>
                  <a:pt x="3317699" y="96882"/>
                  <a:pt x="3323190" y="91764"/>
                  <a:pt x="3323190" y="86131"/>
                </a:cubicBezTo>
                <a:cubicBezTo>
                  <a:pt x="3323190" y="85107"/>
                  <a:pt x="3322927" y="83824"/>
                  <a:pt x="3322668" y="82034"/>
                </a:cubicBezTo>
                <a:cubicBezTo>
                  <a:pt x="3322146" y="79731"/>
                  <a:pt x="3321882" y="77682"/>
                  <a:pt x="3321882" y="75888"/>
                </a:cubicBezTo>
                <a:cubicBezTo>
                  <a:pt x="3321882" y="68976"/>
                  <a:pt x="3330245" y="63342"/>
                  <a:pt x="3340700" y="63342"/>
                </a:cubicBezTo>
                <a:cubicBezTo>
                  <a:pt x="3353505" y="63342"/>
                  <a:pt x="3360559" y="70766"/>
                  <a:pt x="3360559" y="84594"/>
                </a:cubicBezTo>
                <a:lnTo>
                  <a:pt x="3360559" y="100213"/>
                </a:lnTo>
                <a:cubicBezTo>
                  <a:pt x="3320315" y="116086"/>
                  <a:pt x="3315873" y="118134"/>
                  <a:pt x="3304636" y="127865"/>
                </a:cubicBezTo>
                <a:cubicBezTo>
                  <a:pt x="3298885" y="132987"/>
                  <a:pt x="3295224" y="141689"/>
                  <a:pt x="3295224" y="150138"/>
                </a:cubicBezTo>
                <a:cubicBezTo>
                  <a:pt x="3295224" y="166272"/>
                  <a:pt x="3306725" y="177543"/>
                  <a:pt x="3322668" y="177543"/>
                </a:cubicBezTo>
                <a:cubicBezTo>
                  <a:pt x="3334165" y="177543"/>
                  <a:pt x="3344880" y="172164"/>
                  <a:pt x="3360822" y="158840"/>
                </a:cubicBezTo>
                <a:cubicBezTo>
                  <a:pt x="3362130" y="172164"/>
                  <a:pt x="3366832" y="177543"/>
                  <a:pt x="3377547" y="177543"/>
                </a:cubicBezTo>
                <a:cubicBezTo>
                  <a:pt x="3386432" y="177543"/>
                  <a:pt x="3391923" y="174471"/>
                  <a:pt x="3401067" y="164736"/>
                </a:cubicBezTo>
                <a:lnTo>
                  <a:pt x="3401067" y="158078"/>
                </a:lnTo>
                <a:moveTo>
                  <a:pt x="3360559" y="143468"/>
                </a:moveTo>
                <a:cubicBezTo>
                  <a:pt x="3360559" y="151412"/>
                  <a:pt x="3359255" y="153719"/>
                  <a:pt x="3353764" y="156792"/>
                </a:cubicBezTo>
                <a:cubicBezTo>
                  <a:pt x="3347496" y="160381"/>
                  <a:pt x="3340178" y="162683"/>
                  <a:pt x="3334687" y="162683"/>
                </a:cubicBezTo>
                <a:cubicBezTo>
                  <a:pt x="3325543" y="162683"/>
                  <a:pt x="3318226" y="153973"/>
                  <a:pt x="3318226" y="142956"/>
                </a:cubicBezTo>
                <a:lnTo>
                  <a:pt x="3318226" y="141932"/>
                </a:lnTo>
                <a:cubicBezTo>
                  <a:pt x="3318226" y="126813"/>
                  <a:pt x="3328937" y="117591"/>
                  <a:pt x="3360559" y="106316"/>
                </a:cubicBezTo>
                <a:lnTo>
                  <a:pt x="3360559" y="143468"/>
                </a:lnTo>
                <a:close/>
                <a:moveTo>
                  <a:pt x="3403419" y="75129"/>
                </a:moveTo>
                <a:cubicBezTo>
                  <a:pt x="3407080" y="74359"/>
                  <a:pt x="3409433" y="74101"/>
                  <a:pt x="3412567" y="74101"/>
                </a:cubicBezTo>
                <a:cubicBezTo>
                  <a:pt x="3419099" y="74101"/>
                  <a:pt x="3421452" y="78202"/>
                  <a:pt x="3421452" y="89473"/>
                </a:cubicBezTo>
                <a:lnTo>
                  <a:pt x="3421452" y="153523"/>
                </a:lnTo>
                <a:cubicBezTo>
                  <a:pt x="3421452" y="166331"/>
                  <a:pt x="3419621" y="168125"/>
                  <a:pt x="3402897" y="171198"/>
                </a:cubicBezTo>
                <a:lnTo>
                  <a:pt x="3402897" y="175041"/>
                </a:lnTo>
                <a:lnTo>
                  <a:pt x="3465620" y="175041"/>
                </a:lnTo>
                <a:lnTo>
                  <a:pt x="3465620" y="171198"/>
                </a:lnTo>
                <a:cubicBezTo>
                  <a:pt x="3447846" y="170432"/>
                  <a:pt x="3443404" y="166589"/>
                  <a:pt x="3443404" y="151987"/>
                </a:cubicBezTo>
                <a:lnTo>
                  <a:pt x="3443404" y="94341"/>
                </a:lnTo>
                <a:cubicBezTo>
                  <a:pt x="3443404" y="86143"/>
                  <a:pt x="3454641" y="73335"/>
                  <a:pt x="3461700" y="73335"/>
                </a:cubicBezTo>
                <a:cubicBezTo>
                  <a:pt x="3463267" y="73335"/>
                  <a:pt x="3465620" y="74617"/>
                  <a:pt x="3468495" y="77178"/>
                </a:cubicBezTo>
                <a:cubicBezTo>
                  <a:pt x="3472674" y="80763"/>
                  <a:pt x="3475549" y="82299"/>
                  <a:pt x="3478947" y="82299"/>
                </a:cubicBezTo>
                <a:cubicBezTo>
                  <a:pt x="3485219" y="82299"/>
                  <a:pt x="3489139" y="77944"/>
                  <a:pt x="3489139" y="70774"/>
                </a:cubicBezTo>
                <a:cubicBezTo>
                  <a:pt x="3489139" y="62318"/>
                  <a:pt x="3483652" y="57193"/>
                  <a:pt x="3474767" y="57193"/>
                </a:cubicBezTo>
                <a:cubicBezTo>
                  <a:pt x="3463789" y="57193"/>
                  <a:pt x="3456213" y="63088"/>
                  <a:pt x="3443404" y="81275"/>
                </a:cubicBezTo>
                <a:lnTo>
                  <a:pt x="3443404" y="57709"/>
                </a:lnTo>
                <a:lnTo>
                  <a:pt x="3442100" y="57193"/>
                </a:lnTo>
                <a:cubicBezTo>
                  <a:pt x="3428247" y="62830"/>
                  <a:pt x="3418840" y="66161"/>
                  <a:pt x="3403419" y="71028"/>
                </a:cubicBezTo>
                <a:lnTo>
                  <a:pt x="3403419" y="75129"/>
                </a:lnTo>
                <a:close/>
                <a:moveTo>
                  <a:pt x="3555258" y="59695"/>
                </a:moveTo>
                <a:lnTo>
                  <a:pt x="3528863" y="59695"/>
                </a:lnTo>
                <a:lnTo>
                  <a:pt x="3528863" y="29974"/>
                </a:lnTo>
                <a:cubicBezTo>
                  <a:pt x="3528863" y="27414"/>
                  <a:pt x="3528604" y="26643"/>
                  <a:pt x="3527033" y="26643"/>
                </a:cubicBezTo>
                <a:cubicBezTo>
                  <a:pt x="3525206" y="28950"/>
                  <a:pt x="3523635" y="31257"/>
                  <a:pt x="3521809" y="33817"/>
                </a:cubicBezTo>
                <a:cubicBezTo>
                  <a:pt x="3511875" y="47911"/>
                  <a:pt x="3500638" y="60211"/>
                  <a:pt x="3496459" y="61235"/>
                </a:cubicBezTo>
                <a:cubicBezTo>
                  <a:pt x="3493584" y="63026"/>
                  <a:pt x="3492013" y="64820"/>
                  <a:pt x="3492013" y="66102"/>
                </a:cubicBezTo>
                <a:cubicBezTo>
                  <a:pt x="3492013" y="66872"/>
                  <a:pt x="3492276" y="67385"/>
                  <a:pt x="3493061" y="67897"/>
                </a:cubicBezTo>
                <a:lnTo>
                  <a:pt x="3506911" y="67897"/>
                </a:lnTo>
                <a:lnTo>
                  <a:pt x="3506911" y="145008"/>
                </a:lnTo>
                <a:cubicBezTo>
                  <a:pt x="3506911" y="166526"/>
                  <a:pt x="3514751" y="177543"/>
                  <a:pt x="3530171" y="177543"/>
                </a:cubicBezTo>
                <a:cubicBezTo>
                  <a:pt x="3542976" y="177543"/>
                  <a:pt x="3552905" y="171398"/>
                  <a:pt x="3561530" y="158074"/>
                </a:cubicBezTo>
                <a:lnTo>
                  <a:pt x="3558133" y="155255"/>
                </a:lnTo>
                <a:cubicBezTo>
                  <a:pt x="3552646" y="161659"/>
                  <a:pt x="3548204" y="164224"/>
                  <a:pt x="3542453" y="164224"/>
                </a:cubicBezTo>
                <a:cubicBezTo>
                  <a:pt x="3532783" y="164224"/>
                  <a:pt x="3528863" y="157304"/>
                  <a:pt x="3528863" y="141165"/>
                </a:cubicBezTo>
                <a:lnTo>
                  <a:pt x="3528863" y="67897"/>
                </a:lnTo>
                <a:lnTo>
                  <a:pt x="3555258" y="67897"/>
                </a:lnTo>
                <a:lnTo>
                  <a:pt x="3555258" y="59695"/>
                </a:lnTo>
                <a:close/>
                <a:moveTo>
                  <a:pt x="3705269" y="57193"/>
                </a:moveTo>
                <a:cubicBezTo>
                  <a:pt x="3671294" y="57193"/>
                  <a:pt x="3647511" y="81780"/>
                  <a:pt x="3647511" y="117114"/>
                </a:cubicBezTo>
                <a:cubicBezTo>
                  <a:pt x="3647511" y="151678"/>
                  <a:pt x="3671816" y="177543"/>
                  <a:pt x="3704743" y="177543"/>
                </a:cubicBezTo>
                <a:cubicBezTo>
                  <a:pt x="3737674" y="177543"/>
                  <a:pt x="3762760" y="150400"/>
                  <a:pt x="3762760" y="115065"/>
                </a:cubicBezTo>
                <a:cubicBezTo>
                  <a:pt x="3762760" y="81521"/>
                  <a:pt x="3738718" y="57193"/>
                  <a:pt x="3705269" y="57193"/>
                </a:cubicBezTo>
                <a:moveTo>
                  <a:pt x="3701872" y="64370"/>
                </a:moveTo>
                <a:cubicBezTo>
                  <a:pt x="3723824" y="64370"/>
                  <a:pt x="3739241" y="88950"/>
                  <a:pt x="3739241" y="124026"/>
                </a:cubicBezTo>
                <a:cubicBezTo>
                  <a:pt x="3739241" y="152960"/>
                  <a:pt x="3727481" y="170369"/>
                  <a:pt x="3707881" y="170369"/>
                </a:cubicBezTo>
                <a:cubicBezTo>
                  <a:pt x="3697689" y="170369"/>
                  <a:pt x="3688018" y="164228"/>
                  <a:pt x="3682531" y="153985"/>
                </a:cubicBezTo>
                <a:cubicBezTo>
                  <a:pt x="3675214" y="140669"/>
                  <a:pt x="3671031" y="122747"/>
                  <a:pt x="3671031" y="104568"/>
                </a:cubicBezTo>
                <a:cubicBezTo>
                  <a:pt x="3671031" y="80243"/>
                  <a:pt x="3683313" y="64370"/>
                  <a:pt x="3701872" y="64370"/>
                </a:cubicBezTo>
                <a:close/>
                <a:moveTo>
                  <a:pt x="3851355" y="59695"/>
                </a:moveTo>
                <a:lnTo>
                  <a:pt x="3819210" y="59695"/>
                </a:lnTo>
                <a:lnTo>
                  <a:pt x="3819210" y="30060"/>
                </a:lnTo>
                <a:cubicBezTo>
                  <a:pt x="3819210" y="15239"/>
                  <a:pt x="3824175" y="7323"/>
                  <a:pt x="3834108" y="7323"/>
                </a:cubicBezTo>
                <a:cubicBezTo>
                  <a:pt x="3839596" y="7323"/>
                  <a:pt x="3843256" y="9875"/>
                  <a:pt x="3847958" y="17284"/>
                </a:cubicBezTo>
                <a:cubicBezTo>
                  <a:pt x="3852141" y="23926"/>
                  <a:pt x="3855275" y="26483"/>
                  <a:pt x="3859718" y="26483"/>
                </a:cubicBezTo>
                <a:cubicBezTo>
                  <a:pt x="3865731" y="26483"/>
                  <a:pt x="3870696" y="21882"/>
                  <a:pt x="3870696" y="16006"/>
                </a:cubicBezTo>
                <a:cubicBezTo>
                  <a:pt x="3870696" y="6806"/>
                  <a:pt x="3859195" y="145"/>
                  <a:pt x="3843515" y="145"/>
                </a:cubicBezTo>
                <a:cubicBezTo>
                  <a:pt x="3827313" y="145"/>
                  <a:pt x="3813460" y="7065"/>
                  <a:pt x="3806665" y="18817"/>
                </a:cubicBezTo>
                <a:cubicBezTo>
                  <a:pt x="3799874" y="30060"/>
                  <a:pt x="3797780" y="39256"/>
                  <a:pt x="3797521" y="59695"/>
                </a:cubicBezTo>
                <a:lnTo>
                  <a:pt x="3776091" y="59695"/>
                </a:lnTo>
                <a:lnTo>
                  <a:pt x="3776091" y="67897"/>
                </a:lnTo>
                <a:lnTo>
                  <a:pt x="3797521" y="67897"/>
                </a:lnTo>
                <a:lnTo>
                  <a:pt x="3797521" y="148386"/>
                </a:lnTo>
                <a:cubicBezTo>
                  <a:pt x="3797521" y="167097"/>
                  <a:pt x="3794646" y="170174"/>
                  <a:pt x="3775828" y="171198"/>
                </a:cubicBezTo>
                <a:lnTo>
                  <a:pt x="3775828" y="175041"/>
                </a:lnTo>
                <a:lnTo>
                  <a:pt x="3843779" y="175041"/>
                </a:lnTo>
                <a:lnTo>
                  <a:pt x="3843779" y="171198"/>
                </a:lnTo>
                <a:cubicBezTo>
                  <a:pt x="3822349" y="170432"/>
                  <a:pt x="3819474" y="167613"/>
                  <a:pt x="3819474" y="148386"/>
                </a:cubicBezTo>
                <a:lnTo>
                  <a:pt x="3819474" y="67897"/>
                </a:lnTo>
                <a:lnTo>
                  <a:pt x="3851355" y="67897"/>
                </a:lnTo>
                <a:lnTo>
                  <a:pt x="3851355" y="59695"/>
                </a:lnTo>
                <a:close/>
                <a:moveTo>
                  <a:pt x="4002932" y="59695"/>
                </a:moveTo>
                <a:lnTo>
                  <a:pt x="3976537" y="59695"/>
                </a:lnTo>
                <a:lnTo>
                  <a:pt x="3976537" y="29974"/>
                </a:lnTo>
                <a:cubicBezTo>
                  <a:pt x="3976537" y="27414"/>
                  <a:pt x="3976278" y="26643"/>
                  <a:pt x="3974707" y="26643"/>
                </a:cubicBezTo>
                <a:cubicBezTo>
                  <a:pt x="3972881" y="28950"/>
                  <a:pt x="3971309" y="31257"/>
                  <a:pt x="3969483" y="33817"/>
                </a:cubicBezTo>
                <a:cubicBezTo>
                  <a:pt x="3959550" y="47911"/>
                  <a:pt x="3948312" y="60211"/>
                  <a:pt x="3944133" y="61235"/>
                </a:cubicBezTo>
                <a:cubicBezTo>
                  <a:pt x="3941258" y="63026"/>
                  <a:pt x="3939687" y="64820"/>
                  <a:pt x="3939687" y="66102"/>
                </a:cubicBezTo>
                <a:cubicBezTo>
                  <a:pt x="3939687" y="66872"/>
                  <a:pt x="3939950" y="67385"/>
                  <a:pt x="3940736" y="67897"/>
                </a:cubicBezTo>
                <a:lnTo>
                  <a:pt x="3954585" y="67897"/>
                </a:lnTo>
                <a:lnTo>
                  <a:pt x="3954585" y="145008"/>
                </a:lnTo>
                <a:cubicBezTo>
                  <a:pt x="3954585" y="166526"/>
                  <a:pt x="3962425" y="177543"/>
                  <a:pt x="3977845" y="177543"/>
                </a:cubicBezTo>
                <a:cubicBezTo>
                  <a:pt x="3990650" y="177543"/>
                  <a:pt x="4000579" y="171398"/>
                  <a:pt x="4009205" y="158074"/>
                </a:cubicBezTo>
                <a:lnTo>
                  <a:pt x="4005807" y="155255"/>
                </a:lnTo>
                <a:cubicBezTo>
                  <a:pt x="4000320" y="161659"/>
                  <a:pt x="3995878" y="164224"/>
                  <a:pt x="3990128" y="164224"/>
                </a:cubicBezTo>
                <a:cubicBezTo>
                  <a:pt x="3980457" y="164224"/>
                  <a:pt x="3976537" y="157304"/>
                  <a:pt x="3976537" y="141165"/>
                </a:cubicBezTo>
                <a:lnTo>
                  <a:pt x="3976537" y="67897"/>
                </a:lnTo>
                <a:lnTo>
                  <a:pt x="4002932" y="67897"/>
                </a:lnTo>
                <a:lnTo>
                  <a:pt x="4002932" y="59695"/>
                </a:lnTo>
                <a:close/>
                <a:moveTo>
                  <a:pt x="4049975" y="87171"/>
                </a:moveTo>
                <a:cubicBezTo>
                  <a:pt x="4060949" y="75387"/>
                  <a:pt x="4068789" y="71028"/>
                  <a:pt x="4078982" y="71028"/>
                </a:cubicBezTo>
                <a:cubicBezTo>
                  <a:pt x="4092050" y="71028"/>
                  <a:pt x="4098581" y="80255"/>
                  <a:pt x="4098581" y="98188"/>
                </a:cubicBezTo>
                <a:lnTo>
                  <a:pt x="4098581" y="148910"/>
                </a:lnTo>
                <a:cubicBezTo>
                  <a:pt x="4098581" y="166331"/>
                  <a:pt x="4095970" y="169662"/>
                  <a:pt x="4080812" y="171198"/>
                </a:cubicBezTo>
                <a:lnTo>
                  <a:pt x="4080812" y="175041"/>
                </a:lnTo>
                <a:lnTo>
                  <a:pt x="4136218" y="175041"/>
                </a:lnTo>
                <a:lnTo>
                  <a:pt x="4136218" y="171198"/>
                </a:lnTo>
                <a:cubicBezTo>
                  <a:pt x="4122105" y="168638"/>
                  <a:pt x="4120534" y="166589"/>
                  <a:pt x="4120534" y="148910"/>
                </a:cubicBezTo>
                <a:lnTo>
                  <a:pt x="4120534" y="97930"/>
                </a:lnTo>
                <a:cubicBezTo>
                  <a:pt x="4120534" y="71028"/>
                  <a:pt x="4109560" y="57193"/>
                  <a:pt x="4088389" y="57193"/>
                </a:cubicBezTo>
                <a:cubicBezTo>
                  <a:pt x="4072972" y="57193"/>
                  <a:pt x="4061994" y="63342"/>
                  <a:pt x="4049975" y="78714"/>
                </a:cubicBezTo>
                <a:lnTo>
                  <a:pt x="4049975" y="829"/>
                </a:lnTo>
                <a:lnTo>
                  <a:pt x="4048667" y="59"/>
                </a:lnTo>
                <a:cubicBezTo>
                  <a:pt x="4039783" y="3132"/>
                  <a:pt x="4033247" y="5184"/>
                  <a:pt x="4018612" y="9281"/>
                </a:cubicBezTo>
                <a:lnTo>
                  <a:pt x="4011557" y="11334"/>
                </a:lnTo>
                <a:lnTo>
                  <a:pt x="4011557" y="15431"/>
                </a:lnTo>
                <a:cubicBezTo>
                  <a:pt x="4012602" y="15177"/>
                  <a:pt x="4013388" y="15177"/>
                  <a:pt x="4014692" y="15177"/>
                </a:cubicBezTo>
                <a:cubicBezTo>
                  <a:pt x="4025929" y="15177"/>
                  <a:pt x="4028023" y="17225"/>
                  <a:pt x="4028023" y="28242"/>
                </a:cubicBezTo>
                <a:lnTo>
                  <a:pt x="4028023" y="148910"/>
                </a:lnTo>
                <a:cubicBezTo>
                  <a:pt x="4028023" y="166843"/>
                  <a:pt x="4026452" y="169150"/>
                  <a:pt x="4011294" y="171198"/>
                </a:cubicBezTo>
                <a:lnTo>
                  <a:pt x="4011294" y="175041"/>
                </a:lnTo>
                <a:lnTo>
                  <a:pt x="4067744" y="175041"/>
                </a:lnTo>
                <a:lnTo>
                  <a:pt x="4067744" y="171198"/>
                </a:lnTo>
                <a:cubicBezTo>
                  <a:pt x="4052587" y="169662"/>
                  <a:pt x="4049975" y="166589"/>
                  <a:pt x="4049975" y="148910"/>
                </a:cubicBezTo>
                <a:lnTo>
                  <a:pt x="4049975" y="87171"/>
                </a:lnTo>
                <a:close/>
                <a:moveTo>
                  <a:pt x="4246239" y="132951"/>
                </a:moveTo>
                <a:cubicBezTo>
                  <a:pt x="4233697" y="152433"/>
                  <a:pt x="4222456" y="159868"/>
                  <a:pt x="4205731" y="159868"/>
                </a:cubicBezTo>
                <a:cubicBezTo>
                  <a:pt x="4190837" y="159868"/>
                  <a:pt x="4179600" y="152433"/>
                  <a:pt x="4172019" y="137823"/>
                </a:cubicBezTo>
                <a:cubicBezTo>
                  <a:pt x="4167314" y="128080"/>
                  <a:pt x="4165487" y="119620"/>
                  <a:pt x="4164965" y="103982"/>
                </a:cubicBezTo>
                <a:lnTo>
                  <a:pt x="4245457" y="103982"/>
                </a:lnTo>
                <a:cubicBezTo>
                  <a:pt x="4243363" y="87358"/>
                  <a:pt x="4240752" y="79954"/>
                  <a:pt x="4234220" y="71783"/>
                </a:cubicBezTo>
                <a:cubicBezTo>
                  <a:pt x="4226376" y="62576"/>
                  <a:pt x="4214357" y="57193"/>
                  <a:pt x="4200767" y="57193"/>
                </a:cubicBezTo>
                <a:cubicBezTo>
                  <a:pt x="4187699" y="57193"/>
                  <a:pt x="4175417" y="61806"/>
                  <a:pt x="4165487" y="70504"/>
                </a:cubicBezTo>
                <a:cubicBezTo>
                  <a:pt x="4153201" y="80974"/>
                  <a:pt x="4146147" y="99114"/>
                  <a:pt x="4146147" y="120132"/>
                </a:cubicBezTo>
                <a:cubicBezTo>
                  <a:pt x="4146147" y="155509"/>
                  <a:pt x="4164965" y="177543"/>
                  <a:pt x="4195016" y="177543"/>
                </a:cubicBezTo>
                <a:cubicBezTo>
                  <a:pt x="4219844" y="177543"/>
                  <a:pt x="4239444" y="162429"/>
                  <a:pt x="4250422" y="134746"/>
                </a:cubicBezTo>
                <a:lnTo>
                  <a:pt x="4246239" y="132951"/>
                </a:lnTo>
                <a:moveTo>
                  <a:pt x="4165487" y="95783"/>
                </a:moveTo>
                <a:cubicBezTo>
                  <a:pt x="4168358" y="75868"/>
                  <a:pt x="4177247" y="66419"/>
                  <a:pt x="4193186" y="66419"/>
                </a:cubicBezTo>
                <a:cubicBezTo>
                  <a:pt x="4209129" y="66419"/>
                  <a:pt x="4215402" y="73570"/>
                  <a:pt x="4218799" y="95783"/>
                </a:cubicBezTo>
                <a:lnTo>
                  <a:pt x="4165487" y="95783"/>
                </a:lnTo>
                <a:close/>
                <a:moveTo>
                  <a:pt x="4340581" y="74297"/>
                </a:moveTo>
                <a:cubicBezTo>
                  <a:pt x="4342934" y="74043"/>
                  <a:pt x="4344764" y="74043"/>
                  <a:pt x="4347117" y="74043"/>
                </a:cubicBezTo>
                <a:cubicBezTo>
                  <a:pt x="4356002" y="74043"/>
                  <a:pt x="4357832" y="76603"/>
                  <a:pt x="4357832" y="88645"/>
                </a:cubicBezTo>
                <a:lnTo>
                  <a:pt x="4357832" y="208554"/>
                </a:lnTo>
                <a:cubicBezTo>
                  <a:pt x="4357832" y="221877"/>
                  <a:pt x="4354957" y="224696"/>
                  <a:pt x="4339536" y="226233"/>
                </a:cubicBezTo>
                <a:lnTo>
                  <a:pt x="4339536" y="230588"/>
                </a:lnTo>
                <a:lnTo>
                  <a:pt x="4402782" y="230588"/>
                </a:lnTo>
                <a:lnTo>
                  <a:pt x="4402782" y="225979"/>
                </a:lnTo>
                <a:cubicBezTo>
                  <a:pt x="4383182" y="225721"/>
                  <a:pt x="4379784" y="222902"/>
                  <a:pt x="4379784" y="206759"/>
                </a:cubicBezTo>
                <a:lnTo>
                  <a:pt x="4379784" y="166530"/>
                </a:lnTo>
                <a:cubicBezTo>
                  <a:pt x="4388932" y="174983"/>
                  <a:pt x="4395201" y="177543"/>
                  <a:pt x="4406179" y="177543"/>
                </a:cubicBezTo>
                <a:cubicBezTo>
                  <a:pt x="4437016" y="177543"/>
                  <a:pt x="4461058" y="148863"/>
                  <a:pt x="4461058" y="111738"/>
                </a:cubicBezTo>
                <a:cubicBezTo>
                  <a:pt x="4461058" y="79993"/>
                  <a:pt x="4442766" y="57193"/>
                  <a:pt x="4417417" y="57193"/>
                </a:cubicBezTo>
                <a:cubicBezTo>
                  <a:pt x="4402782" y="57193"/>
                  <a:pt x="4391281" y="63600"/>
                  <a:pt x="4379784" y="77432"/>
                </a:cubicBezTo>
                <a:lnTo>
                  <a:pt x="4379784" y="57709"/>
                </a:lnTo>
                <a:lnTo>
                  <a:pt x="4378217" y="57193"/>
                </a:lnTo>
                <a:cubicBezTo>
                  <a:pt x="4364105" y="62576"/>
                  <a:pt x="4354957" y="65907"/>
                  <a:pt x="4340581" y="70262"/>
                </a:cubicBezTo>
                <a:lnTo>
                  <a:pt x="4340581" y="74297"/>
                </a:lnTo>
                <a:moveTo>
                  <a:pt x="4379784" y="89466"/>
                </a:moveTo>
                <a:cubicBezTo>
                  <a:pt x="4379784" y="81783"/>
                  <a:pt x="4394419" y="72569"/>
                  <a:pt x="4406438" y="72569"/>
                </a:cubicBezTo>
                <a:cubicBezTo>
                  <a:pt x="4425779" y="72569"/>
                  <a:pt x="4438583" y="92026"/>
                  <a:pt x="4438583" y="121727"/>
                </a:cubicBezTo>
                <a:cubicBezTo>
                  <a:pt x="4438583" y="150145"/>
                  <a:pt x="4425779" y="169345"/>
                  <a:pt x="4406965" y="169345"/>
                </a:cubicBezTo>
                <a:cubicBezTo>
                  <a:pt x="4394679" y="169345"/>
                  <a:pt x="4379784" y="160130"/>
                  <a:pt x="4379784" y="152448"/>
                </a:cubicBezTo>
                <a:lnTo>
                  <a:pt x="4379784" y="89466"/>
                </a:lnTo>
                <a:close/>
                <a:moveTo>
                  <a:pt x="4584410" y="158078"/>
                </a:moveTo>
                <a:cubicBezTo>
                  <a:pt x="4579968" y="161659"/>
                  <a:pt x="4576834" y="162941"/>
                  <a:pt x="4572914" y="162941"/>
                </a:cubicBezTo>
                <a:cubicBezTo>
                  <a:pt x="4566904" y="162941"/>
                  <a:pt x="4565074" y="159356"/>
                  <a:pt x="4565074" y="148093"/>
                </a:cubicBezTo>
                <a:lnTo>
                  <a:pt x="4565074" y="98164"/>
                </a:lnTo>
                <a:cubicBezTo>
                  <a:pt x="4565074" y="84849"/>
                  <a:pt x="4563766" y="77424"/>
                  <a:pt x="4559846" y="71279"/>
                </a:cubicBezTo>
                <a:cubicBezTo>
                  <a:pt x="4554096" y="62064"/>
                  <a:pt x="4542858" y="57193"/>
                  <a:pt x="4527442" y="57193"/>
                </a:cubicBezTo>
                <a:cubicBezTo>
                  <a:pt x="4502874" y="57193"/>
                  <a:pt x="4483537" y="69742"/>
                  <a:pt x="4483537" y="85873"/>
                </a:cubicBezTo>
                <a:cubicBezTo>
                  <a:pt x="4483537" y="91764"/>
                  <a:pt x="4488761" y="96882"/>
                  <a:pt x="4494774" y="96882"/>
                </a:cubicBezTo>
                <a:cubicBezTo>
                  <a:pt x="4501043" y="96882"/>
                  <a:pt x="4506534" y="91764"/>
                  <a:pt x="4506534" y="86131"/>
                </a:cubicBezTo>
                <a:cubicBezTo>
                  <a:pt x="4506534" y="85107"/>
                  <a:pt x="4506271" y="83824"/>
                  <a:pt x="4506012" y="82034"/>
                </a:cubicBezTo>
                <a:cubicBezTo>
                  <a:pt x="4505489" y="79731"/>
                  <a:pt x="4505226" y="77682"/>
                  <a:pt x="4505226" y="75888"/>
                </a:cubicBezTo>
                <a:cubicBezTo>
                  <a:pt x="4505226" y="68976"/>
                  <a:pt x="4513589" y="63342"/>
                  <a:pt x="4524044" y="63342"/>
                </a:cubicBezTo>
                <a:cubicBezTo>
                  <a:pt x="4536849" y="63342"/>
                  <a:pt x="4543903" y="70766"/>
                  <a:pt x="4543903" y="84594"/>
                </a:cubicBezTo>
                <a:lnTo>
                  <a:pt x="4543903" y="100213"/>
                </a:lnTo>
                <a:cubicBezTo>
                  <a:pt x="4503659" y="116086"/>
                  <a:pt x="4499217" y="118134"/>
                  <a:pt x="4487979" y="127865"/>
                </a:cubicBezTo>
                <a:cubicBezTo>
                  <a:pt x="4482229" y="132987"/>
                  <a:pt x="4478568" y="141689"/>
                  <a:pt x="4478568" y="150138"/>
                </a:cubicBezTo>
                <a:cubicBezTo>
                  <a:pt x="4478568" y="166272"/>
                  <a:pt x="4490069" y="177543"/>
                  <a:pt x="4506012" y="177543"/>
                </a:cubicBezTo>
                <a:cubicBezTo>
                  <a:pt x="4517508" y="177543"/>
                  <a:pt x="4528223" y="172164"/>
                  <a:pt x="4544166" y="158840"/>
                </a:cubicBezTo>
                <a:cubicBezTo>
                  <a:pt x="4545474" y="172164"/>
                  <a:pt x="4550176" y="177543"/>
                  <a:pt x="4560891" y="177543"/>
                </a:cubicBezTo>
                <a:cubicBezTo>
                  <a:pt x="4569776" y="177543"/>
                  <a:pt x="4575267" y="174471"/>
                  <a:pt x="4584410" y="164736"/>
                </a:cubicBezTo>
                <a:lnTo>
                  <a:pt x="4584410" y="158078"/>
                </a:lnTo>
                <a:moveTo>
                  <a:pt x="4543903" y="143468"/>
                </a:moveTo>
                <a:cubicBezTo>
                  <a:pt x="4543903" y="151412"/>
                  <a:pt x="4542599" y="153719"/>
                  <a:pt x="4537108" y="156792"/>
                </a:cubicBezTo>
                <a:cubicBezTo>
                  <a:pt x="4530839" y="160381"/>
                  <a:pt x="4523522" y="162683"/>
                  <a:pt x="4518031" y="162683"/>
                </a:cubicBezTo>
                <a:cubicBezTo>
                  <a:pt x="4508887" y="162683"/>
                  <a:pt x="4501570" y="153973"/>
                  <a:pt x="4501570" y="142956"/>
                </a:cubicBezTo>
                <a:lnTo>
                  <a:pt x="4501570" y="141932"/>
                </a:lnTo>
                <a:cubicBezTo>
                  <a:pt x="4501570" y="126813"/>
                  <a:pt x="4512281" y="117591"/>
                  <a:pt x="4543903" y="106316"/>
                </a:cubicBezTo>
                <a:lnTo>
                  <a:pt x="4543903" y="143468"/>
                </a:lnTo>
                <a:close/>
                <a:moveTo>
                  <a:pt x="4688948" y="135031"/>
                </a:moveTo>
                <a:cubicBezTo>
                  <a:pt x="4676403" y="152953"/>
                  <a:pt x="4666996" y="159098"/>
                  <a:pt x="4652098" y="159098"/>
                </a:cubicBezTo>
                <a:cubicBezTo>
                  <a:pt x="4628315" y="159098"/>
                  <a:pt x="4611590" y="138616"/>
                  <a:pt x="4611590" y="109174"/>
                </a:cubicBezTo>
                <a:cubicBezTo>
                  <a:pt x="4611590" y="82804"/>
                  <a:pt x="4625966" y="64625"/>
                  <a:pt x="4647133" y="64625"/>
                </a:cubicBezTo>
                <a:cubicBezTo>
                  <a:pt x="4656540" y="64625"/>
                  <a:pt x="4659937" y="67439"/>
                  <a:pt x="4662553" y="76912"/>
                </a:cubicBezTo>
                <a:lnTo>
                  <a:pt x="4664121" y="82546"/>
                </a:lnTo>
                <a:cubicBezTo>
                  <a:pt x="4666210" y="89716"/>
                  <a:pt x="4670916" y="94325"/>
                  <a:pt x="4676403" y="94325"/>
                </a:cubicBezTo>
                <a:cubicBezTo>
                  <a:pt x="4683198" y="94325"/>
                  <a:pt x="4688948" y="89458"/>
                  <a:pt x="4688948" y="83570"/>
                </a:cubicBezTo>
                <a:cubicBezTo>
                  <a:pt x="4688948" y="69234"/>
                  <a:pt x="4670652" y="57193"/>
                  <a:pt x="4648700" y="57193"/>
                </a:cubicBezTo>
                <a:cubicBezTo>
                  <a:pt x="4635895" y="57193"/>
                  <a:pt x="4622568" y="62318"/>
                  <a:pt x="4611853" y="71537"/>
                </a:cubicBezTo>
                <a:cubicBezTo>
                  <a:pt x="4598786" y="82804"/>
                  <a:pt x="4591468" y="100213"/>
                  <a:pt x="4591468" y="120437"/>
                </a:cubicBezTo>
                <a:cubicBezTo>
                  <a:pt x="4591468" y="153723"/>
                  <a:pt x="4612113" y="177543"/>
                  <a:pt x="4641123" y="177543"/>
                </a:cubicBezTo>
                <a:cubicBezTo>
                  <a:pt x="4652883" y="177543"/>
                  <a:pt x="4663335" y="173446"/>
                  <a:pt x="4672746" y="165502"/>
                </a:cubicBezTo>
                <a:cubicBezTo>
                  <a:pt x="4679800" y="159352"/>
                  <a:pt x="4684765" y="152440"/>
                  <a:pt x="4692605" y="137334"/>
                </a:cubicBezTo>
                <a:lnTo>
                  <a:pt x="4688948" y="135031"/>
                </a:lnTo>
                <a:close/>
                <a:moveTo>
                  <a:pt x="4702797" y="15372"/>
                </a:moveTo>
                <a:cubicBezTo>
                  <a:pt x="4706195" y="15114"/>
                  <a:pt x="4708548" y="14860"/>
                  <a:pt x="4711159" y="14860"/>
                </a:cubicBezTo>
                <a:cubicBezTo>
                  <a:pt x="4719785" y="14860"/>
                  <a:pt x="4722397" y="18191"/>
                  <a:pt x="4722397" y="30487"/>
                </a:cubicBezTo>
                <a:lnTo>
                  <a:pt x="4722397" y="154028"/>
                </a:lnTo>
                <a:cubicBezTo>
                  <a:pt x="4722397" y="167355"/>
                  <a:pt x="4721615" y="168125"/>
                  <a:pt x="4702797" y="171198"/>
                </a:cubicBezTo>
                <a:lnTo>
                  <a:pt x="4702797" y="175041"/>
                </a:lnTo>
                <a:lnTo>
                  <a:pt x="4763953" y="175041"/>
                </a:lnTo>
                <a:lnTo>
                  <a:pt x="4763953" y="171198"/>
                </a:lnTo>
                <a:lnTo>
                  <a:pt x="4758725" y="170944"/>
                </a:lnTo>
                <a:cubicBezTo>
                  <a:pt x="4748273" y="170432"/>
                  <a:pt x="4744349" y="166843"/>
                  <a:pt x="4744349" y="157871"/>
                </a:cubicBezTo>
                <a:lnTo>
                  <a:pt x="4744349" y="110706"/>
                </a:lnTo>
                <a:lnTo>
                  <a:pt x="4780941" y="158641"/>
                </a:lnTo>
                <a:lnTo>
                  <a:pt x="4781722" y="159665"/>
                </a:lnTo>
                <a:cubicBezTo>
                  <a:pt x="4782245" y="160435"/>
                  <a:pt x="4782767" y="161202"/>
                  <a:pt x="4783553" y="161972"/>
                </a:cubicBezTo>
                <a:cubicBezTo>
                  <a:pt x="4785642" y="164536"/>
                  <a:pt x="4786428" y="166073"/>
                  <a:pt x="4786428" y="167355"/>
                </a:cubicBezTo>
                <a:cubicBezTo>
                  <a:pt x="4786428" y="169662"/>
                  <a:pt x="4784075" y="171198"/>
                  <a:pt x="4780941" y="171198"/>
                </a:cubicBezTo>
                <a:lnTo>
                  <a:pt x="4775972" y="171198"/>
                </a:lnTo>
                <a:lnTo>
                  <a:pt x="4775972" y="175041"/>
                </a:lnTo>
                <a:lnTo>
                  <a:pt x="4832944" y="175041"/>
                </a:lnTo>
                <a:lnTo>
                  <a:pt x="4832944" y="171198"/>
                </a:lnTo>
                <a:cubicBezTo>
                  <a:pt x="4821448" y="170432"/>
                  <a:pt x="4813345" y="165561"/>
                  <a:pt x="4802371" y="152487"/>
                </a:cubicBezTo>
                <a:lnTo>
                  <a:pt x="4762382" y="102758"/>
                </a:lnTo>
                <a:lnTo>
                  <a:pt x="4769962" y="95838"/>
                </a:lnTo>
                <a:cubicBezTo>
                  <a:pt x="4788517" y="78922"/>
                  <a:pt x="4804719" y="67127"/>
                  <a:pt x="4812300" y="65078"/>
                </a:cubicBezTo>
                <a:cubicBezTo>
                  <a:pt x="4816220" y="64054"/>
                  <a:pt x="4819877" y="63542"/>
                  <a:pt x="4824323" y="63542"/>
                </a:cubicBezTo>
                <a:lnTo>
                  <a:pt x="4826413" y="63542"/>
                </a:lnTo>
                <a:lnTo>
                  <a:pt x="4826413" y="59695"/>
                </a:lnTo>
                <a:lnTo>
                  <a:pt x="4773097" y="59695"/>
                </a:lnTo>
                <a:lnTo>
                  <a:pt x="4773097" y="63284"/>
                </a:lnTo>
                <a:cubicBezTo>
                  <a:pt x="4783289" y="63542"/>
                  <a:pt x="4786165" y="64566"/>
                  <a:pt x="4786165" y="68155"/>
                </a:cubicBezTo>
                <a:cubicBezTo>
                  <a:pt x="4786165" y="70203"/>
                  <a:pt x="4783812" y="73792"/>
                  <a:pt x="4780155" y="76869"/>
                </a:cubicBezTo>
                <a:lnTo>
                  <a:pt x="4744349" y="108141"/>
                </a:lnTo>
                <a:lnTo>
                  <a:pt x="4744349" y="512"/>
                </a:lnTo>
                <a:lnTo>
                  <a:pt x="4743304" y="0"/>
                </a:lnTo>
                <a:cubicBezTo>
                  <a:pt x="4733375" y="3073"/>
                  <a:pt x="4725794" y="5121"/>
                  <a:pt x="4710637" y="9223"/>
                </a:cubicBezTo>
                <a:lnTo>
                  <a:pt x="4702797" y="11271"/>
                </a:lnTo>
                <a:lnTo>
                  <a:pt x="4702797" y="15372"/>
                </a:lnTo>
                <a:close/>
                <a:moveTo>
                  <a:pt x="4935651" y="132951"/>
                </a:moveTo>
                <a:cubicBezTo>
                  <a:pt x="4923109" y="152433"/>
                  <a:pt x="4911868" y="159868"/>
                  <a:pt x="4895143" y="159868"/>
                </a:cubicBezTo>
                <a:cubicBezTo>
                  <a:pt x="4880249" y="159868"/>
                  <a:pt x="4869012" y="152433"/>
                  <a:pt x="4861431" y="137823"/>
                </a:cubicBezTo>
                <a:cubicBezTo>
                  <a:pt x="4856726" y="128080"/>
                  <a:pt x="4854899" y="119620"/>
                  <a:pt x="4854377" y="103982"/>
                </a:cubicBezTo>
                <a:lnTo>
                  <a:pt x="4934869" y="103982"/>
                </a:lnTo>
                <a:cubicBezTo>
                  <a:pt x="4932775" y="87358"/>
                  <a:pt x="4930163" y="79954"/>
                  <a:pt x="4923632" y="71783"/>
                </a:cubicBezTo>
                <a:cubicBezTo>
                  <a:pt x="4915788" y="62576"/>
                  <a:pt x="4903769" y="57193"/>
                  <a:pt x="4890179" y="57193"/>
                </a:cubicBezTo>
                <a:cubicBezTo>
                  <a:pt x="4877111" y="57193"/>
                  <a:pt x="4864829" y="61806"/>
                  <a:pt x="4854899" y="70504"/>
                </a:cubicBezTo>
                <a:cubicBezTo>
                  <a:pt x="4842613" y="80974"/>
                  <a:pt x="4835559" y="99114"/>
                  <a:pt x="4835559" y="120132"/>
                </a:cubicBezTo>
                <a:cubicBezTo>
                  <a:pt x="4835559" y="155509"/>
                  <a:pt x="4854377" y="177543"/>
                  <a:pt x="4884428" y="177543"/>
                </a:cubicBezTo>
                <a:cubicBezTo>
                  <a:pt x="4909256" y="177543"/>
                  <a:pt x="4928855" y="162429"/>
                  <a:pt x="4939834" y="134746"/>
                </a:cubicBezTo>
                <a:lnTo>
                  <a:pt x="4935651" y="132951"/>
                </a:lnTo>
                <a:moveTo>
                  <a:pt x="4854899" y="95783"/>
                </a:moveTo>
                <a:cubicBezTo>
                  <a:pt x="4857770" y="75868"/>
                  <a:pt x="4866659" y="66419"/>
                  <a:pt x="4882598" y="66419"/>
                </a:cubicBezTo>
                <a:cubicBezTo>
                  <a:pt x="4898541" y="66419"/>
                  <a:pt x="4904813" y="73570"/>
                  <a:pt x="4908211" y="95783"/>
                </a:cubicBezTo>
                <a:lnTo>
                  <a:pt x="4854899" y="95783"/>
                </a:lnTo>
                <a:close/>
                <a:moveTo>
                  <a:pt x="5011700" y="59695"/>
                </a:moveTo>
                <a:lnTo>
                  <a:pt x="4985305" y="59695"/>
                </a:lnTo>
                <a:lnTo>
                  <a:pt x="4985305" y="29974"/>
                </a:lnTo>
                <a:cubicBezTo>
                  <a:pt x="4985305" y="27414"/>
                  <a:pt x="4985046" y="26643"/>
                  <a:pt x="4983475" y="26643"/>
                </a:cubicBezTo>
                <a:cubicBezTo>
                  <a:pt x="4981649" y="28950"/>
                  <a:pt x="4980078" y="31257"/>
                  <a:pt x="4978251" y="33817"/>
                </a:cubicBezTo>
                <a:cubicBezTo>
                  <a:pt x="4968318" y="47911"/>
                  <a:pt x="4957080" y="60211"/>
                  <a:pt x="4952901" y="61235"/>
                </a:cubicBezTo>
                <a:cubicBezTo>
                  <a:pt x="4950026" y="63026"/>
                  <a:pt x="4948455" y="64820"/>
                  <a:pt x="4948455" y="66102"/>
                </a:cubicBezTo>
                <a:cubicBezTo>
                  <a:pt x="4948455" y="66872"/>
                  <a:pt x="4948718" y="67385"/>
                  <a:pt x="4949504" y="67897"/>
                </a:cubicBezTo>
                <a:lnTo>
                  <a:pt x="4963353" y="67897"/>
                </a:lnTo>
                <a:lnTo>
                  <a:pt x="4963353" y="145008"/>
                </a:lnTo>
                <a:cubicBezTo>
                  <a:pt x="4963353" y="166526"/>
                  <a:pt x="4971193" y="177543"/>
                  <a:pt x="4986613" y="177543"/>
                </a:cubicBezTo>
                <a:cubicBezTo>
                  <a:pt x="4999418" y="177543"/>
                  <a:pt x="5009347" y="171398"/>
                  <a:pt x="5017973" y="158074"/>
                </a:cubicBezTo>
                <a:lnTo>
                  <a:pt x="5014575" y="155255"/>
                </a:lnTo>
                <a:cubicBezTo>
                  <a:pt x="5009088" y="161659"/>
                  <a:pt x="5004646" y="164224"/>
                  <a:pt x="4998896" y="164224"/>
                </a:cubicBezTo>
                <a:cubicBezTo>
                  <a:pt x="4989225" y="164224"/>
                  <a:pt x="4985305" y="157304"/>
                  <a:pt x="4985305" y="141165"/>
                </a:cubicBezTo>
                <a:lnTo>
                  <a:pt x="4985305" y="67897"/>
                </a:lnTo>
                <a:lnTo>
                  <a:pt x="5011700" y="67897"/>
                </a:lnTo>
                <a:lnTo>
                  <a:pt x="5011700" y="59695"/>
                </a:lnTo>
                <a:close/>
                <a:moveTo>
                  <a:pt x="5045412" y="64159"/>
                </a:moveTo>
                <a:cubicBezTo>
                  <a:pt x="5062922" y="55703"/>
                  <a:pt x="5074682" y="40073"/>
                  <a:pt x="5074682" y="24700"/>
                </a:cubicBezTo>
                <a:cubicBezTo>
                  <a:pt x="5074682" y="11889"/>
                  <a:pt x="5065538" y="1896"/>
                  <a:pt x="5053775" y="1896"/>
                </a:cubicBezTo>
                <a:cubicBezTo>
                  <a:pt x="5044631" y="1896"/>
                  <a:pt x="5038358" y="7792"/>
                  <a:pt x="5038358" y="16502"/>
                </a:cubicBezTo>
                <a:cubicBezTo>
                  <a:pt x="5038358" y="24700"/>
                  <a:pt x="5044368" y="29568"/>
                  <a:pt x="5053775" y="29568"/>
                </a:cubicBezTo>
                <a:cubicBezTo>
                  <a:pt x="5055346" y="29568"/>
                  <a:pt x="5057172" y="29314"/>
                  <a:pt x="5058743" y="29056"/>
                </a:cubicBezTo>
                <a:cubicBezTo>
                  <a:pt x="5060570" y="28543"/>
                  <a:pt x="5060570" y="28543"/>
                  <a:pt x="5060833" y="28543"/>
                </a:cubicBezTo>
                <a:cubicBezTo>
                  <a:pt x="5062922" y="28543"/>
                  <a:pt x="5064490" y="30080"/>
                  <a:pt x="5064490" y="32132"/>
                </a:cubicBezTo>
                <a:cubicBezTo>
                  <a:pt x="5064490" y="40585"/>
                  <a:pt x="5057172" y="49811"/>
                  <a:pt x="5043064" y="59292"/>
                </a:cubicBezTo>
                <a:lnTo>
                  <a:pt x="5045412" y="64159"/>
                </a:lnTo>
                <a:close/>
                <a:moveTo>
                  <a:pt x="5172946" y="94540"/>
                </a:moveTo>
                <a:lnTo>
                  <a:pt x="5171901" y="59695"/>
                </a:lnTo>
                <a:lnTo>
                  <a:pt x="5169026" y="59695"/>
                </a:lnTo>
                <a:lnTo>
                  <a:pt x="5168504" y="60211"/>
                </a:lnTo>
                <a:cubicBezTo>
                  <a:pt x="5166151" y="62001"/>
                  <a:pt x="5165892" y="62259"/>
                  <a:pt x="5164847" y="62259"/>
                </a:cubicBezTo>
                <a:cubicBezTo>
                  <a:pt x="5163280" y="62259"/>
                  <a:pt x="5160664" y="61747"/>
                  <a:pt x="5157789" y="60465"/>
                </a:cubicBezTo>
                <a:cubicBezTo>
                  <a:pt x="5152038" y="58471"/>
                  <a:pt x="5146292" y="57443"/>
                  <a:pt x="5139497" y="57443"/>
                </a:cubicBezTo>
                <a:cubicBezTo>
                  <a:pt x="5118849" y="57443"/>
                  <a:pt x="5103955" y="70508"/>
                  <a:pt x="5103955" y="88946"/>
                </a:cubicBezTo>
                <a:cubicBezTo>
                  <a:pt x="5103955" y="103282"/>
                  <a:pt x="5112317" y="113525"/>
                  <a:pt x="5134532" y="125816"/>
                </a:cubicBezTo>
                <a:lnTo>
                  <a:pt x="5149690" y="134269"/>
                </a:lnTo>
                <a:cubicBezTo>
                  <a:pt x="5158834" y="139390"/>
                  <a:pt x="5163280" y="145536"/>
                  <a:pt x="5163280" y="153472"/>
                </a:cubicBezTo>
                <a:cubicBezTo>
                  <a:pt x="5163280" y="164740"/>
                  <a:pt x="5154914" y="171910"/>
                  <a:pt x="5141587" y="171910"/>
                </a:cubicBezTo>
                <a:cubicBezTo>
                  <a:pt x="5132702" y="171910"/>
                  <a:pt x="5124599" y="168579"/>
                  <a:pt x="5119634" y="162945"/>
                </a:cubicBezTo>
                <a:cubicBezTo>
                  <a:pt x="5114147" y="156545"/>
                  <a:pt x="5111794" y="150654"/>
                  <a:pt x="5108397" y="136059"/>
                </a:cubicBezTo>
                <a:lnTo>
                  <a:pt x="5104214" y="136059"/>
                </a:lnTo>
                <a:lnTo>
                  <a:pt x="5104214" y="176007"/>
                </a:lnTo>
                <a:lnTo>
                  <a:pt x="5107611" y="176007"/>
                </a:lnTo>
                <a:cubicBezTo>
                  <a:pt x="5109442" y="173446"/>
                  <a:pt x="5110486" y="172934"/>
                  <a:pt x="5113625" y="172934"/>
                </a:cubicBezTo>
                <a:cubicBezTo>
                  <a:pt x="5115978" y="172993"/>
                  <a:pt x="5119634" y="173505"/>
                  <a:pt x="5125644" y="175041"/>
                </a:cubicBezTo>
                <a:cubicBezTo>
                  <a:pt x="5132961" y="176519"/>
                  <a:pt x="5140019" y="177543"/>
                  <a:pt x="5144721" y="177543"/>
                </a:cubicBezTo>
                <a:cubicBezTo>
                  <a:pt x="5164847" y="177543"/>
                  <a:pt x="5181572" y="162691"/>
                  <a:pt x="5181572" y="144766"/>
                </a:cubicBezTo>
                <a:cubicBezTo>
                  <a:pt x="5181572" y="131962"/>
                  <a:pt x="5175299" y="123514"/>
                  <a:pt x="5159619" y="114295"/>
                </a:cubicBezTo>
                <a:lnTo>
                  <a:pt x="5131394" y="97906"/>
                </a:lnTo>
                <a:cubicBezTo>
                  <a:pt x="5124077" y="93809"/>
                  <a:pt x="5120157" y="87409"/>
                  <a:pt x="5120157" y="80493"/>
                </a:cubicBezTo>
                <a:cubicBezTo>
                  <a:pt x="5120157" y="70250"/>
                  <a:pt x="5128260" y="63080"/>
                  <a:pt x="5140279" y="63080"/>
                </a:cubicBezTo>
                <a:cubicBezTo>
                  <a:pt x="5155177" y="63080"/>
                  <a:pt x="5163017" y="71787"/>
                  <a:pt x="5169026" y="94579"/>
                </a:cubicBezTo>
                <a:lnTo>
                  <a:pt x="5172946" y="94540"/>
                </a:lnTo>
                <a:close/>
                <a:moveTo>
                  <a:pt x="5276959" y="74297"/>
                </a:moveTo>
                <a:cubicBezTo>
                  <a:pt x="5279312" y="74043"/>
                  <a:pt x="5281142" y="74043"/>
                  <a:pt x="5283495" y="74043"/>
                </a:cubicBezTo>
                <a:cubicBezTo>
                  <a:pt x="5292380" y="74043"/>
                  <a:pt x="5294210" y="76603"/>
                  <a:pt x="5294210" y="88645"/>
                </a:cubicBezTo>
                <a:lnTo>
                  <a:pt x="5294210" y="208554"/>
                </a:lnTo>
                <a:cubicBezTo>
                  <a:pt x="5294210" y="221877"/>
                  <a:pt x="5291335" y="224696"/>
                  <a:pt x="5275915" y="226233"/>
                </a:cubicBezTo>
                <a:lnTo>
                  <a:pt x="5275915" y="230588"/>
                </a:lnTo>
                <a:lnTo>
                  <a:pt x="5339160" y="230588"/>
                </a:lnTo>
                <a:lnTo>
                  <a:pt x="5339160" y="225979"/>
                </a:lnTo>
                <a:cubicBezTo>
                  <a:pt x="5319560" y="225721"/>
                  <a:pt x="5316163" y="222902"/>
                  <a:pt x="5316163" y="206759"/>
                </a:cubicBezTo>
                <a:lnTo>
                  <a:pt x="5316163" y="166530"/>
                </a:lnTo>
                <a:cubicBezTo>
                  <a:pt x="5325310" y="174983"/>
                  <a:pt x="5331579" y="177543"/>
                  <a:pt x="5342557" y="177543"/>
                </a:cubicBezTo>
                <a:cubicBezTo>
                  <a:pt x="5373394" y="177543"/>
                  <a:pt x="5397436" y="148863"/>
                  <a:pt x="5397436" y="111738"/>
                </a:cubicBezTo>
                <a:cubicBezTo>
                  <a:pt x="5397436" y="79993"/>
                  <a:pt x="5379145" y="57193"/>
                  <a:pt x="5353795" y="57193"/>
                </a:cubicBezTo>
                <a:cubicBezTo>
                  <a:pt x="5339160" y="57193"/>
                  <a:pt x="5327659" y="63600"/>
                  <a:pt x="5316163" y="77432"/>
                </a:cubicBezTo>
                <a:lnTo>
                  <a:pt x="5316163" y="57709"/>
                </a:lnTo>
                <a:lnTo>
                  <a:pt x="5314595" y="57193"/>
                </a:lnTo>
                <a:cubicBezTo>
                  <a:pt x="5300483" y="62576"/>
                  <a:pt x="5291335" y="65907"/>
                  <a:pt x="5276959" y="70262"/>
                </a:cubicBezTo>
                <a:lnTo>
                  <a:pt x="5276959" y="74297"/>
                </a:lnTo>
                <a:moveTo>
                  <a:pt x="5316163" y="89466"/>
                </a:moveTo>
                <a:cubicBezTo>
                  <a:pt x="5316163" y="81783"/>
                  <a:pt x="5330798" y="72569"/>
                  <a:pt x="5342817" y="72569"/>
                </a:cubicBezTo>
                <a:cubicBezTo>
                  <a:pt x="5362157" y="72569"/>
                  <a:pt x="5374962" y="92026"/>
                  <a:pt x="5374962" y="121727"/>
                </a:cubicBezTo>
                <a:cubicBezTo>
                  <a:pt x="5374962" y="150145"/>
                  <a:pt x="5362157" y="169345"/>
                  <a:pt x="5343343" y="169345"/>
                </a:cubicBezTo>
                <a:cubicBezTo>
                  <a:pt x="5331057" y="169345"/>
                  <a:pt x="5316163" y="160130"/>
                  <a:pt x="5316163" y="152448"/>
                </a:cubicBezTo>
                <a:lnTo>
                  <a:pt x="5316163" y="89466"/>
                </a:lnTo>
                <a:close/>
                <a:moveTo>
                  <a:pt x="5410245" y="15419"/>
                </a:moveTo>
                <a:lnTo>
                  <a:pt x="5411812" y="15419"/>
                </a:lnTo>
                <a:cubicBezTo>
                  <a:pt x="5414687" y="15165"/>
                  <a:pt x="5417821" y="14907"/>
                  <a:pt x="5419915" y="14907"/>
                </a:cubicBezTo>
                <a:cubicBezTo>
                  <a:pt x="5428277" y="14907"/>
                  <a:pt x="5430889" y="18496"/>
                  <a:pt x="5430889" y="30537"/>
                </a:cubicBezTo>
                <a:lnTo>
                  <a:pt x="5430889" y="152753"/>
                </a:lnTo>
                <a:cubicBezTo>
                  <a:pt x="5430889" y="166589"/>
                  <a:pt x="5427232" y="169920"/>
                  <a:pt x="5410767" y="171198"/>
                </a:cubicBezTo>
                <a:lnTo>
                  <a:pt x="5410767" y="175041"/>
                </a:lnTo>
                <a:lnTo>
                  <a:pt x="5472441" y="175041"/>
                </a:lnTo>
                <a:lnTo>
                  <a:pt x="5472441" y="171198"/>
                </a:lnTo>
                <a:cubicBezTo>
                  <a:pt x="5455980" y="170174"/>
                  <a:pt x="5452842" y="167613"/>
                  <a:pt x="5452842" y="153519"/>
                </a:cubicBezTo>
                <a:lnTo>
                  <a:pt x="5452842" y="559"/>
                </a:lnTo>
                <a:lnTo>
                  <a:pt x="5451797" y="47"/>
                </a:lnTo>
                <a:cubicBezTo>
                  <a:pt x="5438207" y="4402"/>
                  <a:pt x="5428277" y="6967"/>
                  <a:pt x="5410245" y="11322"/>
                </a:cubicBezTo>
                <a:lnTo>
                  <a:pt x="5410245" y="15419"/>
                </a:lnTo>
                <a:close/>
                <a:moveTo>
                  <a:pt x="5593441" y="158078"/>
                </a:moveTo>
                <a:cubicBezTo>
                  <a:pt x="5588998" y="161659"/>
                  <a:pt x="5585864" y="162941"/>
                  <a:pt x="5581944" y="162941"/>
                </a:cubicBezTo>
                <a:cubicBezTo>
                  <a:pt x="5575934" y="162941"/>
                  <a:pt x="5574104" y="159356"/>
                  <a:pt x="5574104" y="148093"/>
                </a:cubicBezTo>
                <a:lnTo>
                  <a:pt x="5574104" y="98164"/>
                </a:lnTo>
                <a:cubicBezTo>
                  <a:pt x="5574104" y="84849"/>
                  <a:pt x="5572796" y="77424"/>
                  <a:pt x="5568876" y="71279"/>
                </a:cubicBezTo>
                <a:cubicBezTo>
                  <a:pt x="5563126" y="62064"/>
                  <a:pt x="5551889" y="57193"/>
                  <a:pt x="5536472" y="57193"/>
                </a:cubicBezTo>
                <a:cubicBezTo>
                  <a:pt x="5511904" y="57193"/>
                  <a:pt x="5492567" y="69742"/>
                  <a:pt x="5492567" y="85873"/>
                </a:cubicBezTo>
                <a:cubicBezTo>
                  <a:pt x="5492567" y="91764"/>
                  <a:pt x="5497791" y="96882"/>
                  <a:pt x="5503805" y="96882"/>
                </a:cubicBezTo>
                <a:cubicBezTo>
                  <a:pt x="5510073" y="96882"/>
                  <a:pt x="5515564" y="91764"/>
                  <a:pt x="5515564" y="86131"/>
                </a:cubicBezTo>
                <a:cubicBezTo>
                  <a:pt x="5515564" y="85107"/>
                  <a:pt x="5515301" y="83824"/>
                  <a:pt x="5515042" y="82034"/>
                </a:cubicBezTo>
                <a:cubicBezTo>
                  <a:pt x="5514520" y="79731"/>
                  <a:pt x="5514256" y="77682"/>
                  <a:pt x="5514256" y="75888"/>
                </a:cubicBezTo>
                <a:cubicBezTo>
                  <a:pt x="5514256" y="68976"/>
                  <a:pt x="5522619" y="63342"/>
                  <a:pt x="5533074" y="63342"/>
                </a:cubicBezTo>
                <a:cubicBezTo>
                  <a:pt x="5545879" y="63342"/>
                  <a:pt x="5552933" y="70766"/>
                  <a:pt x="5552933" y="84594"/>
                </a:cubicBezTo>
                <a:lnTo>
                  <a:pt x="5552933" y="100213"/>
                </a:lnTo>
                <a:cubicBezTo>
                  <a:pt x="5512689" y="116086"/>
                  <a:pt x="5508247" y="118134"/>
                  <a:pt x="5497010" y="127865"/>
                </a:cubicBezTo>
                <a:cubicBezTo>
                  <a:pt x="5491259" y="132987"/>
                  <a:pt x="5487598" y="141689"/>
                  <a:pt x="5487598" y="150138"/>
                </a:cubicBezTo>
                <a:cubicBezTo>
                  <a:pt x="5487598" y="166272"/>
                  <a:pt x="5499099" y="177543"/>
                  <a:pt x="5515042" y="177543"/>
                </a:cubicBezTo>
                <a:cubicBezTo>
                  <a:pt x="5526539" y="177543"/>
                  <a:pt x="5537254" y="172164"/>
                  <a:pt x="5553196" y="158840"/>
                </a:cubicBezTo>
                <a:cubicBezTo>
                  <a:pt x="5554504" y="172164"/>
                  <a:pt x="5559206" y="177543"/>
                  <a:pt x="5569921" y="177543"/>
                </a:cubicBezTo>
                <a:cubicBezTo>
                  <a:pt x="5578806" y="177543"/>
                  <a:pt x="5584297" y="174471"/>
                  <a:pt x="5593441" y="164736"/>
                </a:cubicBezTo>
                <a:lnTo>
                  <a:pt x="5593441" y="158078"/>
                </a:lnTo>
                <a:moveTo>
                  <a:pt x="5552933" y="143468"/>
                </a:moveTo>
                <a:cubicBezTo>
                  <a:pt x="5552933" y="151412"/>
                  <a:pt x="5551629" y="153719"/>
                  <a:pt x="5546138" y="156792"/>
                </a:cubicBezTo>
                <a:cubicBezTo>
                  <a:pt x="5539870" y="160381"/>
                  <a:pt x="5532552" y="162683"/>
                  <a:pt x="5527061" y="162683"/>
                </a:cubicBezTo>
                <a:cubicBezTo>
                  <a:pt x="5517917" y="162683"/>
                  <a:pt x="5510600" y="153973"/>
                  <a:pt x="5510600" y="142956"/>
                </a:cubicBezTo>
                <a:lnTo>
                  <a:pt x="5510600" y="141932"/>
                </a:lnTo>
                <a:cubicBezTo>
                  <a:pt x="5510600" y="126813"/>
                  <a:pt x="5521311" y="117591"/>
                  <a:pt x="5552933" y="106316"/>
                </a:cubicBezTo>
                <a:lnTo>
                  <a:pt x="5552933" y="143468"/>
                </a:lnTo>
                <a:close/>
                <a:moveTo>
                  <a:pt x="5639698" y="57193"/>
                </a:moveTo>
                <a:lnTo>
                  <a:pt x="5599191" y="71204"/>
                </a:lnTo>
                <a:lnTo>
                  <a:pt x="5599191" y="75051"/>
                </a:lnTo>
                <a:lnTo>
                  <a:pt x="5601284" y="74793"/>
                </a:lnTo>
                <a:cubicBezTo>
                  <a:pt x="5604419" y="74281"/>
                  <a:pt x="5607816" y="74023"/>
                  <a:pt x="5610169" y="74023"/>
                </a:cubicBezTo>
                <a:cubicBezTo>
                  <a:pt x="5616442" y="74023"/>
                  <a:pt x="5618790" y="78124"/>
                  <a:pt x="5618790" y="89407"/>
                </a:cubicBezTo>
                <a:lnTo>
                  <a:pt x="5618790" y="148894"/>
                </a:lnTo>
                <a:cubicBezTo>
                  <a:pt x="5618790" y="167355"/>
                  <a:pt x="5616178" y="170174"/>
                  <a:pt x="5598146" y="171198"/>
                </a:cubicBezTo>
                <a:lnTo>
                  <a:pt x="5598146" y="175041"/>
                </a:lnTo>
                <a:lnTo>
                  <a:pt x="5660083" y="175041"/>
                </a:lnTo>
                <a:lnTo>
                  <a:pt x="5660083" y="171198"/>
                </a:lnTo>
                <a:cubicBezTo>
                  <a:pt x="5642836" y="169920"/>
                  <a:pt x="5640743" y="167355"/>
                  <a:pt x="5640743" y="148894"/>
                </a:cubicBezTo>
                <a:lnTo>
                  <a:pt x="5640743" y="57963"/>
                </a:lnTo>
                <a:lnTo>
                  <a:pt x="5639698" y="57193"/>
                </a:lnTo>
                <a:moveTo>
                  <a:pt x="5627416" y="145"/>
                </a:moveTo>
                <a:cubicBezTo>
                  <a:pt x="5620361" y="145"/>
                  <a:pt x="5614348" y="6040"/>
                  <a:pt x="5614348" y="13214"/>
                </a:cubicBezTo>
                <a:cubicBezTo>
                  <a:pt x="5614348" y="20388"/>
                  <a:pt x="5620098" y="26280"/>
                  <a:pt x="5627416" y="26280"/>
                </a:cubicBezTo>
                <a:cubicBezTo>
                  <a:pt x="5634996" y="26280"/>
                  <a:pt x="5641006" y="20642"/>
                  <a:pt x="5641006" y="13214"/>
                </a:cubicBezTo>
                <a:cubicBezTo>
                  <a:pt x="5641006" y="6040"/>
                  <a:pt x="5634996" y="145"/>
                  <a:pt x="5627416" y="145"/>
                </a:cubicBezTo>
                <a:close/>
                <a:moveTo>
                  <a:pt x="5670798" y="73081"/>
                </a:moveTo>
                <a:cubicBezTo>
                  <a:pt x="5672365" y="72311"/>
                  <a:pt x="5674981" y="72057"/>
                  <a:pt x="5677856" y="72057"/>
                </a:cubicBezTo>
                <a:cubicBezTo>
                  <a:pt x="5685174" y="72057"/>
                  <a:pt x="5687523" y="75900"/>
                  <a:pt x="5687523" y="88449"/>
                </a:cubicBezTo>
                <a:lnTo>
                  <a:pt x="5687523" y="151987"/>
                </a:lnTo>
                <a:cubicBezTo>
                  <a:pt x="5687523" y="166589"/>
                  <a:pt x="5684647" y="170174"/>
                  <a:pt x="5671321" y="171198"/>
                </a:cubicBezTo>
                <a:lnTo>
                  <a:pt x="5671321" y="175041"/>
                </a:lnTo>
                <a:lnTo>
                  <a:pt x="5726726" y="175041"/>
                </a:lnTo>
                <a:lnTo>
                  <a:pt x="5726726" y="171198"/>
                </a:lnTo>
                <a:cubicBezTo>
                  <a:pt x="5713395" y="170174"/>
                  <a:pt x="5709475" y="167101"/>
                  <a:pt x="5709475" y="157879"/>
                </a:cubicBezTo>
                <a:lnTo>
                  <a:pt x="5709475" y="85888"/>
                </a:lnTo>
                <a:cubicBezTo>
                  <a:pt x="5722020" y="74359"/>
                  <a:pt x="5727771" y="71286"/>
                  <a:pt x="5736396" y="71286"/>
                </a:cubicBezTo>
                <a:cubicBezTo>
                  <a:pt x="5749201" y="71286"/>
                  <a:pt x="5755473" y="79227"/>
                  <a:pt x="5755473" y="96135"/>
                </a:cubicBezTo>
                <a:lnTo>
                  <a:pt x="5755473" y="149680"/>
                </a:lnTo>
                <a:cubicBezTo>
                  <a:pt x="5755473" y="165819"/>
                  <a:pt x="5752076" y="170174"/>
                  <a:pt x="5739008" y="171198"/>
                </a:cubicBezTo>
                <a:lnTo>
                  <a:pt x="5739008" y="175041"/>
                </a:lnTo>
                <a:lnTo>
                  <a:pt x="5793369" y="175041"/>
                </a:lnTo>
                <a:lnTo>
                  <a:pt x="5793369" y="171198"/>
                </a:lnTo>
                <a:cubicBezTo>
                  <a:pt x="5780560" y="169920"/>
                  <a:pt x="5777426" y="166843"/>
                  <a:pt x="5777426" y="154293"/>
                </a:cubicBezTo>
                <a:lnTo>
                  <a:pt x="5777426" y="95623"/>
                </a:lnTo>
                <a:cubicBezTo>
                  <a:pt x="5777426" y="71544"/>
                  <a:pt x="5765925" y="57193"/>
                  <a:pt x="5746589" y="57193"/>
                </a:cubicBezTo>
                <a:cubicBezTo>
                  <a:pt x="5734566" y="57193"/>
                  <a:pt x="5726463" y="61552"/>
                  <a:pt x="5708693" y="77948"/>
                </a:cubicBezTo>
                <a:lnTo>
                  <a:pt x="5708693" y="57709"/>
                </a:lnTo>
                <a:lnTo>
                  <a:pt x="5706863" y="57193"/>
                </a:lnTo>
                <a:cubicBezTo>
                  <a:pt x="5694058" y="61806"/>
                  <a:pt x="5685174" y="64625"/>
                  <a:pt x="5670798" y="68726"/>
                </a:cubicBezTo>
                <a:lnTo>
                  <a:pt x="5670798" y="73081"/>
                </a:lnTo>
                <a:close/>
                <a:moveTo>
                  <a:pt x="5863928" y="59695"/>
                </a:moveTo>
                <a:lnTo>
                  <a:pt x="5837533" y="59695"/>
                </a:lnTo>
                <a:lnTo>
                  <a:pt x="5837533" y="29974"/>
                </a:lnTo>
                <a:cubicBezTo>
                  <a:pt x="5837533" y="27414"/>
                  <a:pt x="5837274" y="26643"/>
                  <a:pt x="5835703" y="26643"/>
                </a:cubicBezTo>
                <a:cubicBezTo>
                  <a:pt x="5833876" y="28950"/>
                  <a:pt x="5832305" y="31257"/>
                  <a:pt x="5830479" y="33817"/>
                </a:cubicBezTo>
                <a:cubicBezTo>
                  <a:pt x="5820545" y="47911"/>
                  <a:pt x="5809308" y="60211"/>
                  <a:pt x="5805129" y="61235"/>
                </a:cubicBezTo>
                <a:cubicBezTo>
                  <a:pt x="5802254" y="63026"/>
                  <a:pt x="5800683" y="64820"/>
                  <a:pt x="5800683" y="66102"/>
                </a:cubicBezTo>
                <a:cubicBezTo>
                  <a:pt x="5800683" y="66872"/>
                  <a:pt x="5800946" y="67385"/>
                  <a:pt x="5801731" y="67897"/>
                </a:cubicBezTo>
                <a:lnTo>
                  <a:pt x="5815581" y="67897"/>
                </a:lnTo>
                <a:lnTo>
                  <a:pt x="5815581" y="145008"/>
                </a:lnTo>
                <a:cubicBezTo>
                  <a:pt x="5815581" y="166526"/>
                  <a:pt x="5823421" y="177543"/>
                  <a:pt x="5838841" y="177543"/>
                </a:cubicBezTo>
                <a:cubicBezTo>
                  <a:pt x="5851646" y="177543"/>
                  <a:pt x="5861575" y="171398"/>
                  <a:pt x="5870200" y="158074"/>
                </a:cubicBezTo>
                <a:lnTo>
                  <a:pt x="5866803" y="155255"/>
                </a:lnTo>
                <a:cubicBezTo>
                  <a:pt x="5861316" y="161659"/>
                  <a:pt x="5856874" y="164224"/>
                  <a:pt x="5851123" y="164224"/>
                </a:cubicBezTo>
                <a:cubicBezTo>
                  <a:pt x="5841453" y="164224"/>
                  <a:pt x="5837533" y="157304"/>
                  <a:pt x="5837533" y="141165"/>
                </a:cubicBezTo>
                <a:lnTo>
                  <a:pt x="5837533" y="67897"/>
                </a:lnTo>
                <a:lnTo>
                  <a:pt x="5863928" y="67897"/>
                </a:lnTo>
                <a:lnTo>
                  <a:pt x="5863928" y="59695"/>
                </a:lnTo>
                <a:close/>
                <a:moveTo>
                  <a:pt x="5976565" y="132951"/>
                </a:moveTo>
                <a:cubicBezTo>
                  <a:pt x="5964024" y="152433"/>
                  <a:pt x="5952782" y="159868"/>
                  <a:pt x="5936058" y="159868"/>
                </a:cubicBezTo>
                <a:cubicBezTo>
                  <a:pt x="5921164" y="159868"/>
                  <a:pt x="5909926" y="152433"/>
                  <a:pt x="5902345" y="137823"/>
                </a:cubicBezTo>
                <a:cubicBezTo>
                  <a:pt x="5897640" y="128080"/>
                  <a:pt x="5895814" y="119620"/>
                  <a:pt x="5895291" y="103982"/>
                </a:cubicBezTo>
                <a:lnTo>
                  <a:pt x="5975783" y="103982"/>
                </a:lnTo>
                <a:cubicBezTo>
                  <a:pt x="5973690" y="87358"/>
                  <a:pt x="5971078" y="79954"/>
                  <a:pt x="5964546" y="71783"/>
                </a:cubicBezTo>
                <a:cubicBezTo>
                  <a:pt x="5956702" y="62576"/>
                  <a:pt x="5944683" y="57193"/>
                  <a:pt x="5931093" y="57193"/>
                </a:cubicBezTo>
                <a:cubicBezTo>
                  <a:pt x="5918025" y="57193"/>
                  <a:pt x="5905743" y="61806"/>
                  <a:pt x="5895814" y="70504"/>
                </a:cubicBezTo>
                <a:cubicBezTo>
                  <a:pt x="5883527" y="80974"/>
                  <a:pt x="5876473" y="99114"/>
                  <a:pt x="5876473" y="120132"/>
                </a:cubicBezTo>
                <a:cubicBezTo>
                  <a:pt x="5876473" y="155509"/>
                  <a:pt x="5895291" y="177543"/>
                  <a:pt x="5925343" y="177543"/>
                </a:cubicBezTo>
                <a:cubicBezTo>
                  <a:pt x="5950170" y="177543"/>
                  <a:pt x="5969770" y="162429"/>
                  <a:pt x="5980748" y="134746"/>
                </a:cubicBezTo>
                <a:lnTo>
                  <a:pt x="5976565" y="132951"/>
                </a:lnTo>
                <a:moveTo>
                  <a:pt x="5895814" y="95783"/>
                </a:moveTo>
                <a:cubicBezTo>
                  <a:pt x="5898685" y="75868"/>
                  <a:pt x="5907573" y="66419"/>
                  <a:pt x="5923512" y="66419"/>
                </a:cubicBezTo>
                <a:cubicBezTo>
                  <a:pt x="5939455" y="66419"/>
                  <a:pt x="5945728" y="73570"/>
                  <a:pt x="5949125" y="95783"/>
                </a:cubicBezTo>
                <a:lnTo>
                  <a:pt x="5895814" y="95783"/>
                </a:lnTo>
                <a:close/>
                <a:moveTo>
                  <a:pt x="6054708" y="175041"/>
                </a:moveTo>
                <a:lnTo>
                  <a:pt x="6107234" y="175041"/>
                </a:lnTo>
                <a:lnTo>
                  <a:pt x="6107234" y="171198"/>
                </a:lnTo>
                <a:cubicBezTo>
                  <a:pt x="6099135" y="171198"/>
                  <a:pt x="6093907" y="167101"/>
                  <a:pt x="6085804" y="155822"/>
                </a:cubicBezTo>
                <a:lnTo>
                  <a:pt x="6052355" y="105581"/>
                </a:lnTo>
                <a:lnTo>
                  <a:pt x="6074045" y="74821"/>
                </a:lnTo>
                <a:cubicBezTo>
                  <a:pt x="6079009" y="67897"/>
                  <a:pt x="6086849" y="63796"/>
                  <a:pt x="6095215" y="63542"/>
                </a:cubicBezTo>
                <a:lnTo>
                  <a:pt x="6095215" y="59695"/>
                </a:lnTo>
                <a:lnTo>
                  <a:pt x="6053923" y="59695"/>
                </a:lnTo>
                <a:lnTo>
                  <a:pt x="6053923" y="63542"/>
                </a:lnTo>
                <a:cubicBezTo>
                  <a:pt x="6061762" y="64054"/>
                  <a:pt x="6064374" y="65590"/>
                  <a:pt x="6064374" y="69179"/>
                </a:cubicBezTo>
                <a:cubicBezTo>
                  <a:pt x="6064374" y="72256"/>
                  <a:pt x="6061240" y="77893"/>
                  <a:pt x="6054708" y="85842"/>
                </a:cubicBezTo>
                <a:cubicBezTo>
                  <a:pt x="6053400" y="87378"/>
                  <a:pt x="6050262" y="91995"/>
                  <a:pt x="6046864" y="97121"/>
                </a:cubicBezTo>
                <a:lnTo>
                  <a:pt x="6043208" y="91995"/>
                </a:lnTo>
                <a:cubicBezTo>
                  <a:pt x="6035890" y="81228"/>
                  <a:pt x="6031185" y="72514"/>
                  <a:pt x="6031185" y="69179"/>
                </a:cubicBezTo>
                <a:cubicBezTo>
                  <a:pt x="6031185" y="65590"/>
                  <a:pt x="6034582" y="63796"/>
                  <a:pt x="6042422" y="63542"/>
                </a:cubicBezTo>
                <a:lnTo>
                  <a:pt x="6042422" y="59695"/>
                </a:lnTo>
                <a:lnTo>
                  <a:pt x="5988325" y="59695"/>
                </a:lnTo>
                <a:lnTo>
                  <a:pt x="5988325" y="63542"/>
                </a:lnTo>
                <a:lnTo>
                  <a:pt x="5990677" y="63542"/>
                </a:lnTo>
                <a:cubicBezTo>
                  <a:pt x="5998517" y="63542"/>
                  <a:pt x="6002700" y="66872"/>
                  <a:pt x="6010799" y="78922"/>
                </a:cubicBezTo>
                <a:lnTo>
                  <a:pt x="6035368" y="115832"/>
                </a:lnTo>
                <a:lnTo>
                  <a:pt x="6005575" y="158129"/>
                </a:lnTo>
                <a:cubicBezTo>
                  <a:pt x="5997736" y="168638"/>
                  <a:pt x="5995120" y="170432"/>
                  <a:pt x="5986498" y="171198"/>
                </a:cubicBezTo>
                <a:lnTo>
                  <a:pt x="5986498" y="175041"/>
                </a:lnTo>
                <a:lnTo>
                  <a:pt x="6024389" y="175041"/>
                </a:lnTo>
                <a:lnTo>
                  <a:pt x="6024389" y="171198"/>
                </a:lnTo>
                <a:cubicBezTo>
                  <a:pt x="6017072" y="171198"/>
                  <a:pt x="6013938" y="169920"/>
                  <a:pt x="6013938" y="166585"/>
                </a:cubicBezTo>
                <a:cubicBezTo>
                  <a:pt x="6013938" y="165049"/>
                  <a:pt x="6015768" y="161206"/>
                  <a:pt x="6019166" y="156076"/>
                </a:cubicBezTo>
                <a:lnTo>
                  <a:pt x="6039810" y="124550"/>
                </a:lnTo>
                <a:lnTo>
                  <a:pt x="6063593" y="160435"/>
                </a:lnTo>
                <a:cubicBezTo>
                  <a:pt x="6064638" y="161972"/>
                  <a:pt x="6065160" y="163512"/>
                  <a:pt x="6065160" y="165049"/>
                </a:cubicBezTo>
                <a:cubicBezTo>
                  <a:pt x="6065160" y="169662"/>
                  <a:pt x="6063330" y="170686"/>
                  <a:pt x="6054708" y="171198"/>
                </a:cubicBezTo>
                <a:lnTo>
                  <a:pt x="6054708" y="175041"/>
                </a:lnTo>
                <a:close/>
                <a:moveTo>
                  <a:pt x="6179365" y="59695"/>
                </a:moveTo>
                <a:lnTo>
                  <a:pt x="6152970" y="59695"/>
                </a:lnTo>
                <a:lnTo>
                  <a:pt x="6152970" y="29974"/>
                </a:lnTo>
                <a:cubicBezTo>
                  <a:pt x="6152970" y="27414"/>
                  <a:pt x="6152711" y="26643"/>
                  <a:pt x="6151140" y="26643"/>
                </a:cubicBezTo>
                <a:cubicBezTo>
                  <a:pt x="6149313" y="28950"/>
                  <a:pt x="6147742" y="31257"/>
                  <a:pt x="6145916" y="33817"/>
                </a:cubicBezTo>
                <a:cubicBezTo>
                  <a:pt x="6135982" y="47911"/>
                  <a:pt x="6124745" y="60211"/>
                  <a:pt x="6120566" y="61235"/>
                </a:cubicBezTo>
                <a:cubicBezTo>
                  <a:pt x="6117691" y="63026"/>
                  <a:pt x="6116119" y="64820"/>
                  <a:pt x="6116119" y="66102"/>
                </a:cubicBezTo>
                <a:cubicBezTo>
                  <a:pt x="6116119" y="66872"/>
                  <a:pt x="6116383" y="67385"/>
                  <a:pt x="6117168" y="67897"/>
                </a:cubicBezTo>
                <a:lnTo>
                  <a:pt x="6131018" y="67897"/>
                </a:lnTo>
                <a:lnTo>
                  <a:pt x="6131018" y="145008"/>
                </a:lnTo>
                <a:cubicBezTo>
                  <a:pt x="6131018" y="166526"/>
                  <a:pt x="6138857" y="177543"/>
                  <a:pt x="6154278" y="177543"/>
                </a:cubicBezTo>
                <a:cubicBezTo>
                  <a:pt x="6167082" y="177543"/>
                  <a:pt x="6177012" y="171398"/>
                  <a:pt x="6185637" y="158074"/>
                </a:cubicBezTo>
                <a:lnTo>
                  <a:pt x="6182240" y="155255"/>
                </a:lnTo>
                <a:cubicBezTo>
                  <a:pt x="6176753" y="161659"/>
                  <a:pt x="6172310" y="164224"/>
                  <a:pt x="6166560" y="164224"/>
                </a:cubicBezTo>
                <a:cubicBezTo>
                  <a:pt x="6156890" y="164224"/>
                  <a:pt x="6152970" y="157304"/>
                  <a:pt x="6152970" y="141165"/>
                </a:cubicBezTo>
                <a:lnTo>
                  <a:pt x="6152970" y="67897"/>
                </a:lnTo>
                <a:lnTo>
                  <a:pt x="6179365" y="67897"/>
                </a:lnTo>
                <a:lnTo>
                  <a:pt x="6179365" y="59695"/>
                </a:lnTo>
                <a:close/>
                <a:moveTo>
                  <a:pt x="6218045" y="149356"/>
                </a:moveTo>
                <a:cubicBezTo>
                  <a:pt x="6210201" y="149356"/>
                  <a:pt x="6203669" y="156018"/>
                  <a:pt x="6203669" y="163962"/>
                </a:cubicBezTo>
                <a:cubicBezTo>
                  <a:pt x="6203669" y="171390"/>
                  <a:pt x="6210201" y="177794"/>
                  <a:pt x="6217782" y="177794"/>
                </a:cubicBezTo>
                <a:cubicBezTo>
                  <a:pt x="6225885" y="177794"/>
                  <a:pt x="6232680" y="171390"/>
                  <a:pt x="6232680" y="163962"/>
                </a:cubicBezTo>
                <a:cubicBezTo>
                  <a:pt x="6232680" y="156018"/>
                  <a:pt x="6225885" y="149356"/>
                  <a:pt x="6218045" y="149356"/>
                </a:cubicBezTo>
                <a:close/>
                <a:moveTo>
                  <a:pt x="6451682" y="16162"/>
                </a:moveTo>
                <a:lnTo>
                  <a:pt x="6451682" y="144293"/>
                </a:lnTo>
                <a:cubicBezTo>
                  <a:pt x="6451682" y="166077"/>
                  <a:pt x="6448807" y="168896"/>
                  <a:pt x="6427114" y="170174"/>
                </a:cubicBezTo>
                <a:lnTo>
                  <a:pt x="6427114" y="175041"/>
                </a:lnTo>
                <a:lnTo>
                  <a:pt x="6503427" y="175041"/>
                </a:lnTo>
                <a:lnTo>
                  <a:pt x="6503427" y="170174"/>
                </a:lnTo>
                <a:cubicBezTo>
                  <a:pt x="6481997" y="169150"/>
                  <a:pt x="6478336" y="165819"/>
                  <a:pt x="6478336" y="147112"/>
                </a:cubicBezTo>
                <a:lnTo>
                  <a:pt x="6478336" y="16162"/>
                </a:lnTo>
                <a:lnTo>
                  <a:pt x="6492449" y="16162"/>
                </a:lnTo>
                <a:cubicBezTo>
                  <a:pt x="6522241" y="16162"/>
                  <a:pt x="6527991" y="20775"/>
                  <a:pt x="6534005" y="48963"/>
                </a:cubicBezTo>
                <a:lnTo>
                  <a:pt x="6540274" y="48963"/>
                </a:lnTo>
                <a:lnTo>
                  <a:pt x="6538706" y="5399"/>
                </a:lnTo>
                <a:lnTo>
                  <a:pt x="6391312" y="5399"/>
                </a:lnTo>
                <a:lnTo>
                  <a:pt x="6389745" y="48963"/>
                </a:lnTo>
                <a:lnTo>
                  <a:pt x="6396014" y="48963"/>
                </a:lnTo>
                <a:cubicBezTo>
                  <a:pt x="6402287" y="21029"/>
                  <a:pt x="6408300" y="16162"/>
                  <a:pt x="6437570" y="16162"/>
                </a:cubicBezTo>
                <a:lnTo>
                  <a:pt x="6451682" y="16162"/>
                </a:lnTo>
                <a:close/>
                <a:moveTo>
                  <a:pt x="6586011" y="87171"/>
                </a:moveTo>
                <a:cubicBezTo>
                  <a:pt x="6596985" y="75387"/>
                  <a:pt x="6604825" y="71028"/>
                  <a:pt x="6615017" y="71028"/>
                </a:cubicBezTo>
                <a:cubicBezTo>
                  <a:pt x="6628085" y="71028"/>
                  <a:pt x="6634617" y="80255"/>
                  <a:pt x="6634617" y="98188"/>
                </a:cubicBezTo>
                <a:lnTo>
                  <a:pt x="6634617" y="148910"/>
                </a:lnTo>
                <a:cubicBezTo>
                  <a:pt x="6634617" y="166331"/>
                  <a:pt x="6632005" y="169662"/>
                  <a:pt x="6616848" y="171198"/>
                </a:cubicBezTo>
                <a:lnTo>
                  <a:pt x="6616848" y="175041"/>
                </a:lnTo>
                <a:lnTo>
                  <a:pt x="6672253" y="175041"/>
                </a:lnTo>
                <a:lnTo>
                  <a:pt x="6672253" y="171198"/>
                </a:lnTo>
                <a:cubicBezTo>
                  <a:pt x="6658141" y="168638"/>
                  <a:pt x="6656569" y="166589"/>
                  <a:pt x="6656569" y="148910"/>
                </a:cubicBezTo>
                <a:lnTo>
                  <a:pt x="6656569" y="97930"/>
                </a:lnTo>
                <a:cubicBezTo>
                  <a:pt x="6656569" y="71028"/>
                  <a:pt x="6645595" y="57193"/>
                  <a:pt x="6624424" y="57193"/>
                </a:cubicBezTo>
                <a:cubicBezTo>
                  <a:pt x="6609008" y="57193"/>
                  <a:pt x="6598030" y="63342"/>
                  <a:pt x="6586011" y="78714"/>
                </a:cubicBezTo>
                <a:lnTo>
                  <a:pt x="6586011" y="829"/>
                </a:lnTo>
                <a:lnTo>
                  <a:pt x="6584703" y="59"/>
                </a:lnTo>
                <a:cubicBezTo>
                  <a:pt x="6575818" y="3132"/>
                  <a:pt x="6569282" y="5184"/>
                  <a:pt x="6554647" y="9281"/>
                </a:cubicBezTo>
                <a:lnTo>
                  <a:pt x="6547593" y="11334"/>
                </a:lnTo>
                <a:lnTo>
                  <a:pt x="6547593" y="15431"/>
                </a:lnTo>
                <a:cubicBezTo>
                  <a:pt x="6548638" y="15177"/>
                  <a:pt x="6549423" y="15177"/>
                  <a:pt x="6550727" y="15177"/>
                </a:cubicBezTo>
                <a:cubicBezTo>
                  <a:pt x="6561965" y="15177"/>
                  <a:pt x="6564058" y="17225"/>
                  <a:pt x="6564058" y="28242"/>
                </a:cubicBezTo>
                <a:lnTo>
                  <a:pt x="6564058" y="148910"/>
                </a:lnTo>
                <a:cubicBezTo>
                  <a:pt x="6564058" y="166843"/>
                  <a:pt x="6562487" y="169150"/>
                  <a:pt x="6547330" y="171198"/>
                </a:cubicBezTo>
                <a:lnTo>
                  <a:pt x="6547330" y="175041"/>
                </a:lnTo>
                <a:lnTo>
                  <a:pt x="6603780" y="175041"/>
                </a:lnTo>
                <a:lnTo>
                  <a:pt x="6603780" y="171198"/>
                </a:lnTo>
                <a:cubicBezTo>
                  <a:pt x="6588623" y="169662"/>
                  <a:pt x="6586011" y="166589"/>
                  <a:pt x="6586011" y="148910"/>
                </a:cubicBezTo>
                <a:lnTo>
                  <a:pt x="6586011" y="87171"/>
                </a:lnTo>
                <a:close/>
                <a:moveTo>
                  <a:pt x="6782275" y="132951"/>
                </a:moveTo>
                <a:cubicBezTo>
                  <a:pt x="6769733" y="152433"/>
                  <a:pt x="6758492" y="159868"/>
                  <a:pt x="6741767" y="159868"/>
                </a:cubicBezTo>
                <a:cubicBezTo>
                  <a:pt x="6726873" y="159868"/>
                  <a:pt x="6715636" y="152433"/>
                  <a:pt x="6708055" y="137823"/>
                </a:cubicBezTo>
                <a:cubicBezTo>
                  <a:pt x="6703350" y="128080"/>
                  <a:pt x="6701523" y="119620"/>
                  <a:pt x="6701001" y="103982"/>
                </a:cubicBezTo>
                <a:lnTo>
                  <a:pt x="6781493" y="103982"/>
                </a:lnTo>
                <a:cubicBezTo>
                  <a:pt x="6779400" y="87358"/>
                  <a:pt x="6776788" y="79954"/>
                  <a:pt x="6770256" y="71783"/>
                </a:cubicBezTo>
                <a:cubicBezTo>
                  <a:pt x="6762412" y="62576"/>
                  <a:pt x="6750393" y="57193"/>
                  <a:pt x="6736803" y="57193"/>
                </a:cubicBezTo>
                <a:cubicBezTo>
                  <a:pt x="6723735" y="57193"/>
                  <a:pt x="6711453" y="61806"/>
                  <a:pt x="6701523" y="70504"/>
                </a:cubicBezTo>
                <a:cubicBezTo>
                  <a:pt x="6689237" y="80974"/>
                  <a:pt x="6682183" y="99114"/>
                  <a:pt x="6682183" y="120132"/>
                </a:cubicBezTo>
                <a:cubicBezTo>
                  <a:pt x="6682183" y="155509"/>
                  <a:pt x="6701001" y="177543"/>
                  <a:pt x="6731052" y="177543"/>
                </a:cubicBezTo>
                <a:cubicBezTo>
                  <a:pt x="6755880" y="177543"/>
                  <a:pt x="6775480" y="162429"/>
                  <a:pt x="6786458" y="134746"/>
                </a:cubicBezTo>
                <a:lnTo>
                  <a:pt x="6782275" y="132951"/>
                </a:lnTo>
                <a:moveTo>
                  <a:pt x="6701523" y="95783"/>
                </a:moveTo>
                <a:cubicBezTo>
                  <a:pt x="6704395" y="75868"/>
                  <a:pt x="6713283" y="66419"/>
                  <a:pt x="6729222" y="66419"/>
                </a:cubicBezTo>
                <a:cubicBezTo>
                  <a:pt x="6745165" y="66419"/>
                  <a:pt x="6751438" y="73570"/>
                  <a:pt x="6754835" y="95783"/>
                </a:cubicBezTo>
                <a:lnTo>
                  <a:pt x="6701523" y="957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sequencenumberispartoftheinputusedtocomputetheMAC.">
            <a:extLst xmlns:a="http://schemas.openxmlformats.org/drawingml/2006/main">
              <a:ext uri="{FF2B5EF4-FFF2-40B4-BE49-F238E27FC236}">
                <a16:creationId xmlns:a16="http://schemas.microsoft.com/office/drawing/2014/main" id="{0DAFB7E5-4F10-4093-824B-25B43CDC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6" y="3136030"/>
            <a:ext cx="6520160" cy="230529"/>
          </a:xfrm>
          <a:custGeom xmlns:a="http://schemas.openxmlformats.org/drawingml/2006/main">
            <a:pathLst>
              <a:path w="6520160" h="230529">
                <a:moveTo>
                  <a:pt x="67639" y="94482"/>
                </a:moveTo>
                <a:lnTo>
                  <a:pt x="66614" y="59636"/>
                </a:lnTo>
                <a:lnTo>
                  <a:pt x="63796" y="59636"/>
                </a:lnTo>
                <a:lnTo>
                  <a:pt x="63284" y="60152"/>
                </a:lnTo>
                <a:cubicBezTo>
                  <a:pt x="60977" y="61943"/>
                  <a:pt x="60723" y="62201"/>
                  <a:pt x="59699" y="62201"/>
                </a:cubicBezTo>
                <a:cubicBezTo>
                  <a:pt x="58162" y="62201"/>
                  <a:pt x="55597" y="61688"/>
                  <a:pt x="52779" y="60406"/>
                </a:cubicBezTo>
                <a:cubicBezTo>
                  <a:pt x="47141" y="58412"/>
                  <a:pt x="41507" y="57384"/>
                  <a:pt x="34846" y="57384"/>
                </a:cubicBezTo>
                <a:cubicBezTo>
                  <a:pt x="14602" y="57384"/>
                  <a:pt x="0" y="70450"/>
                  <a:pt x="0" y="88887"/>
                </a:cubicBezTo>
                <a:cubicBezTo>
                  <a:pt x="0" y="103223"/>
                  <a:pt x="8198" y="113466"/>
                  <a:pt x="29978" y="125758"/>
                </a:cubicBezTo>
                <a:lnTo>
                  <a:pt x="44838" y="134210"/>
                </a:lnTo>
                <a:cubicBezTo>
                  <a:pt x="53803" y="139332"/>
                  <a:pt x="58162" y="145477"/>
                  <a:pt x="58162" y="153414"/>
                </a:cubicBezTo>
                <a:cubicBezTo>
                  <a:pt x="58162" y="164681"/>
                  <a:pt x="49960" y="171851"/>
                  <a:pt x="36894" y="171851"/>
                </a:cubicBezTo>
                <a:cubicBezTo>
                  <a:pt x="28184" y="171851"/>
                  <a:pt x="20240" y="168520"/>
                  <a:pt x="15372" y="162887"/>
                </a:cubicBezTo>
                <a:cubicBezTo>
                  <a:pt x="9993" y="156487"/>
                  <a:pt x="7686" y="150595"/>
                  <a:pt x="4355" y="136001"/>
                </a:cubicBezTo>
                <a:lnTo>
                  <a:pt x="254" y="136001"/>
                </a:lnTo>
                <a:lnTo>
                  <a:pt x="254" y="175948"/>
                </a:lnTo>
                <a:lnTo>
                  <a:pt x="3585" y="175948"/>
                </a:lnTo>
                <a:cubicBezTo>
                  <a:pt x="5380" y="173388"/>
                  <a:pt x="6404" y="172875"/>
                  <a:pt x="9481" y="172875"/>
                </a:cubicBezTo>
                <a:cubicBezTo>
                  <a:pt x="11787" y="172934"/>
                  <a:pt x="15372" y="173446"/>
                  <a:pt x="21264" y="174983"/>
                </a:cubicBezTo>
                <a:cubicBezTo>
                  <a:pt x="28438" y="176460"/>
                  <a:pt x="35358" y="177485"/>
                  <a:pt x="39967" y="177485"/>
                </a:cubicBezTo>
                <a:cubicBezTo>
                  <a:pt x="59699" y="177485"/>
                  <a:pt x="76095" y="162632"/>
                  <a:pt x="76095" y="144707"/>
                </a:cubicBezTo>
                <a:cubicBezTo>
                  <a:pt x="76095" y="131904"/>
                  <a:pt x="69945" y="123455"/>
                  <a:pt x="54573" y="114236"/>
                </a:cubicBezTo>
                <a:lnTo>
                  <a:pt x="26901" y="97848"/>
                </a:lnTo>
                <a:cubicBezTo>
                  <a:pt x="19727" y="93751"/>
                  <a:pt x="15884" y="87351"/>
                  <a:pt x="15884" y="80435"/>
                </a:cubicBezTo>
                <a:cubicBezTo>
                  <a:pt x="15884" y="70192"/>
                  <a:pt x="23829" y="63022"/>
                  <a:pt x="35612" y="63022"/>
                </a:cubicBezTo>
                <a:cubicBezTo>
                  <a:pt x="50218" y="63022"/>
                  <a:pt x="57904" y="71728"/>
                  <a:pt x="63796" y="94521"/>
                </a:cubicBezTo>
                <a:lnTo>
                  <a:pt x="67639" y="94482"/>
                </a:lnTo>
                <a:close/>
                <a:moveTo>
                  <a:pt x="191135" y="132893"/>
                </a:moveTo>
                <a:cubicBezTo>
                  <a:pt x="178839" y="152374"/>
                  <a:pt x="167819" y="159810"/>
                  <a:pt x="151422" y="159810"/>
                </a:cubicBezTo>
                <a:cubicBezTo>
                  <a:pt x="136820" y="159810"/>
                  <a:pt x="125803" y="152374"/>
                  <a:pt x="118371" y="137764"/>
                </a:cubicBezTo>
                <a:cubicBezTo>
                  <a:pt x="113758" y="128021"/>
                  <a:pt x="111967" y="119561"/>
                  <a:pt x="111455" y="103923"/>
                </a:cubicBezTo>
                <a:lnTo>
                  <a:pt x="190369" y="103923"/>
                </a:lnTo>
                <a:cubicBezTo>
                  <a:pt x="188316" y="87300"/>
                  <a:pt x="185755" y="79895"/>
                  <a:pt x="179352" y="71724"/>
                </a:cubicBezTo>
                <a:cubicBezTo>
                  <a:pt x="171662" y="62517"/>
                  <a:pt x="159878" y="57134"/>
                  <a:pt x="146555" y="57134"/>
                </a:cubicBezTo>
                <a:cubicBezTo>
                  <a:pt x="133743" y="57134"/>
                  <a:pt x="121702" y="61747"/>
                  <a:pt x="111967" y="70446"/>
                </a:cubicBezTo>
                <a:cubicBezTo>
                  <a:pt x="99922" y="80916"/>
                  <a:pt x="93006" y="99056"/>
                  <a:pt x="93006" y="120073"/>
                </a:cubicBezTo>
                <a:cubicBezTo>
                  <a:pt x="93006" y="155451"/>
                  <a:pt x="111455" y="177485"/>
                  <a:pt x="140917" y="177485"/>
                </a:cubicBezTo>
                <a:cubicBezTo>
                  <a:pt x="165258" y="177485"/>
                  <a:pt x="184473" y="162371"/>
                  <a:pt x="195236" y="134687"/>
                </a:cubicBezTo>
                <a:lnTo>
                  <a:pt x="191135" y="132893"/>
                </a:lnTo>
                <a:moveTo>
                  <a:pt x="111967" y="95725"/>
                </a:moveTo>
                <a:cubicBezTo>
                  <a:pt x="114782" y="75810"/>
                  <a:pt x="123496" y="66360"/>
                  <a:pt x="139123" y="66360"/>
                </a:cubicBezTo>
                <a:cubicBezTo>
                  <a:pt x="154753" y="66360"/>
                  <a:pt x="160903" y="73511"/>
                  <a:pt x="164233" y="95725"/>
                </a:cubicBezTo>
                <a:lnTo>
                  <a:pt x="111967" y="95725"/>
                </a:lnTo>
                <a:close/>
                <a:moveTo>
                  <a:pt x="292599" y="66106"/>
                </a:moveTo>
                <a:cubicBezTo>
                  <a:pt x="280812" y="59190"/>
                  <a:pt x="273126" y="56884"/>
                  <a:pt x="263133" y="56884"/>
                </a:cubicBezTo>
                <a:cubicBezTo>
                  <a:pt x="231106" y="56884"/>
                  <a:pt x="206507" y="85564"/>
                  <a:pt x="206507" y="122431"/>
                </a:cubicBezTo>
                <a:cubicBezTo>
                  <a:pt x="206507" y="154688"/>
                  <a:pt x="223420" y="177485"/>
                  <a:pt x="247502" y="177485"/>
                </a:cubicBezTo>
                <a:cubicBezTo>
                  <a:pt x="262363" y="177485"/>
                  <a:pt x="276456" y="170827"/>
                  <a:pt x="287728" y="158527"/>
                </a:cubicBezTo>
                <a:lnTo>
                  <a:pt x="287728" y="206701"/>
                </a:lnTo>
                <a:cubicBezTo>
                  <a:pt x="287728" y="221049"/>
                  <a:pt x="283118" y="224896"/>
                  <a:pt x="264927" y="226174"/>
                </a:cubicBezTo>
                <a:lnTo>
                  <a:pt x="264927" y="230529"/>
                </a:lnTo>
                <a:lnTo>
                  <a:pt x="325392" y="230529"/>
                </a:lnTo>
                <a:lnTo>
                  <a:pt x="325392" y="226944"/>
                </a:lnTo>
                <a:cubicBezTo>
                  <a:pt x="311302" y="223867"/>
                  <a:pt x="309250" y="221819"/>
                  <a:pt x="309250" y="211056"/>
                </a:cubicBezTo>
                <a:lnTo>
                  <a:pt x="309250" y="57912"/>
                </a:lnTo>
                <a:lnTo>
                  <a:pt x="306431" y="57912"/>
                </a:lnTo>
                <a:lnTo>
                  <a:pt x="292599" y="66106"/>
                </a:lnTo>
                <a:moveTo>
                  <a:pt x="287728" y="142401"/>
                </a:moveTo>
                <a:cubicBezTo>
                  <a:pt x="287728" y="148546"/>
                  <a:pt x="286703" y="151873"/>
                  <a:pt x="284143" y="153922"/>
                </a:cubicBezTo>
                <a:cubicBezTo>
                  <a:pt x="278505" y="158786"/>
                  <a:pt x="270049" y="161858"/>
                  <a:pt x="262109" y="161858"/>
                </a:cubicBezTo>
                <a:cubicBezTo>
                  <a:pt x="254164" y="161858"/>
                  <a:pt x="247248" y="159298"/>
                  <a:pt x="242123" y="154176"/>
                </a:cubicBezTo>
                <a:cubicBezTo>
                  <a:pt x="233925" y="146752"/>
                  <a:pt x="228541" y="130113"/>
                  <a:pt x="228541" y="113216"/>
                </a:cubicBezTo>
                <a:cubicBezTo>
                  <a:pt x="228541" y="83003"/>
                  <a:pt x="242123" y="64062"/>
                  <a:pt x="263899" y="64062"/>
                </a:cubicBezTo>
                <a:cubicBezTo>
                  <a:pt x="279787" y="64062"/>
                  <a:pt x="287728" y="72506"/>
                  <a:pt x="287728" y="89661"/>
                </a:cubicBezTo>
                <a:lnTo>
                  <a:pt x="287728" y="142401"/>
                </a:lnTo>
                <a:close/>
                <a:moveTo>
                  <a:pt x="451193" y="162124"/>
                </a:moveTo>
                <a:lnTo>
                  <a:pt x="449914" y="162124"/>
                </a:lnTo>
                <a:cubicBezTo>
                  <a:pt x="438127" y="162124"/>
                  <a:pt x="435308" y="159305"/>
                  <a:pt x="435308" y="147518"/>
                </a:cubicBezTo>
                <a:lnTo>
                  <a:pt x="435308" y="59636"/>
                </a:lnTo>
                <a:lnTo>
                  <a:pt x="394825" y="59636"/>
                </a:lnTo>
                <a:lnTo>
                  <a:pt x="394825" y="63995"/>
                </a:lnTo>
                <a:cubicBezTo>
                  <a:pt x="410713" y="64761"/>
                  <a:pt x="413786" y="67326"/>
                  <a:pt x="413786" y="80134"/>
                </a:cubicBezTo>
                <a:lnTo>
                  <a:pt x="413786" y="140336"/>
                </a:lnTo>
                <a:cubicBezTo>
                  <a:pt x="413786" y="147510"/>
                  <a:pt x="412504" y="151099"/>
                  <a:pt x="408919" y="153914"/>
                </a:cubicBezTo>
                <a:cubicBezTo>
                  <a:pt x="401999" y="159552"/>
                  <a:pt x="394059" y="162625"/>
                  <a:pt x="386373" y="162625"/>
                </a:cubicBezTo>
                <a:cubicBezTo>
                  <a:pt x="376380" y="162625"/>
                  <a:pt x="368182" y="153914"/>
                  <a:pt x="368182" y="143155"/>
                </a:cubicBezTo>
                <a:lnTo>
                  <a:pt x="368182" y="59636"/>
                </a:lnTo>
                <a:lnTo>
                  <a:pt x="330771" y="59636"/>
                </a:lnTo>
                <a:lnTo>
                  <a:pt x="330771" y="63225"/>
                </a:lnTo>
                <a:cubicBezTo>
                  <a:pt x="343071" y="63995"/>
                  <a:pt x="346660" y="67838"/>
                  <a:pt x="346660" y="79621"/>
                </a:cubicBezTo>
                <a:lnTo>
                  <a:pt x="346660" y="144180"/>
                </a:lnTo>
                <a:cubicBezTo>
                  <a:pt x="346660" y="164419"/>
                  <a:pt x="358955" y="177485"/>
                  <a:pt x="377658" y="177485"/>
                </a:cubicBezTo>
                <a:cubicBezTo>
                  <a:pt x="387139" y="177485"/>
                  <a:pt x="397132" y="173388"/>
                  <a:pt x="404052" y="166468"/>
                </a:cubicBezTo>
                <a:lnTo>
                  <a:pt x="415069" y="155455"/>
                </a:lnTo>
                <a:lnTo>
                  <a:pt x="415069" y="176719"/>
                </a:lnTo>
                <a:lnTo>
                  <a:pt x="416093" y="177235"/>
                </a:lnTo>
                <a:cubicBezTo>
                  <a:pt x="428905" y="172113"/>
                  <a:pt x="438127" y="169294"/>
                  <a:pt x="451193" y="165705"/>
                </a:cubicBezTo>
                <a:lnTo>
                  <a:pt x="451193" y="162124"/>
                </a:lnTo>
                <a:close/>
                <a:moveTo>
                  <a:pt x="561109" y="132893"/>
                </a:moveTo>
                <a:cubicBezTo>
                  <a:pt x="548814" y="152374"/>
                  <a:pt x="537793" y="159810"/>
                  <a:pt x="521396" y="159810"/>
                </a:cubicBezTo>
                <a:cubicBezTo>
                  <a:pt x="506794" y="159810"/>
                  <a:pt x="495777" y="152374"/>
                  <a:pt x="488345" y="137764"/>
                </a:cubicBezTo>
                <a:cubicBezTo>
                  <a:pt x="483732" y="128021"/>
                  <a:pt x="481941" y="119561"/>
                  <a:pt x="481429" y="103923"/>
                </a:cubicBezTo>
                <a:lnTo>
                  <a:pt x="560343" y="103923"/>
                </a:lnTo>
                <a:cubicBezTo>
                  <a:pt x="558290" y="87300"/>
                  <a:pt x="555730" y="79895"/>
                  <a:pt x="549326" y="71724"/>
                </a:cubicBezTo>
                <a:cubicBezTo>
                  <a:pt x="541636" y="62517"/>
                  <a:pt x="529852" y="57134"/>
                  <a:pt x="516529" y="57134"/>
                </a:cubicBezTo>
                <a:cubicBezTo>
                  <a:pt x="503717" y="57134"/>
                  <a:pt x="491676" y="61747"/>
                  <a:pt x="481941" y="70446"/>
                </a:cubicBezTo>
                <a:cubicBezTo>
                  <a:pt x="469896" y="80916"/>
                  <a:pt x="462980" y="99056"/>
                  <a:pt x="462980" y="120073"/>
                </a:cubicBezTo>
                <a:cubicBezTo>
                  <a:pt x="462980" y="155451"/>
                  <a:pt x="481429" y="177485"/>
                  <a:pt x="510891" y="177485"/>
                </a:cubicBezTo>
                <a:cubicBezTo>
                  <a:pt x="535232" y="177485"/>
                  <a:pt x="554447" y="162371"/>
                  <a:pt x="565210" y="134687"/>
                </a:cubicBezTo>
                <a:lnTo>
                  <a:pt x="561109" y="132893"/>
                </a:lnTo>
                <a:moveTo>
                  <a:pt x="481941" y="95725"/>
                </a:moveTo>
                <a:cubicBezTo>
                  <a:pt x="484756" y="75810"/>
                  <a:pt x="493470" y="66360"/>
                  <a:pt x="509097" y="66360"/>
                </a:cubicBezTo>
                <a:cubicBezTo>
                  <a:pt x="524727" y="66360"/>
                  <a:pt x="530877" y="73511"/>
                  <a:pt x="534208" y="95725"/>
                </a:cubicBezTo>
                <a:lnTo>
                  <a:pt x="481941" y="95725"/>
                </a:lnTo>
                <a:close/>
                <a:moveTo>
                  <a:pt x="574433" y="73022"/>
                </a:moveTo>
                <a:cubicBezTo>
                  <a:pt x="575969" y="72252"/>
                  <a:pt x="578534" y="71998"/>
                  <a:pt x="581353" y="71998"/>
                </a:cubicBezTo>
                <a:cubicBezTo>
                  <a:pt x="588527" y="71998"/>
                  <a:pt x="590829" y="75841"/>
                  <a:pt x="590829" y="88391"/>
                </a:cubicBezTo>
                <a:lnTo>
                  <a:pt x="590829" y="151928"/>
                </a:lnTo>
                <a:cubicBezTo>
                  <a:pt x="590829" y="166530"/>
                  <a:pt x="588011" y="170115"/>
                  <a:pt x="574945" y="171140"/>
                </a:cubicBezTo>
                <a:lnTo>
                  <a:pt x="574945" y="174983"/>
                </a:lnTo>
                <a:lnTo>
                  <a:pt x="629264" y="174983"/>
                </a:lnTo>
                <a:lnTo>
                  <a:pt x="629264" y="171140"/>
                </a:lnTo>
                <a:cubicBezTo>
                  <a:pt x="616194" y="170115"/>
                  <a:pt x="612351" y="167042"/>
                  <a:pt x="612351" y="157820"/>
                </a:cubicBezTo>
                <a:lnTo>
                  <a:pt x="612351" y="85830"/>
                </a:lnTo>
                <a:cubicBezTo>
                  <a:pt x="624651" y="74301"/>
                  <a:pt x="630288" y="71228"/>
                  <a:pt x="638744" y="71228"/>
                </a:cubicBezTo>
                <a:cubicBezTo>
                  <a:pt x="651298" y="71228"/>
                  <a:pt x="657448" y="79168"/>
                  <a:pt x="657448" y="96077"/>
                </a:cubicBezTo>
                <a:lnTo>
                  <a:pt x="657448" y="149622"/>
                </a:lnTo>
                <a:cubicBezTo>
                  <a:pt x="657448" y="165760"/>
                  <a:pt x="654117" y="170115"/>
                  <a:pt x="641305" y="171140"/>
                </a:cubicBezTo>
                <a:lnTo>
                  <a:pt x="641305" y="174983"/>
                </a:lnTo>
                <a:lnTo>
                  <a:pt x="694600" y="174983"/>
                </a:lnTo>
                <a:lnTo>
                  <a:pt x="694600" y="171140"/>
                </a:lnTo>
                <a:cubicBezTo>
                  <a:pt x="682042" y="169861"/>
                  <a:pt x="678970" y="166784"/>
                  <a:pt x="678970" y="154235"/>
                </a:cubicBezTo>
                <a:lnTo>
                  <a:pt x="678970" y="95565"/>
                </a:lnTo>
                <a:cubicBezTo>
                  <a:pt x="678970" y="71486"/>
                  <a:pt x="667695" y="57134"/>
                  <a:pt x="648737" y="57134"/>
                </a:cubicBezTo>
                <a:cubicBezTo>
                  <a:pt x="636950" y="57134"/>
                  <a:pt x="629006" y="61493"/>
                  <a:pt x="611585" y="77890"/>
                </a:cubicBezTo>
                <a:lnTo>
                  <a:pt x="611585" y="57650"/>
                </a:lnTo>
                <a:lnTo>
                  <a:pt x="609790" y="57134"/>
                </a:lnTo>
                <a:cubicBezTo>
                  <a:pt x="597237" y="61747"/>
                  <a:pt x="588527" y="64566"/>
                  <a:pt x="574433" y="68667"/>
                </a:cubicBezTo>
                <a:lnTo>
                  <a:pt x="574433" y="73022"/>
                </a:lnTo>
                <a:close/>
                <a:moveTo>
                  <a:pt x="800415" y="134973"/>
                </a:moveTo>
                <a:cubicBezTo>
                  <a:pt x="788116" y="152894"/>
                  <a:pt x="778893" y="159040"/>
                  <a:pt x="764287" y="159040"/>
                </a:cubicBezTo>
                <a:cubicBezTo>
                  <a:pt x="740971" y="159040"/>
                  <a:pt x="724574" y="138558"/>
                  <a:pt x="724574" y="109115"/>
                </a:cubicBezTo>
                <a:cubicBezTo>
                  <a:pt x="724574" y="82745"/>
                  <a:pt x="738668" y="64566"/>
                  <a:pt x="759420" y="64566"/>
                </a:cubicBezTo>
                <a:cubicBezTo>
                  <a:pt x="768642" y="64566"/>
                  <a:pt x="771973" y="67381"/>
                  <a:pt x="774538" y="76854"/>
                </a:cubicBezTo>
                <a:lnTo>
                  <a:pt x="776074" y="82487"/>
                </a:lnTo>
                <a:cubicBezTo>
                  <a:pt x="778123" y="89657"/>
                  <a:pt x="782736" y="94267"/>
                  <a:pt x="788116" y="94267"/>
                </a:cubicBezTo>
                <a:cubicBezTo>
                  <a:pt x="794778" y="94267"/>
                  <a:pt x="800415" y="89399"/>
                  <a:pt x="800415" y="83511"/>
                </a:cubicBezTo>
                <a:cubicBezTo>
                  <a:pt x="800415" y="69175"/>
                  <a:pt x="782478" y="57134"/>
                  <a:pt x="760956" y="57134"/>
                </a:cubicBezTo>
                <a:cubicBezTo>
                  <a:pt x="748403" y="57134"/>
                  <a:pt x="735337" y="62259"/>
                  <a:pt x="724832" y="71478"/>
                </a:cubicBezTo>
                <a:cubicBezTo>
                  <a:pt x="712021" y="82745"/>
                  <a:pt x="704847" y="100154"/>
                  <a:pt x="704847" y="120378"/>
                </a:cubicBezTo>
                <a:cubicBezTo>
                  <a:pt x="704847" y="153664"/>
                  <a:pt x="725086" y="177485"/>
                  <a:pt x="753528" y="177485"/>
                </a:cubicBezTo>
                <a:cubicBezTo>
                  <a:pt x="765057" y="177485"/>
                  <a:pt x="775304" y="173388"/>
                  <a:pt x="784531" y="165443"/>
                </a:cubicBezTo>
                <a:cubicBezTo>
                  <a:pt x="791447" y="159294"/>
                  <a:pt x="796314" y="152382"/>
                  <a:pt x="804000" y="137275"/>
                </a:cubicBezTo>
                <a:lnTo>
                  <a:pt x="800415" y="134973"/>
                </a:lnTo>
                <a:close/>
                <a:moveTo>
                  <a:pt x="916735" y="132893"/>
                </a:moveTo>
                <a:cubicBezTo>
                  <a:pt x="904440" y="152374"/>
                  <a:pt x="893419" y="159810"/>
                  <a:pt x="877022" y="159810"/>
                </a:cubicBezTo>
                <a:cubicBezTo>
                  <a:pt x="862420" y="159810"/>
                  <a:pt x="851403" y="152374"/>
                  <a:pt x="843971" y="137764"/>
                </a:cubicBezTo>
                <a:cubicBezTo>
                  <a:pt x="839358" y="128021"/>
                  <a:pt x="837567" y="119561"/>
                  <a:pt x="837055" y="103923"/>
                </a:cubicBezTo>
                <a:lnTo>
                  <a:pt x="915969" y="103923"/>
                </a:lnTo>
                <a:cubicBezTo>
                  <a:pt x="913917" y="87300"/>
                  <a:pt x="911356" y="79895"/>
                  <a:pt x="904952" y="71724"/>
                </a:cubicBezTo>
                <a:cubicBezTo>
                  <a:pt x="897262" y="62517"/>
                  <a:pt x="885479" y="57134"/>
                  <a:pt x="872155" y="57134"/>
                </a:cubicBezTo>
                <a:cubicBezTo>
                  <a:pt x="859343" y="57134"/>
                  <a:pt x="847302" y="61747"/>
                  <a:pt x="837567" y="70446"/>
                </a:cubicBezTo>
                <a:cubicBezTo>
                  <a:pt x="825522" y="80916"/>
                  <a:pt x="818606" y="99056"/>
                  <a:pt x="818606" y="120073"/>
                </a:cubicBezTo>
                <a:cubicBezTo>
                  <a:pt x="818606" y="155451"/>
                  <a:pt x="837055" y="177485"/>
                  <a:pt x="866517" y="177485"/>
                </a:cubicBezTo>
                <a:cubicBezTo>
                  <a:pt x="890858" y="177485"/>
                  <a:pt x="910073" y="162371"/>
                  <a:pt x="920836" y="134687"/>
                </a:cubicBezTo>
                <a:lnTo>
                  <a:pt x="916735" y="132893"/>
                </a:lnTo>
                <a:moveTo>
                  <a:pt x="837567" y="95725"/>
                </a:moveTo>
                <a:cubicBezTo>
                  <a:pt x="840382" y="75810"/>
                  <a:pt x="849097" y="66360"/>
                  <a:pt x="864723" y="66360"/>
                </a:cubicBezTo>
                <a:cubicBezTo>
                  <a:pt x="880353" y="66360"/>
                  <a:pt x="886503" y="73511"/>
                  <a:pt x="889834" y="95725"/>
                </a:cubicBezTo>
                <a:lnTo>
                  <a:pt x="837567" y="95725"/>
                </a:lnTo>
                <a:close/>
                <a:moveTo>
                  <a:pt x="994113" y="73022"/>
                </a:moveTo>
                <a:cubicBezTo>
                  <a:pt x="995649" y="72252"/>
                  <a:pt x="998214" y="71998"/>
                  <a:pt x="1001032" y="71998"/>
                </a:cubicBezTo>
                <a:cubicBezTo>
                  <a:pt x="1008206" y="71998"/>
                  <a:pt x="1010509" y="75841"/>
                  <a:pt x="1010509" y="88391"/>
                </a:cubicBezTo>
                <a:lnTo>
                  <a:pt x="1010509" y="151928"/>
                </a:lnTo>
                <a:cubicBezTo>
                  <a:pt x="1010509" y="166530"/>
                  <a:pt x="1007690" y="170115"/>
                  <a:pt x="994625" y="171140"/>
                </a:cubicBezTo>
                <a:lnTo>
                  <a:pt x="994625" y="174983"/>
                </a:lnTo>
                <a:lnTo>
                  <a:pt x="1048944" y="174983"/>
                </a:lnTo>
                <a:lnTo>
                  <a:pt x="1048944" y="171140"/>
                </a:lnTo>
                <a:cubicBezTo>
                  <a:pt x="1035874" y="170115"/>
                  <a:pt x="1032031" y="167042"/>
                  <a:pt x="1032031" y="157820"/>
                </a:cubicBezTo>
                <a:lnTo>
                  <a:pt x="1032031" y="85830"/>
                </a:lnTo>
                <a:cubicBezTo>
                  <a:pt x="1044330" y="74301"/>
                  <a:pt x="1049968" y="71228"/>
                  <a:pt x="1058424" y="71228"/>
                </a:cubicBezTo>
                <a:cubicBezTo>
                  <a:pt x="1070978" y="71228"/>
                  <a:pt x="1077128" y="79168"/>
                  <a:pt x="1077128" y="96077"/>
                </a:cubicBezTo>
                <a:lnTo>
                  <a:pt x="1077128" y="149622"/>
                </a:lnTo>
                <a:cubicBezTo>
                  <a:pt x="1077128" y="165760"/>
                  <a:pt x="1073797" y="170115"/>
                  <a:pt x="1060985" y="171140"/>
                </a:cubicBezTo>
                <a:lnTo>
                  <a:pt x="1060985" y="174983"/>
                </a:lnTo>
                <a:lnTo>
                  <a:pt x="1114280" y="174983"/>
                </a:lnTo>
                <a:lnTo>
                  <a:pt x="1114280" y="171140"/>
                </a:lnTo>
                <a:cubicBezTo>
                  <a:pt x="1101722" y="169861"/>
                  <a:pt x="1098649" y="166784"/>
                  <a:pt x="1098649" y="154235"/>
                </a:cubicBezTo>
                <a:lnTo>
                  <a:pt x="1098649" y="95565"/>
                </a:lnTo>
                <a:cubicBezTo>
                  <a:pt x="1098649" y="71486"/>
                  <a:pt x="1087374" y="57134"/>
                  <a:pt x="1068417" y="57134"/>
                </a:cubicBezTo>
                <a:cubicBezTo>
                  <a:pt x="1056630" y="57134"/>
                  <a:pt x="1048686" y="61493"/>
                  <a:pt x="1031265" y="77890"/>
                </a:cubicBezTo>
                <a:lnTo>
                  <a:pt x="1031265" y="57650"/>
                </a:lnTo>
                <a:lnTo>
                  <a:pt x="1029470" y="57134"/>
                </a:lnTo>
                <a:cubicBezTo>
                  <a:pt x="1016917" y="61747"/>
                  <a:pt x="1008206" y="64566"/>
                  <a:pt x="994113" y="68667"/>
                </a:cubicBezTo>
                <a:lnTo>
                  <a:pt x="994113" y="73022"/>
                </a:lnTo>
                <a:close/>
                <a:moveTo>
                  <a:pt x="1240847" y="162124"/>
                </a:moveTo>
                <a:lnTo>
                  <a:pt x="1239568" y="162124"/>
                </a:lnTo>
                <a:cubicBezTo>
                  <a:pt x="1227781" y="162124"/>
                  <a:pt x="1224962" y="159305"/>
                  <a:pt x="1224962" y="147518"/>
                </a:cubicBezTo>
                <a:lnTo>
                  <a:pt x="1224962" y="59636"/>
                </a:lnTo>
                <a:lnTo>
                  <a:pt x="1184479" y="59636"/>
                </a:lnTo>
                <a:lnTo>
                  <a:pt x="1184479" y="63995"/>
                </a:lnTo>
                <a:cubicBezTo>
                  <a:pt x="1200368" y="64761"/>
                  <a:pt x="1203440" y="67326"/>
                  <a:pt x="1203440" y="80134"/>
                </a:cubicBezTo>
                <a:lnTo>
                  <a:pt x="1203440" y="140336"/>
                </a:lnTo>
                <a:cubicBezTo>
                  <a:pt x="1203440" y="147510"/>
                  <a:pt x="1202158" y="151099"/>
                  <a:pt x="1198573" y="153914"/>
                </a:cubicBezTo>
                <a:cubicBezTo>
                  <a:pt x="1191653" y="159552"/>
                  <a:pt x="1183713" y="162625"/>
                  <a:pt x="1176027" y="162625"/>
                </a:cubicBezTo>
                <a:cubicBezTo>
                  <a:pt x="1166034" y="162625"/>
                  <a:pt x="1157836" y="153914"/>
                  <a:pt x="1157836" y="143155"/>
                </a:cubicBezTo>
                <a:lnTo>
                  <a:pt x="1157836" y="59636"/>
                </a:lnTo>
                <a:lnTo>
                  <a:pt x="1120426" y="59636"/>
                </a:lnTo>
                <a:lnTo>
                  <a:pt x="1120426" y="63225"/>
                </a:lnTo>
                <a:cubicBezTo>
                  <a:pt x="1132725" y="63995"/>
                  <a:pt x="1136314" y="67838"/>
                  <a:pt x="1136314" y="79621"/>
                </a:cubicBezTo>
                <a:lnTo>
                  <a:pt x="1136314" y="144180"/>
                </a:lnTo>
                <a:cubicBezTo>
                  <a:pt x="1136314" y="164419"/>
                  <a:pt x="1148609" y="177485"/>
                  <a:pt x="1167313" y="177485"/>
                </a:cubicBezTo>
                <a:cubicBezTo>
                  <a:pt x="1176793" y="177485"/>
                  <a:pt x="1186786" y="173388"/>
                  <a:pt x="1193706" y="166468"/>
                </a:cubicBezTo>
                <a:lnTo>
                  <a:pt x="1204723" y="155455"/>
                </a:lnTo>
                <a:lnTo>
                  <a:pt x="1204723" y="176719"/>
                </a:lnTo>
                <a:lnTo>
                  <a:pt x="1205747" y="177235"/>
                </a:lnTo>
                <a:cubicBezTo>
                  <a:pt x="1218559" y="172113"/>
                  <a:pt x="1227781" y="169294"/>
                  <a:pt x="1240847" y="165705"/>
                </a:cubicBezTo>
                <a:lnTo>
                  <a:pt x="1240847" y="162124"/>
                </a:lnTo>
                <a:close/>
                <a:moveTo>
                  <a:pt x="1251098" y="73022"/>
                </a:moveTo>
                <a:cubicBezTo>
                  <a:pt x="1254429" y="72252"/>
                  <a:pt x="1256477" y="71998"/>
                  <a:pt x="1259296" y="71998"/>
                </a:cubicBezTo>
                <a:cubicBezTo>
                  <a:pt x="1265958" y="71998"/>
                  <a:pt x="1268264" y="76095"/>
                  <a:pt x="1268264" y="88391"/>
                </a:cubicBezTo>
                <a:lnTo>
                  <a:pt x="1268264" y="153207"/>
                </a:lnTo>
                <a:cubicBezTo>
                  <a:pt x="1268264" y="167042"/>
                  <a:pt x="1264675" y="170886"/>
                  <a:pt x="1250327" y="171140"/>
                </a:cubicBezTo>
                <a:lnTo>
                  <a:pt x="1250327" y="174983"/>
                </a:lnTo>
                <a:lnTo>
                  <a:pt x="1307207" y="174983"/>
                </a:lnTo>
                <a:lnTo>
                  <a:pt x="1307207" y="171140"/>
                </a:lnTo>
                <a:cubicBezTo>
                  <a:pt x="1293629" y="170627"/>
                  <a:pt x="1289786" y="167813"/>
                  <a:pt x="1289786" y="157820"/>
                </a:cubicBezTo>
                <a:lnTo>
                  <a:pt x="1289786" y="85576"/>
                </a:lnTo>
                <a:cubicBezTo>
                  <a:pt x="1289786" y="85064"/>
                  <a:pt x="1291835" y="82499"/>
                  <a:pt x="1293629" y="80708"/>
                </a:cubicBezTo>
                <a:cubicBezTo>
                  <a:pt x="1300033" y="74813"/>
                  <a:pt x="1311050" y="70458"/>
                  <a:pt x="1320019" y="70458"/>
                </a:cubicBezTo>
                <a:cubicBezTo>
                  <a:pt x="1331290" y="70458"/>
                  <a:pt x="1336927" y="79426"/>
                  <a:pt x="1336927" y="97359"/>
                </a:cubicBezTo>
                <a:lnTo>
                  <a:pt x="1336927" y="152952"/>
                </a:lnTo>
                <a:cubicBezTo>
                  <a:pt x="1336927" y="167300"/>
                  <a:pt x="1334109" y="170115"/>
                  <a:pt x="1319507" y="171140"/>
                </a:cubicBezTo>
                <a:lnTo>
                  <a:pt x="1319507" y="174983"/>
                </a:lnTo>
                <a:lnTo>
                  <a:pt x="1376898" y="174983"/>
                </a:lnTo>
                <a:lnTo>
                  <a:pt x="1376898" y="171140"/>
                </a:lnTo>
                <a:cubicBezTo>
                  <a:pt x="1362292" y="170886"/>
                  <a:pt x="1358449" y="166530"/>
                  <a:pt x="1358449" y="150646"/>
                </a:cubicBezTo>
                <a:lnTo>
                  <a:pt x="1358449" y="86088"/>
                </a:lnTo>
                <a:cubicBezTo>
                  <a:pt x="1366136" y="75071"/>
                  <a:pt x="1374592" y="70458"/>
                  <a:pt x="1386379" y="70458"/>
                </a:cubicBezTo>
                <a:cubicBezTo>
                  <a:pt x="1400981" y="70458"/>
                  <a:pt x="1405594" y="77377"/>
                  <a:pt x="1405594" y="98641"/>
                </a:cubicBezTo>
                <a:lnTo>
                  <a:pt x="1405594" y="152694"/>
                </a:lnTo>
                <a:cubicBezTo>
                  <a:pt x="1405594" y="167300"/>
                  <a:pt x="1403546" y="169349"/>
                  <a:pt x="1388686" y="171140"/>
                </a:cubicBezTo>
                <a:lnTo>
                  <a:pt x="1388686" y="174983"/>
                </a:lnTo>
                <a:lnTo>
                  <a:pt x="1444795" y="174983"/>
                </a:lnTo>
                <a:lnTo>
                  <a:pt x="1444795" y="171140"/>
                </a:lnTo>
                <a:lnTo>
                  <a:pt x="1438133" y="170627"/>
                </a:lnTo>
                <a:cubicBezTo>
                  <a:pt x="1430447" y="170115"/>
                  <a:pt x="1427116" y="165506"/>
                  <a:pt x="1427116" y="155513"/>
                </a:cubicBezTo>
                <a:lnTo>
                  <a:pt x="1427116" y="102739"/>
                </a:lnTo>
                <a:cubicBezTo>
                  <a:pt x="1427116" y="72510"/>
                  <a:pt x="1417124" y="57134"/>
                  <a:pt x="1397396" y="57134"/>
                </a:cubicBezTo>
                <a:cubicBezTo>
                  <a:pt x="1382536" y="57134"/>
                  <a:pt x="1369466" y="63796"/>
                  <a:pt x="1355631" y="78656"/>
                </a:cubicBezTo>
                <a:cubicBezTo>
                  <a:pt x="1351021" y="64054"/>
                  <a:pt x="1342311" y="57134"/>
                  <a:pt x="1328475" y="57134"/>
                </a:cubicBezTo>
                <a:cubicBezTo>
                  <a:pt x="1317200" y="57134"/>
                  <a:pt x="1310026" y="60723"/>
                  <a:pt x="1288758" y="76865"/>
                </a:cubicBezTo>
                <a:lnTo>
                  <a:pt x="1288758" y="57650"/>
                </a:lnTo>
                <a:lnTo>
                  <a:pt x="1286968" y="57134"/>
                </a:lnTo>
                <a:cubicBezTo>
                  <a:pt x="1273898" y="62005"/>
                  <a:pt x="1265188" y="64824"/>
                  <a:pt x="1251098" y="68667"/>
                </a:cubicBezTo>
                <a:lnTo>
                  <a:pt x="1251098" y="73022"/>
                </a:lnTo>
                <a:close/>
                <a:moveTo>
                  <a:pt x="1484766" y="512"/>
                </a:moveTo>
                <a:lnTo>
                  <a:pt x="1483484" y="0"/>
                </a:lnTo>
                <a:cubicBezTo>
                  <a:pt x="1472721" y="3843"/>
                  <a:pt x="1465805" y="5892"/>
                  <a:pt x="1453764" y="9223"/>
                </a:cubicBezTo>
                <a:lnTo>
                  <a:pt x="1446332" y="11275"/>
                </a:lnTo>
                <a:lnTo>
                  <a:pt x="1446332" y="15372"/>
                </a:lnTo>
                <a:cubicBezTo>
                  <a:pt x="1447868" y="15118"/>
                  <a:pt x="1448892" y="15118"/>
                  <a:pt x="1450687" y="15118"/>
                </a:cubicBezTo>
                <a:cubicBezTo>
                  <a:pt x="1460938" y="15118"/>
                  <a:pt x="1463240" y="17421"/>
                  <a:pt x="1463240" y="28184"/>
                </a:cubicBezTo>
                <a:lnTo>
                  <a:pt x="1463240" y="161096"/>
                </a:lnTo>
                <a:cubicBezTo>
                  <a:pt x="1463240" y="169032"/>
                  <a:pt x="1485020" y="177485"/>
                  <a:pt x="1505518" y="177485"/>
                </a:cubicBezTo>
                <a:cubicBezTo>
                  <a:pt x="1539339" y="177485"/>
                  <a:pt x="1565471" y="149317"/>
                  <a:pt x="1565471" y="112704"/>
                </a:cubicBezTo>
                <a:cubicBezTo>
                  <a:pt x="1565471" y="81213"/>
                  <a:pt x="1546001" y="57134"/>
                  <a:pt x="1520378" y="57134"/>
                </a:cubicBezTo>
                <a:cubicBezTo>
                  <a:pt x="1504748" y="57134"/>
                  <a:pt x="1489888" y="66360"/>
                  <a:pt x="1484766" y="78910"/>
                </a:cubicBezTo>
                <a:lnTo>
                  <a:pt x="1484766" y="512"/>
                </a:lnTo>
                <a:moveTo>
                  <a:pt x="1484766" y="92480"/>
                </a:moveTo>
                <a:cubicBezTo>
                  <a:pt x="1484766" y="82495"/>
                  <a:pt x="1496808" y="73276"/>
                  <a:pt x="1510131" y="73276"/>
                </a:cubicBezTo>
                <a:cubicBezTo>
                  <a:pt x="1530113" y="73276"/>
                  <a:pt x="1542924" y="93246"/>
                  <a:pt x="1542924" y="124483"/>
                </a:cubicBezTo>
                <a:cubicBezTo>
                  <a:pt x="1542924" y="152902"/>
                  <a:pt x="1530625" y="169287"/>
                  <a:pt x="1509619" y="169287"/>
                </a:cubicBezTo>
                <a:cubicBezTo>
                  <a:pt x="1496296" y="169287"/>
                  <a:pt x="1484766" y="163399"/>
                  <a:pt x="1484766" y="156999"/>
                </a:cubicBezTo>
                <a:lnTo>
                  <a:pt x="1484766" y="92480"/>
                </a:lnTo>
                <a:close/>
                <a:moveTo>
                  <a:pt x="1678206" y="132893"/>
                </a:moveTo>
                <a:cubicBezTo>
                  <a:pt x="1665910" y="152374"/>
                  <a:pt x="1654889" y="159810"/>
                  <a:pt x="1638493" y="159810"/>
                </a:cubicBezTo>
                <a:cubicBezTo>
                  <a:pt x="1623891" y="159810"/>
                  <a:pt x="1612874" y="152374"/>
                  <a:pt x="1605442" y="137764"/>
                </a:cubicBezTo>
                <a:cubicBezTo>
                  <a:pt x="1600829" y="128021"/>
                  <a:pt x="1599038" y="119561"/>
                  <a:pt x="1598526" y="103923"/>
                </a:cubicBezTo>
                <a:lnTo>
                  <a:pt x="1677440" y="103923"/>
                </a:lnTo>
                <a:cubicBezTo>
                  <a:pt x="1675387" y="87300"/>
                  <a:pt x="1672826" y="79895"/>
                  <a:pt x="1666423" y="71724"/>
                </a:cubicBezTo>
                <a:cubicBezTo>
                  <a:pt x="1658733" y="62517"/>
                  <a:pt x="1646949" y="57134"/>
                  <a:pt x="1633626" y="57134"/>
                </a:cubicBezTo>
                <a:cubicBezTo>
                  <a:pt x="1620814" y="57134"/>
                  <a:pt x="1608773" y="61747"/>
                  <a:pt x="1599038" y="70446"/>
                </a:cubicBezTo>
                <a:cubicBezTo>
                  <a:pt x="1586993" y="80916"/>
                  <a:pt x="1580077" y="99056"/>
                  <a:pt x="1580077" y="120073"/>
                </a:cubicBezTo>
                <a:cubicBezTo>
                  <a:pt x="1580077" y="155451"/>
                  <a:pt x="1598526" y="177485"/>
                  <a:pt x="1627988" y="177485"/>
                </a:cubicBezTo>
                <a:cubicBezTo>
                  <a:pt x="1652329" y="177485"/>
                  <a:pt x="1671544" y="162371"/>
                  <a:pt x="1682307" y="134687"/>
                </a:cubicBezTo>
                <a:lnTo>
                  <a:pt x="1678206" y="132893"/>
                </a:lnTo>
                <a:moveTo>
                  <a:pt x="1599038" y="95725"/>
                </a:moveTo>
                <a:cubicBezTo>
                  <a:pt x="1601853" y="75810"/>
                  <a:pt x="1610567" y="66360"/>
                  <a:pt x="1626194" y="66360"/>
                </a:cubicBezTo>
                <a:cubicBezTo>
                  <a:pt x="1641824" y="66360"/>
                  <a:pt x="1647974" y="73511"/>
                  <a:pt x="1651304" y="95725"/>
                </a:cubicBezTo>
                <a:lnTo>
                  <a:pt x="1599038" y="95725"/>
                </a:lnTo>
                <a:close/>
                <a:moveTo>
                  <a:pt x="1689223" y="75071"/>
                </a:moveTo>
                <a:cubicBezTo>
                  <a:pt x="1692812" y="74301"/>
                  <a:pt x="1695118" y="74043"/>
                  <a:pt x="1698191" y="74043"/>
                </a:cubicBezTo>
                <a:cubicBezTo>
                  <a:pt x="1704595" y="74043"/>
                  <a:pt x="1706902" y="78144"/>
                  <a:pt x="1706902" y="89415"/>
                </a:cubicBezTo>
                <a:lnTo>
                  <a:pt x="1706902" y="153465"/>
                </a:lnTo>
                <a:cubicBezTo>
                  <a:pt x="1706902" y="166272"/>
                  <a:pt x="1705107" y="168067"/>
                  <a:pt x="1688711" y="171140"/>
                </a:cubicBezTo>
                <a:lnTo>
                  <a:pt x="1688711" y="174983"/>
                </a:lnTo>
                <a:lnTo>
                  <a:pt x="1750204" y="174983"/>
                </a:lnTo>
                <a:lnTo>
                  <a:pt x="1750204" y="171140"/>
                </a:lnTo>
                <a:cubicBezTo>
                  <a:pt x="1732779" y="170373"/>
                  <a:pt x="1728424" y="166530"/>
                  <a:pt x="1728424" y="151928"/>
                </a:cubicBezTo>
                <a:lnTo>
                  <a:pt x="1728424" y="94282"/>
                </a:lnTo>
                <a:cubicBezTo>
                  <a:pt x="1728424" y="86084"/>
                  <a:pt x="1739441" y="73276"/>
                  <a:pt x="1746361" y="73276"/>
                </a:cubicBezTo>
                <a:cubicBezTo>
                  <a:pt x="1747897" y="73276"/>
                  <a:pt x="1750204" y="74559"/>
                  <a:pt x="1753022" y="77119"/>
                </a:cubicBezTo>
                <a:cubicBezTo>
                  <a:pt x="1757120" y="80704"/>
                  <a:pt x="1759938" y="82241"/>
                  <a:pt x="1763269" y="82241"/>
                </a:cubicBezTo>
                <a:cubicBezTo>
                  <a:pt x="1769419" y="82241"/>
                  <a:pt x="1773262" y="77886"/>
                  <a:pt x="1773262" y="70716"/>
                </a:cubicBezTo>
                <a:cubicBezTo>
                  <a:pt x="1773262" y="62259"/>
                  <a:pt x="1767883" y="57134"/>
                  <a:pt x="1759172" y="57134"/>
                </a:cubicBezTo>
                <a:cubicBezTo>
                  <a:pt x="1748409" y="57134"/>
                  <a:pt x="1740981" y="63029"/>
                  <a:pt x="1728424" y="81217"/>
                </a:cubicBezTo>
                <a:lnTo>
                  <a:pt x="1728424" y="57650"/>
                </a:lnTo>
                <a:lnTo>
                  <a:pt x="1727145" y="57134"/>
                </a:lnTo>
                <a:cubicBezTo>
                  <a:pt x="1713564" y="62771"/>
                  <a:pt x="1704341" y="66102"/>
                  <a:pt x="1689223" y="70970"/>
                </a:cubicBezTo>
                <a:lnTo>
                  <a:pt x="1689223" y="75071"/>
                </a:lnTo>
                <a:close/>
                <a:moveTo>
                  <a:pt x="1881640" y="57134"/>
                </a:moveTo>
                <a:lnTo>
                  <a:pt x="1841927" y="71146"/>
                </a:lnTo>
                <a:lnTo>
                  <a:pt x="1841927" y="74993"/>
                </a:lnTo>
                <a:lnTo>
                  <a:pt x="1843980" y="74735"/>
                </a:lnTo>
                <a:cubicBezTo>
                  <a:pt x="1847052" y="74222"/>
                  <a:pt x="1850383" y="73964"/>
                  <a:pt x="1852690" y="73964"/>
                </a:cubicBezTo>
                <a:cubicBezTo>
                  <a:pt x="1858840" y="73964"/>
                  <a:pt x="1861142" y="78065"/>
                  <a:pt x="1861142" y="89348"/>
                </a:cubicBezTo>
                <a:lnTo>
                  <a:pt x="1861142" y="148836"/>
                </a:lnTo>
                <a:cubicBezTo>
                  <a:pt x="1861142" y="167297"/>
                  <a:pt x="1858582" y="170115"/>
                  <a:pt x="1840903" y="171140"/>
                </a:cubicBezTo>
                <a:lnTo>
                  <a:pt x="1840903" y="174983"/>
                </a:lnTo>
                <a:lnTo>
                  <a:pt x="1901626" y="174983"/>
                </a:lnTo>
                <a:lnTo>
                  <a:pt x="1901626" y="171140"/>
                </a:lnTo>
                <a:cubicBezTo>
                  <a:pt x="1884717" y="169861"/>
                  <a:pt x="1882664" y="167297"/>
                  <a:pt x="1882664" y="148836"/>
                </a:cubicBezTo>
                <a:lnTo>
                  <a:pt x="1882664" y="57904"/>
                </a:lnTo>
                <a:lnTo>
                  <a:pt x="1881640" y="57134"/>
                </a:lnTo>
                <a:moveTo>
                  <a:pt x="1869599" y="86"/>
                </a:moveTo>
                <a:cubicBezTo>
                  <a:pt x="1862683" y="86"/>
                  <a:pt x="1856787" y="5982"/>
                  <a:pt x="1856787" y="13156"/>
                </a:cubicBezTo>
                <a:cubicBezTo>
                  <a:pt x="1856787" y="20330"/>
                  <a:pt x="1862425" y="26221"/>
                  <a:pt x="1869599" y="26221"/>
                </a:cubicBezTo>
                <a:cubicBezTo>
                  <a:pt x="1877031" y="26221"/>
                  <a:pt x="1882922" y="20584"/>
                  <a:pt x="1882922" y="13156"/>
                </a:cubicBezTo>
                <a:cubicBezTo>
                  <a:pt x="1882922" y="5982"/>
                  <a:pt x="1877031" y="86"/>
                  <a:pt x="1869599" y="86"/>
                </a:cubicBezTo>
                <a:close/>
                <a:moveTo>
                  <a:pt x="1988738" y="94482"/>
                </a:moveTo>
                <a:lnTo>
                  <a:pt x="1987713" y="59636"/>
                </a:lnTo>
                <a:lnTo>
                  <a:pt x="1984895" y="59636"/>
                </a:lnTo>
                <a:lnTo>
                  <a:pt x="1984383" y="60152"/>
                </a:lnTo>
                <a:cubicBezTo>
                  <a:pt x="1982076" y="61943"/>
                  <a:pt x="1981822" y="62201"/>
                  <a:pt x="1980797" y="62201"/>
                </a:cubicBezTo>
                <a:cubicBezTo>
                  <a:pt x="1979261" y="62201"/>
                  <a:pt x="1976696" y="61688"/>
                  <a:pt x="1973878" y="60406"/>
                </a:cubicBezTo>
                <a:cubicBezTo>
                  <a:pt x="1968240" y="58412"/>
                  <a:pt x="1962606" y="57384"/>
                  <a:pt x="1955945" y="57384"/>
                </a:cubicBezTo>
                <a:cubicBezTo>
                  <a:pt x="1935701" y="57384"/>
                  <a:pt x="1921099" y="70450"/>
                  <a:pt x="1921099" y="88887"/>
                </a:cubicBezTo>
                <a:cubicBezTo>
                  <a:pt x="1921099" y="103223"/>
                  <a:pt x="1929297" y="113466"/>
                  <a:pt x="1951077" y="125758"/>
                </a:cubicBezTo>
                <a:lnTo>
                  <a:pt x="1965937" y="134210"/>
                </a:lnTo>
                <a:cubicBezTo>
                  <a:pt x="1974902" y="139332"/>
                  <a:pt x="1979261" y="145477"/>
                  <a:pt x="1979261" y="153414"/>
                </a:cubicBezTo>
                <a:cubicBezTo>
                  <a:pt x="1979261" y="164681"/>
                  <a:pt x="1971059" y="171851"/>
                  <a:pt x="1957993" y="171851"/>
                </a:cubicBezTo>
                <a:cubicBezTo>
                  <a:pt x="1949283" y="171851"/>
                  <a:pt x="1941339" y="168520"/>
                  <a:pt x="1936471" y="162887"/>
                </a:cubicBezTo>
                <a:cubicBezTo>
                  <a:pt x="1931092" y="156487"/>
                  <a:pt x="1928785" y="150595"/>
                  <a:pt x="1925454" y="136001"/>
                </a:cubicBezTo>
                <a:lnTo>
                  <a:pt x="1921353" y="136001"/>
                </a:lnTo>
                <a:lnTo>
                  <a:pt x="1921353" y="175948"/>
                </a:lnTo>
                <a:lnTo>
                  <a:pt x="1924684" y="175948"/>
                </a:lnTo>
                <a:cubicBezTo>
                  <a:pt x="1926478" y="173388"/>
                  <a:pt x="1927503" y="172875"/>
                  <a:pt x="1930580" y="172875"/>
                </a:cubicBezTo>
                <a:cubicBezTo>
                  <a:pt x="1932886" y="172934"/>
                  <a:pt x="1936471" y="173446"/>
                  <a:pt x="1942363" y="174983"/>
                </a:cubicBezTo>
                <a:cubicBezTo>
                  <a:pt x="1949537" y="176460"/>
                  <a:pt x="1956457" y="177485"/>
                  <a:pt x="1961066" y="177485"/>
                </a:cubicBezTo>
                <a:cubicBezTo>
                  <a:pt x="1980797" y="177485"/>
                  <a:pt x="1997194" y="162632"/>
                  <a:pt x="1997194" y="144707"/>
                </a:cubicBezTo>
                <a:cubicBezTo>
                  <a:pt x="1997194" y="131904"/>
                  <a:pt x="1991044" y="123455"/>
                  <a:pt x="1975672" y="114236"/>
                </a:cubicBezTo>
                <a:lnTo>
                  <a:pt x="1948000" y="97848"/>
                </a:lnTo>
                <a:cubicBezTo>
                  <a:pt x="1940826" y="93751"/>
                  <a:pt x="1936983" y="87351"/>
                  <a:pt x="1936983" y="80435"/>
                </a:cubicBezTo>
                <a:cubicBezTo>
                  <a:pt x="1936983" y="70192"/>
                  <a:pt x="1944928" y="63022"/>
                  <a:pt x="1956711" y="63022"/>
                </a:cubicBezTo>
                <a:cubicBezTo>
                  <a:pt x="1971317" y="63022"/>
                  <a:pt x="1979003" y="71728"/>
                  <a:pt x="1984895" y="94521"/>
                </a:cubicBezTo>
                <a:lnTo>
                  <a:pt x="1988738" y="94482"/>
                </a:lnTo>
                <a:close/>
                <a:moveTo>
                  <a:pt x="2074057" y="74238"/>
                </a:moveTo>
                <a:cubicBezTo>
                  <a:pt x="2076364" y="73984"/>
                  <a:pt x="2078158" y="73984"/>
                  <a:pt x="2080465" y="73984"/>
                </a:cubicBezTo>
                <a:cubicBezTo>
                  <a:pt x="2089175" y="73984"/>
                  <a:pt x="2090970" y="76545"/>
                  <a:pt x="2090970" y="88586"/>
                </a:cubicBezTo>
                <a:lnTo>
                  <a:pt x="2090970" y="208495"/>
                </a:lnTo>
                <a:cubicBezTo>
                  <a:pt x="2090970" y="221819"/>
                  <a:pt x="2088151" y="224638"/>
                  <a:pt x="2073033" y="226174"/>
                </a:cubicBezTo>
                <a:lnTo>
                  <a:pt x="2073033" y="230529"/>
                </a:lnTo>
                <a:lnTo>
                  <a:pt x="2135038" y="230529"/>
                </a:lnTo>
                <a:lnTo>
                  <a:pt x="2135038" y="225920"/>
                </a:lnTo>
                <a:cubicBezTo>
                  <a:pt x="2115823" y="225662"/>
                  <a:pt x="2112492" y="222843"/>
                  <a:pt x="2112492" y="206701"/>
                </a:cubicBezTo>
                <a:lnTo>
                  <a:pt x="2112492" y="166472"/>
                </a:lnTo>
                <a:cubicBezTo>
                  <a:pt x="2121460" y="174924"/>
                  <a:pt x="2127606" y="177485"/>
                  <a:pt x="2138369" y="177485"/>
                </a:cubicBezTo>
                <a:cubicBezTo>
                  <a:pt x="2168601" y="177485"/>
                  <a:pt x="2192172" y="148804"/>
                  <a:pt x="2192172" y="111680"/>
                </a:cubicBezTo>
                <a:cubicBezTo>
                  <a:pt x="2192172" y="79934"/>
                  <a:pt x="2174239" y="57134"/>
                  <a:pt x="2149386" y="57134"/>
                </a:cubicBezTo>
                <a:cubicBezTo>
                  <a:pt x="2135038" y="57134"/>
                  <a:pt x="2123763" y="63542"/>
                  <a:pt x="2112492" y="77373"/>
                </a:cubicBezTo>
                <a:lnTo>
                  <a:pt x="2112492" y="57650"/>
                </a:lnTo>
                <a:lnTo>
                  <a:pt x="2110955" y="57134"/>
                </a:lnTo>
                <a:cubicBezTo>
                  <a:pt x="2097120" y="62517"/>
                  <a:pt x="2088151" y="65848"/>
                  <a:pt x="2074057" y="70203"/>
                </a:cubicBezTo>
                <a:lnTo>
                  <a:pt x="2074057" y="74238"/>
                </a:lnTo>
                <a:moveTo>
                  <a:pt x="2112492" y="89407"/>
                </a:moveTo>
                <a:cubicBezTo>
                  <a:pt x="2112492" y="81725"/>
                  <a:pt x="2126840" y="72510"/>
                  <a:pt x="2138623" y="72510"/>
                </a:cubicBezTo>
                <a:cubicBezTo>
                  <a:pt x="2157584" y="72510"/>
                  <a:pt x="2170138" y="91968"/>
                  <a:pt x="2170138" y="121668"/>
                </a:cubicBezTo>
                <a:cubicBezTo>
                  <a:pt x="2170138" y="150087"/>
                  <a:pt x="2157584" y="169287"/>
                  <a:pt x="2139139" y="169287"/>
                </a:cubicBezTo>
                <a:cubicBezTo>
                  <a:pt x="2127094" y="169287"/>
                  <a:pt x="2112492" y="160072"/>
                  <a:pt x="2112492" y="152390"/>
                </a:cubicBezTo>
                <a:lnTo>
                  <a:pt x="2112492" y="89407"/>
                </a:lnTo>
                <a:close/>
                <a:moveTo>
                  <a:pt x="2313105" y="158019"/>
                </a:moveTo>
                <a:cubicBezTo>
                  <a:pt x="2308750" y="161600"/>
                  <a:pt x="2305677" y="162883"/>
                  <a:pt x="2301834" y="162883"/>
                </a:cubicBezTo>
                <a:cubicBezTo>
                  <a:pt x="2295942" y="162883"/>
                  <a:pt x="2294148" y="159298"/>
                  <a:pt x="2294148" y="148034"/>
                </a:cubicBezTo>
                <a:lnTo>
                  <a:pt x="2294148" y="98106"/>
                </a:lnTo>
                <a:cubicBezTo>
                  <a:pt x="2294148" y="84790"/>
                  <a:pt x="2292866" y="77366"/>
                  <a:pt x="2289023" y="71220"/>
                </a:cubicBezTo>
                <a:cubicBezTo>
                  <a:pt x="2283385" y="62005"/>
                  <a:pt x="2272368" y="57134"/>
                  <a:pt x="2257254" y="57134"/>
                </a:cubicBezTo>
                <a:cubicBezTo>
                  <a:pt x="2233167" y="57134"/>
                  <a:pt x="2214210" y="69683"/>
                  <a:pt x="2214210" y="85814"/>
                </a:cubicBezTo>
                <a:cubicBezTo>
                  <a:pt x="2214210" y="91706"/>
                  <a:pt x="2219331" y="96823"/>
                  <a:pt x="2225227" y="96823"/>
                </a:cubicBezTo>
                <a:cubicBezTo>
                  <a:pt x="2231373" y="96823"/>
                  <a:pt x="2236756" y="91706"/>
                  <a:pt x="2236756" y="86072"/>
                </a:cubicBezTo>
                <a:cubicBezTo>
                  <a:pt x="2236756" y="85048"/>
                  <a:pt x="2236498" y="83766"/>
                  <a:pt x="2236244" y="81975"/>
                </a:cubicBezTo>
                <a:cubicBezTo>
                  <a:pt x="2235732" y="79672"/>
                  <a:pt x="2235474" y="77624"/>
                  <a:pt x="2235474" y="75829"/>
                </a:cubicBezTo>
                <a:cubicBezTo>
                  <a:pt x="2235474" y="68917"/>
                  <a:pt x="2243672" y="63284"/>
                  <a:pt x="2253923" y="63284"/>
                </a:cubicBezTo>
                <a:cubicBezTo>
                  <a:pt x="2266476" y="63284"/>
                  <a:pt x="2273392" y="70708"/>
                  <a:pt x="2273392" y="84536"/>
                </a:cubicBezTo>
                <a:lnTo>
                  <a:pt x="2273392" y="100154"/>
                </a:lnTo>
                <a:cubicBezTo>
                  <a:pt x="2233937" y="116027"/>
                  <a:pt x="2229582" y="118076"/>
                  <a:pt x="2218565" y="127806"/>
                </a:cubicBezTo>
                <a:cubicBezTo>
                  <a:pt x="2212927" y="132928"/>
                  <a:pt x="2209338" y="141631"/>
                  <a:pt x="2209338" y="150079"/>
                </a:cubicBezTo>
                <a:cubicBezTo>
                  <a:pt x="2209338" y="166214"/>
                  <a:pt x="2220614" y="177485"/>
                  <a:pt x="2236244" y="177485"/>
                </a:cubicBezTo>
                <a:cubicBezTo>
                  <a:pt x="2247515" y="177485"/>
                  <a:pt x="2258020" y="172105"/>
                  <a:pt x="2273650" y="158782"/>
                </a:cubicBezTo>
                <a:cubicBezTo>
                  <a:pt x="2274933" y="172105"/>
                  <a:pt x="2279542" y="177485"/>
                  <a:pt x="2290047" y="177485"/>
                </a:cubicBezTo>
                <a:cubicBezTo>
                  <a:pt x="2298757" y="177485"/>
                  <a:pt x="2304141" y="174412"/>
                  <a:pt x="2313105" y="164677"/>
                </a:cubicBezTo>
                <a:lnTo>
                  <a:pt x="2313105" y="158019"/>
                </a:lnTo>
                <a:moveTo>
                  <a:pt x="2273392" y="143409"/>
                </a:moveTo>
                <a:cubicBezTo>
                  <a:pt x="2273392" y="151354"/>
                  <a:pt x="2272114" y="153660"/>
                  <a:pt x="2266730" y="156733"/>
                </a:cubicBezTo>
                <a:cubicBezTo>
                  <a:pt x="2260585" y="160322"/>
                  <a:pt x="2253411" y="162625"/>
                  <a:pt x="2248027" y="162625"/>
                </a:cubicBezTo>
                <a:cubicBezTo>
                  <a:pt x="2239063" y="162625"/>
                  <a:pt x="2231889" y="153914"/>
                  <a:pt x="2231889" y="142897"/>
                </a:cubicBezTo>
                <a:lnTo>
                  <a:pt x="2231889" y="141873"/>
                </a:lnTo>
                <a:cubicBezTo>
                  <a:pt x="2231889" y="126755"/>
                  <a:pt x="2242390" y="117532"/>
                  <a:pt x="2273392" y="106257"/>
                </a:cubicBezTo>
                <a:lnTo>
                  <a:pt x="2273392" y="143409"/>
                </a:lnTo>
                <a:close/>
                <a:moveTo>
                  <a:pt x="2315412" y="75071"/>
                </a:moveTo>
                <a:cubicBezTo>
                  <a:pt x="2319001" y="74301"/>
                  <a:pt x="2321307" y="74043"/>
                  <a:pt x="2324380" y="74043"/>
                </a:cubicBezTo>
                <a:cubicBezTo>
                  <a:pt x="2330784" y="74043"/>
                  <a:pt x="2333091" y="78144"/>
                  <a:pt x="2333091" y="89415"/>
                </a:cubicBezTo>
                <a:lnTo>
                  <a:pt x="2333091" y="153465"/>
                </a:lnTo>
                <a:cubicBezTo>
                  <a:pt x="2333091" y="166272"/>
                  <a:pt x="2331296" y="168067"/>
                  <a:pt x="2314900" y="171140"/>
                </a:cubicBezTo>
                <a:lnTo>
                  <a:pt x="2314900" y="174983"/>
                </a:lnTo>
                <a:lnTo>
                  <a:pt x="2376393" y="174983"/>
                </a:lnTo>
                <a:lnTo>
                  <a:pt x="2376393" y="171140"/>
                </a:lnTo>
                <a:cubicBezTo>
                  <a:pt x="2358968" y="170373"/>
                  <a:pt x="2354613" y="166530"/>
                  <a:pt x="2354613" y="151928"/>
                </a:cubicBezTo>
                <a:lnTo>
                  <a:pt x="2354613" y="94282"/>
                </a:lnTo>
                <a:cubicBezTo>
                  <a:pt x="2354613" y="86084"/>
                  <a:pt x="2365630" y="73276"/>
                  <a:pt x="2372549" y="73276"/>
                </a:cubicBezTo>
                <a:cubicBezTo>
                  <a:pt x="2374086" y="73276"/>
                  <a:pt x="2376393" y="74559"/>
                  <a:pt x="2379211" y="77119"/>
                </a:cubicBezTo>
                <a:cubicBezTo>
                  <a:pt x="2383309" y="80704"/>
                  <a:pt x="2386127" y="82241"/>
                  <a:pt x="2389458" y="82241"/>
                </a:cubicBezTo>
                <a:cubicBezTo>
                  <a:pt x="2395608" y="82241"/>
                  <a:pt x="2399451" y="77886"/>
                  <a:pt x="2399451" y="70716"/>
                </a:cubicBezTo>
                <a:cubicBezTo>
                  <a:pt x="2399451" y="62259"/>
                  <a:pt x="2394071" y="57134"/>
                  <a:pt x="2385361" y="57134"/>
                </a:cubicBezTo>
                <a:cubicBezTo>
                  <a:pt x="2374598" y="57134"/>
                  <a:pt x="2367170" y="63029"/>
                  <a:pt x="2354613" y="81217"/>
                </a:cubicBezTo>
                <a:lnTo>
                  <a:pt x="2354613" y="57650"/>
                </a:lnTo>
                <a:lnTo>
                  <a:pt x="2353334" y="57134"/>
                </a:lnTo>
                <a:cubicBezTo>
                  <a:pt x="2339752" y="62771"/>
                  <a:pt x="2330530" y="66102"/>
                  <a:pt x="2315412" y="70970"/>
                </a:cubicBezTo>
                <a:lnTo>
                  <a:pt x="2315412" y="75071"/>
                </a:lnTo>
                <a:close/>
                <a:moveTo>
                  <a:pt x="2464273" y="59636"/>
                </a:moveTo>
                <a:lnTo>
                  <a:pt x="2438396" y="59636"/>
                </a:lnTo>
                <a:lnTo>
                  <a:pt x="2438396" y="29916"/>
                </a:lnTo>
                <a:cubicBezTo>
                  <a:pt x="2438396" y="27355"/>
                  <a:pt x="2438142" y="26585"/>
                  <a:pt x="2436601" y="26585"/>
                </a:cubicBezTo>
                <a:cubicBezTo>
                  <a:pt x="2434811" y="28891"/>
                  <a:pt x="2433270" y="31198"/>
                  <a:pt x="2431480" y="33759"/>
                </a:cubicBezTo>
                <a:cubicBezTo>
                  <a:pt x="2421741" y="47853"/>
                  <a:pt x="2410724" y="60152"/>
                  <a:pt x="2406627" y="61176"/>
                </a:cubicBezTo>
                <a:cubicBezTo>
                  <a:pt x="2403808" y="62967"/>
                  <a:pt x="2402268" y="64761"/>
                  <a:pt x="2402268" y="66044"/>
                </a:cubicBezTo>
                <a:cubicBezTo>
                  <a:pt x="2402268" y="66814"/>
                  <a:pt x="2402526" y="67326"/>
                  <a:pt x="2403296" y="67838"/>
                </a:cubicBezTo>
                <a:lnTo>
                  <a:pt x="2416874" y="67838"/>
                </a:lnTo>
                <a:lnTo>
                  <a:pt x="2416874" y="144950"/>
                </a:lnTo>
                <a:cubicBezTo>
                  <a:pt x="2416874" y="166468"/>
                  <a:pt x="2424560" y="177485"/>
                  <a:pt x="2439678" y="177485"/>
                </a:cubicBezTo>
                <a:cubicBezTo>
                  <a:pt x="2452231" y="177485"/>
                  <a:pt x="2461966" y="171339"/>
                  <a:pt x="2470422" y="158015"/>
                </a:cubicBezTo>
                <a:lnTo>
                  <a:pt x="2467092" y="155197"/>
                </a:lnTo>
                <a:cubicBezTo>
                  <a:pt x="2461712" y="161600"/>
                  <a:pt x="2457357" y="164165"/>
                  <a:pt x="2451719" y="164165"/>
                </a:cubicBezTo>
                <a:cubicBezTo>
                  <a:pt x="2442239" y="164165"/>
                  <a:pt x="2438396" y="157245"/>
                  <a:pt x="2438396" y="141107"/>
                </a:cubicBezTo>
                <a:lnTo>
                  <a:pt x="2438396" y="67838"/>
                </a:lnTo>
                <a:lnTo>
                  <a:pt x="2464273" y="67838"/>
                </a:lnTo>
                <a:lnTo>
                  <a:pt x="2464273" y="59636"/>
                </a:lnTo>
                <a:close/>
                <a:moveTo>
                  <a:pt x="2598276" y="57134"/>
                </a:moveTo>
                <a:cubicBezTo>
                  <a:pt x="2564967" y="57134"/>
                  <a:pt x="2541651" y="81721"/>
                  <a:pt x="2541651" y="117055"/>
                </a:cubicBezTo>
                <a:cubicBezTo>
                  <a:pt x="2541651" y="151619"/>
                  <a:pt x="2565479" y="177485"/>
                  <a:pt x="2597760" y="177485"/>
                </a:cubicBezTo>
                <a:cubicBezTo>
                  <a:pt x="2630045" y="177485"/>
                  <a:pt x="2654640" y="150341"/>
                  <a:pt x="2654640" y="115007"/>
                </a:cubicBezTo>
                <a:cubicBezTo>
                  <a:pt x="2654640" y="81463"/>
                  <a:pt x="2631069" y="57134"/>
                  <a:pt x="2598276" y="57134"/>
                </a:cubicBezTo>
                <a:moveTo>
                  <a:pt x="2594945" y="64312"/>
                </a:moveTo>
                <a:cubicBezTo>
                  <a:pt x="2616467" y="64312"/>
                  <a:pt x="2631581" y="88891"/>
                  <a:pt x="2631581" y="123967"/>
                </a:cubicBezTo>
                <a:cubicBezTo>
                  <a:pt x="2631581" y="152902"/>
                  <a:pt x="2620052" y="170311"/>
                  <a:pt x="2600837" y="170311"/>
                </a:cubicBezTo>
                <a:cubicBezTo>
                  <a:pt x="2590844" y="170311"/>
                  <a:pt x="2581364" y="164169"/>
                  <a:pt x="2575984" y="153926"/>
                </a:cubicBezTo>
                <a:cubicBezTo>
                  <a:pt x="2568810" y="140610"/>
                  <a:pt x="2564709" y="122689"/>
                  <a:pt x="2564709" y="104510"/>
                </a:cubicBezTo>
                <a:cubicBezTo>
                  <a:pt x="2564709" y="80184"/>
                  <a:pt x="2576750" y="64312"/>
                  <a:pt x="2594945" y="64312"/>
                </a:cubicBezTo>
                <a:close/>
                <a:moveTo>
                  <a:pt x="2741498" y="59636"/>
                </a:moveTo>
                <a:lnTo>
                  <a:pt x="2709983" y="59636"/>
                </a:lnTo>
                <a:lnTo>
                  <a:pt x="2709983" y="30002"/>
                </a:lnTo>
                <a:cubicBezTo>
                  <a:pt x="2709983" y="15181"/>
                  <a:pt x="2714850" y="7264"/>
                  <a:pt x="2724589" y="7264"/>
                </a:cubicBezTo>
                <a:cubicBezTo>
                  <a:pt x="2729969" y="7264"/>
                  <a:pt x="2733558" y="9817"/>
                  <a:pt x="2738167" y="17225"/>
                </a:cubicBezTo>
                <a:cubicBezTo>
                  <a:pt x="2742268" y="23868"/>
                  <a:pt x="2745341" y="26425"/>
                  <a:pt x="2749696" y="26425"/>
                </a:cubicBezTo>
                <a:cubicBezTo>
                  <a:pt x="2755592" y="26425"/>
                  <a:pt x="2760459" y="21823"/>
                  <a:pt x="2760459" y="15947"/>
                </a:cubicBezTo>
                <a:cubicBezTo>
                  <a:pt x="2760459" y="6748"/>
                  <a:pt x="2749184" y="86"/>
                  <a:pt x="2733812" y="86"/>
                </a:cubicBezTo>
                <a:cubicBezTo>
                  <a:pt x="2717927" y="86"/>
                  <a:pt x="2704346" y="7006"/>
                  <a:pt x="2697684" y="18758"/>
                </a:cubicBezTo>
                <a:cubicBezTo>
                  <a:pt x="2691026" y="30002"/>
                  <a:pt x="2688973" y="39197"/>
                  <a:pt x="2688719" y="59636"/>
                </a:cubicBezTo>
                <a:lnTo>
                  <a:pt x="2667709" y="59636"/>
                </a:lnTo>
                <a:lnTo>
                  <a:pt x="2667709" y="67838"/>
                </a:lnTo>
                <a:lnTo>
                  <a:pt x="2688719" y="67838"/>
                </a:lnTo>
                <a:lnTo>
                  <a:pt x="2688719" y="148328"/>
                </a:lnTo>
                <a:cubicBezTo>
                  <a:pt x="2688719" y="167039"/>
                  <a:pt x="2685900" y="170115"/>
                  <a:pt x="2667451" y="171140"/>
                </a:cubicBezTo>
                <a:lnTo>
                  <a:pt x="2667451" y="174983"/>
                </a:lnTo>
                <a:lnTo>
                  <a:pt x="2734070" y="174983"/>
                </a:lnTo>
                <a:lnTo>
                  <a:pt x="2734070" y="171140"/>
                </a:lnTo>
                <a:cubicBezTo>
                  <a:pt x="2713060" y="170373"/>
                  <a:pt x="2710241" y="167555"/>
                  <a:pt x="2710241" y="148328"/>
                </a:cubicBezTo>
                <a:lnTo>
                  <a:pt x="2710241" y="67838"/>
                </a:lnTo>
                <a:lnTo>
                  <a:pt x="2741498" y="67838"/>
                </a:lnTo>
                <a:lnTo>
                  <a:pt x="2741498" y="59636"/>
                </a:lnTo>
                <a:close/>
                <a:moveTo>
                  <a:pt x="2877035" y="59636"/>
                </a:moveTo>
                <a:lnTo>
                  <a:pt x="2851158" y="59636"/>
                </a:lnTo>
                <a:lnTo>
                  <a:pt x="2851158" y="29916"/>
                </a:lnTo>
                <a:cubicBezTo>
                  <a:pt x="2851158" y="27355"/>
                  <a:pt x="2850904" y="26585"/>
                  <a:pt x="2849364" y="26585"/>
                </a:cubicBezTo>
                <a:cubicBezTo>
                  <a:pt x="2847573" y="28891"/>
                  <a:pt x="2846033" y="31198"/>
                  <a:pt x="2844242" y="33759"/>
                </a:cubicBezTo>
                <a:cubicBezTo>
                  <a:pt x="2834503" y="47853"/>
                  <a:pt x="2823486" y="60152"/>
                  <a:pt x="2819389" y="61176"/>
                </a:cubicBezTo>
                <a:cubicBezTo>
                  <a:pt x="2816570" y="62967"/>
                  <a:pt x="2815030" y="64761"/>
                  <a:pt x="2815030" y="66044"/>
                </a:cubicBezTo>
                <a:cubicBezTo>
                  <a:pt x="2815030" y="66814"/>
                  <a:pt x="2815288" y="67326"/>
                  <a:pt x="2816058" y="67838"/>
                </a:cubicBezTo>
                <a:lnTo>
                  <a:pt x="2829636" y="67838"/>
                </a:lnTo>
                <a:lnTo>
                  <a:pt x="2829636" y="144950"/>
                </a:lnTo>
                <a:cubicBezTo>
                  <a:pt x="2829636" y="166468"/>
                  <a:pt x="2837322" y="177485"/>
                  <a:pt x="2852440" y="177485"/>
                </a:cubicBezTo>
                <a:cubicBezTo>
                  <a:pt x="2864994" y="177485"/>
                  <a:pt x="2874729" y="171339"/>
                  <a:pt x="2883185" y="158015"/>
                </a:cubicBezTo>
                <a:lnTo>
                  <a:pt x="2879854" y="155197"/>
                </a:lnTo>
                <a:cubicBezTo>
                  <a:pt x="2874475" y="161600"/>
                  <a:pt x="2870119" y="164165"/>
                  <a:pt x="2864482" y="164165"/>
                </a:cubicBezTo>
                <a:cubicBezTo>
                  <a:pt x="2855001" y="164165"/>
                  <a:pt x="2851158" y="157245"/>
                  <a:pt x="2851158" y="141107"/>
                </a:cubicBezTo>
                <a:lnTo>
                  <a:pt x="2851158" y="67838"/>
                </a:lnTo>
                <a:lnTo>
                  <a:pt x="2877035" y="67838"/>
                </a:lnTo>
                <a:lnTo>
                  <a:pt x="2877035" y="59636"/>
                </a:lnTo>
                <a:close/>
                <a:moveTo>
                  <a:pt x="2923156" y="87112"/>
                </a:moveTo>
                <a:cubicBezTo>
                  <a:pt x="2933915" y="75329"/>
                  <a:pt x="2941601" y="70970"/>
                  <a:pt x="2951594" y="70970"/>
                </a:cubicBezTo>
                <a:cubicBezTo>
                  <a:pt x="2964405" y="70970"/>
                  <a:pt x="2970809" y="80196"/>
                  <a:pt x="2970809" y="98129"/>
                </a:cubicBezTo>
                <a:lnTo>
                  <a:pt x="2970809" y="148851"/>
                </a:lnTo>
                <a:cubicBezTo>
                  <a:pt x="2970809" y="166272"/>
                  <a:pt x="2968249" y="169603"/>
                  <a:pt x="2953388" y="171140"/>
                </a:cubicBezTo>
                <a:lnTo>
                  <a:pt x="2953388" y="174983"/>
                </a:lnTo>
                <a:lnTo>
                  <a:pt x="3007707" y="174983"/>
                </a:lnTo>
                <a:lnTo>
                  <a:pt x="3007707" y="171140"/>
                </a:lnTo>
                <a:cubicBezTo>
                  <a:pt x="2993872" y="168579"/>
                  <a:pt x="2992331" y="166530"/>
                  <a:pt x="2992331" y="148851"/>
                </a:cubicBezTo>
                <a:lnTo>
                  <a:pt x="2992331" y="97871"/>
                </a:lnTo>
                <a:cubicBezTo>
                  <a:pt x="2992331" y="70970"/>
                  <a:pt x="2981572" y="57134"/>
                  <a:pt x="2960817" y="57134"/>
                </a:cubicBezTo>
                <a:cubicBezTo>
                  <a:pt x="2945702" y="57134"/>
                  <a:pt x="2934939" y="63284"/>
                  <a:pt x="2923156" y="78656"/>
                </a:cubicBezTo>
                <a:lnTo>
                  <a:pt x="2923156" y="770"/>
                </a:lnTo>
                <a:lnTo>
                  <a:pt x="2921874" y="0"/>
                </a:lnTo>
                <a:cubicBezTo>
                  <a:pt x="2913163" y="3073"/>
                  <a:pt x="2906756" y="5125"/>
                  <a:pt x="2892408" y="9223"/>
                </a:cubicBezTo>
                <a:lnTo>
                  <a:pt x="2885492" y="11275"/>
                </a:lnTo>
                <a:lnTo>
                  <a:pt x="2885492" y="15372"/>
                </a:lnTo>
                <a:cubicBezTo>
                  <a:pt x="2886516" y="15118"/>
                  <a:pt x="2887286" y="15118"/>
                  <a:pt x="2888565" y="15118"/>
                </a:cubicBezTo>
                <a:cubicBezTo>
                  <a:pt x="2899582" y="15118"/>
                  <a:pt x="2901634" y="17167"/>
                  <a:pt x="2901634" y="28184"/>
                </a:cubicBezTo>
                <a:lnTo>
                  <a:pt x="2901634" y="148851"/>
                </a:lnTo>
                <a:cubicBezTo>
                  <a:pt x="2901634" y="166784"/>
                  <a:pt x="2900094" y="169091"/>
                  <a:pt x="2885234" y="171140"/>
                </a:cubicBezTo>
                <a:lnTo>
                  <a:pt x="2885234" y="174983"/>
                </a:lnTo>
                <a:lnTo>
                  <a:pt x="2940577" y="174983"/>
                </a:lnTo>
                <a:lnTo>
                  <a:pt x="2940577" y="171140"/>
                </a:lnTo>
                <a:cubicBezTo>
                  <a:pt x="2925717" y="169603"/>
                  <a:pt x="2923156" y="166530"/>
                  <a:pt x="2923156" y="148851"/>
                </a:cubicBezTo>
                <a:lnTo>
                  <a:pt x="2923156" y="87112"/>
                </a:lnTo>
                <a:close/>
                <a:moveTo>
                  <a:pt x="3115572" y="132893"/>
                </a:moveTo>
                <a:cubicBezTo>
                  <a:pt x="3103276" y="152374"/>
                  <a:pt x="3092255" y="159810"/>
                  <a:pt x="3075859" y="159810"/>
                </a:cubicBezTo>
                <a:cubicBezTo>
                  <a:pt x="3061256" y="159810"/>
                  <a:pt x="3050239" y="152374"/>
                  <a:pt x="3042807" y="137764"/>
                </a:cubicBezTo>
                <a:cubicBezTo>
                  <a:pt x="3038194" y="128021"/>
                  <a:pt x="3036404" y="119561"/>
                  <a:pt x="3035891" y="103923"/>
                </a:cubicBezTo>
                <a:lnTo>
                  <a:pt x="3114805" y="103923"/>
                </a:lnTo>
                <a:cubicBezTo>
                  <a:pt x="3112753" y="87300"/>
                  <a:pt x="3110192" y="79895"/>
                  <a:pt x="3103788" y="71724"/>
                </a:cubicBezTo>
                <a:cubicBezTo>
                  <a:pt x="3096098" y="62517"/>
                  <a:pt x="3084315" y="57134"/>
                  <a:pt x="3070991" y="57134"/>
                </a:cubicBezTo>
                <a:cubicBezTo>
                  <a:pt x="3058180" y="57134"/>
                  <a:pt x="3046138" y="61747"/>
                  <a:pt x="3036404" y="70446"/>
                </a:cubicBezTo>
                <a:cubicBezTo>
                  <a:pt x="3024358" y="80916"/>
                  <a:pt x="3017442" y="99056"/>
                  <a:pt x="3017442" y="120073"/>
                </a:cubicBezTo>
                <a:cubicBezTo>
                  <a:pt x="3017442" y="155451"/>
                  <a:pt x="3035891" y="177485"/>
                  <a:pt x="3065354" y="177485"/>
                </a:cubicBezTo>
                <a:cubicBezTo>
                  <a:pt x="3089694" y="177485"/>
                  <a:pt x="3108910" y="162371"/>
                  <a:pt x="3119673" y="134687"/>
                </a:cubicBezTo>
                <a:lnTo>
                  <a:pt x="3115572" y="132893"/>
                </a:lnTo>
                <a:moveTo>
                  <a:pt x="3036404" y="95725"/>
                </a:moveTo>
                <a:cubicBezTo>
                  <a:pt x="3039218" y="75810"/>
                  <a:pt x="3047933" y="66360"/>
                  <a:pt x="3063559" y="66360"/>
                </a:cubicBezTo>
                <a:cubicBezTo>
                  <a:pt x="3079189" y="66360"/>
                  <a:pt x="3085339" y="73511"/>
                  <a:pt x="3088670" y="95725"/>
                </a:cubicBezTo>
                <a:lnTo>
                  <a:pt x="3036404" y="95725"/>
                </a:lnTo>
                <a:close/>
                <a:moveTo>
                  <a:pt x="3233686" y="57134"/>
                </a:moveTo>
                <a:lnTo>
                  <a:pt x="3193973" y="71146"/>
                </a:lnTo>
                <a:lnTo>
                  <a:pt x="3193973" y="74993"/>
                </a:lnTo>
                <a:lnTo>
                  <a:pt x="3196026" y="74735"/>
                </a:lnTo>
                <a:cubicBezTo>
                  <a:pt x="3199099" y="74222"/>
                  <a:pt x="3202429" y="73964"/>
                  <a:pt x="3204736" y="73964"/>
                </a:cubicBezTo>
                <a:cubicBezTo>
                  <a:pt x="3210886" y="73964"/>
                  <a:pt x="3213189" y="78065"/>
                  <a:pt x="3213189" y="89348"/>
                </a:cubicBezTo>
                <a:lnTo>
                  <a:pt x="3213189" y="148836"/>
                </a:lnTo>
                <a:cubicBezTo>
                  <a:pt x="3213189" y="167297"/>
                  <a:pt x="3210628" y="170115"/>
                  <a:pt x="3192949" y="171140"/>
                </a:cubicBezTo>
                <a:lnTo>
                  <a:pt x="3192949" y="174983"/>
                </a:lnTo>
                <a:lnTo>
                  <a:pt x="3253672" y="174983"/>
                </a:lnTo>
                <a:lnTo>
                  <a:pt x="3253672" y="171140"/>
                </a:lnTo>
                <a:cubicBezTo>
                  <a:pt x="3236763" y="169861"/>
                  <a:pt x="3234710" y="167297"/>
                  <a:pt x="3234710" y="148836"/>
                </a:cubicBezTo>
                <a:lnTo>
                  <a:pt x="3234710" y="57904"/>
                </a:lnTo>
                <a:lnTo>
                  <a:pt x="3233686" y="57134"/>
                </a:lnTo>
                <a:moveTo>
                  <a:pt x="3221645" y="86"/>
                </a:moveTo>
                <a:cubicBezTo>
                  <a:pt x="3214729" y="86"/>
                  <a:pt x="3208833" y="5982"/>
                  <a:pt x="3208833" y="13156"/>
                </a:cubicBezTo>
                <a:cubicBezTo>
                  <a:pt x="3208833" y="20330"/>
                  <a:pt x="3214471" y="26221"/>
                  <a:pt x="3221645" y="26221"/>
                </a:cubicBezTo>
                <a:cubicBezTo>
                  <a:pt x="3229077" y="26221"/>
                  <a:pt x="3234968" y="20584"/>
                  <a:pt x="3234968" y="13156"/>
                </a:cubicBezTo>
                <a:cubicBezTo>
                  <a:pt x="3234968" y="5982"/>
                  <a:pt x="3229077" y="86"/>
                  <a:pt x="3221645" y="86"/>
                </a:cubicBezTo>
                <a:close/>
                <a:moveTo>
                  <a:pt x="3264177" y="73022"/>
                </a:moveTo>
                <a:cubicBezTo>
                  <a:pt x="3265713" y="72252"/>
                  <a:pt x="3268278" y="71998"/>
                  <a:pt x="3271096" y="71998"/>
                </a:cubicBezTo>
                <a:cubicBezTo>
                  <a:pt x="3278270" y="71998"/>
                  <a:pt x="3280573" y="75841"/>
                  <a:pt x="3280573" y="88391"/>
                </a:cubicBezTo>
                <a:lnTo>
                  <a:pt x="3280573" y="151928"/>
                </a:lnTo>
                <a:cubicBezTo>
                  <a:pt x="3280573" y="166530"/>
                  <a:pt x="3277754" y="170115"/>
                  <a:pt x="3264689" y="171140"/>
                </a:cubicBezTo>
                <a:lnTo>
                  <a:pt x="3264689" y="174983"/>
                </a:lnTo>
                <a:lnTo>
                  <a:pt x="3319008" y="174983"/>
                </a:lnTo>
                <a:lnTo>
                  <a:pt x="3319008" y="171140"/>
                </a:lnTo>
                <a:cubicBezTo>
                  <a:pt x="3305938" y="170115"/>
                  <a:pt x="3302095" y="167042"/>
                  <a:pt x="3302095" y="157820"/>
                </a:cubicBezTo>
                <a:lnTo>
                  <a:pt x="3302095" y="85830"/>
                </a:lnTo>
                <a:cubicBezTo>
                  <a:pt x="3314395" y="74301"/>
                  <a:pt x="3320032" y="71228"/>
                  <a:pt x="3328488" y="71228"/>
                </a:cubicBezTo>
                <a:cubicBezTo>
                  <a:pt x="3341042" y="71228"/>
                  <a:pt x="3347192" y="79168"/>
                  <a:pt x="3347192" y="96077"/>
                </a:cubicBezTo>
                <a:lnTo>
                  <a:pt x="3347192" y="149622"/>
                </a:lnTo>
                <a:cubicBezTo>
                  <a:pt x="3347192" y="165760"/>
                  <a:pt x="3343861" y="170115"/>
                  <a:pt x="3331049" y="171140"/>
                </a:cubicBezTo>
                <a:lnTo>
                  <a:pt x="3331049" y="174983"/>
                </a:lnTo>
                <a:lnTo>
                  <a:pt x="3384344" y="174983"/>
                </a:lnTo>
                <a:lnTo>
                  <a:pt x="3384344" y="171140"/>
                </a:lnTo>
                <a:cubicBezTo>
                  <a:pt x="3371786" y="169861"/>
                  <a:pt x="3368714" y="166784"/>
                  <a:pt x="3368714" y="154235"/>
                </a:cubicBezTo>
                <a:lnTo>
                  <a:pt x="3368714" y="95565"/>
                </a:lnTo>
                <a:cubicBezTo>
                  <a:pt x="3368714" y="71486"/>
                  <a:pt x="3357438" y="57134"/>
                  <a:pt x="3338481" y="57134"/>
                </a:cubicBezTo>
                <a:cubicBezTo>
                  <a:pt x="3326694" y="57134"/>
                  <a:pt x="3318750" y="61493"/>
                  <a:pt x="3301329" y="77890"/>
                </a:cubicBezTo>
                <a:lnTo>
                  <a:pt x="3301329" y="57650"/>
                </a:lnTo>
                <a:lnTo>
                  <a:pt x="3299534" y="57134"/>
                </a:lnTo>
                <a:cubicBezTo>
                  <a:pt x="3286981" y="61747"/>
                  <a:pt x="3278270" y="64566"/>
                  <a:pt x="3264177" y="68667"/>
                </a:cubicBezTo>
                <a:lnTo>
                  <a:pt x="3264177" y="73022"/>
                </a:lnTo>
                <a:close/>
                <a:moveTo>
                  <a:pt x="3390490" y="74238"/>
                </a:moveTo>
                <a:cubicBezTo>
                  <a:pt x="3392796" y="73984"/>
                  <a:pt x="3394591" y="73984"/>
                  <a:pt x="3396897" y="73984"/>
                </a:cubicBezTo>
                <a:cubicBezTo>
                  <a:pt x="3405608" y="73984"/>
                  <a:pt x="3407402" y="76545"/>
                  <a:pt x="3407402" y="88586"/>
                </a:cubicBezTo>
                <a:lnTo>
                  <a:pt x="3407402" y="208495"/>
                </a:lnTo>
                <a:cubicBezTo>
                  <a:pt x="3407402" y="221819"/>
                  <a:pt x="3404583" y="224638"/>
                  <a:pt x="3389465" y="226174"/>
                </a:cubicBezTo>
                <a:lnTo>
                  <a:pt x="3389465" y="230529"/>
                </a:lnTo>
                <a:lnTo>
                  <a:pt x="3451470" y="230529"/>
                </a:lnTo>
                <a:lnTo>
                  <a:pt x="3451470" y="225920"/>
                </a:lnTo>
                <a:cubicBezTo>
                  <a:pt x="3432255" y="225662"/>
                  <a:pt x="3428924" y="222843"/>
                  <a:pt x="3428924" y="206701"/>
                </a:cubicBezTo>
                <a:lnTo>
                  <a:pt x="3428924" y="166472"/>
                </a:lnTo>
                <a:cubicBezTo>
                  <a:pt x="3437893" y="174924"/>
                  <a:pt x="3444038" y="177485"/>
                  <a:pt x="3454801" y="177485"/>
                </a:cubicBezTo>
                <a:cubicBezTo>
                  <a:pt x="3485034" y="177485"/>
                  <a:pt x="3508604" y="148804"/>
                  <a:pt x="3508604" y="111680"/>
                </a:cubicBezTo>
                <a:cubicBezTo>
                  <a:pt x="3508604" y="79934"/>
                  <a:pt x="3490671" y="57134"/>
                  <a:pt x="3465818" y="57134"/>
                </a:cubicBezTo>
                <a:cubicBezTo>
                  <a:pt x="3451470" y="57134"/>
                  <a:pt x="3440195" y="63542"/>
                  <a:pt x="3428924" y="77373"/>
                </a:cubicBezTo>
                <a:lnTo>
                  <a:pt x="3428924" y="57650"/>
                </a:lnTo>
                <a:lnTo>
                  <a:pt x="3427388" y="57134"/>
                </a:lnTo>
                <a:cubicBezTo>
                  <a:pt x="3413552" y="62517"/>
                  <a:pt x="3404583" y="65848"/>
                  <a:pt x="3390490" y="70203"/>
                </a:cubicBezTo>
                <a:lnTo>
                  <a:pt x="3390490" y="74238"/>
                </a:lnTo>
                <a:moveTo>
                  <a:pt x="3428924" y="89407"/>
                </a:moveTo>
                <a:cubicBezTo>
                  <a:pt x="3428924" y="81725"/>
                  <a:pt x="3443272" y="72510"/>
                  <a:pt x="3455055" y="72510"/>
                </a:cubicBezTo>
                <a:cubicBezTo>
                  <a:pt x="3474017" y="72510"/>
                  <a:pt x="3486570" y="91968"/>
                  <a:pt x="3486570" y="121668"/>
                </a:cubicBezTo>
                <a:cubicBezTo>
                  <a:pt x="3486570" y="150087"/>
                  <a:pt x="3474017" y="169287"/>
                  <a:pt x="3455572" y="169287"/>
                </a:cubicBezTo>
                <a:cubicBezTo>
                  <a:pt x="3443526" y="169287"/>
                  <a:pt x="3428924" y="160072"/>
                  <a:pt x="3428924" y="152390"/>
                </a:cubicBezTo>
                <a:lnTo>
                  <a:pt x="3428924" y="89407"/>
                </a:lnTo>
                <a:close/>
                <a:moveTo>
                  <a:pt x="3639018" y="162124"/>
                </a:moveTo>
                <a:lnTo>
                  <a:pt x="3637740" y="162124"/>
                </a:lnTo>
                <a:cubicBezTo>
                  <a:pt x="3625953" y="162124"/>
                  <a:pt x="3623134" y="159305"/>
                  <a:pt x="3623134" y="147518"/>
                </a:cubicBezTo>
                <a:lnTo>
                  <a:pt x="3623134" y="59636"/>
                </a:lnTo>
                <a:lnTo>
                  <a:pt x="3582651" y="59636"/>
                </a:lnTo>
                <a:lnTo>
                  <a:pt x="3582651" y="63995"/>
                </a:lnTo>
                <a:cubicBezTo>
                  <a:pt x="3598539" y="64761"/>
                  <a:pt x="3601612" y="67326"/>
                  <a:pt x="3601612" y="80134"/>
                </a:cubicBezTo>
                <a:lnTo>
                  <a:pt x="3601612" y="140336"/>
                </a:lnTo>
                <a:cubicBezTo>
                  <a:pt x="3601612" y="147510"/>
                  <a:pt x="3600330" y="151099"/>
                  <a:pt x="3596745" y="153914"/>
                </a:cubicBezTo>
                <a:cubicBezTo>
                  <a:pt x="3589825" y="159552"/>
                  <a:pt x="3581884" y="162625"/>
                  <a:pt x="3574198" y="162625"/>
                </a:cubicBezTo>
                <a:cubicBezTo>
                  <a:pt x="3564206" y="162625"/>
                  <a:pt x="3556007" y="153914"/>
                  <a:pt x="3556007" y="143155"/>
                </a:cubicBezTo>
                <a:lnTo>
                  <a:pt x="3556007" y="59636"/>
                </a:lnTo>
                <a:lnTo>
                  <a:pt x="3518597" y="59636"/>
                </a:lnTo>
                <a:lnTo>
                  <a:pt x="3518597" y="63225"/>
                </a:lnTo>
                <a:cubicBezTo>
                  <a:pt x="3530896" y="63995"/>
                  <a:pt x="3534485" y="67838"/>
                  <a:pt x="3534485" y="79621"/>
                </a:cubicBezTo>
                <a:lnTo>
                  <a:pt x="3534485" y="144180"/>
                </a:lnTo>
                <a:cubicBezTo>
                  <a:pt x="3534485" y="164419"/>
                  <a:pt x="3546781" y="177485"/>
                  <a:pt x="3565484" y="177485"/>
                </a:cubicBezTo>
                <a:cubicBezTo>
                  <a:pt x="3574965" y="177485"/>
                  <a:pt x="3584957" y="173388"/>
                  <a:pt x="3591877" y="166468"/>
                </a:cubicBezTo>
                <a:lnTo>
                  <a:pt x="3602894" y="155455"/>
                </a:lnTo>
                <a:lnTo>
                  <a:pt x="3602894" y="176719"/>
                </a:lnTo>
                <a:lnTo>
                  <a:pt x="3603919" y="177235"/>
                </a:lnTo>
                <a:cubicBezTo>
                  <a:pt x="3616730" y="172113"/>
                  <a:pt x="3625953" y="169294"/>
                  <a:pt x="3639018" y="165705"/>
                </a:cubicBezTo>
                <a:lnTo>
                  <a:pt x="3639018" y="162124"/>
                </a:lnTo>
                <a:close/>
                <a:moveTo>
                  <a:pt x="3709734" y="59636"/>
                </a:moveTo>
                <a:lnTo>
                  <a:pt x="3683857" y="59636"/>
                </a:lnTo>
                <a:lnTo>
                  <a:pt x="3683857" y="29916"/>
                </a:lnTo>
                <a:cubicBezTo>
                  <a:pt x="3683857" y="27355"/>
                  <a:pt x="3683603" y="26585"/>
                  <a:pt x="3682062" y="26585"/>
                </a:cubicBezTo>
                <a:cubicBezTo>
                  <a:pt x="3680272" y="28891"/>
                  <a:pt x="3678731" y="31198"/>
                  <a:pt x="3676941" y="33759"/>
                </a:cubicBezTo>
                <a:cubicBezTo>
                  <a:pt x="3667202" y="47853"/>
                  <a:pt x="3656185" y="60152"/>
                  <a:pt x="3652088" y="61176"/>
                </a:cubicBezTo>
                <a:cubicBezTo>
                  <a:pt x="3649269" y="62967"/>
                  <a:pt x="3647729" y="64761"/>
                  <a:pt x="3647729" y="66044"/>
                </a:cubicBezTo>
                <a:cubicBezTo>
                  <a:pt x="3647729" y="66814"/>
                  <a:pt x="3647987" y="67326"/>
                  <a:pt x="3648757" y="67838"/>
                </a:cubicBezTo>
                <a:lnTo>
                  <a:pt x="3662335" y="67838"/>
                </a:lnTo>
                <a:lnTo>
                  <a:pt x="3662335" y="144950"/>
                </a:lnTo>
                <a:cubicBezTo>
                  <a:pt x="3662335" y="166468"/>
                  <a:pt x="3670021" y="177485"/>
                  <a:pt x="3685139" y="177485"/>
                </a:cubicBezTo>
                <a:cubicBezTo>
                  <a:pt x="3697693" y="177485"/>
                  <a:pt x="3707427" y="171339"/>
                  <a:pt x="3715884" y="158015"/>
                </a:cubicBezTo>
                <a:lnTo>
                  <a:pt x="3712553" y="155197"/>
                </a:lnTo>
                <a:cubicBezTo>
                  <a:pt x="3707173" y="161600"/>
                  <a:pt x="3702818" y="164165"/>
                  <a:pt x="3697180" y="164165"/>
                </a:cubicBezTo>
                <a:cubicBezTo>
                  <a:pt x="3687700" y="164165"/>
                  <a:pt x="3683857" y="157245"/>
                  <a:pt x="3683857" y="141107"/>
                </a:cubicBezTo>
                <a:lnTo>
                  <a:pt x="3683857" y="67838"/>
                </a:lnTo>
                <a:lnTo>
                  <a:pt x="3709734" y="67838"/>
                </a:lnTo>
                <a:lnTo>
                  <a:pt x="3709734" y="59636"/>
                </a:lnTo>
                <a:close/>
                <a:moveTo>
                  <a:pt x="3902408" y="162124"/>
                </a:moveTo>
                <a:lnTo>
                  <a:pt x="3901129" y="162124"/>
                </a:lnTo>
                <a:cubicBezTo>
                  <a:pt x="3889342" y="162124"/>
                  <a:pt x="3886523" y="159305"/>
                  <a:pt x="3886523" y="147518"/>
                </a:cubicBezTo>
                <a:lnTo>
                  <a:pt x="3886523" y="59636"/>
                </a:lnTo>
                <a:lnTo>
                  <a:pt x="3846040" y="59636"/>
                </a:lnTo>
                <a:lnTo>
                  <a:pt x="3846040" y="63995"/>
                </a:lnTo>
                <a:cubicBezTo>
                  <a:pt x="3861928" y="64761"/>
                  <a:pt x="3865001" y="67326"/>
                  <a:pt x="3865001" y="80134"/>
                </a:cubicBezTo>
                <a:lnTo>
                  <a:pt x="3865001" y="140336"/>
                </a:lnTo>
                <a:cubicBezTo>
                  <a:pt x="3865001" y="147510"/>
                  <a:pt x="3863719" y="151099"/>
                  <a:pt x="3860134" y="153914"/>
                </a:cubicBezTo>
                <a:cubicBezTo>
                  <a:pt x="3853214" y="159552"/>
                  <a:pt x="3845274" y="162625"/>
                  <a:pt x="3837588" y="162625"/>
                </a:cubicBezTo>
                <a:cubicBezTo>
                  <a:pt x="3827595" y="162625"/>
                  <a:pt x="3819397" y="153914"/>
                  <a:pt x="3819397" y="143155"/>
                </a:cubicBezTo>
                <a:lnTo>
                  <a:pt x="3819397" y="59636"/>
                </a:lnTo>
                <a:lnTo>
                  <a:pt x="3781986" y="59636"/>
                </a:lnTo>
                <a:lnTo>
                  <a:pt x="3781986" y="63225"/>
                </a:lnTo>
                <a:cubicBezTo>
                  <a:pt x="3794286" y="63995"/>
                  <a:pt x="3797875" y="67838"/>
                  <a:pt x="3797875" y="79621"/>
                </a:cubicBezTo>
                <a:lnTo>
                  <a:pt x="3797875" y="144180"/>
                </a:lnTo>
                <a:cubicBezTo>
                  <a:pt x="3797875" y="164419"/>
                  <a:pt x="3810170" y="177485"/>
                  <a:pt x="3828873" y="177485"/>
                </a:cubicBezTo>
                <a:cubicBezTo>
                  <a:pt x="3838354" y="177485"/>
                  <a:pt x="3848347" y="173388"/>
                  <a:pt x="3855266" y="166468"/>
                </a:cubicBezTo>
                <a:lnTo>
                  <a:pt x="3866284" y="155455"/>
                </a:lnTo>
                <a:lnTo>
                  <a:pt x="3866284" y="176719"/>
                </a:lnTo>
                <a:lnTo>
                  <a:pt x="3867308" y="177235"/>
                </a:lnTo>
                <a:cubicBezTo>
                  <a:pt x="3880119" y="172113"/>
                  <a:pt x="3889342" y="169294"/>
                  <a:pt x="3902408" y="165705"/>
                </a:cubicBezTo>
                <a:lnTo>
                  <a:pt x="3902408" y="162124"/>
                </a:lnTo>
                <a:close/>
                <a:moveTo>
                  <a:pt x="3988495" y="94482"/>
                </a:moveTo>
                <a:lnTo>
                  <a:pt x="3987471" y="59636"/>
                </a:lnTo>
                <a:lnTo>
                  <a:pt x="3984652" y="59636"/>
                </a:lnTo>
                <a:lnTo>
                  <a:pt x="3984140" y="60152"/>
                </a:lnTo>
                <a:cubicBezTo>
                  <a:pt x="3981834" y="61943"/>
                  <a:pt x="3981579" y="62201"/>
                  <a:pt x="3980555" y="62201"/>
                </a:cubicBezTo>
                <a:cubicBezTo>
                  <a:pt x="3979019" y="62201"/>
                  <a:pt x="3976454" y="61688"/>
                  <a:pt x="3973635" y="60406"/>
                </a:cubicBezTo>
                <a:cubicBezTo>
                  <a:pt x="3967998" y="58412"/>
                  <a:pt x="3962364" y="57384"/>
                  <a:pt x="3955702" y="57384"/>
                </a:cubicBezTo>
                <a:cubicBezTo>
                  <a:pt x="3935459" y="57384"/>
                  <a:pt x="3920857" y="70450"/>
                  <a:pt x="3920857" y="88887"/>
                </a:cubicBezTo>
                <a:cubicBezTo>
                  <a:pt x="3920857" y="103223"/>
                  <a:pt x="3929055" y="113466"/>
                  <a:pt x="3950835" y="125758"/>
                </a:cubicBezTo>
                <a:lnTo>
                  <a:pt x="3965695" y="134210"/>
                </a:lnTo>
                <a:cubicBezTo>
                  <a:pt x="3974660" y="139332"/>
                  <a:pt x="3979019" y="145477"/>
                  <a:pt x="3979019" y="153414"/>
                </a:cubicBezTo>
                <a:cubicBezTo>
                  <a:pt x="3979019" y="164681"/>
                  <a:pt x="3970816" y="171851"/>
                  <a:pt x="3957751" y="171851"/>
                </a:cubicBezTo>
                <a:cubicBezTo>
                  <a:pt x="3949040" y="171851"/>
                  <a:pt x="3941096" y="168520"/>
                  <a:pt x="3936229" y="162887"/>
                </a:cubicBezTo>
                <a:cubicBezTo>
                  <a:pt x="3930849" y="156487"/>
                  <a:pt x="3928543" y="150595"/>
                  <a:pt x="3925212" y="136001"/>
                </a:cubicBezTo>
                <a:lnTo>
                  <a:pt x="3921111" y="136001"/>
                </a:lnTo>
                <a:lnTo>
                  <a:pt x="3921111" y="175948"/>
                </a:lnTo>
                <a:lnTo>
                  <a:pt x="3924442" y="175948"/>
                </a:lnTo>
                <a:cubicBezTo>
                  <a:pt x="3926236" y="173388"/>
                  <a:pt x="3927260" y="172875"/>
                  <a:pt x="3930337" y="172875"/>
                </a:cubicBezTo>
                <a:cubicBezTo>
                  <a:pt x="3932644" y="172934"/>
                  <a:pt x="3936229" y="173446"/>
                  <a:pt x="3942121" y="174983"/>
                </a:cubicBezTo>
                <a:cubicBezTo>
                  <a:pt x="3949295" y="176460"/>
                  <a:pt x="3956214" y="177485"/>
                  <a:pt x="3960824" y="177485"/>
                </a:cubicBezTo>
                <a:cubicBezTo>
                  <a:pt x="3980555" y="177485"/>
                  <a:pt x="3996952" y="162632"/>
                  <a:pt x="3996952" y="144707"/>
                </a:cubicBezTo>
                <a:cubicBezTo>
                  <a:pt x="3996952" y="131904"/>
                  <a:pt x="3990802" y="123455"/>
                  <a:pt x="3975430" y="114236"/>
                </a:cubicBezTo>
                <a:lnTo>
                  <a:pt x="3947758" y="97848"/>
                </a:lnTo>
                <a:cubicBezTo>
                  <a:pt x="3940584" y="93751"/>
                  <a:pt x="3936741" y="87351"/>
                  <a:pt x="3936741" y="80435"/>
                </a:cubicBezTo>
                <a:cubicBezTo>
                  <a:pt x="3936741" y="70192"/>
                  <a:pt x="3944685" y="63022"/>
                  <a:pt x="3956469" y="63022"/>
                </a:cubicBezTo>
                <a:cubicBezTo>
                  <a:pt x="3971075" y="63022"/>
                  <a:pt x="3978761" y="71728"/>
                  <a:pt x="3984652" y="94521"/>
                </a:cubicBezTo>
                <a:lnTo>
                  <a:pt x="3988495" y="94482"/>
                </a:lnTo>
                <a:close/>
                <a:moveTo>
                  <a:pt x="4111992" y="132893"/>
                </a:moveTo>
                <a:cubicBezTo>
                  <a:pt x="4099696" y="152374"/>
                  <a:pt x="4088675" y="159810"/>
                  <a:pt x="4072279" y="159810"/>
                </a:cubicBezTo>
                <a:cubicBezTo>
                  <a:pt x="4057676" y="159810"/>
                  <a:pt x="4046659" y="152374"/>
                  <a:pt x="4039227" y="137764"/>
                </a:cubicBezTo>
                <a:cubicBezTo>
                  <a:pt x="4034614" y="128021"/>
                  <a:pt x="4032824" y="119561"/>
                  <a:pt x="4032311" y="103923"/>
                </a:cubicBezTo>
                <a:lnTo>
                  <a:pt x="4111225" y="103923"/>
                </a:lnTo>
                <a:cubicBezTo>
                  <a:pt x="4109173" y="87300"/>
                  <a:pt x="4106612" y="79895"/>
                  <a:pt x="4100208" y="71724"/>
                </a:cubicBezTo>
                <a:cubicBezTo>
                  <a:pt x="4092518" y="62517"/>
                  <a:pt x="4080735" y="57134"/>
                  <a:pt x="4067411" y="57134"/>
                </a:cubicBezTo>
                <a:cubicBezTo>
                  <a:pt x="4054600" y="57134"/>
                  <a:pt x="4042558" y="61747"/>
                  <a:pt x="4032824" y="70446"/>
                </a:cubicBezTo>
                <a:cubicBezTo>
                  <a:pt x="4020778" y="80916"/>
                  <a:pt x="4013862" y="99056"/>
                  <a:pt x="4013862" y="120073"/>
                </a:cubicBezTo>
                <a:cubicBezTo>
                  <a:pt x="4013862" y="155451"/>
                  <a:pt x="4032311" y="177485"/>
                  <a:pt x="4061774" y="177485"/>
                </a:cubicBezTo>
                <a:cubicBezTo>
                  <a:pt x="4086114" y="177485"/>
                  <a:pt x="4105330" y="162371"/>
                  <a:pt x="4116093" y="134687"/>
                </a:cubicBezTo>
                <a:lnTo>
                  <a:pt x="4111992" y="132893"/>
                </a:lnTo>
                <a:moveTo>
                  <a:pt x="4032824" y="95725"/>
                </a:moveTo>
                <a:cubicBezTo>
                  <a:pt x="4035638" y="75810"/>
                  <a:pt x="4044353" y="66360"/>
                  <a:pt x="4059979" y="66360"/>
                </a:cubicBezTo>
                <a:cubicBezTo>
                  <a:pt x="4075609" y="66360"/>
                  <a:pt x="4081759" y="73511"/>
                  <a:pt x="4085090" y="95725"/>
                </a:cubicBezTo>
                <a:lnTo>
                  <a:pt x="4032824" y="95725"/>
                </a:lnTo>
                <a:close/>
                <a:moveTo>
                  <a:pt x="4209354" y="177485"/>
                </a:moveTo>
                <a:lnTo>
                  <a:pt x="4247019" y="164165"/>
                </a:lnTo>
                <a:lnTo>
                  <a:pt x="4247019" y="160068"/>
                </a:lnTo>
                <a:cubicBezTo>
                  <a:pt x="4242406" y="160322"/>
                  <a:pt x="4241893" y="160322"/>
                  <a:pt x="4241123" y="160322"/>
                </a:cubicBezTo>
                <a:cubicBezTo>
                  <a:pt x="4231901" y="160322"/>
                  <a:pt x="4229852" y="157507"/>
                  <a:pt x="4229852" y="145728"/>
                </a:cubicBezTo>
                <a:lnTo>
                  <a:pt x="4229852" y="512"/>
                </a:lnTo>
                <a:lnTo>
                  <a:pt x="4228570" y="0"/>
                </a:lnTo>
                <a:cubicBezTo>
                  <a:pt x="4216270" y="4355"/>
                  <a:pt x="4207306" y="6916"/>
                  <a:pt x="4190905" y="11275"/>
                </a:cubicBezTo>
                <a:lnTo>
                  <a:pt x="4190905" y="15372"/>
                </a:lnTo>
                <a:cubicBezTo>
                  <a:pt x="4192958" y="15118"/>
                  <a:pt x="4194494" y="15118"/>
                  <a:pt x="4196543" y="15118"/>
                </a:cubicBezTo>
                <a:cubicBezTo>
                  <a:pt x="4206023" y="15118"/>
                  <a:pt x="4208330" y="17679"/>
                  <a:pt x="4208330" y="28184"/>
                </a:cubicBezTo>
                <a:lnTo>
                  <a:pt x="4208330" y="68151"/>
                </a:lnTo>
                <a:cubicBezTo>
                  <a:pt x="4198591" y="59953"/>
                  <a:pt x="4191675" y="57134"/>
                  <a:pt x="4181425" y="57134"/>
                </a:cubicBezTo>
                <a:cubicBezTo>
                  <a:pt x="4151962" y="57134"/>
                  <a:pt x="4128134" y="86072"/>
                  <a:pt x="4128134" y="122431"/>
                </a:cubicBezTo>
                <a:cubicBezTo>
                  <a:pt x="4128134" y="155200"/>
                  <a:pt x="4147349" y="177485"/>
                  <a:pt x="4175533" y="177485"/>
                </a:cubicBezTo>
                <a:cubicBezTo>
                  <a:pt x="4189881" y="177485"/>
                  <a:pt x="4199620" y="172363"/>
                  <a:pt x="4208330" y="160322"/>
                </a:cubicBezTo>
                <a:lnTo>
                  <a:pt x="4208330" y="176719"/>
                </a:lnTo>
                <a:lnTo>
                  <a:pt x="4209354" y="177485"/>
                </a:lnTo>
                <a:moveTo>
                  <a:pt x="4208330" y="148801"/>
                </a:moveTo>
                <a:cubicBezTo>
                  <a:pt x="4208330" y="150595"/>
                  <a:pt x="4206536" y="153668"/>
                  <a:pt x="4203975" y="156483"/>
                </a:cubicBezTo>
                <a:cubicBezTo>
                  <a:pt x="4199362" y="161604"/>
                  <a:pt x="4192958" y="164165"/>
                  <a:pt x="4185526" y="164165"/>
                </a:cubicBezTo>
                <a:cubicBezTo>
                  <a:pt x="4164262" y="164165"/>
                  <a:pt x="4150168" y="143679"/>
                  <a:pt x="4150168" y="112188"/>
                </a:cubicBezTo>
                <a:cubicBezTo>
                  <a:pt x="4150168" y="83257"/>
                  <a:pt x="4162721" y="64312"/>
                  <a:pt x="4182195" y="64312"/>
                </a:cubicBezTo>
                <a:cubicBezTo>
                  <a:pt x="4195777" y="64312"/>
                  <a:pt x="4208330" y="76341"/>
                  <a:pt x="4208330" y="89911"/>
                </a:cubicBezTo>
                <a:lnTo>
                  <a:pt x="4208330" y="148801"/>
                </a:lnTo>
                <a:close/>
                <a:moveTo>
                  <a:pt x="4378712" y="59636"/>
                </a:moveTo>
                <a:lnTo>
                  <a:pt x="4352834" y="59636"/>
                </a:lnTo>
                <a:lnTo>
                  <a:pt x="4352834" y="29916"/>
                </a:lnTo>
                <a:cubicBezTo>
                  <a:pt x="4352834" y="27355"/>
                  <a:pt x="4352580" y="26585"/>
                  <a:pt x="4351040" y="26585"/>
                </a:cubicBezTo>
                <a:cubicBezTo>
                  <a:pt x="4349249" y="28891"/>
                  <a:pt x="4347709" y="31198"/>
                  <a:pt x="4345918" y="33759"/>
                </a:cubicBezTo>
                <a:cubicBezTo>
                  <a:pt x="4336180" y="47853"/>
                  <a:pt x="4325163" y="60152"/>
                  <a:pt x="4321066" y="61176"/>
                </a:cubicBezTo>
                <a:cubicBezTo>
                  <a:pt x="4318247" y="62967"/>
                  <a:pt x="4316706" y="64761"/>
                  <a:pt x="4316706" y="66044"/>
                </a:cubicBezTo>
                <a:cubicBezTo>
                  <a:pt x="4316706" y="66814"/>
                  <a:pt x="4316964" y="67326"/>
                  <a:pt x="4317735" y="67838"/>
                </a:cubicBezTo>
                <a:lnTo>
                  <a:pt x="4331312" y="67838"/>
                </a:lnTo>
                <a:lnTo>
                  <a:pt x="4331312" y="144950"/>
                </a:lnTo>
                <a:cubicBezTo>
                  <a:pt x="4331312" y="166468"/>
                  <a:pt x="4338999" y="177485"/>
                  <a:pt x="4354117" y="177485"/>
                </a:cubicBezTo>
                <a:cubicBezTo>
                  <a:pt x="4366670" y="177485"/>
                  <a:pt x="4376405" y="171339"/>
                  <a:pt x="4384861" y="158015"/>
                </a:cubicBezTo>
                <a:lnTo>
                  <a:pt x="4381530" y="155197"/>
                </a:lnTo>
                <a:cubicBezTo>
                  <a:pt x="4376151" y="161600"/>
                  <a:pt x="4371796" y="164165"/>
                  <a:pt x="4366158" y="164165"/>
                </a:cubicBezTo>
                <a:cubicBezTo>
                  <a:pt x="4356677" y="164165"/>
                  <a:pt x="4352834" y="157245"/>
                  <a:pt x="4352834" y="141107"/>
                </a:cubicBezTo>
                <a:lnTo>
                  <a:pt x="4352834" y="67838"/>
                </a:lnTo>
                <a:lnTo>
                  <a:pt x="4378712" y="67838"/>
                </a:lnTo>
                <a:lnTo>
                  <a:pt x="4378712" y="59636"/>
                </a:lnTo>
                <a:close/>
                <a:moveTo>
                  <a:pt x="4448661" y="57134"/>
                </a:moveTo>
                <a:cubicBezTo>
                  <a:pt x="4415351" y="57134"/>
                  <a:pt x="4392035" y="81721"/>
                  <a:pt x="4392035" y="117055"/>
                </a:cubicBezTo>
                <a:cubicBezTo>
                  <a:pt x="4392035" y="151619"/>
                  <a:pt x="4415864" y="177485"/>
                  <a:pt x="4448145" y="177485"/>
                </a:cubicBezTo>
                <a:cubicBezTo>
                  <a:pt x="4480429" y="177485"/>
                  <a:pt x="4505024" y="150341"/>
                  <a:pt x="4505024" y="115007"/>
                </a:cubicBezTo>
                <a:cubicBezTo>
                  <a:pt x="4505024" y="81463"/>
                  <a:pt x="4481454" y="57134"/>
                  <a:pt x="4448661" y="57134"/>
                </a:cubicBezTo>
                <a:moveTo>
                  <a:pt x="4445330" y="64312"/>
                </a:moveTo>
                <a:cubicBezTo>
                  <a:pt x="4466852" y="64312"/>
                  <a:pt x="4481966" y="88891"/>
                  <a:pt x="4481966" y="123967"/>
                </a:cubicBezTo>
                <a:cubicBezTo>
                  <a:pt x="4481966" y="152902"/>
                  <a:pt x="4470437" y="170311"/>
                  <a:pt x="4451221" y="170311"/>
                </a:cubicBezTo>
                <a:cubicBezTo>
                  <a:pt x="4441229" y="170311"/>
                  <a:pt x="4431748" y="164169"/>
                  <a:pt x="4426368" y="153926"/>
                </a:cubicBezTo>
                <a:cubicBezTo>
                  <a:pt x="4419194" y="140610"/>
                  <a:pt x="4415093" y="122689"/>
                  <a:pt x="4415093" y="104510"/>
                </a:cubicBezTo>
                <a:cubicBezTo>
                  <a:pt x="4415093" y="80184"/>
                  <a:pt x="4427135" y="64312"/>
                  <a:pt x="4445330" y="64312"/>
                </a:cubicBezTo>
                <a:close/>
                <a:moveTo>
                  <a:pt x="4678741" y="134973"/>
                </a:moveTo>
                <a:cubicBezTo>
                  <a:pt x="4666441" y="152894"/>
                  <a:pt x="4657219" y="159040"/>
                  <a:pt x="4642613" y="159040"/>
                </a:cubicBezTo>
                <a:cubicBezTo>
                  <a:pt x="4619296" y="159040"/>
                  <a:pt x="4602900" y="138558"/>
                  <a:pt x="4602900" y="109115"/>
                </a:cubicBezTo>
                <a:cubicBezTo>
                  <a:pt x="4602900" y="82745"/>
                  <a:pt x="4616994" y="64566"/>
                  <a:pt x="4637746" y="64566"/>
                </a:cubicBezTo>
                <a:cubicBezTo>
                  <a:pt x="4646968" y="64566"/>
                  <a:pt x="4650299" y="67381"/>
                  <a:pt x="4652864" y="76854"/>
                </a:cubicBezTo>
                <a:lnTo>
                  <a:pt x="4654400" y="82487"/>
                </a:lnTo>
                <a:cubicBezTo>
                  <a:pt x="4656449" y="89657"/>
                  <a:pt x="4661062" y="94267"/>
                  <a:pt x="4666441" y="94267"/>
                </a:cubicBezTo>
                <a:cubicBezTo>
                  <a:pt x="4673103" y="94267"/>
                  <a:pt x="4678741" y="89399"/>
                  <a:pt x="4678741" y="83511"/>
                </a:cubicBezTo>
                <a:cubicBezTo>
                  <a:pt x="4678741" y="69175"/>
                  <a:pt x="4660804" y="57134"/>
                  <a:pt x="4639282" y="57134"/>
                </a:cubicBezTo>
                <a:cubicBezTo>
                  <a:pt x="4626728" y="57134"/>
                  <a:pt x="4613663" y="62259"/>
                  <a:pt x="4603158" y="71478"/>
                </a:cubicBezTo>
                <a:cubicBezTo>
                  <a:pt x="4590346" y="82745"/>
                  <a:pt x="4583172" y="100154"/>
                  <a:pt x="4583172" y="120378"/>
                </a:cubicBezTo>
                <a:cubicBezTo>
                  <a:pt x="4583172" y="153664"/>
                  <a:pt x="4603412" y="177485"/>
                  <a:pt x="4631854" y="177485"/>
                </a:cubicBezTo>
                <a:cubicBezTo>
                  <a:pt x="4643383" y="177485"/>
                  <a:pt x="4653630" y="173388"/>
                  <a:pt x="4662856" y="165443"/>
                </a:cubicBezTo>
                <a:cubicBezTo>
                  <a:pt x="4669772" y="159294"/>
                  <a:pt x="4674640" y="152382"/>
                  <a:pt x="4682326" y="137275"/>
                </a:cubicBezTo>
                <a:lnTo>
                  <a:pt x="4678741" y="134973"/>
                </a:lnTo>
                <a:close/>
                <a:moveTo>
                  <a:pt x="4754582" y="57134"/>
                </a:moveTo>
                <a:cubicBezTo>
                  <a:pt x="4721272" y="57134"/>
                  <a:pt x="4697956" y="81721"/>
                  <a:pt x="4697956" y="117055"/>
                </a:cubicBezTo>
                <a:cubicBezTo>
                  <a:pt x="4697956" y="151619"/>
                  <a:pt x="4721785" y="177485"/>
                  <a:pt x="4754066" y="177485"/>
                </a:cubicBezTo>
                <a:cubicBezTo>
                  <a:pt x="4786350" y="177485"/>
                  <a:pt x="4810945" y="150341"/>
                  <a:pt x="4810945" y="115007"/>
                </a:cubicBezTo>
                <a:cubicBezTo>
                  <a:pt x="4810945" y="81463"/>
                  <a:pt x="4787375" y="57134"/>
                  <a:pt x="4754582" y="57134"/>
                </a:cubicBezTo>
                <a:moveTo>
                  <a:pt x="4751251" y="64312"/>
                </a:moveTo>
                <a:cubicBezTo>
                  <a:pt x="4772773" y="64312"/>
                  <a:pt x="4787887" y="88891"/>
                  <a:pt x="4787887" y="123967"/>
                </a:cubicBezTo>
                <a:cubicBezTo>
                  <a:pt x="4787887" y="152902"/>
                  <a:pt x="4776358" y="170311"/>
                  <a:pt x="4757142" y="170311"/>
                </a:cubicBezTo>
                <a:cubicBezTo>
                  <a:pt x="4747150" y="170311"/>
                  <a:pt x="4737669" y="164169"/>
                  <a:pt x="4732290" y="153926"/>
                </a:cubicBezTo>
                <a:cubicBezTo>
                  <a:pt x="4725116" y="140610"/>
                  <a:pt x="4721014" y="122689"/>
                  <a:pt x="4721014" y="104510"/>
                </a:cubicBezTo>
                <a:cubicBezTo>
                  <a:pt x="4721014" y="80184"/>
                  <a:pt x="4733056" y="64312"/>
                  <a:pt x="4751251" y="64312"/>
                </a:cubicBezTo>
                <a:close/>
                <a:moveTo>
                  <a:pt x="4823503" y="73022"/>
                </a:moveTo>
                <a:cubicBezTo>
                  <a:pt x="4826834" y="72252"/>
                  <a:pt x="4828882" y="71998"/>
                  <a:pt x="4831701" y="71998"/>
                </a:cubicBezTo>
                <a:cubicBezTo>
                  <a:pt x="4838363" y="71998"/>
                  <a:pt x="4840669" y="76095"/>
                  <a:pt x="4840669" y="88391"/>
                </a:cubicBezTo>
                <a:lnTo>
                  <a:pt x="4840669" y="153207"/>
                </a:lnTo>
                <a:cubicBezTo>
                  <a:pt x="4840669" y="167042"/>
                  <a:pt x="4837081" y="170886"/>
                  <a:pt x="4822733" y="171140"/>
                </a:cubicBezTo>
                <a:lnTo>
                  <a:pt x="4822733" y="174983"/>
                </a:lnTo>
                <a:lnTo>
                  <a:pt x="4879612" y="174983"/>
                </a:lnTo>
                <a:lnTo>
                  <a:pt x="4879612" y="171140"/>
                </a:lnTo>
                <a:cubicBezTo>
                  <a:pt x="4866035" y="170627"/>
                  <a:pt x="4862191" y="167813"/>
                  <a:pt x="4862191" y="157820"/>
                </a:cubicBezTo>
                <a:lnTo>
                  <a:pt x="4862191" y="85576"/>
                </a:lnTo>
                <a:cubicBezTo>
                  <a:pt x="4862191" y="85064"/>
                  <a:pt x="4864240" y="82499"/>
                  <a:pt x="4866035" y="80708"/>
                </a:cubicBezTo>
                <a:cubicBezTo>
                  <a:pt x="4872438" y="74813"/>
                  <a:pt x="4883455" y="70458"/>
                  <a:pt x="4892424" y="70458"/>
                </a:cubicBezTo>
                <a:cubicBezTo>
                  <a:pt x="4903695" y="70458"/>
                  <a:pt x="4909333" y="79426"/>
                  <a:pt x="4909333" y="97359"/>
                </a:cubicBezTo>
                <a:lnTo>
                  <a:pt x="4909333" y="152952"/>
                </a:lnTo>
                <a:cubicBezTo>
                  <a:pt x="4909333" y="167300"/>
                  <a:pt x="4906514" y="170115"/>
                  <a:pt x="4891912" y="171140"/>
                </a:cubicBezTo>
                <a:lnTo>
                  <a:pt x="4891912" y="174983"/>
                </a:lnTo>
                <a:lnTo>
                  <a:pt x="4949304" y="174983"/>
                </a:lnTo>
                <a:lnTo>
                  <a:pt x="4949304" y="171140"/>
                </a:lnTo>
                <a:cubicBezTo>
                  <a:pt x="4934698" y="170886"/>
                  <a:pt x="4930855" y="166530"/>
                  <a:pt x="4930855" y="150646"/>
                </a:cubicBezTo>
                <a:lnTo>
                  <a:pt x="4930855" y="86088"/>
                </a:lnTo>
                <a:cubicBezTo>
                  <a:pt x="4938541" y="75071"/>
                  <a:pt x="4946997" y="70458"/>
                  <a:pt x="4958784" y="70458"/>
                </a:cubicBezTo>
                <a:cubicBezTo>
                  <a:pt x="4973386" y="70458"/>
                  <a:pt x="4978000" y="77377"/>
                  <a:pt x="4978000" y="98641"/>
                </a:cubicBezTo>
                <a:lnTo>
                  <a:pt x="4978000" y="152694"/>
                </a:lnTo>
                <a:cubicBezTo>
                  <a:pt x="4978000" y="167300"/>
                  <a:pt x="4975951" y="169349"/>
                  <a:pt x="4961091" y="171140"/>
                </a:cubicBezTo>
                <a:lnTo>
                  <a:pt x="4961091" y="174983"/>
                </a:lnTo>
                <a:lnTo>
                  <a:pt x="5017200" y="174983"/>
                </a:lnTo>
                <a:lnTo>
                  <a:pt x="5017200" y="171140"/>
                </a:lnTo>
                <a:lnTo>
                  <a:pt x="5010539" y="170627"/>
                </a:lnTo>
                <a:cubicBezTo>
                  <a:pt x="5002852" y="170115"/>
                  <a:pt x="4999521" y="165506"/>
                  <a:pt x="4999521" y="155513"/>
                </a:cubicBezTo>
                <a:lnTo>
                  <a:pt x="4999521" y="102739"/>
                </a:lnTo>
                <a:cubicBezTo>
                  <a:pt x="4999521" y="72510"/>
                  <a:pt x="4989529" y="57134"/>
                  <a:pt x="4969801" y="57134"/>
                </a:cubicBezTo>
                <a:cubicBezTo>
                  <a:pt x="4954941" y="57134"/>
                  <a:pt x="4941872" y="63796"/>
                  <a:pt x="4928036" y="78656"/>
                </a:cubicBezTo>
                <a:cubicBezTo>
                  <a:pt x="4923426" y="64054"/>
                  <a:pt x="4914716" y="57134"/>
                  <a:pt x="4900880" y="57134"/>
                </a:cubicBezTo>
                <a:cubicBezTo>
                  <a:pt x="4889605" y="57134"/>
                  <a:pt x="4882431" y="60723"/>
                  <a:pt x="4861163" y="76865"/>
                </a:cubicBezTo>
                <a:lnTo>
                  <a:pt x="4861163" y="57650"/>
                </a:lnTo>
                <a:lnTo>
                  <a:pt x="4859373" y="57134"/>
                </a:lnTo>
                <a:cubicBezTo>
                  <a:pt x="4846303" y="62005"/>
                  <a:pt x="4837593" y="64824"/>
                  <a:pt x="4823503" y="68667"/>
                </a:cubicBezTo>
                <a:lnTo>
                  <a:pt x="4823503" y="73022"/>
                </a:lnTo>
                <a:close/>
                <a:moveTo>
                  <a:pt x="5020273" y="74238"/>
                </a:moveTo>
                <a:cubicBezTo>
                  <a:pt x="5022580" y="73984"/>
                  <a:pt x="5024374" y="73984"/>
                  <a:pt x="5026681" y="73984"/>
                </a:cubicBezTo>
                <a:cubicBezTo>
                  <a:pt x="5035391" y="73984"/>
                  <a:pt x="5037186" y="76545"/>
                  <a:pt x="5037186" y="88586"/>
                </a:cubicBezTo>
                <a:lnTo>
                  <a:pt x="5037186" y="208495"/>
                </a:lnTo>
                <a:cubicBezTo>
                  <a:pt x="5037186" y="221819"/>
                  <a:pt x="5034367" y="224638"/>
                  <a:pt x="5019249" y="226174"/>
                </a:cubicBezTo>
                <a:lnTo>
                  <a:pt x="5019249" y="230529"/>
                </a:lnTo>
                <a:lnTo>
                  <a:pt x="5081254" y="230529"/>
                </a:lnTo>
                <a:lnTo>
                  <a:pt x="5081254" y="225920"/>
                </a:lnTo>
                <a:cubicBezTo>
                  <a:pt x="5062039" y="225662"/>
                  <a:pt x="5058708" y="222843"/>
                  <a:pt x="5058708" y="206701"/>
                </a:cubicBezTo>
                <a:lnTo>
                  <a:pt x="5058708" y="166472"/>
                </a:lnTo>
                <a:cubicBezTo>
                  <a:pt x="5067676" y="174924"/>
                  <a:pt x="5073822" y="177485"/>
                  <a:pt x="5084585" y="177485"/>
                </a:cubicBezTo>
                <a:cubicBezTo>
                  <a:pt x="5114817" y="177485"/>
                  <a:pt x="5138388" y="148804"/>
                  <a:pt x="5138388" y="111680"/>
                </a:cubicBezTo>
                <a:cubicBezTo>
                  <a:pt x="5138388" y="79934"/>
                  <a:pt x="5120455" y="57134"/>
                  <a:pt x="5095602" y="57134"/>
                </a:cubicBezTo>
                <a:cubicBezTo>
                  <a:pt x="5081254" y="57134"/>
                  <a:pt x="5069979" y="63542"/>
                  <a:pt x="5058708" y="77373"/>
                </a:cubicBezTo>
                <a:lnTo>
                  <a:pt x="5058708" y="57650"/>
                </a:lnTo>
                <a:lnTo>
                  <a:pt x="5057171" y="57134"/>
                </a:lnTo>
                <a:cubicBezTo>
                  <a:pt x="5043336" y="62517"/>
                  <a:pt x="5034367" y="65848"/>
                  <a:pt x="5020273" y="70203"/>
                </a:cubicBezTo>
                <a:lnTo>
                  <a:pt x="5020273" y="74238"/>
                </a:lnTo>
                <a:moveTo>
                  <a:pt x="5058708" y="89407"/>
                </a:moveTo>
                <a:cubicBezTo>
                  <a:pt x="5058708" y="81725"/>
                  <a:pt x="5073056" y="72510"/>
                  <a:pt x="5084839" y="72510"/>
                </a:cubicBezTo>
                <a:cubicBezTo>
                  <a:pt x="5103800" y="72510"/>
                  <a:pt x="5116354" y="91968"/>
                  <a:pt x="5116354" y="121668"/>
                </a:cubicBezTo>
                <a:cubicBezTo>
                  <a:pt x="5116354" y="150087"/>
                  <a:pt x="5103800" y="169287"/>
                  <a:pt x="5085355" y="169287"/>
                </a:cubicBezTo>
                <a:cubicBezTo>
                  <a:pt x="5073310" y="169287"/>
                  <a:pt x="5058708" y="160072"/>
                  <a:pt x="5058708" y="152390"/>
                </a:cubicBezTo>
                <a:lnTo>
                  <a:pt x="5058708" y="89407"/>
                </a:lnTo>
                <a:close/>
                <a:moveTo>
                  <a:pt x="5268802" y="162124"/>
                </a:moveTo>
                <a:lnTo>
                  <a:pt x="5267524" y="162124"/>
                </a:lnTo>
                <a:cubicBezTo>
                  <a:pt x="5255736" y="162124"/>
                  <a:pt x="5252918" y="159305"/>
                  <a:pt x="5252918" y="147518"/>
                </a:cubicBezTo>
                <a:lnTo>
                  <a:pt x="5252918" y="59636"/>
                </a:lnTo>
                <a:lnTo>
                  <a:pt x="5212434" y="59636"/>
                </a:lnTo>
                <a:lnTo>
                  <a:pt x="5212434" y="63995"/>
                </a:lnTo>
                <a:cubicBezTo>
                  <a:pt x="5228323" y="64761"/>
                  <a:pt x="5231396" y="67326"/>
                  <a:pt x="5231396" y="80134"/>
                </a:cubicBezTo>
                <a:lnTo>
                  <a:pt x="5231396" y="140336"/>
                </a:lnTo>
                <a:cubicBezTo>
                  <a:pt x="5231396" y="147510"/>
                  <a:pt x="5230113" y="151099"/>
                  <a:pt x="5226528" y="153914"/>
                </a:cubicBezTo>
                <a:cubicBezTo>
                  <a:pt x="5219608" y="159552"/>
                  <a:pt x="5211668" y="162625"/>
                  <a:pt x="5203982" y="162625"/>
                </a:cubicBezTo>
                <a:cubicBezTo>
                  <a:pt x="5193989" y="162625"/>
                  <a:pt x="5185791" y="153914"/>
                  <a:pt x="5185791" y="143155"/>
                </a:cubicBezTo>
                <a:lnTo>
                  <a:pt x="5185791" y="59636"/>
                </a:lnTo>
                <a:lnTo>
                  <a:pt x="5148381" y="59636"/>
                </a:lnTo>
                <a:lnTo>
                  <a:pt x="5148381" y="63225"/>
                </a:lnTo>
                <a:cubicBezTo>
                  <a:pt x="5160680" y="63995"/>
                  <a:pt x="5164269" y="67838"/>
                  <a:pt x="5164269" y="79621"/>
                </a:cubicBezTo>
                <a:lnTo>
                  <a:pt x="5164269" y="144180"/>
                </a:lnTo>
                <a:cubicBezTo>
                  <a:pt x="5164269" y="164419"/>
                  <a:pt x="5176565" y="177485"/>
                  <a:pt x="5195268" y="177485"/>
                </a:cubicBezTo>
                <a:cubicBezTo>
                  <a:pt x="5204748" y="177485"/>
                  <a:pt x="5214741" y="173388"/>
                  <a:pt x="5221661" y="166468"/>
                </a:cubicBezTo>
                <a:lnTo>
                  <a:pt x="5232678" y="155455"/>
                </a:lnTo>
                <a:lnTo>
                  <a:pt x="5232678" y="176719"/>
                </a:lnTo>
                <a:lnTo>
                  <a:pt x="5233702" y="177235"/>
                </a:lnTo>
                <a:cubicBezTo>
                  <a:pt x="5246514" y="172113"/>
                  <a:pt x="5255736" y="169294"/>
                  <a:pt x="5268802" y="165705"/>
                </a:cubicBezTo>
                <a:lnTo>
                  <a:pt x="5268802" y="162124"/>
                </a:lnTo>
                <a:close/>
                <a:moveTo>
                  <a:pt x="5339518" y="59636"/>
                </a:moveTo>
                <a:lnTo>
                  <a:pt x="5313640" y="59636"/>
                </a:lnTo>
                <a:lnTo>
                  <a:pt x="5313640" y="29916"/>
                </a:lnTo>
                <a:cubicBezTo>
                  <a:pt x="5313640" y="27355"/>
                  <a:pt x="5313386" y="26585"/>
                  <a:pt x="5311846" y="26585"/>
                </a:cubicBezTo>
                <a:cubicBezTo>
                  <a:pt x="5310055" y="28891"/>
                  <a:pt x="5308515" y="31198"/>
                  <a:pt x="5306724" y="33759"/>
                </a:cubicBezTo>
                <a:cubicBezTo>
                  <a:pt x="5296986" y="47853"/>
                  <a:pt x="5285969" y="60152"/>
                  <a:pt x="5281872" y="61176"/>
                </a:cubicBezTo>
                <a:cubicBezTo>
                  <a:pt x="5279053" y="62967"/>
                  <a:pt x="5277512" y="64761"/>
                  <a:pt x="5277512" y="66044"/>
                </a:cubicBezTo>
                <a:cubicBezTo>
                  <a:pt x="5277512" y="66814"/>
                  <a:pt x="5277771" y="67326"/>
                  <a:pt x="5278541" y="67838"/>
                </a:cubicBezTo>
                <a:lnTo>
                  <a:pt x="5292118" y="67838"/>
                </a:lnTo>
                <a:lnTo>
                  <a:pt x="5292118" y="144950"/>
                </a:lnTo>
                <a:cubicBezTo>
                  <a:pt x="5292118" y="166468"/>
                  <a:pt x="5299805" y="177485"/>
                  <a:pt x="5314923" y="177485"/>
                </a:cubicBezTo>
                <a:cubicBezTo>
                  <a:pt x="5327476" y="177485"/>
                  <a:pt x="5337211" y="171339"/>
                  <a:pt x="5345667" y="158015"/>
                </a:cubicBezTo>
                <a:lnTo>
                  <a:pt x="5342336" y="155197"/>
                </a:lnTo>
                <a:cubicBezTo>
                  <a:pt x="5336957" y="161600"/>
                  <a:pt x="5332602" y="164165"/>
                  <a:pt x="5326964" y="164165"/>
                </a:cubicBezTo>
                <a:cubicBezTo>
                  <a:pt x="5317483" y="164165"/>
                  <a:pt x="5313640" y="157245"/>
                  <a:pt x="5313640" y="141107"/>
                </a:cubicBezTo>
                <a:lnTo>
                  <a:pt x="5313640" y="67838"/>
                </a:lnTo>
                <a:lnTo>
                  <a:pt x="5339518" y="67838"/>
                </a:lnTo>
                <a:lnTo>
                  <a:pt x="5339518" y="59636"/>
                </a:lnTo>
                <a:close/>
                <a:moveTo>
                  <a:pt x="5449946" y="132893"/>
                </a:moveTo>
                <a:cubicBezTo>
                  <a:pt x="5437651" y="152374"/>
                  <a:pt x="5426630" y="159810"/>
                  <a:pt x="5410233" y="159810"/>
                </a:cubicBezTo>
                <a:cubicBezTo>
                  <a:pt x="5395631" y="159810"/>
                  <a:pt x="5384614" y="152374"/>
                  <a:pt x="5377182" y="137764"/>
                </a:cubicBezTo>
                <a:cubicBezTo>
                  <a:pt x="5372569" y="128021"/>
                  <a:pt x="5370778" y="119561"/>
                  <a:pt x="5370266" y="103923"/>
                </a:cubicBezTo>
                <a:lnTo>
                  <a:pt x="5449180" y="103923"/>
                </a:lnTo>
                <a:cubicBezTo>
                  <a:pt x="5447127" y="87300"/>
                  <a:pt x="5444567" y="79895"/>
                  <a:pt x="5438163" y="71724"/>
                </a:cubicBezTo>
                <a:cubicBezTo>
                  <a:pt x="5430473" y="62517"/>
                  <a:pt x="5418690" y="57134"/>
                  <a:pt x="5405366" y="57134"/>
                </a:cubicBezTo>
                <a:cubicBezTo>
                  <a:pt x="5392554" y="57134"/>
                  <a:pt x="5380513" y="61747"/>
                  <a:pt x="5370778" y="70446"/>
                </a:cubicBezTo>
                <a:cubicBezTo>
                  <a:pt x="5358733" y="80916"/>
                  <a:pt x="5351817" y="99056"/>
                  <a:pt x="5351817" y="120073"/>
                </a:cubicBezTo>
                <a:cubicBezTo>
                  <a:pt x="5351817" y="155451"/>
                  <a:pt x="5370266" y="177485"/>
                  <a:pt x="5399728" y="177485"/>
                </a:cubicBezTo>
                <a:cubicBezTo>
                  <a:pt x="5424069" y="177485"/>
                  <a:pt x="5443284" y="162371"/>
                  <a:pt x="5454047" y="134687"/>
                </a:cubicBezTo>
                <a:lnTo>
                  <a:pt x="5449946" y="132893"/>
                </a:lnTo>
                <a:moveTo>
                  <a:pt x="5370778" y="95725"/>
                </a:moveTo>
                <a:cubicBezTo>
                  <a:pt x="5373593" y="75810"/>
                  <a:pt x="5382307" y="66360"/>
                  <a:pt x="5397934" y="66360"/>
                </a:cubicBezTo>
                <a:cubicBezTo>
                  <a:pt x="5413564" y="66360"/>
                  <a:pt x="5419714" y="73511"/>
                  <a:pt x="5423045" y="95725"/>
                </a:cubicBezTo>
                <a:lnTo>
                  <a:pt x="5370778" y="95725"/>
                </a:lnTo>
                <a:close/>
                <a:moveTo>
                  <a:pt x="5588558" y="59636"/>
                </a:moveTo>
                <a:lnTo>
                  <a:pt x="5562681" y="59636"/>
                </a:lnTo>
                <a:lnTo>
                  <a:pt x="5562681" y="29916"/>
                </a:lnTo>
                <a:cubicBezTo>
                  <a:pt x="5562681" y="27355"/>
                  <a:pt x="5562427" y="26585"/>
                  <a:pt x="5560887" y="26585"/>
                </a:cubicBezTo>
                <a:cubicBezTo>
                  <a:pt x="5559096" y="28891"/>
                  <a:pt x="5557556" y="31198"/>
                  <a:pt x="5555765" y="33759"/>
                </a:cubicBezTo>
                <a:cubicBezTo>
                  <a:pt x="5546027" y="47853"/>
                  <a:pt x="5535010" y="60152"/>
                  <a:pt x="5530912" y="61176"/>
                </a:cubicBezTo>
                <a:cubicBezTo>
                  <a:pt x="5528094" y="62967"/>
                  <a:pt x="5526553" y="64761"/>
                  <a:pt x="5526553" y="66044"/>
                </a:cubicBezTo>
                <a:cubicBezTo>
                  <a:pt x="5526553" y="66814"/>
                  <a:pt x="5526811" y="67326"/>
                  <a:pt x="5527582" y="67838"/>
                </a:cubicBezTo>
                <a:lnTo>
                  <a:pt x="5541159" y="67838"/>
                </a:lnTo>
                <a:lnTo>
                  <a:pt x="5541159" y="144950"/>
                </a:lnTo>
                <a:cubicBezTo>
                  <a:pt x="5541159" y="166468"/>
                  <a:pt x="5548845" y="177485"/>
                  <a:pt x="5563964" y="177485"/>
                </a:cubicBezTo>
                <a:cubicBezTo>
                  <a:pt x="5576517" y="177485"/>
                  <a:pt x="5586252" y="171339"/>
                  <a:pt x="5594708" y="158015"/>
                </a:cubicBezTo>
                <a:lnTo>
                  <a:pt x="5591377" y="155197"/>
                </a:lnTo>
                <a:cubicBezTo>
                  <a:pt x="5585998" y="161600"/>
                  <a:pt x="5581642" y="164165"/>
                  <a:pt x="5576005" y="164165"/>
                </a:cubicBezTo>
                <a:cubicBezTo>
                  <a:pt x="5566524" y="164165"/>
                  <a:pt x="5562681" y="157245"/>
                  <a:pt x="5562681" y="141107"/>
                </a:cubicBezTo>
                <a:lnTo>
                  <a:pt x="5562681" y="67838"/>
                </a:lnTo>
                <a:lnTo>
                  <a:pt x="5588558" y="67838"/>
                </a:lnTo>
                <a:lnTo>
                  <a:pt x="5588558" y="59636"/>
                </a:lnTo>
                <a:close/>
                <a:moveTo>
                  <a:pt x="5634679" y="87112"/>
                </a:moveTo>
                <a:cubicBezTo>
                  <a:pt x="5645439" y="75329"/>
                  <a:pt x="5653125" y="70970"/>
                  <a:pt x="5663117" y="70970"/>
                </a:cubicBezTo>
                <a:cubicBezTo>
                  <a:pt x="5675929" y="70970"/>
                  <a:pt x="5682333" y="80196"/>
                  <a:pt x="5682333" y="98129"/>
                </a:cubicBezTo>
                <a:lnTo>
                  <a:pt x="5682333" y="148851"/>
                </a:lnTo>
                <a:cubicBezTo>
                  <a:pt x="5682333" y="166272"/>
                  <a:pt x="5679772" y="169603"/>
                  <a:pt x="5664912" y="171140"/>
                </a:cubicBezTo>
                <a:lnTo>
                  <a:pt x="5664912" y="174983"/>
                </a:lnTo>
                <a:lnTo>
                  <a:pt x="5719231" y="174983"/>
                </a:lnTo>
                <a:lnTo>
                  <a:pt x="5719231" y="171140"/>
                </a:lnTo>
                <a:cubicBezTo>
                  <a:pt x="5705395" y="168579"/>
                  <a:pt x="5703855" y="166530"/>
                  <a:pt x="5703855" y="148851"/>
                </a:cubicBezTo>
                <a:lnTo>
                  <a:pt x="5703855" y="97871"/>
                </a:lnTo>
                <a:cubicBezTo>
                  <a:pt x="5703855" y="70970"/>
                  <a:pt x="5693096" y="57134"/>
                  <a:pt x="5672340" y="57134"/>
                </a:cubicBezTo>
                <a:cubicBezTo>
                  <a:pt x="5657226" y="57134"/>
                  <a:pt x="5646463" y="63284"/>
                  <a:pt x="5634679" y="78656"/>
                </a:cubicBezTo>
                <a:lnTo>
                  <a:pt x="5634679" y="770"/>
                </a:lnTo>
                <a:lnTo>
                  <a:pt x="5633397" y="0"/>
                </a:lnTo>
                <a:cubicBezTo>
                  <a:pt x="5624687" y="3073"/>
                  <a:pt x="5618279" y="5125"/>
                  <a:pt x="5603931" y="9223"/>
                </a:cubicBezTo>
                <a:lnTo>
                  <a:pt x="5597015" y="11275"/>
                </a:lnTo>
                <a:lnTo>
                  <a:pt x="5597015" y="15372"/>
                </a:lnTo>
                <a:cubicBezTo>
                  <a:pt x="5598039" y="15118"/>
                  <a:pt x="5598810" y="15118"/>
                  <a:pt x="5600088" y="15118"/>
                </a:cubicBezTo>
                <a:cubicBezTo>
                  <a:pt x="5611105" y="15118"/>
                  <a:pt x="5613158" y="17167"/>
                  <a:pt x="5613158" y="28184"/>
                </a:cubicBezTo>
                <a:lnTo>
                  <a:pt x="5613158" y="148851"/>
                </a:lnTo>
                <a:cubicBezTo>
                  <a:pt x="5613158" y="166784"/>
                  <a:pt x="5611617" y="169091"/>
                  <a:pt x="5596757" y="171140"/>
                </a:cubicBezTo>
                <a:lnTo>
                  <a:pt x="5596757" y="174983"/>
                </a:lnTo>
                <a:lnTo>
                  <a:pt x="5652100" y="174983"/>
                </a:lnTo>
                <a:lnTo>
                  <a:pt x="5652100" y="171140"/>
                </a:lnTo>
                <a:cubicBezTo>
                  <a:pt x="5637240" y="169603"/>
                  <a:pt x="5634679" y="166530"/>
                  <a:pt x="5634679" y="148851"/>
                </a:cubicBezTo>
                <a:lnTo>
                  <a:pt x="5634679" y="87112"/>
                </a:lnTo>
                <a:close/>
                <a:moveTo>
                  <a:pt x="5827095" y="132893"/>
                </a:moveTo>
                <a:cubicBezTo>
                  <a:pt x="5814799" y="152374"/>
                  <a:pt x="5803778" y="159810"/>
                  <a:pt x="5787382" y="159810"/>
                </a:cubicBezTo>
                <a:cubicBezTo>
                  <a:pt x="5772780" y="159810"/>
                  <a:pt x="5761763" y="152374"/>
                  <a:pt x="5754331" y="137764"/>
                </a:cubicBezTo>
                <a:cubicBezTo>
                  <a:pt x="5749717" y="128021"/>
                  <a:pt x="5747927" y="119561"/>
                  <a:pt x="5747415" y="103923"/>
                </a:cubicBezTo>
                <a:lnTo>
                  <a:pt x="5826329" y="103923"/>
                </a:lnTo>
                <a:cubicBezTo>
                  <a:pt x="5824276" y="87300"/>
                  <a:pt x="5821715" y="79895"/>
                  <a:pt x="5815311" y="71724"/>
                </a:cubicBezTo>
                <a:cubicBezTo>
                  <a:pt x="5807621" y="62517"/>
                  <a:pt x="5795838" y="57134"/>
                  <a:pt x="5782514" y="57134"/>
                </a:cubicBezTo>
                <a:cubicBezTo>
                  <a:pt x="5769703" y="57134"/>
                  <a:pt x="5757662" y="61747"/>
                  <a:pt x="5747927" y="70446"/>
                </a:cubicBezTo>
                <a:cubicBezTo>
                  <a:pt x="5735882" y="80916"/>
                  <a:pt x="5728966" y="99056"/>
                  <a:pt x="5728966" y="120073"/>
                </a:cubicBezTo>
                <a:cubicBezTo>
                  <a:pt x="5728966" y="155451"/>
                  <a:pt x="5747415" y="177485"/>
                  <a:pt x="5776877" y="177485"/>
                </a:cubicBezTo>
                <a:cubicBezTo>
                  <a:pt x="5801218" y="177485"/>
                  <a:pt x="5820433" y="162371"/>
                  <a:pt x="5831196" y="134687"/>
                </a:cubicBezTo>
                <a:lnTo>
                  <a:pt x="5827095" y="132893"/>
                </a:lnTo>
                <a:moveTo>
                  <a:pt x="5747927" y="95725"/>
                </a:moveTo>
                <a:cubicBezTo>
                  <a:pt x="5750742" y="75810"/>
                  <a:pt x="5759456" y="66360"/>
                  <a:pt x="5775082" y="66360"/>
                </a:cubicBezTo>
                <a:cubicBezTo>
                  <a:pt x="5790713" y="66360"/>
                  <a:pt x="5796862" y="73511"/>
                  <a:pt x="5800193" y="95725"/>
                </a:cubicBezTo>
                <a:lnTo>
                  <a:pt x="5747927" y="95725"/>
                </a:lnTo>
                <a:close/>
                <a:moveTo>
                  <a:pt x="6073063" y="28149"/>
                </a:moveTo>
                <a:lnTo>
                  <a:pt x="6073063" y="144234"/>
                </a:lnTo>
                <a:cubicBezTo>
                  <a:pt x="6073063" y="165502"/>
                  <a:pt x="6069986" y="168837"/>
                  <a:pt x="6049746" y="170115"/>
                </a:cubicBezTo>
                <a:lnTo>
                  <a:pt x="6049746" y="174983"/>
                </a:lnTo>
                <a:lnTo>
                  <a:pt x="6121486" y="174983"/>
                </a:lnTo>
                <a:lnTo>
                  <a:pt x="6121486" y="170115"/>
                </a:lnTo>
                <a:cubicBezTo>
                  <a:pt x="6102783" y="168837"/>
                  <a:pt x="6099198" y="165248"/>
                  <a:pt x="6099198" y="147053"/>
                </a:cubicBezTo>
                <a:lnTo>
                  <a:pt x="6099198" y="33274"/>
                </a:lnTo>
                <a:cubicBezTo>
                  <a:pt x="6099198" y="15079"/>
                  <a:pt x="6102529" y="11748"/>
                  <a:pt x="6121486" y="10212"/>
                </a:cubicBezTo>
                <a:lnTo>
                  <a:pt x="6121486" y="5340"/>
                </a:lnTo>
                <a:lnTo>
                  <a:pt x="6070498" y="5340"/>
                </a:lnTo>
                <a:lnTo>
                  <a:pt x="6013876" y="134754"/>
                </a:lnTo>
                <a:lnTo>
                  <a:pt x="5954690" y="5340"/>
                </a:lnTo>
                <a:lnTo>
                  <a:pt x="5903960" y="5340"/>
                </a:lnTo>
                <a:lnTo>
                  <a:pt x="5903960" y="10212"/>
                </a:lnTo>
                <a:cubicBezTo>
                  <a:pt x="5924970" y="11490"/>
                  <a:pt x="5928301" y="14567"/>
                  <a:pt x="5928301" y="33274"/>
                </a:cubicBezTo>
                <a:lnTo>
                  <a:pt x="5928301" y="137314"/>
                </a:lnTo>
                <a:cubicBezTo>
                  <a:pt x="5928301" y="163712"/>
                  <a:pt x="5924712" y="168579"/>
                  <a:pt x="5903448" y="170115"/>
                </a:cubicBezTo>
                <a:lnTo>
                  <a:pt x="5903448" y="174983"/>
                </a:lnTo>
                <a:lnTo>
                  <a:pt x="5963658" y="174983"/>
                </a:lnTo>
                <a:lnTo>
                  <a:pt x="5963658" y="170115"/>
                </a:lnTo>
                <a:cubicBezTo>
                  <a:pt x="5943931" y="169091"/>
                  <a:pt x="5939576" y="163199"/>
                  <a:pt x="5939576" y="137314"/>
                </a:cubicBezTo>
                <a:lnTo>
                  <a:pt x="5939576" y="34040"/>
                </a:lnTo>
                <a:lnTo>
                  <a:pt x="6003884" y="174983"/>
                </a:lnTo>
                <a:lnTo>
                  <a:pt x="6007473" y="174983"/>
                </a:lnTo>
                <a:lnTo>
                  <a:pt x="6073063" y="28149"/>
                </a:lnTo>
                <a:close/>
                <a:moveTo>
                  <a:pt x="6309036" y="170115"/>
                </a:moveTo>
                <a:cubicBezTo>
                  <a:pt x="6297507" y="169349"/>
                  <a:pt x="6294946" y="166788"/>
                  <a:pt x="6285978" y="147843"/>
                </a:cubicBezTo>
                <a:lnTo>
                  <a:pt x="6222178" y="2338"/>
                </a:lnTo>
                <a:lnTo>
                  <a:pt x="6217057" y="2338"/>
                </a:lnTo>
                <a:lnTo>
                  <a:pt x="6163762" y="128131"/>
                </a:lnTo>
                <a:cubicBezTo>
                  <a:pt x="6147365" y="165510"/>
                  <a:pt x="6144288" y="169603"/>
                  <a:pt x="6131993" y="170115"/>
                </a:cubicBezTo>
                <a:lnTo>
                  <a:pt x="6131993" y="174983"/>
                </a:lnTo>
                <a:lnTo>
                  <a:pt x="6182723" y="174983"/>
                </a:lnTo>
                <a:lnTo>
                  <a:pt x="6182723" y="170115"/>
                </a:lnTo>
                <a:cubicBezTo>
                  <a:pt x="6170424" y="170115"/>
                  <a:pt x="6165298" y="166788"/>
                  <a:pt x="6165298" y="159622"/>
                </a:cubicBezTo>
                <a:cubicBezTo>
                  <a:pt x="6165298" y="156549"/>
                  <a:pt x="6166068" y="152964"/>
                  <a:pt x="6167351" y="149637"/>
                </a:cubicBezTo>
                <a:lnTo>
                  <a:pt x="6179134" y="119682"/>
                </a:lnTo>
                <a:lnTo>
                  <a:pt x="6246265" y="119682"/>
                </a:lnTo>
                <a:lnTo>
                  <a:pt x="6256769" y="144262"/>
                </a:lnTo>
                <a:cubicBezTo>
                  <a:pt x="6259842" y="151174"/>
                  <a:pt x="6261637" y="157828"/>
                  <a:pt x="6261637" y="161413"/>
                </a:cubicBezTo>
                <a:cubicBezTo>
                  <a:pt x="6261637" y="167813"/>
                  <a:pt x="6257282" y="169861"/>
                  <a:pt x="6243700" y="170115"/>
                </a:cubicBezTo>
                <a:lnTo>
                  <a:pt x="6243700" y="174983"/>
                </a:lnTo>
                <a:lnTo>
                  <a:pt x="6309036" y="174983"/>
                </a:lnTo>
                <a:lnTo>
                  <a:pt x="6309036" y="170115"/>
                </a:lnTo>
                <a:moveTo>
                  <a:pt x="6183489" y="109178"/>
                </a:moveTo>
                <a:lnTo>
                  <a:pt x="6212955" y="38720"/>
                </a:lnTo>
                <a:lnTo>
                  <a:pt x="6242676" y="109178"/>
                </a:lnTo>
                <a:lnTo>
                  <a:pt x="6183489" y="109178"/>
                </a:lnTo>
                <a:close/>
                <a:moveTo>
                  <a:pt x="6461741" y="59702"/>
                </a:moveTo>
                <a:lnTo>
                  <a:pt x="6459435" y="1837"/>
                </a:lnTo>
                <a:lnTo>
                  <a:pt x="6454055" y="1837"/>
                </a:lnTo>
                <a:cubicBezTo>
                  <a:pt x="6452519" y="7221"/>
                  <a:pt x="6448417" y="10294"/>
                  <a:pt x="6443292" y="10294"/>
                </a:cubicBezTo>
                <a:cubicBezTo>
                  <a:pt x="6440985" y="10294"/>
                  <a:pt x="6437142" y="9528"/>
                  <a:pt x="6433299" y="7987"/>
                </a:cubicBezTo>
                <a:cubicBezTo>
                  <a:pt x="6420746" y="3890"/>
                  <a:pt x="6407934" y="1837"/>
                  <a:pt x="6395893" y="1837"/>
                </a:cubicBezTo>
                <a:cubicBezTo>
                  <a:pt x="6374883" y="1837"/>
                  <a:pt x="6353619" y="9782"/>
                  <a:pt x="6337731" y="23864"/>
                </a:cubicBezTo>
                <a:cubicBezTo>
                  <a:pt x="6319798" y="39736"/>
                  <a:pt x="6310063" y="63542"/>
                  <a:pt x="6310063" y="91698"/>
                </a:cubicBezTo>
                <a:cubicBezTo>
                  <a:pt x="6310063" y="115507"/>
                  <a:pt x="6317749" y="137522"/>
                  <a:pt x="6330815" y="152112"/>
                </a:cubicBezTo>
                <a:cubicBezTo>
                  <a:pt x="6346187" y="168751"/>
                  <a:pt x="6369758" y="178486"/>
                  <a:pt x="6395127" y="178486"/>
                </a:cubicBezTo>
                <a:cubicBezTo>
                  <a:pt x="6424077" y="178486"/>
                  <a:pt x="6449442" y="166702"/>
                  <a:pt x="6465072" y="145966"/>
                </a:cubicBezTo>
                <a:lnTo>
                  <a:pt x="6460459" y="141361"/>
                </a:lnTo>
                <a:cubicBezTo>
                  <a:pt x="6441502" y="159536"/>
                  <a:pt x="6424589" y="167214"/>
                  <a:pt x="6403325" y="167214"/>
                </a:cubicBezTo>
                <a:cubicBezTo>
                  <a:pt x="6387183" y="167214"/>
                  <a:pt x="6372835" y="162093"/>
                  <a:pt x="6361818" y="152366"/>
                </a:cubicBezTo>
                <a:cubicBezTo>
                  <a:pt x="6347724" y="139824"/>
                  <a:pt x="6339783" y="116785"/>
                  <a:pt x="6339783" y="88371"/>
                </a:cubicBezTo>
                <a:cubicBezTo>
                  <a:pt x="6339783" y="42039"/>
                  <a:pt x="6363612" y="12088"/>
                  <a:pt x="6400760" y="12088"/>
                </a:cubicBezTo>
                <a:cubicBezTo>
                  <a:pt x="6415366" y="12088"/>
                  <a:pt x="6428690" y="17464"/>
                  <a:pt x="6438937" y="27703"/>
                </a:cubicBezTo>
                <a:cubicBezTo>
                  <a:pt x="6447135" y="35893"/>
                  <a:pt x="6450978" y="43063"/>
                  <a:pt x="6455849" y="59702"/>
                </a:cubicBezTo>
                <a:lnTo>
                  <a:pt x="6461741" y="59702"/>
                </a:lnTo>
                <a:close/>
                <a:moveTo>
                  <a:pt x="6505812" y="149297"/>
                </a:moveTo>
                <a:cubicBezTo>
                  <a:pt x="6498122" y="149297"/>
                  <a:pt x="6491718" y="155959"/>
                  <a:pt x="6491718" y="163903"/>
                </a:cubicBezTo>
                <a:cubicBezTo>
                  <a:pt x="6491718" y="171331"/>
                  <a:pt x="6498122" y="177735"/>
                  <a:pt x="6505554" y="177735"/>
                </a:cubicBezTo>
                <a:cubicBezTo>
                  <a:pt x="6513498" y="177735"/>
                  <a:pt x="6520160" y="171331"/>
                  <a:pt x="6520160" y="163903"/>
                </a:cubicBezTo>
                <a:cubicBezTo>
                  <a:pt x="6520160" y="155959"/>
                  <a:pt x="6513498" y="149297"/>
                  <a:pt x="6505812" y="1492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A0101-B12C-4694-B669-44EEC886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700" y="22889"/>
            <a:ext cx="6815623" cy="10"/>
          </a:xfrm>
          <a:custGeom xmlns:a="http://schemas.openxmlformats.org/drawingml/2006/main">
            <a:pathLst>
              <a:path w="6815623" h="1" fill="none">
                <a:moveTo>
                  <a:pt x="0" y="0"/>
                </a:moveTo>
                <a:lnTo>
                  <a:pt x="6815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BC358-A5F1-47C7-A56D-35FE0163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415" y="28576"/>
            <a:ext cx="10" cy="2266112"/>
          </a:xfrm>
          <a:custGeom xmlns:a="http://schemas.openxmlformats.org/drawingml/2006/main">
            <a:pathLst>
              <a:path w="1" h="2266112" fill="none">
                <a:moveTo>
                  <a:pt x="0" y="226611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F7A7D-4356-4418-AE00-50BB6C0A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101" y="28530"/>
            <a:ext cx="6792719" cy="2266157"/>
          </a:xfrm>
          <a:custGeom xmlns:a="http://schemas.openxmlformats.org/drawingml/2006/main">
            <a:pathLst>
              <a:path w="6792719" h="2266157">
                <a:moveTo>
                  <a:pt x="0" y="2266157"/>
                </a:moveTo>
                <a:lnTo>
                  <a:pt x="0" y="0"/>
                </a:lnTo>
                <a:lnTo>
                  <a:pt x="6792719" y="0"/>
                </a:lnTo>
                <a:lnTo>
                  <a:pt x="6792719" y="2266157"/>
                </a:lnTo>
                <a:lnTo>
                  <a:pt x="0" y="22661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D6FDC1-EE56-4EC9-8DCA-31439A08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493" y="1444559"/>
            <a:ext cx="803875" cy="65034"/>
          </a:xfrm>
          <a:custGeom xmlns:a="http://schemas.openxmlformats.org/drawingml/2006/main">
            <a:pathLst>
              <a:path w="803875" h="65034">
                <a:moveTo>
                  <a:pt x="746039" y="57029"/>
                </a:moveTo>
                <a:lnTo>
                  <a:pt x="745806" y="57175"/>
                </a:lnTo>
                <a:lnTo>
                  <a:pt x="745587" y="57334"/>
                </a:lnTo>
                <a:lnTo>
                  <a:pt x="745381" y="57505"/>
                </a:lnTo>
                <a:lnTo>
                  <a:pt x="745189" y="57687"/>
                </a:lnTo>
                <a:lnTo>
                  <a:pt x="745012" y="57880"/>
                </a:lnTo>
                <a:lnTo>
                  <a:pt x="744848" y="58083"/>
                </a:lnTo>
                <a:lnTo>
                  <a:pt x="744700" y="58295"/>
                </a:lnTo>
                <a:lnTo>
                  <a:pt x="744566" y="58515"/>
                </a:lnTo>
                <a:lnTo>
                  <a:pt x="744447" y="58743"/>
                </a:lnTo>
                <a:lnTo>
                  <a:pt x="744343" y="58977"/>
                </a:lnTo>
                <a:lnTo>
                  <a:pt x="744255" y="59217"/>
                </a:lnTo>
                <a:lnTo>
                  <a:pt x="744182" y="59462"/>
                </a:lnTo>
                <a:lnTo>
                  <a:pt x="744125" y="59711"/>
                </a:lnTo>
                <a:lnTo>
                  <a:pt x="744084" y="59963"/>
                </a:lnTo>
                <a:lnTo>
                  <a:pt x="744059" y="60218"/>
                </a:lnTo>
                <a:lnTo>
                  <a:pt x="744051" y="60475"/>
                </a:lnTo>
                <a:lnTo>
                  <a:pt x="744059" y="60733"/>
                </a:lnTo>
                <a:lnTo>
                  <a:pt x="744085" y="60990"/>
                </a:lnTo>
                <a:lnTo>
                  <a:pt x="744127" y="61247"/>
                </a:lnTo>
                <a:lnTo>
                  <a:pt x="744186" y="61503"/>
                </a:lnTo>
                <a:lnTo>
                  <a:pt x="744263" y="61756"/>
                </a:lnTo>
                <a:lnTo>
                  <a:pt x="744358" y="62006"/>
                </a:lnTo>
                <a:lnTo>
                  <a:pt x="744471" y="62252"/>
                </a:lnTo>
                <a:lnTo>
                  <a:pt x="744601" y="62493"/>
                </a:lnTo>
                <a:lnTo>
                  <a:pt x="744748" y="62725"/>
                </a:lnTo>
                <a:lnTo>
                  <a:pt x="744908" y="62942"/>
                </a:lnTo>
                <a:lnTo>
                  <a:pt x="745081" y="63146"/>
                </a:lnTo>
                <a:lnTo>
                  <a:pt x="745265" y="63337"/>
                </a:lnTo>
                <a:lnTo>
                  <a:pt x="745460" y="63513"/>
                </a:lnTo>
                <a:lnTo>
                  <a:pt x="745665" y="63675"/>
                </a:lnTo>
                <a:lnTo>
                  <a:pt x="745879" y="63823"/>
                </a:lnTo>
                <a:lnTo>
                  <a:pt x="746101" y="63956"/>
                </a:lnTo>
                <a:lnTo>
                  <a:pt x="746331" y="64074"/>
                </a:lnTo>
                <a:lnTo>
                  <a:pt x="746568" y="64177"/>
                </a:lnTo>
                <a:lnTo>
                  <a:pt x="746810" y="64265"/>
                </a:lnTo>
                <a:lnTo>
                  <a:pt x="747058" y="64338"/>
                </a:lnTo>
                <a:lnTo>
                  <a:pt x="747309" y="64395"/>
                </a:lnTo>
                <a:lnTo>
                  <a:pt x="747564" y="64435"/>
                </a:lnTo>
                <a:lnTo>
                  <a:pt x="747822" y="64460"/>
                </a:lnTo>
                <a:lnTo>
                  <a:pt x="748081" y="64469"/>
                </a:lnTo>
                <a:lnTo>
                  <a:pt x="748341" y="64461"/>
                </a:lnTo>
                <a:lnTo>
                  <a:pt x="748600" y="64436"/>
                </a:lnTo>
                <a:lnTo>
                  <a:pt x="748860" y="64394"/>
                </a:lnTo>
                <a:lnTo>
                  <a:pt x="749117" y="64335"/>
                </a:lnTo>
                <a:lnTo>
                  <a:pt x="749372" y="64259"/>
                </a:lnTo>
                <a:lnTo>
                  <a:pt x="749623" y="64165"/>
                </a:lnTo>
                <a:lnTo>
                  <a:pt x="749871" y="64053"/>
                </a:lnTo>
                <a:lnTo>
                  <a:pt x="750113" y="63923"/>
                </a:lnTo>
                <a:lnTo>
                  <a:pt x="803875" y="32433"/>
                </a:lnTo>
                <a:lnTo>
                  <a:pt x="750033" y="1118"/>
                </a:lnTo>
                <a:lnTo>
                  <a:pt x="749791" y="988"/>
                </a:lnTo>
                <a:lnTo>
                  <a:pt x="749544" y="875"/>
                </a:lnTo>
                <a:lnTo>
                  <a:pt x="749292" y="780"/>
                </a:lnTo>
                <a:lnTo>
                  <a:pt x="749037" y="703"/>
                </a:lnTo>
                <a:lnTo>
                  <a:pt x="748780" y="644"/>
                </a:lnTo>
                <a:lnTo>
                  <a:pt x="748521" y="602"/>
                </a:lnTo>
                <a:lnTo>
                  <a:pt x="748261" y="576"/>
                </a:lnTo>
                <a:lnTo>
                  <a:pt x="748001" y="568"/>
                </a:lnTo>
                <a:lnTo>
                  <a:pt x="747742" y="576"/>
                </a:lnTo>
                <a:lnTo>
                  <a:pt x="747484" y="601"/>
                </a:lnTo>
                <a:lnTo>
                  <a:pt x="747229" y="642"/>
                </a:lnTo>
                <a:lnTo>
                  <a:pt x="746978" y="699"/>
                </a:lnTo>
                <a:lnTo>
                  <a:pt x="746730" y="772"/>
                </a:lnTo>
                <a:lnTo>
                  <a:pt x="746488" y="860"/>
                </a:lnTo>
                <a:lnTo>
                  <a:pt x="746251" y="964"/>
                </a:lnTo>
                <a:lnTo>
                  <a:pt x="746021" y="1083"/>
                </a:lnTo>
                <a:lnTo>
                  <a:pt x="745799" y="1217"/>
                </a:lnTo>
                <a:lnTo>
                  <a:pt x="745585" y="1366"/>
                </a:lnTo>
                <a:lnTo>
                  <a:pt x="745380" y="1529"/>
                </a:lnTo>
                <a:lnTo>
                  <a:pt x="745185" y="1706"/>
                </a:lnTo>
                <a:lnTo>
                  <a:pt x="745001" y="1898"/>
                </a:lnTo>
                <a:lnTo>
                  <a:pt x="744828" y="2104"/>
                </a:lnTo>
                <a:lnTo>
                  <a:pt x="744668" y="2323"/>
                </a:lnTo>
                <a:lnTo>
                  <a:pt x="744521" y="2556"/>
                </a:lnTo>
                <a:lnTo>
                  <a:pt x="744391" y="2798"/>
                </a:lnTo>
                <a:lnTo>
                  <a:pt x="744278" y="3045"/>
                </a:lnTo>
                <a:lnTo>
                  <a:pt x="744183" y="3294"/>
                </a:lnTo>
                <a:lnTo>
                  <a:pt x="744106" y="3547"/>
                </a:lnTo>
                <a:lnTo>
                  <a:pt x="744047" y="3801"/>
                </a:lnTo>
                <a:lnTo>
                  <a:pt x="744005" y="4057"/>
                </a:lnTo>
                <a:lnTo>
                  <a:pt x="743979" y="4313"/>
                </a:lnTo>
                <a:lnTo>
                  <a:pt x="743971" y="4568"/>
                </a:lnTo>
                <a:lnTo>
                  <a:pt x="743979" y="4823"/>
                </a:lnTo>
                <a:lnTo>
                  <a:pt x="744004" y="5075"/>
                </a:lnTo>
                <a:lnTo>
                  <a:pt x="744045" y="5325"/>
                </a:lnTo>
                <a:lnTo>
                  <a:pt x="744102" y="5572"/>
                </a:lnTo>
                <a:lnTo>
                  <a:pt x="744175" y="5814"/>
                </a:lnTo>
                <a:lnTo>
                  <a:pt x="744263" y="6052"/>
                </a:lnTo>
                <a:lnTo>
                  <a:pt x="744367" y="6284"/>
                </a:lnTo>
                <a:lnTo>
                  <a:pt x="744486" y="6509"/>
                </a:lnTo>
                <a:lnTo>
                  <a:pt x="744620" y="6727"/>
                </a:lnTo>
                <a:lnTo>
                  <a:pt x="744769" y="6937"/>
                </a:lnTo>
                <a:lnTo>
                  <a:pt x="744932" y="7139"/>
                </a:lnTo>
                <a:lnTo>
                  <a:pt x="745109" y="7331"/>
                </a:lnTo>
                <a:lnTo>
                  <a:pt x="745301" y="7513"/>
                </a:lnTo>
                <a:lnTo>
                  <a:pt x="745507" y="7683"/>
                </a:lnTo>
                <a:lnTo>
                  <a:pt x="745726" y="7842"/>
                </a:lnTo>
                <a:lnTo>
                  <a:pt x="745959" y="7988"/>
                </a:lnTo>
                <a:lnTo>
                  <a:pt x="781214" y="28461"/>
                </a:lnTo>
                <a:lnTo>
                  <a:pt x="0" y="29637"/>
                </a:lnTo>
                <a:lnTo>
                  <a:pt x="0" y="37625"/>
                </a:lnTo>
                <a:lnTo>
                  <a:pt x="781229" y="36449"/>
                </a:lnTo>
                <a:lnTo>
                  <a:pt x="746039" y="57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50B20-F78D-4757-A876-2C06AC1D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444" y="1264180"/>
            <a:ext cx="853164" cy="372189"/>
          </a:xfrm>
          <a:custGeom xmlns:a="http://schemas.openxmlformats.org/drawingml/2006/main">
            <a:pathLst>
              <a:path w="853164" h="372189">
                <a:moveTo>
                  <a:pt x="9" y="339941"/>
                </a:moveTo>
                <a:lnTo>
                  <a:pt x="36" y="340210"/>
                </a:lnTo>
                <a:lnTo>
                  <a:pt x="80" y="340473"/>
                </a:lnTo>
                <a:lnTo>
                  <a:pt x="141" y="340729"/>
                </a:lnTo>
                <a:lnTo>
                  <a:pt x="217" y="340979"/>
                </a:lnTo>
                <a:lnTo>
                  <a:pt x="310" y="341222"/>
                </a:lnTo>
                <a:lnTo>
                  <a:pt x="417" y="341457"/>
                </a:lnTo>
                <a:lnTo>
                  <a:pt x="538" y="341683"/>
                </a:lnTo>
                <a:lnTo>
                  <a:pt x="674" y="341901"/>
                </a:lnTo>
                <a:lnTo>
                  <a:pt x="823" y="342108"/>
                </a:lnTo>
                <a:lnTo>
                  <a:pt x="984" y="342305"/>
                </a:lnTo>
                <a:lnTo>
                  <a:pt x="1158" y="342492"/>
                </a:lnTo>
                <a:lnTo>
                  <a:pt x="1344" y="342667"/>
                </a:lnTo>
                <a:lnTo>
                  <a:pt x="1540" y="342830"/>
                </a:lnTo>
                <a:lnTo>
                  <a:pt x="1747" y="342980"/>
                </a:lnTo>
                <a:lnTo>
                  <a:pt x="1965" y="343117"/>
                </a:lnTo>
                <a:lnTo>
                  <a:pt x="2191" y="343240"/>
                </a:lnTo>
                <a:lnTo>
                  <a:pt x="2426" y="343348"/>
                </a:lnTo>
                <a:lnTo>
                  <a:pt x="2670" y="343442"/>
                </a:lnTo>
                <a:lnTo>
                  <a:pt x="2922" y="343519"/>
                </a:lnTo>
                <a:lnTo>
                  <a:pt x="3180" y="343581"/>
                </a:lnTo>
                <a:lnTo>
                  <a:pt x="3446" y="343626"/>
                </a:lnTo>
                <a:lnTo>
                  <a:pt x="3717" y="343653"/>
                </a:lnTo>
                <a:lnTo>
                  <a:pt x="3994" y="343662"/>
                </a:lnTo>
                <a:lnTo>
                  <a:pt x="830495" y="343662"/>
                </a:lnTo>
                <a:lnTo>
                  <a:pt x="795328" y="364176"/>
                </a:lnTo>
                <a:lnTo>
                  <a:pt x="795095" y="364322"/>
                </a:lnTo>
                <a:lnTo>
                  <a:pt x="794875" y="364481"/>
                </a:lnTo>
                <a:lnTo>
                  <a:pt x="794670" y="364652"/>
                </a:lnTo>
                <a:lnTo>
                  <a:pt x="794478" y="364834"/>
                </a:lnTo>
                <a:lnTo>
                  <a:pt x="794300" y="365027"/>
                </a:lnTo>
                <a:lnTo>
                  <a:pt x="794137" y="365230"/>
                </a:lnTo>
                <a:lnTo>
                  <a:pt x="793988" y="365442"/>
                </a:lnTo>
                <a:lnTo>
                  <a:pt x="793854" y="365662"/>
                </a:lnTo>
                <a:lnTo>
                  <a:pt x="793735" y="365890"/>
                </a:lnTo>
                <a:lnTo>
                  <a:pt x="793632" y="366124"/>
                </a:lnTo>
                <a:lnTo>
                  <a:pt x="793543" y="366364"/>
                </a:lnTo>
                <a:lnTo>
                  <a:pt x="793470" y="366609"/>
                </a:lnTo>
                <a:lnTo>
                  <a:pt x="793414" y="366858"/>
                </a:lnTo>
                <a:lnTo>
                  <a:pt x="793373" y="367110"/>
                </a:lnTo>
                <a:lnTo>
                  <a:pt x="793348" y="367365"/>
                </a:lnTo>
                <a:lnTo>
                  <a:pt x="793340" y="367622"/>
                </a:lnTo>
                <a:lnTo>
                  <a:pt x="793348" y="367880"/>
                </a:lnTo>
                <a:lnTo>
                  <a:pt x="793373" y="368137"/>
                </a:lnTo>
                <a:lnTo>
                  <a:pt x="793415" y="368394"/>
                </a:lnTo>
                <a:lnTo>
                  <a:pt x="793475" y="368650"/>
                </a:lnTo>
                <a:lnTo>
                  <a:pt x="793552" y="368903"/>
                </a:lnTo>
                <a:lnTo>
                  <a:pt x="793647" y="369153"/>
                </a:lnTo>
                <a:lnTo>
                  <a:pt x="793759" y="369399"/>
                </a:lnTo>
                <a:lnTo>
                  <a:pt x="793890" y="369640"/>
                </a:lnTo>
                <a:lnTo>
                  <a:pt x="794036" y="369872"/>
                </a:lnTo>
                <a:lnTo>
                  <a:pt x="794195" y="370089"/>
                </a:lnTo>
                <a:lnTo>
                  <a:pt x="794366" y="370294"/>
                </a:lnTo>
                <a:lnTo>
                  <a:pt x="794547" y="370484"/>
                </a:lnTo>
                <a:lnTo>
                  <a:pt x="794739" y="370661"/>
                </a:lnTo>
                <a:lnTo>
                  <a:pt x="794941" y="370823"/>
                </a:lnTo>
                <a:lnTo>
                  <a:pt x="795151" y="370971"/>
                </a:lnTo>
                <a:lnTo>
                  <a:pt x="795369" y="371105"/>
                </a:lnTo>
                <a:lnTo>
                  <a:pt x="795595" y="371223"/>
                </a:lnTo>
                <a:lnTo>
                  <a:pt x="795826" y="371327"/>
                </a:lnTo>
                <a:lnTo>
                  <a:pt x="796064" y="371415"/>
                </a:lnTo>
                <a:lnTo>
                  <a:pt x="796306" y="371488"/>
                </a:lnTo>
                <a:lnTo>
                  <a:pt x="796553" y="371545"/>
                </a:lnTo>
                <a:lnTo>
                  <a:pt x="796803" y="371586"/>
                </a:lnTo>
                <a:lnTo>
                  <a:pt x="797056" y="371611"/>
                </a:lnTo>
                <a:lnTo>
                  <a:pt x="797310" y="371619"/>
                </a:lnTo>
                <a:lnTo>
                  <a:pt x="797566" y="371611"/>
                </a:lnTo>
                <a:lnTo>
                  <a:pt x="797822" y="371586"/>
                </a:lnTo>
                <a:lnTo>
                  <a:pt x="798077" y="371544"/>
                </a:lnTo>
                <a:lnTo>
                  <a:pt x="798332" y="371485"/>
                </a:lnTo>
                <a:lnTo>
                  <a:pt x="798584" y="371408"/>
                </a:lnTo>
                <a:lnTo>
                  <a:pt x="798834" y="371314"/>
                </a:lnTo>
                <a:lnTo>
                  <a:pt x="799080" y="371201"/>
                </a:lnTo>
                <a:lnTo>
                  <a:pt x="799322" y="371070"/>
                </a:lnTo>
                <a:lnTo>
                  <a:pt x="853164" y="339668"/>
                </a:lnTo>
                <a:lnTo>
                  <a:pt x="799322" y="308257"/>
                </a:lnTo>
                <a:lnTo>
                  <a:pt x="799080" y="308128"/>
                </a:lnTo>
                <a:lnTo>
                  <a:pt x="798834" y="308016"/>
                </a:lnTo>
                <a:lnTo>
                  <a:pt x="798584" y="307922"/>
                </a:lnTo>
                <a:lnTo>
                  <a:pt x="798332" y="307846"/>
                </a:lnTo>
                <a:lnTo>
                  <a:pt x="798077" y="307787"/>
                </a:lnTo>
                <a:lnTo>
                  <a:pt x="797822" y="307745"/>
                </a:lnTo>
                <a:lnTo>
                  <a:pt x="797566" y="307720"/>
                </a:lnTo>
                <a:lnTo>
                  <a:pt x="797310" y="307712"/>
                </a:lnTo>
                <a:lnTo>
                  <a:pt x="797056" y="307721"/>
                </a:lnTo>
                <a:lnTo>
                  <a:pt x="796803" y="307746"/>
                </a:lnTo>
                <a:lnTo>
                  <a:pt x="796553" y="307787"/>
                </a:lnTo>
                <a:lnTo>
                  <a:pt x="796306" y="307844"/>
                </a:lnTo>
                <a:lnTo>
                  <a:pt x="796064" y="307917"/>
                </a:lnTo>
                <a:lnTo>
                  <a:pt x="795826" y="308005"/>
                </a:lnTo>
                <a:lnTo>
                  <a:pt x="795595" y="308109"/>
                </a:lnTo>
                <a:lnTo>
                  <a:pt x="795369" y="308227"/>
                </a:lnTo>
                <a:lnTo>
                  <a:pt x="795151" y="308361"/>
                </a:lnTo>
                <a:lnTo>
                  <a:pt x="794941" y="308509"/>
                </a:lnTo>
                <a:lnTo>
                  <a:pt x="794739" y="308672"/>
                </a:lnTo>
                <a:lnTo>
                  <a:pt x="794547" y="308849"/>
                </a:lnTo>
                <a:lnTo>
                  <a:pt x="794366" y="309040"/>
                </a:lnTo>
                <a:lnTo>
                  <a:pt x="794195" y="309245"/>
                </a:lnTo>
                <a:lnTo>
                  <a:pt x="794036" y="309463"/>
                </a:lnTo>
                <a:lnTo>
                  <a:pt x="793890" y="309695"/>
                </a:lnTo>
                <a:lnTo>
                  <a:pt x="793759" y="309936"/>
                </a:lnTo>
                <a:lnTo>
                  <a:pt x="793647" y="310181"/>
                </a:lnTo>
                <a:lnTo>
                  <a:pt x="793552" y="310430"/>
                </a:lnTo>
                <a:lnTo>
                  <a:pt x="793475" y="310683"/>
                </a:lnTo>
                <a:lnTo>
                  <a:pt x="793415" y="310937"/>
                </a:lnTo>
                <a:lnTo>
                  <a:pt x="793373" y="311194"/>
                </a:lnTo>
                <a:lnTo>
                  <a:pt x="793348" y="311451"/>
                </a:lnTo>
                <a:lnTo>
                  <a:pt x="793340" y="311708"/>
                </a:lnTo>
                <a:lnTo>
                  <a:pt x="793348" y="311965"/>
                </a:lnTo>
                <a:lnTo>
                  <a:pt x="793373" y="312220"/>
                </a:lnTo>
                <a:lnTo>
                  <a:pt x="793414" y="312472"/>
                </a:lnTo>
                <a:lnTo>
                  <a:pt x="793470" y="312721"/>
                </a:lnTo>
                <a:lnTo>
                  <a:pt x="793543" y="312966"/>
                </a:lnTo>
                <a:lnTo>
                  <a:pt x="793632" y="313206"/>
                </a:lnTo>
                <a:lnTo>
                  <a:pt x="793735" y="313440"/>
                </a:lnTo>
                <a:lnTo>
                  <a:pt x="793854" y="313668"/>
                </a:lnTo>
                <a:lnTo>
                  <a:pt x="793988" y="313889"/>
                </a:lnTo>
                <a:lnTo>
                  <a:pt x="794137" y="314101"/>
                </a:lnTo>
                <a:lnTo>
                  <a:pt x="794300" y="314305"/>
                </a:lnTo>
                <a:lnTo>
                  <a:pt x="794478" y="314498"/>
                </a:lnTo>
                <a:lnTo>
                  <a:pt x="794670" y="314682"/>
                </a:lnTo>
                <a:lnTo>
                  <a:pt x="794875" y="314853"/>
                </a:lnTo>
                <a:lnTo>
                  <a:pt x="795095" y="315013"/>
                </a:lnTo>
                <a:lnTo>
                  <a:pt x="795328" y="315159"/>
                </a:lnTo>
                <a:lnTo>
                  <a:pt x="830495" y="335674"/>
                </a:lnTo>
                <a:lnTo>
                  <a:pt x="7988" y="335674"/>
                </a:lnTo>
                <a:lnTo>
                  <a:pt x="7988" y="0"/>
                </a:lnTo>
                <a:lnTo>
                  <a:pt x="0" y="0"/>
                </a:lnTo>
                <a:lnTo>
                  <a:pt x="0" y="339668"/>
                </a:lnTo>
                <a:lnTo>
                  <a:pt x="9" y="3399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FEB3F-254C-4B39-8915-14EEA32A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162" y="1284311"/>
            <a:ext cx="1969946" cy="186929"/>
          </a:xfrm>
          <a:custGeom xmlns:a="http://schemas.openxmlformats.org/drawingml/2006/main">
            <a:pathLst>
              <a:path w="1969946" h="186929" fill="none">
                <a:moveTo>
                  <a:pt x="1969946" y="0"/>
                </a:moveTo>
                <a:cubicBezTo>
                  <a:pt x="1969946" y="51605"/>
                  <a:pt x="1969946" y="93465"/>
                  <a:pt x="1969946" y="93465"/>
                </a:cubicBezTo>
                <a:lnTo>
                  <a:pt x="925619" y="93465"/>
                </a:lnTo>
                <a:cubicBezTo>
                  <a:pt x="925619" y="93465"/>
                  <a:pt x="925619" y="135324"/>
                  <a:pt x="925619" y="186929"/>
                </a:cubicBezTo>
                <a:cubicBezTo>
                  <a:pt x="925619" y="135324"/>
                  <a:pt x="925539" y="93465"/>
                  <a:pt x="925539" y="93465"/>
                </a:cubicBezTo>
                <a:lnTo>
                  <a:pt x="2" y="93465"/>
                </a:lnTo>
                <a:cubicBezTo>
                  <a:pt x="1" y="93465"/>
                  <a:pt x="0" y="5160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988" cap="flat">
            <a:solidFill>
              <a:srgbClr val="000000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227B8-FF20-4D33-8AC8-356156A8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5587" y="1428502"/>
            <a:ext cx="98178" cy="49688"/>
          </a:xfrm>
          <a:custGeom xmlns:a="http://schemas.openxmlformats.org/drawingml/2006/main">
            <a:pathLst>
              <a:path w="98178" h="49688" fill="none">
                <a:moveTo>
                  <a:pt x="0" y="44176"/>
                </a:moveTo>
                <a:cubicBezTo>
                  <a:pt x="1678" y="19092"/>
                  <a:pt x="24684" y="0"/>
                  <a:pt x="51366" y="1598"/>
                </a:cubicBezTo>
                <a:cubicBezTo>
                  <a:pt x="77967" y="3195"/>
                  <a:pt x="98178" y="24684"/>
                  <a:pt x="96660" y="49688"/>
                </a:cubicBezTo>
              </a:path>
            </a:pathLst>
          </a:custGeom>
          <a:noFill xmlns:a="http://schemas.openxmlformats.org/drawingml/2006/main"/>
          <a:ln xmlns:a="http://schemas.openxmlformats.org/drawingml/2006/main" w="7988" cap="flat">
            <a:solidFill>
              <a:srgbClr val="000000"/>
            </a:solidFill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B8635-9704-45B3-8B63-BD4F3F37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222" y="1471240"/>
            <a:ext cx="1850040" cy="1358"/>
          </a:xfrm>
          <a:custGeom xmlns:a="http://schemas.openxmlformats.org/drawingml/2006/main">
            <a:pathLst>
              <a:path w="1850040" h="1358" fill="none">
                <a:moveTo>
                  <a:pt x="0" y="0"/>
                </a:moveTo>
                <a:lnTo>
                  <a:pt x="1850040" y="1358"/>
                </a:lnTo>
              </a:path>
            </a:pathLst>
          </a:custGeom>
          <a:noFill xmlns:a="http://schemas.openxmlformats.org/drawingml/2006/main"/>
          <a:ln xmlns:a="http://schemas.openxmlformats.org/drawingml/2006/main" w="7988" cap="flat">
            <a:solidFill>
              <a:srgbClr val="000000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932DE-7139-4A10-86CF-D2DB0573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925" y="1264180"/>
            <a:ext cx="65026" cy="623345"/>
          </a:xfrm>
          <a:custGeom xmlns:a="http://schemas.openxmlformats.org/drawingml/2006/main">
            <a:pathLst>
              <a:path w="65026" h="623345">
                <a:moveTo>
                  <a:pt x="28519" y="0"/>
                </a:moveTo>
                <a:lnTo>
                  <a:pt x="28519" y="600664"/>
                </a:lnTo>
                <a:lnTo>
                  <a:pt x="7988" y="565469"/>
                </a:lnTo>
                <a:lnTo>
                  <a:pt x="7842" y="565238"/>
                </a:lnTo>
                <a:lnTo>
                  <a:pt x="7683" y="565020"/>
                </a:lnTo>
                <a:lnTo>
                  <a:pt x="7513" y="564816"/>
                </a:lnTo>
                <a:lnTo>
                  <a:pt x="7331" y="564625"/>
                </a:lnTo>
                <a:lnTo>
                  <a:pt x="7139" y="564448"/>
                </a:lnTo>
                <a:lnTo>
                  <a:pt x="6937" y="564286"/>
                </a:lnTo>
                <a:lnTo>
                  <a:pt x="6727" y="564138"/>
                </a:lnTo>
                <a:lnTo>
                  <a:pt x="6509" y="564004"/>
                </a:lnTo>
                <a:lnTo>
                  <a:pt x="6284" y="563886"/>
                </a:lnTo>
                <a:lnTo>
                  <a:pt x="6052" y="563782"/>
                </a:lnTo>
                <a:lnTo>
                  <a:pt x="5814" y="563693"/>
                </a:lnTo>
                <a:lnTo>
                  <a:pt x="5572" y="563620"/>
                </a:lnTo>
                <a:lnTo>
                  <a:pt x="5325" y="563563"/>
                </a:lnTo>
                <a:lnTo>
                  <a:pt x="5075" y="563522"/>
                </a:lnTo>
                <a:lnTo>
                  <a:pt x="4823" y="563497"/>
                </a:lnTo>
                <a:lnTo>
                  <a:pt x="4568" y="563488"/>
                </a:lnTo>
                <a:lnTo>
                  <a:pt x="4313" y="563495"/>
                </a:lnTo>
                <a:lnTo>
                  <a:pt x="4057" y="563520"/>
                </a:lnTo>
                <a:lnTo>
                  <a:pt x="3801" y="563561"/>
                </a:lnTo>
                <a:lnTo>
                  <a:pt x="3547" y="563620"/>
                </a:lnTo>
                <a:lnTo>
                  <a:pt x="3294" y="563696"/>
                </a:lnTo>
                <a:lnTo>
                  <a:pt x="3045" y="563790"/>
                </a:lnTo>
                <a:lnTo>
                  <a:pt x="2798" y="563901"/>
                </a:lnTo>
                <a:lnTo>
                  <a:pt x="2556" y="564031"/>
                </a:lnTo>
                <a:lnTo>
                  <a:pt x="2323" y="564177"/>
                </a:lnTo>
                <a:lnTo>
                  <a:pt x="2104" y="564337"/>
                </a:lnTo>
                <a:lnTo>
                  <a:pt x="1898" y="564509"/>
                </a:lnTo>
                <a:lnTo>
                  <a:pt x="1706" y="564692"/>
                </a:lnTo>
                <a:lnTo>
                  <a:pt x="1529" y="564886"/>
                </a:lnTo>
                <a:lnTo>
                  <a:pt x="1366" y="565089"/>
                </a:lnTo>
                <a:lnTo>
                  <a:pt x="1217" y="565302"/>
                </a:lnTo>
                <a:lnTo>
                  <a:pt x="1083" y="565522"/>
                </a:lnTo>
                <a:lnTo>
                  <a:pt x="964" y="565750"/>
                </a:lnTo>
                <a:lnTo>
                  <a:pt x="860" y="565984"/>
                </a:lnTo>
                <a:lnTo>
                  <a:pt x="772" y="566224"/>
                </a:lnTo>
                <a:lnTo>
                  <a:pt x="699" y="566469"/>
                </a:lnTo>
                <a:lnTo>
                  <a:pt x="642" y="566718"/>
                </a:lnTo>
                <a:lnTo>
                  <a:pt x="601" y="566971"/>
                </a:lnTo>
                <a:lnTo>
                  <a:pt x="576" y="567225"/>
                </a:lnTo>
                <a:lnTo>
                  <a:pt x="568" y="567482"/>
                </a:lnTo>
                <a:lnTo>
                  <a:pt x="576" y="567739"/>
                </a:lnTo>
                <a:lnTo>
                  <a:pt x="602" y="567996"/>
                </a:lnTo>
                <a:lnTo>
                  <a:pt x="644" y="568253"/>
                </a:lnTo>
                <a:lnTo>
                  <a:pt x="703" y="568508"/>
                </a:lnTo>
                <a:lnTo>
                  <a:pt x="780" y="568760"/>
                </a:lnTo>
                <a:lnTo>
                  <a:pt x="875" y="569009"/>
                </a:lnTo>
                <a:lnTo>
                  <a:pt x="988" y="569255"/>
                </a:lnTo>
                <a:lnTo>
                  <a:pt x="1118" y="569495"/>
                </a:lnTo>
                <a:lnTo>
                  <a:pt x="32513" y="623345"/>
                </a:lnTo>
                <a:lnTo>
                  <a:pt x="63907" y="569495"/>
                </a:lnTo>
                <a:lnTo>
                  <a:pt x="64038" y="569255"/>
                </a:lnTo>
                <a:lnTo>
                  <a:pt x="64151" y="569009"/>
                </a:lnTo>
                <a:lnTo>
                  <a:pt x="64245" y="568760"/>
                </a:lnTo>
                <a:lnTo>
                  <a:pt x="64322" y="568508"/>
                </a:lnTo>
                <a:lnTo>
                  <a:pt x="64382" y="568253"/>
                </a:lnTo>
                <a:lnTo>
                  <a:pt x="64424" y="567996"/>
                </a:lnTo>
                <a:lnTo>
                  <a:pt x="64449" y="567739"/>
                </a:lnTo>
                <a:lnTo>
                  <a:pt x="64458" y="567482"/>
                </a:lnTo>
                <a:lnTo>
                  <a:pt x="64449" y="567225"/>
                </a:lnTo>
                <a:lnTo>
                  <a:pt x="64425" y="566971"/>
                </a:lnTo>
                <a:lnTo>
                  <a:pt x="64384" y="566718"/>
                </a:lnTo>
                <a:lnTo>
                  <a:pt x="64327" y="566469"/>
                </a:lnTo>
                <a:lnTo>
                  <a:pt x="64254" y="566224"/>
                </a:lnTo>
                <a:lnTo>
                  <a:pt x="64166" y="565984"/>
                </a:lnTo>
                <a:lnTo>
                  <a:pt x="64062" y="565750"/>
                </a:lnTo>
                <a:lnTo>
                  <a:pt x="63943" y="565522"/>
                </a:lnTo>
                <a:lnTo>
                  <a:pt x="63809" y="565302"/>
                </a:lnTo>
                <a:lnTo>
                  <a:pt x="63660" y="565089"/>
                </a:lnTo>
                <a:lnTo>
                  <a:pt x="63497" y="564886"/>
                </a:lnTo>
                <a:lnTo>
                  <a:pt x="63319" y="564692"/>
                </a:lnTo>
                <a:lnTo>
                  <a:pt x="63128" y="564509"/>
                </a:lnTo>
                <a:lnTo>
                  <a:pt x="62922" y="564337"/>
                </a:lnTo>
                <a:lnTo>
                  <a:pt x="62702" y="564177"/>
                </a:lnTo>
                <a:lnTo>
                  <a:pt x="62469" y="564031"/>
                </a:lnTo>
                <a:lnTo>
                  <a:pt x="62227" y="563901"/>
                </a:lnTo>
                <a:lnTo>
                  <a:pt x="61981" y="563790"/>
                </a:lnTo>
                <a:lnTo>
                  <a:pt x="61732" y="563696"/>
                </a:lnTo>
                <a:lnTo>
                  <a:pt x="61479" y="563620"/>
                </a:lnTo>
                <a:lnTo>
                  <a:pt x="61225" y="563561"/>
                </a:lnTo>
                <a:lnTo>
                  <a:pt x="60969" y="563520"/>
                </a:lnTo>
                <a:lnTo>
                  <a:pt x="60713" y="563495"/>
                </a:lnTo>
                <a:lnTo>
                  <a:pt x="60458" y="563488"/>
                </a:lnTo>
                <a:lnTo>
                  <a:pt x="60203" y="563497"/>
                </a:lnTo>
                <a:lnTo>
                  <a:pt x="59950" y="563522"/>
                </a:lnTo>
                <a:lnTo>
                  <a:pt x="59700" y="563563"/>
                </a:lnTo>
                <a:lnTo>
                  <a:pt x="59454" y="563620"/>
                </a:lnTo>
                <a:lnTo>
                  <a:pt x="59211" y="563693"/>
                </a:lnTo>
                <a:lnTo>
                  <a:pt x="58974" y="563782"/>
                </a:lnTo>
                <a:lnTo>
                  <a:pt x="58742" y="563886"/>
                </a:lnTo>
                <a:lnTo>
                  <a:pt x="58517" y="564004"/>
                </a:lnTo>
                <a:lnTo>
                  <a:pt x="58299" y="564138"/>
                </a:lnTo>
                <a:lnTo>
                  <a:pt x="58088" y="564286"/>
                </a:lnTo>
                <a:lnTo>
                  <a:pt x="57887" y="564448"/>
                </a:lnTo>
                <a:lnTo>
                  <a:pt x="57695" y="564625"/>
                </a:lnTo>
                <a:lnTo>
                  <a:pt x="57513" y="564816"/>
                </a:lnTo>
                <a:lnTo>
                  <a:pt x="57343" y="565020"/>
                </a:lnTo>
                <a:lnTo>
                  <a:pt x="57184" y="565238"/>
                </a:lnTo>
                <a:lnTo>
                  <a:pt x="57037" y="565469"/>
                </a:lnTo>
                <a:lnTo>
                  <a:pt x="36507" y="600664"/>
                </a:lnTo>
                <a:lnTo>
                  <a:pt x="36507" y="0"/>
                </a:lnTo>
                <a:lnTo>
                  <a:pt x="285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C460D3-777A-4E86-9454-11292318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108" y="1012066"/>
            <a:ext cx="3623550" cy="186929"/>
          </a:xfrm>
          <a:custGeom xmlns:a="http://schemas.openxmlformats.org/drawingml/2006/main">
            <a:pathLst>
              <a:path w="3623550" h="186929" fill="none">
                <a:moveTo>
                  <a:pt x="3623550" y="0"/>
                </a:moveTo>
                <a:cubicBezTo>
                  <a:pt x="3623550" y="51605"/>
                  <a:pt x="3623550" y="93465"/>
                  <a:pt x="3623550" y="93465"/>
                </a:cubicBezTo>
                <a:lnTo>
                  <a:pt x="856040" y="93465"/>
                </a:lnTo>
                <a:cubicBezTo>
                  <a:pt x="856040" y="93465"/>
                  <a:pt x="856040" y="135324"/>
                  <a:pt x="856040" y="186929"/>
                </a:cubicBezTo>
                <a:cubicBezTo>
                  <a:pt x="856040" y="135324"/>
                  <a:pt x="856040" y="93465"/>
                  <a:pt x="856040" y="93465"/>
                </a:cubicBezTo>
                <a:lnTo>
                  <a:pt x="0" y="93465"/>
                </a:lnTo>
                <a:cubicBezTo>
                  <a:pt x="0" y="93465"/>
                  <a:pt x="0" y="5160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988" cap="flat">
            <a:solidFill>
              <a:srgbClr val="000000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A9A15-686A-470E-A7AE-EFBFC958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1771" y="1527639"/>
            <a:ext cx="1515724" cy="357921"/>
          </a:xfrm>
          <a:custGeom xmlns:a="http://schemas.openxmlformats.org/drawingml/2006/main">
            <a:pathLst>
              <a:path w="1515724" h="357921">
                <a:moveTo>
                  <a:pt x="1487196" y="3721"/>
                </a:moveTo>
                <a:lnTo>
                  <a:pt x="1487170" y="3452"/>
                </a:lnTo>
                <a:lnTo>
                  <a:pt x="1487126" y="3190"/>
                </a:lnTo>
                <a:lnTo>
                  <a:pt x="1487065" y="2933"/>
                </a:lnTo>
                <a:lnTo>
                  <a:pt x="1486988" y="2683"/>
                </a:lnTo>
                <a:lnTo>
                  <a:pt x="1486896" y="2440"/>
                </a:lnTo>
                <a:lnTo>
                  <a:pt x="1486789" y="2205"/>
                </a:lnTo>
                <a:lnTo>
                  <a:pt x="1486667" y="1979"/>
                </a:lnTo>
                <a:lnTo>
                  <a:pt x="1486531" y="1762"/>
                </a:lnTo>
                <a:lnTo>
                  <a:pt x="1486383" y="1554"/>
                </a:lnTo>
                <a:lnTo>
                  <a:pt x="1486221" y="1357"/>
                </a:lnTo>
                <a:lnTo>
                  <a:pt x="1486047" y="1170"/>
                </a:lnTo>
                <a:lnTo>
                  <a:pt x="1485862" y="995"/>
                </a:lnTo>
                <a:lnTo>
                  <a:pt x="1485665" y="833"/>
                </a:lnTo>
                <a:lnTo>
                  <a:pt x="1485458" y="682"/>
                </a:lnTo>
                <a:lnTo>
                  <a:pt x="1485241" y="546"/>
                </a:lnTo>
                <a:lnTo>
                  <a:pt x="1485014" y="423"/>
                </a:lnTo>
                <a:lnTo>
                  <a:pt x="1484779" y="314"/>
                </a:lnTo>
                <a:lnTo>
                  <a:pt x="1484535" y="221"/>
                </a:lnTo>
                <a:lnTo>
                  <a:pt x="1484284" y="143"/>
                </a:lnTo>
                <a:lnTo>
                  <a:pt x="1484025" y="81"/>
                </a:lnTo>
                <a:lnTo>
                  <a:pt x="1483760" y="36"/>
                </a:lnTo>
                <a:lnTo>
                  <a:pt x="1483488" y="9"/>
                </a:lnTo>
                <a:lnTo>
                  <a:pt x="1483211" y="0"/>
                </a:lnTo>
                <a:lnTo>
                  <a:pt x="0" y="0"/>
                </a:lnTo>
                <a:lnTo>
                  <a:pt x="0" y="7988"/>
                </a:lnTo>
                <a:lnTo>
                  <a:pt x="1479217" y="7988"/>
                </a:lnTo>
                <a:lnTo>
                  <a:pt x="1479217" y="335248"/>
                </a:lnTo>
                <a:lnTo>
                  <a:pt x="1458687" y="300053"/>
                </a:lnTo>
                <a:lnTo>
                  <a:pt x="1458540" y="299821"/>
                </a:lnTo>
                <a:lnTo>
                  <a:pt x="1458382" y="299603"/>
                </a:lnTo>
                <a:lnTo>
                  <a:pt x="1458211" y="299397"/>
                </a:lnTo>
                <a:lnTo>
                  <a:pt x="1458029" y="299206"/>
                </a:lnTo>
                <a:lnTo>
                  <a:pt x="1457837" y="299029"/>
                </a:lnTo>
                <a:lnTo>
                  <a:pt x="1457636" y="298866"/>
                </a:lnTo>
                <a:lnTo>
                  <a:pt x="1457426" y="298717"/>
                </a:lnTo>
                <a:lnTo>
                  <a:pt x="1457207" y="298583"/>
                </a:lnTo>
                <a:lnTo>
                  <a:pt x="1456982" y="298464"/>
                </a:lnTo>
                <a:lnTo>
                  <a:pt x="1456750" y="298361"/>
                </a:lnTo>
                <a:lnTo>
                  <a:pt x="1456513" y="298272"/>
                </a:lnTo>
                <a:lnTo>
                  <a:pt x="1456270" y="298199"/>
                </a:lnTo>
                <a:lnTo>
                  <a:pt x="1456024" y="298142"/>
                </a:lnTo>
                <a:lnTo>
                  <a:pt x="1455774" y="298101"/>
                </a:lnTo>
                <a:lnTo>
                  <a:pt x="1455521" y="298075"/>
                </a:lnTo>
                <a:lnTo>
                  <a:pt x="1455267" y="298067"/>
                </a:lnTo>
                <a:lnTo>
                  <a:pt x="1455011" y="298075"/>
                </a:lnTo>
                <a:lnTo>
                  <a:pt x="1454755" y="298100"/>
                </a:lnTo>
                <a:lnTo>
                  <a:pt x="1454499" y="298142"/>
                </a:lnTo>
                <a:lnTo>
                  <a:pt x="1454245" y="298201"/>
                </a:lnTo>
                <a:lnTo>
                  <a:pt x="1453993" y="298278"/>
                </a:lnTo>
                <a:lnTo>
                  <a:pt x="1453743" y="298372"/>
                </a:lnTo>
                <a:lnTo>
                  <a:pt x="1453497" y="298485"/>
                </a:lnTo>
                <a:lnTo>
                  <a:pt x="1453255" y="298615"/>
                </a:lnTo>
                <a:lnTo>
                  <a:pt x="1453022" y="298761"/>
                </a:lnTo>
                <a:lnTo>
                  <a:pt x="1452802" y="298920"/>
                </a:lnTo>
                <a:lnTo>
                  <a:pt x="1452597" y="299091"/>
                </a:lnTo>
                <a:lnTo>
                  <a:pt x="1452405" y="299273"/>
                </a:lnTo>
                <a:lnTo>
                  <a:pt x="1452227" y="299466"/>
                </a:lnTo>
                <a:lnTo>
                  <a:pt x="1452064" y="299669"/>
                </a:lnTo>
                <a:lnTo>
                  <a:pt x="1451915" y="299881"/>
                </a:lnTo>
                <a:lnTo>
                  <a:pt x="1451781" y="300101"/>
                </a:lnTo>
                <a:lnTo>
                  <a:pt x="1451662" y="300328"/>
                </a:lnTo>
                <a:lnTo>
                  <a:pt x="1451558" y="300562"/>
                </a:lnTo>
                <a:lnTo>
                  <a:pt x="1451470" y="300802"/>
                </a:lnTo>
                <a:lnTo>
                  <a:pt x="1451397" y="301047"/>
                </a:lnTo>
                <a:lnTo>
                  <a:pt x="1451340" y="301296"/>
                </a:lnTo>
                <a:lnTo>
                  <a:pt x="1451299" y="301548"/>
                </a:lnTo>
                <a:lnTo>
                  <a:pt x="1451275" y="301802"/>
                </a:lnTo>
                <a:lnTo>
                  <a:pt x="1451266" y="302059"/>
                </a:lnTo>
                <a:lnTo>
                  <a:pt x="1451275" y="302316"/>
                </a:lnTo>
                <a:lnTo>
                  <a:pt x="1451300" y="302573"/>
                </a:lnTo>
                <a:lnTo>
                  <a:pt x="1451342" y="302829"/>
                </a:lnTo>
                <a:lnTo>
                  <a:pt x="1451402" y="303084"/>
                </a:lnTo>
                <a:lnTo>
                  <a:pt x="1451479" y="303337"/>
                </a:lnTo>
                <a:lnTo>
                  <a:pt x="1451573" y="303586"/>
                </a:lnTo>
                <a:lnTo>
                  <a:pt x="1451686" y="303831"/>
                </a:lnTo>
                <a:lnTo>
                  <a:pt x="1451817" y="304071"/>
                </a:lnTo>
                <a:lnTo>
                  <a:pt x="1483211" y="357921"/>
                </a:lnTo>
                <a:lnTo>
                  <a:pt x="1514606" y="304071"/>
                </a:lnTo>
                <a:lnTo>
                  <a:pt x="1514736" y="303831"/>
                </a:lnTo>
                <a:lnTo>
                  <a:pt x="1514849" y="303586"/>
                </a:lnTo>
                <a:lnTo>
                  <a:pt x="1514944" y="303337"/>
                </a:lnTo>
                <a:lnTo>
                  <a:pt x="1515021" y="303084"/>
                </a:lnTo>
                <a:lnTo>
                  <a:pt x="1515080" y="302829"/>
                </a:lnTo>
                <a:lnTo>
                  <a:pt x="1515123" y="302573"/>
                </a:lnTo>
                <a:lnTo>
                  <a:pt x="1515148" y="302316"/>
                </a:lnTo>
                <a:lnTo>
                  <a:pt x="1515156" y="302059"/>
                </a:lnTo>
                <a:lnTo>
                  <a:pt x="1515148" y="301802"/>
                </a:lnTo>
                <a:lnTo>
                  <a:pt x="1515123" y="301548"/>
                </a:lnTo>
                <a:lnTo>
                  <a:pt x="1515082" y="301296"/>
                </a:lnTo>
                <a:lnTo>
                  <a:pt x="1515025" y="301047"/>
                </a:lnTo>
                <a:lnTo>
                  <a:pt x="1514952" y="300802"/>
                </a:lnTo>
                <a:lnTo>
                  <a:pt x="1514864" y="300562"/>
                </a:lnTo>
                <a:lnTo>
                  <a:pt x="1514760" y="300328"/>
                </a:lnTo>
                <a:lnTo>
                  <a:pt x="1514641" y="300101"/>
                </a:lnTo>
                <a:lnTo>
                  <a:pt x="1514507" y="299881"/>
                </a:lnTo>
                <a:lnTo>
                  <a:pt x="1514359" y="299669"/>
                </a:lnTo>
                <a:lnTo>
                  <a:pt x="1514195" y="299466"/>
                </a:lnTo>
                <a:lnTo>
                  <a:pt x="1514018" y="299273"/>
                </a:lnTo>
                <a:lnTo>
                  <a:pt x="1513826" y="299091"/>
                </a:lnTo>
                <a:lnTo>
                  <a:pt x="1513620" y="298920"/>
                </a:lnTo>
                <a:lnTo>
                  <a:pt x="1513401" y="298761"/>
                </a:lnTo>
                <a:lnTo>
                  <a:pt x="1513168" y="298615"/>
                </a:lnTo>
                <a:lnTo>
                  <a:pt x="1512926" y="298485"/>
                </a:lnTo>
                <a:lnTo>
                  <a:pt x="1512680" y="298372"/>
                </a:lnTo>
                <a:lnTo>
                  <a:pt x="1512430" y="298278"/>
                </a:lnTo>
                <a:lnTo>
                  <a:pt x="1512177" y="298201"/>
                </a:lnTo>
                <a:lnTo>
                  <a:pt x="1511923" y="298142"/>
                </a:lnTo>
                <a:lnTo>
                  <a:pt x="1511668" y="298100"/>
                </a:lnTo>
                <a:lnTo>
                  <a:pt x="1511412" y="298075"/>
                </a:lnTo>
                <a:lnTo>
                  <a:pt x="1511156" y="298067"/>
                </a:lnTo>
                <a:lnTo>
                  <a:pt x="1510901" y="298075"/>
                </a:lnTo>
                <a:lnTo>
                  <a:pt x="1510649" y="298101"/>
                </a:lnTo>
                <a:lnTo>
                  <a:pt x="1510399" y="298142"/>
                </a:lnTo>
                <a:lnTo>
                  <a:pt x="1510152" y="298199"/>
                </a:lnTo>
                <a:lnTo>
                  <a:pt x="1509910" y="298272"/>
                </a:lnTo>
                <a:lnTo>
                  <a:pt x="1509672" y="298361"/>
                </a:lnTo>
                <a:lnTo>
                  <a:pt x="1509440" y="298464"/>
                </a:lnTo>
                <a:lnTo>
                  <a:pt x="1509215" y="298583"/>
                </a:lnTo>
                <a:lnTo>
                  <a:pt x="1508997" y="298717"/>
                </a:lnTo>
                <a:lnTo>
                  <a:pt x="1508787" y="298866"/>
                </a:lnTo>
                <a:lnTo>
                  <a:pt x="1508585" y="299029"/>
                </a:lnTo>
                <a:lnTo>
                  <a:pt x="1508393" y="299206"/>
                </a:lnTo>
                <a:lnTo>
                  <a:pt x="1508212" y="299397"/>
                </a:lnTo>
                <a:lnTo>
                  <a:pt x="1508041" y="299603"/>
                </a:lnTo>
                <a:lnTo>
                  <a:pt x="1507882" y="299821"/>
                </a:lnTo>
                <a:lnTo>
                  <a:pt x="1507736" y="300053"/>
                </a:lnTo>
                <a:lnTo>
                  <a:pt x="1487205" y="335248"/>
                </a:lnTo>
                <a:lnTo>
                  <a:pt x="1487205" y="3994"/>
                </a:lnTo>
                <a:lnTo>
                  <a:pt x="1487196" y="3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39A39-55B0-4B61-B792-10A497A7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162" y="62082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4Bytes">
            <a:extLst xmlns:a="http://schemas.openxmlformats.org/drawingml/2006/main">
              <a:ext uri="{FF2B5EF4-FFF2-40B4-BE49-F238E27FC236}">
                <a16:creationId xmlns:a16="http://schemas.microsoft.com/office/drawing/2014/main" id="{E1E78DF0-45AF-4A09-BE4E-B2B96D9E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541" y="173129"/>
            <a:ext cx="404423" cy="121693"/>
          </a:xfrm>
          <a:custGeom xmlns:a="http://schemas.openxmlformats.org/drawingml/2006/main">
            <a:pathLst>
              <a:path w="404423" h="121693">
                <a:moveTo>
                  <a:pt x="62617" y="60574"/>
                </a:moveTo>
                <a:lnTo>
                  <a:pt x="62617" y="69285"/>
                </a:lnTo>
                <a:lnTo>
                  <a:pt x="48732" y="69285"/>
                </a:lnTo>
                <a:lnTo>
                  <a:pt x="48732" y="92018"/>
                </a:lnTo>
                <a:lnTo>
                  <a:pt x="38251" y="92018"/>
                </a:lnTo>
                <a:lnTo>
                  <a:pt x="38251" y="69285"/>
                </a:lnTo>
                <a:lnTo>
                  <a:pt x="0" y="69285"/>
                </a:lnTo>
                <a:lnTo>
                  <a:pt x="0" y="60574"/>
                </a:lnTo>
                <a:lnTo>
                  <a:pt x="42744" y="0"/>
                </a:lnTo>
                <a:lnTo>
                  <a:pt x="48732" y="0"/>
                </a:lnTo>
                <a:lnTo>
                  <a:pt x="48732" y="60574"/>
                </a:lnTo>
                <a:lnTo>
                  <a:pt x="62617" y="60574"/>
                </a:lnTo>
                <a:moveTo>
                  <a:pt x="38116" y="60574"/>
                </a:moveTo>
                <a:lnTo>
                  <a:pt x="38116" y="13883"/>
                </a:lnTo>
                <a:lnTo>
                  <a:pt x="5446" y="60574"/>
                </a:lnTo>
                <a:lnTo>
                  <a:pt x="38116" y="60574"/>
                </a:lnTo>
                <a:close/>
                <a:moveTo>
                  <a:pt x="102229" y="4491"/>
                </a:moveTo>
                <a:lnTo>
                  <a:pt x="102229" y="1905"/>
                </a:lnTo>
                <a:lnTo>
                  <a:pt x="140343" y="1905"/>
                </a:lnTo>
                <a:cubicBezTo>
                  <a:pt x="152050" y="1905"/>
                  <a:pt x="160920" y="3856"/>
                  <a:pt x="166955" y="7758"/>
                </a:cubicBezTo>
                <a:cubicBezTo>
                  <a:pt x="172991" y="11660"/>
                  <a:pt x="176009" y="17422"/>
                  <a:pt x="176009" y="25045"/>
                </a:cubicBezTo>
                <a:cubicBezTo>
                  <a:pt x="176009" y="30944"/>
                  <a:pt x="174193" y="35482"/>
                  <a:pt x="170563" y="38658"/>
                </a:cubicBezTo>
                <a:cubicBezTo>
                  <a:pt x="168930" y="40110"/>
                  <a:pt x="167206" y="41244"/>
                  <a:pt x="165391" y="42061"/>
                </a:cubicBezTo>
                <a:cubicBezTo>
                  <a:pt x="163575" y="42878"/>
                  <a:pt x="160898" y="43740"/>
                  <a:pt x="157359" y="44647"/>
                </a:cubicBezTo>
                <a:cubicBezTo>
                  <a:pt x="161805" y="45736"/>
                  <a:pt x="165185" y="46803"/>
                  <a:pt x="167499" y="47847"/>
                </a:cubicBezTo>
                <a:cubicBezTo>
                  <a:pt x="169814" y="48890"/>
                  <a:pt x="171970" y="50319"/>
                  <a:pt x="173967" y="52134"/>
                </a:cubicBezTo>
                <a:cubicBezTo>
                  <a:pt x="178413" y="56128"/>
                  <a:pt x="180636" y="61256"/>
                  <a:pt x="180636" y="67517"/>
                </a:cubicBezTo>
                <a:cubicBezTo>
                  <a:pt x="180636" y="74323"/>
                  <a:pt x="178095" y="79995"/>
                  <a:pt x="173014" y="84533"/>
                </a:cubicBezTo>
                <a:cubicBezTo>
                  <a:pt x="170473" y="86801"/>
                  <a:pt x="166933" y="88615"/>
                  <a:pt x="162396" y="89977"/>
                </a:cubicBezTo>
                <a:cubicBezTo>
                  <a:pt x="157858" y="91338"/>
                  <a:pt x="152957" y="92018"/>
                  <a:pt x="147694" y="92018"/>
                </a:cubicBezTo>
                <a:lnTo>
                  <a:pt x="102229" y="92018"/>
                </a:lnTo>
                <a:lnTo>
                  <a:pt x="102229" y="89432"/>
                </a:lnTo>
                <a:cubicBezTo>
                  <a:pt x="105950" y="89251"/>
                  <a:pt x="108740" y="88865"/>
                  <a:pt x="110600" y="88275"/>
                </a:cubicBezTo>
                <a:cubicBezTo>
                  <a:pt x="112461" y="87686"/>
                  <a:pt x="113709" y="86529"/>
                  <a:pt x="114345" y="84805"/>
                </a:cubicBezTo>
                <a:cubicBezTo>
                  <a:pt x="114980" y="83079"/>
                  <a:pt x="115298" y="80538"/>
                  <a:pt x="115298" y="77182"/>
                </a:cubicBezTo>
                <a:lnTo>
                  <a:pt x="115298" y="16743"/>
                </a:lnTo>
                <a:cubicBezTo>
                  <a:pt x="115298" y="13294"/>
                  <a:pt x="115003" y="10753"/>
                  <a:pt x="114413" y="9120"/>
                </a:cubicBezTo>
                <a:cubicBezTo>
                  <a:pt x="113823" y="7486"/>
                  <a:pt x="112598" y="6352"/>
                  <a:pt x="110737" y="5716"/>
                </a:cubicBezTo>
                <a:cubicBezTo>
                  <a:pt x="108877" y="5081"/>
                  <a:pt x="106041" y="4672"/>
                  <a:pt x="102229" y="4491"/>
                </a:cubicBezTo>
                <a:moveTo>
                  <a:pt x="129181" y="47642"/>
                </a:moveTo>
                <a:lnTo>
                  <a:pt x="129181" y="81400"/>
                </a:lnTo>
                <a:cubicBezTo>
                  <a:pt x="129181" y="83579"/>
                  <a:pt x="129771" y="85053"/>
                  <a:pt x="130951" y="85825"/>
                </a:cubicBezTo>
                <a:cubicBezTo>
                  <a:pt x="132131" y="86596"/>
                  <a:pt x="134399" y="86981"/>
                  <a:pt x="137757" y="86981"/>
                </a:cubicBezTo>
                <a:cubicBezTo>
                  <a:pt x="142295" y="86981"/>
                  <a:pt x="146039" y="86686"/>
                  <a:pt x="148988" y="86097"/>
                </a:cubicBezTo>
                <a:cubicBezTo>
                  <a:pt x="151938" y="85507"/>
                  <a:pt x="154501" y="84622"/>
                  <a:pt x="156679" y="83442"/>
                </a:cubicBezTo>
                <a:cubicBezTo>
                  <a:pt x="162214" y="80266"/>
                  <a:pt x="164982" y="75002"/>
                  <a:pt x="164982" y="67652"/>
                </a:cubicBezTo>
                <a:cubicBezTo>
                  <a:pt x="164982" y="59304"/>
                  <a:pt x="161170" y="53587"/>
                  <a:pt x="153547" y="50502"/>
                </a:cubicBezTo>
                <a:cubicBezTo>
                  <a:pt x="151098" y="49503"/>
                  <a:pt x="148080" y="48777"/>
                  <a:pt x="144495" y="48323"/>
                </a:cubicBezTo>
                <a:cubicBezTo>
                  <a:pt x="140910" y="47869"/>
                  <a:pt x="135806" y="47642"/>
                  <a:pt x="129181" y="47642"/>
                </a:cubicBezTo>
                <a:moveTo>
                  <a:pt x="129181" y="42333"/>
                </a:moveTo>
                <a:lnTo>
                  <a:pt x="142113" y="42198"/>
                </a:lnTo>
                <a:cubicBezTo>
                  <a:pt x="155453" y="42016"/>
                  <a:pt x="162123" y="36480"/>
                  <a:pt x="162123" y="25589"/>
                </a:cubicBezTo>
                <a:cubicBezTo>
                  <a:pt x="162123" y="19511"/>
                  <a:pt x="160013" y="14838"/>
                  <a:pt x="155793" y="11571"/>
                </a:cubicBezTo>
                <a:cubicBezTo>
                  <a:pt x="151573" y="8303"/>
                  <a:pt x="145698" y="6760"/>
                  <a:pt x="138167" y="6942"/>
                </a:cubicBezTo>
                <a:lnTo>
                  <a:pt x="132176" y="7079"/>
                </a:lnTo>
                <a:cubicBezTo>
                  <a:pt x="130997" y="7169"/>
                  <a:pt x="130225" y="7464"/>
                  <a:pt x="129862" y="7963"/>
                </a:cubicBezTo>
                <a:cubicBezTo>
                  <a:pt x="129500" y="8462"/>
                  <a:pt x="129273" y="9483"/>
                  <a:pt x="129181" y="11025"/>
                </a:cubicBezTo>
                <a:lnTo>
                  <a:pt x="129181" y="42333"/>
                </a:lnTo>
                <a:close/>
                <a:moveTo>
                  <a:pt x="255368" y="30763"/>
                </a:moveTo>
                <a:lnTo>
                  <a:pt x="255368" y="32805"/>
                </a:lnTo>
                <a:cubicBezTo>
                  <a:pt x="253734" y="32987"/>
                  <a:pt x="252463" y="33509"/>
                  <a:pt x="251554" y="34371"/>
                </a:cubicBezTo>
                <a:cubicBezTo>
                  <a:pt x="250647" y="35233"/>
                  <a:pt x="249740" y="36752"/>
                  <a:pt x="248833" y="38931"/>
                </a:cubicBezTo>
                <a:lnTo>
                  <a:pt x="227869" y="94469"/>
                </a:lnTo>
                <a:cubicBezTo>
                  <a:pt x="224149" y="104360"/>
                  <a:pt x="220542" y="111370"/>
                  <a:pt x="217048" y="115500"/>
                </a:cubicBezTo>
                <a:cubicBezTo>
                  <a:pt x="213554" y="119629"/>
                  <a:pt x="209494" y="121693"/>
                  <a:pt x="204866" y="121693"/>
                </a:cubicBezTo>
                <a:cubicBezTo>
                  <a:pt x="201962" y="121693"/>
                  <a:pt x="199557" y="120944"/>
                  <a:pt x="197650" y="119446"/>
                </a:cubicBezTo>
                <a:cubicBezTo>
                  <a:pt x="195745" y="117949"/>
                  <a:pt x="194792" y="116067"/>
                  <a:pt x="194792" y="113798"/>
                </a:cubicBezTo>
                <a:cubicBezTo>
                  <a:pt x="194792" y="112075"/>
                  <a:pt x="195359" y="110645"/>
                  <a:pt x="196493" y="109509"/>
                </a:cubicBezTo>
                <a:cubicBezTo>
                  <a:pt x="197627" y="108375"/>
                  <a:pt x="199011" y="107808"/>
                  <a:pt x="200645" y="107808"/>
                </a:cubicBezTo>
                <a:cubicBezTo>
                  <a:pt x="202823" y="107808"/>
                  <a:pt x="205183" y="108307"/>
                  <a:pt x="207724" y="109306"/>
                </a:cubicBezTo>
                <a:cubicBezTo>
                  <a:pt x="209085" y="109941"/>
                  <a:pt x="210265" y="110259"/>
                  <a:pt x="211263" y="110259"/>
                </a:cubicBezTo>
                <a:cubicBezTo>
                  <a:pt x="212262" y="110259"/>
                  <a:pt x="213396" y="109691"/>
                  <a:pt x="214666" y="108556"/>
                </a:cubicBezTo>
                <a:cubicBezTo>
                  <a:pt x="215937" y="107422"/>
                  <a:pt x="217071" y="105993"/>
                  <a:pt x="218070" y="104269"/>
                </a:cubicBezTo>
                <a:cubicBezTo>
                  <a:pt x="218887" y="102818"/>
                  <a:pt x="219703" y="101094"/>
                  <a:pt x="220519" y="99097"/>
                </a:cubicBezTo>
                <a:cubicBezTo>
                  <a:pt x="221336" y="97100"/>
                  <a:pt x="222039" y="95194"/>
                  <a:pt x="222629" y="93379"/>
                </a:cubicBezTo>
                <a:cubicBezTo>
                  <a:pt x="223219" y="91565"/>
                  <a:pt x="223514" y="90294"/>
                  <a:pt x="223514" y="89567"/>
                </a:cubicBezTo>
                <a:cubicBezTo>
                  <a:pt x="223514" y="88569"/>
                  <a:pt x="222992" y="86845"/>
                  <a:pt x="221948" y="84395"/>
                </a:cubicBezTo>
                <a:cubicBezTo>
                  <a:pt x="220905" y="81946"/>
                  <a:pt x="219431" y="79042"/>
                  <a:pt x="217526" y="75684"/>
                </a:cubicBezTo>
                <a:cubicBezTo>
                  <a:pt x="217161" y="74957"/>
                  <a:pt x="216866" y="74367"/>
                  <a:pt x="216639" y="73915"/>
                </a:cubicBezTo>
                <a:cubicBezTo>
                  <a:pt x="216413" y="73460"/>
                  <a:pt x="215892" y="72326"/>
                  <a:pt x="215075" y="70510"/>
                </a:cubicBezTo>
                <a:lnTo>
                  <a:pt x="199557" y="37024"/>
                </a:lnTo>
                <a:cubicBezTo>
                  <a:pt x="198467" y="34666"/>
                  <a:pt x="196153" y="33214"/>
                  <a:pt x="192615" y="32668"/>
                </a:cubicBezTo>
                <a:lnTo>
                  <a:pt x="192615" y="30763"/>
                </a:lnTo>
                <a:lnTo>
                  <a:pt x="220656" y="30763"/>
                </a:lnTo>
                <a:lnTo>
                  <a:pt x="220656" y="32805"/>
                </a:lnTo>
                <a:cubicBezTo>
                  <a:pt x="217752" y="32895"/>
                  <a:pt x="215710" y="33213"/>
                  <a:pt x="214531" y="33759"/>
                </a:cubicBezTo>
                <a:cubicBezTo>
                  <a:pt x="213351" y="34303"/>
                  <a:pt x="212761" y="35210"/>
                  <a:pt x="212761" y="36480"/>
                </a:cubicBezTo>
                <a:cubicBezTo>
                  <a:pt x="212761" y="37841"/>
                  <a:pt x="213214" y="39565"/>
                  <a:pt x="214121" y="41654"/>
                </a:cubicBezTo>
                <a:lnTo>
                  <a:pt x="229776" y="76091"/>
                </a:lnTo>
                <a:lnTo>
                  <a:pt x="242980" y="38521"/>
                </a:lnTo>
                <a:cubicBezTo>
                  <a:pt x="243343" y="37706"/>
                  <a:pt x="243524" y="36934"/>
                  <a:pt x="243524" y="36207"/>
                </a:cubicBezTo>
                <a:cubicBezTo>
                  <a:pt x="243524" y="33939"/>
                  <a:pt x="241346" y="32805"/>
                  <a:pt x="236990" y="32805"/>
                </a:cubicBezTo>
                <a:lnTo>
                  <a:pt x="236990" y="30763"/>
                </a:lnTo>
                <a:lnTo>
                  <a:pt x="255368" y="30763"/>
                </a:lnTo>
                <a:close/>
                <a:moveTo>
                  <a:pt x="294026" y="30763"/>
                </a:moveTo>
                <a:lnTo>
                  <a:pt x="294026" y="35119"/>
                </a:lnTo>
                <a:lnTo>
                  <a:pt x="280278" y="35119"/>
                </a:lnTo>
                <a:lnTo>
                  <a:pt x="280278" y="74050"/>
                </a:lnTo>
                <a:cubicBezTo>
                  <a:pt x="280278" y="78315"/>
                  <a:pt x="280823" y="81423"/>
                  <a:pt x="281911" y="83374"/>
                </a:cubicBezTo>
                <a:cubicBezTo>
                  <a:pt x="283001" y="85325"/>
                  <a:pt x="284816" y="86300"/>
                  <a:pt x="287357" y="86300"/>
                </a:cubicBezTo>
                <a:cubicBezTo>
                  <a:pt x="288900" y="86300"/>
                  <a:pt x="290283" y="85937"/>
                  <a:pt x="291507" y="85212"/>
                </a:cubicBezTo>
                <a:cubicBezTo>
                  <a:pt x="292732" y="84486"/>
                  <a:pt x="294071" y="83261"/>
                  <a:pt x="295524" y="81537"/>
                </a:cubicBezTo>
                <a:lnTo>
                  <a:pt x="297294" y="83035"/>
                </a:lnTo>
                <a:cubicBezTo>
                  <a:pt x="292937" y="89931"/>
                  <a:pt x="287492" y="93379"/>
                  <a:pt x="280958" y="93379"/>
                </a:cubicBezTo>
                <a:cubicBezTo>
                  <a:pt x="272882" y="93379"/>
                  <a:pt x="268844" y="87616"/>
                  <a:pt x="268844" y="76091"/>
                </a:cubicBezTo>
                <a:lnTo>
                  <a:pt x="268844" y="35119"/>
                </a:lnTo>
                <a:lnTo>
                  <a:pt x="261628" y="35119"/>
                </a:lnTo>
                <a:cubicBezTo>
                  <a:pt x="261266" y="34846"/>
                  <a:pt x="261084" y="34529"/>
                  <a:pt x="261084" y="34166"/>
                </a:cubicBezTo>
                <a:cubicBezTo>
                  <a:pt x="261084" y="33440"/>
                  <a:pt x="261855" y="32578"/>
                  <a:pt x="263398" y="31580"/>
                </a:cubicBezTo>
                <a:cubicBezTo>
                  <a:pt x="265395" y="30400"/>
                  <a:pt x="267573" y="28472"/>
                  <a:pt x="269932" y="25795"/>
                </a:cubicBezTo>
                <a:cubicBezTo>
                  <a:pt x="272292" y="23117"/>
                  <a:pt x="275423" y="18920"/>
                  <a:pt x="279325" y="13204"/>
                </a:cubicBezTo>
                <a:cubicBezTo>
                  <a:pt x="279961" y="13204"/>
                  <a:pt x="280278" y="13794"/>
                  <a:pt x="280278" y="14974"/>
                </a:cubicBezTo>
                <a:lnTo>
                  <a:pt x="280278" y="30763"/>
                </a:lnTo>
                <a:lnTo>
                  <a:pt x="294026" y="30763"/>
                </a:lnTo>
                <a:close/>
                <a:moveTo>
                  <a:pt x="352967" y="69694"/>
                </a:moveTo>
                <a:lnTo>
                  <a:pt x="355144" y="70647"/>
                </a:lnTo>
                <a:cubicBezTo>
                  <a:pt x="352332" y="77997"/>
                  <a:pt x="348453" y="83624"/>
                  <a:pt x="343506" y="87526"/>
                </a:cubicBezTo>
                <a:cubicBezTo>
                  <a:pt x="338560" y="91428"/>
                  <a:pt x="332821" y="93379"/>
                  <a:pt x="326288" y="93379"/>
                </a:cubicBezTo>
                <a:cubicBezTo>
                  <a:pt x="318483" y="93379"/>
                  <a:pt x="312289" y="90634"/>
                  <a:pt x="307706" y="85145"/>
                </a:cubicBezTo>
                <a:cubicBezTo>
                  <a:pt x="303124" y="79655"/>
                  <a:pt x="300833" y="72236"/>
                  <a:pt x="300833" y="62887"/>
                </a:cubicBezTo>
                <a:cubicBezTo>
                  <a:pt x="300833" y="57261"/>
                  <a:pt x="301718" y="52157"/>
                  <a:pt x="303488" y="47575"/>
                </a:cubicBezTo>
                <a:cubicBezTo>
                  <a:pt x="305257" y="42992"/>
                  <a:pt x="307730" y="39293"/>
                  <a:pt x="310905" y="36480"/>
                </a:cubicBezTo>
                <a:cubicBezTo>
                  <a:pt x="316168" y="31760"/>
                  <a:pt x="322294" y="29401"/>
                  <a:pt x="329283" y="29401"/>
                </a:cubicBezTo>
                <a:cubicBezTo>
                  <a:pt x="336633" y="29401"/>
                  <a:pt x="342440" y="31988"/>
                  <a:pt x="346705" y="37161"/>
                </a:cubicBezTo>
                <a:cubicBezTo>
                  <a:pt x="348429" y="39339"/>
                  <a:pt x="349700" y="41631"/>
                  <a:pt x="350517" y="44036"/>
                </a:cubicBezTo>
                <a:cubicBezTo>
                  <a:pt x="351333" y="46440"/>
                  <a:pt x="352014" y="49866"/>
                  <a:pt x="352558" y="54313"/>
                </a:cubicBezTo>
                <a:lnTo>
                  <a:pt x="310633" y="54313"/>
                </a:lnTo>
                <a:cubicBezTo>
                  <a:pt x="310814" y="58487"/>
                  <a:pt x="311177" y="61867"/>
                  <a:pt x="311721" y="64454"/>
                </a:cubicBezTo>
                <a:cubicBezTo>
                  <a:pt x="312267" y="67040"/>
                  <a:pt x="313129" y="69649"/>
                  <a:pt x="314309" y="72280"/>
                </a:cubicBezTo>
                <a:cubicBezTo>
                  <a:pt x="318301" y="80084"/>
                  <a:pt x="324154" y="83986"/>
                  <a:pt x="331869" y="83986"/>
                </a:cubicBezTo>
                <a:cubicBezTo>
                  <a:pt x="336225" y="83986"/>
                  <a:pt x="340013" y="82898"/>
                  <a:pt x="343234" y="80721"/>
                </a:cubicBezTo>
                <a:cubicBezTo>
                  <a:pt x="346457" y="78543"/>
                  <a:pt x="349701" y="74867"/>
                  <a:pt x="352967" y="69694"/>
                </a:cubicBezTo>
                <a:moveTo>
                  <a:pt x="310905" y="49956"/>
                </a:moveTo>
                <a:lnTo>
                  <a:pt x="338675" y="49956"/>
                </a:lnTo>
                <a:cubicBezTo>
                  <a:pt x="337767" y="44058"/>
                  <a:pt x="336360" y="39975"/>
                  <a:pt x="334455" y="37707"/>
                </a:cubicBezTo>
                <a:cubicBezTo>
                  <a:pt x="332549" y="35438"/>
                  <a:pt x="329509" y="34303"/>
                  <a:pt x="325334" y="34303"/>
                </a:cubicBezTo>
                <a:cubicBezTo>
                  <a:pt x="321159" y="34303"/>
                  <a:pt x="317892" y="35573"/>
                  <a:pt x="315532" y="38114"/>
                </a:cubicBezTo>
                <a:cubicBezTo>
                  <a:pt x="313174" y="40655"/>
                  <a:pt x="311632" y="44602"/>
                  <a:pt x="310905" y="49956"/>
                </a:cubicBezTo>
                <a:close/>
                <a:moveTo>
                  <a:pt x="399930" y="49276"/>
                </a:moveTo>
                <a:lnTo>
                  <a:pt x="397888" y="49276"/>
                </a:lnTo>
                <a:cubicBezTo>
                  <a:pt x="396346" y="43105"/>
                  <a:pt x="394439" y="38771"/>
                  <a:pt x="392170" y="36276"/>
                </a:cubicBezTo>
                <a:cubicBezTo>
                  <a:pt x="389902" y="33781"/>
                  <a:pt x="386817" y="32533"/>
                  <a:pt x="382914" y="32533"/>
                </a:cubicBezTo>
                <a:cubicBezTo>
                  <a:pt x="379829" y="32533"/>
                  <a:pt x="377311" y="33373"/>
                  <a:pt x="375360" y="35053"/>
                </a:cubicBezTo>
                <a:cubicBezTo>
                  <a:pt x="373409" y="36731"/>
                  <a:pt x="372434" y="38976"/>
                  <a:pt x="372434" y="41789"/>
                </a:cubicBezTo>
                <a:cubicBezTo>
                  <a:pt x="372434" y="45691"/>
                  <a:pt x="374385" y="48777"/>
                  <a:pt x="378287" y="51046"/>
                </a:cubicBezTo>
                <a:lnTo>
                  <a:pt x="392988" y="59757"/>
                </a:lnTo>
                <a:cubicBezTo>
                  <a:pt x="397162" y="62207"/>
                  <a:pt x="400111" y="64657"/>
                  <a:pt x="401835" y="67108"/>
                </a:cubicBezTo>
                <a:cubicBezTo>
                  <a:pt x="403560" y="69558"/>
                  <a:pt x="404423" y="72507"/>
                  <a:pt x="404423" y="75956"/>
                </a:cubicBezTo>
                <a:cubicBezTo>
                  <a:pt x="404423" y="79133"/>
                  <a:pt x="403560" y="82037"/>
                  <a:pt x="401835" y="84670"/>
                </a:cubicBezTo>
                <a:cubicBezTo>
                  <a:pt x="400111" y="87301"/>
                  <a:pt x="397797" y="89410"/>
                  <a:pt x="394893" y="90998"/>
                </a:cubicBezTo>
                <a:cubicBezTo>
                  <a:pt x="391989" y="92585"/>
                  <a:pt x="388768" y="93379"/>
                  <a:pt x="385228" y="93379"/>
                </a:cubicBezTo>
                <a:cubicBezTo>
                  <a:pt x="383867" y="93379"/>
                  <a:pt x="382325" y="93242"/>
                  <a:pt x="380601" y="92970"/>
                </a:cubicBezTo>
                <a:cubicBezTo>
                  <a:pt x="378877" y="92698"/>
                  <a:pt x="377107" y="92381"/>
                  <a:pt x="375292" y="92018"/>
                </a:cubicBezTo>
                <a:cubicBezTo>
                  <a:pt x="373749" y="91564"/>
                  <a:pt x="372501" y="91269"/>
                  <a:pt x="371547" y="91133"/>
                </a:cubicBezTo>
                <a:cubicBezTo>
                  <a:pt x="370594" y="90998"/>
                  <a:pt x="369755" y="90930"/>
                  <a:pt x="369029" y="90930"/>
                </a:cubicBezTo>
                <a:cubicBezTo>
                  <a:pt x="367668" y="90930"/>
                  <a:pt x="366625" y="91474"/>
                  <a:pt x="365899" y="92563"/>
                </a:cubicBezTo>
                <a:lnTo>
                  <a:pt x="364129" y="92563"/>
                </a:lnTo>
                <a:lnTo>
                  <a:pt x="364129" y="71329"/>
                </a:lnTo>
                <a:lnTo>
                  <a:pt x="366306" y="71329"/>
                </a:lnTo>
                <a:cubicBezTo>
                  <a:pt x="367850" y="78225"/>
                  <a:pt x="369938" y="83125"/>
                  <a:pt x="372569" y="86030"/>
                </a:cubicBezTo>
                <a:cubicBezTo>
                  <a:pt x="375201" y="88934"/>
                  <a:pt x="378877" y="90386"/>
                  <a:pt x="383596" y="90386"/>
                </a:cubicBezTo>
                <a:cubicBezTo>
                  <a:pt x="387044" y="90386"/>
                  <a:pt x="389788" y="89501"/>
                  <a:pt x="391829" y="87731"/>
                </a:cubicBezTo>
                <a:cubicBezTo>
                  <a:pt x="393872" y="85962"/>
                  <a:pt x="394893" y="83579"/>
                  <a:pt x="394893" y="80584"/>
                </a:cubicBezTo>
                <a:cubicBezTo>
                  <a:pt x="394893" y="76501"/>
                  <a:pt x="392533" y="73098"/>
                  <a:pt x="387814" y="70375"/>
                </a:cubicBezTo>
                <a:lnTo>
                  <a:pt x="379919" y="65883"/>
                </a:lnTo>
                <a:cubicBezTo>
                  <a:pt x="374112" y="62616"/>
                  <a:pt x="370006" y="59485"/>
                  <a:pt x="367600" y="56490"/>
                </a:cubicBezTo>
                <a:cubicBezTo>
                  <a:pt x="365195" y="53495"/>
                  <a:pt x="363992" y="50092"/>
                  <a:pt x="363992" y="46281"/>
                </a:cubicBezTo>
                <a:cubicBezTo>
                  <a:pt x="363992" y="41381"/>
                  <a:pt x="365739" y="37342"/>
                  <a:pt x="369233" y="34166"/>
                </a:cubicBezTo>
                <a:cubicBezTo>
                  <a:pt x="372728" y="30989"/>
                  <a:pt x="377152" y="29401"/>
                  <a:pt x="382505" y="29401"/>
                </a:cubicBezTo>
                <a:cubicBezTo>
                  <a:pt x="384139" y="29401"/>
                  <a:pt x="385750" y="29560"/>
                  <a:pt x="387339" y="29879"/>
                </a:cubicBezTo>
                <a:cubicBezTo>
                  <a:pt x="388927" y="30196"/>
                  <a:pt x="390492" y="30626"/>
                  <a:pt x="392035" y="31171"/>
                </a:cubicBezTo>
                <a:cubicBezTo>
                  <a:pt x="393396" y="31806"/>
                  <a:pt x="394621" y="32124"/>
                  <a:pt x="395709" y="32124"/>
                </a:cubicBezTo>
                <a:cubicBezTo>
                  <a:pt x="396436" y="32124"/>
                  <a:pt x="397162" y="31625"/>
                  <a:pt x="397888" y="30626"/>
                </a:cubicBezTo>
                <a:lnTo>
                  <a:pt x="399386" y="30626"/>
                </a:lnTo>
                <a:lnTo>
                  <a:pt x="399930" y="492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F37B1-E84B-4FC8-97E8-AEB34AA8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221" y="62082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4Bytes">
            <a:extLst xmlns:a="http://schemas.openxmlformats.org/drawingml/2006/main">
              <a:ext uri="{FF2B5EF4-FFF2-40B4-BE49-F238E27FC236}">
                <a16:creationId xmlns:a16="http://schemas.microsoft.com/office/drawing/2014/main" id="{DB169CEB-D0CF-4DE1-B73A-7024361A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016" y="173129"/>
            <a:ext cx="404423" cy="121693"/>
          </a:xfrm>
          <a:custGeom xmlns:a="http://schemas.openxmlformats.org/drawingml/2006/main">
            <a:pathLst>
              <a:path w="404423" h="121693">
                <a:moveTo>
                  <a:pt x="62617" y="60574"/>
                </a:moveTo>
                <a:lnTo>
                  <a:pt x="62617" y="69285"/>
                </a:lnTo>
                <a:lnTo>
                  <a:pt x="48732" y="69285"/>
                </a:lnTo>
                <a:lnTo>
                  <a:pt x="48732" y="92018"/>
                </a:lnTo>
                <a:lnTo>
                  <a:pt x="38251" y="92018"/>
                </a:lnTo>
                <a:lnTo>
                  <a:pt x="38251" y="69285"/>
                </a:lnTo>
                <a:lnTo>
                  <a:pt x="0" y="69285"/>
                </a:lnTo>
                <a:lnTo>
                  <a:pt x="0" y="60574"/>
                </a:lnTo>
                <a:lnTo>
                  <a:pt x="42744" y="0"/>
                </a:lnTo>
                <a:lnTo>
                  <a:pt x="48732" y="0"/>
                </a:lnTo>
                <a:lnTo>
                  <a:pt x="48732" y="60574"/>
                </a:lnTo>
                <a:lnTo>
                  <a:pt x="62617" y="60574"/>
                </a:lnTo>
                <a:moveTo>
                  <a:pt x="38116" y="60574"/>
                </a:moveTo>
                <a:lnTo>
                  <a:pt x="38116" y="13883"/>
                </a:lnTo>
                <a:lnTo>
                  <a:pt x="5446" y="60574"/>
                </a:lnTo>
                <a:lnTo>
                  <a:pt x="38116" y="60574"/>
                </a:lnTo>
                <a:close/>
                <a:moveTo>
                  <a:pt x="102229" y="4491"/>
                </a:moveTo>
                <a:lnTo>
                  <a:pt x="102229" y="1905"/>
                </a:lnTo>
                <a:lnTo>
                  <a:pt x="140343" y="1905"/>
                </a:lnTo>
                <a:cubicBezTo>
                  <a:pt x="152049" y="1905"/>
                  <a:pt x="160920" y="3856"/>
                  <a:pt x="166954" y="7758"/>
                </a:cubicBezTo>
                <a:cubicBezTo>
                  <a:pt x="172990" y="11660"/>
                  <a:pt x="176008" y="17422"/>
                  <a:pt x="176008" y="25045"/>
                </a:cubicBezTo>
                <a:cubicBezTo>
                  <a:pt x="176008" y="30944"/>
                  <a:pt x="174193" y="35482"/>
                  <a:pt x="170562" y="38658"/>
                </a:cubicBezTo>
                <a:cubicBezTo>
                  <a:pt x="168929" y="40110"/>
                  <a:pt x="167206" y="41244"/>
                  <a:pt x="165390" y="42061"/>
                </a:cubicBezTo>
                <a:cubicBezTo>
                  <a:pt x="163575" y="42878"/>
                  <a:pt x="160897" y="43740"/>
                  <a:pt x="157358" y="44647"/>
                </a:cubicBezTo>
                <a:cubicBezTo>
                  <a:pt x="161804" y="45736"/>
                  <a:pt x="165185" y="46803"/>
                  <a:pt x="167498" y="47847"/>
                </a:cubicBezTo>
                <a:cubicBezTo>
                  <a:pt x="169814" y="48890"/>
                  <a:pt x="171970" y="50319"/>
                  <a:pt x="173966" y="52134"/>
                </a:cubicBezTo>
                <a:cubicBezTo>
                  <a:pt x="178413" y="56128"/>
                  <a:pt x="180636" y="61256"/>
                  <a:pt x="180636" y="67517"/>
                </a:cubicBezTo>
                <a:cubicBezTo>
                  <a:pt x="180636" y="74323"/>
                  <a:pt x="178095" y="79995"/>
                  <a:pt x="173013" y="84533"/>
                </a:cubicBezTo>
                <a:cubicBezTo>
                  <a:pt x="170472" y="86801"/>
                  <a:pt x="166933" y="88615"/>
                  <a:pt x="162395" y="89977"/>
                </a:cubicBezTo>
                <a:cubicBezTo>
                  <a:pt x="157857" y="91338"/>
                  <a:pt x="152957" y="92018"/>
                  <a:pt x="147694" y="92018"/>
                </a:cubicBezTo>
                <a:lnTo>
                  <a:pt x="102229" y="92018"/>
                </a:lnTo>
                <a:lnTo>
                  <a:pt x="102229" y="89432"/>
                </a:lnTo>
                <a:cubicBezTo>
                  <a:pt x="105949" y="89251"/>
                  <a:pt x="108739" y="88865"/>
                  <a:pt x="110599" y="88275"/>
                </a:cubicBezTo>
                <a:cubicBezTo>
                  <a:pt x="112460" y="87686"/>
                  <a:pt x="113709" y="86529"/>
                  <a:pt x="114344" y="84805"/>
                </a:cubicBezTo>
                <a:cubicBezTo>
                  <a:pt x="114980" y="83079"/>
                  <a:pt x="115297" y="80538"/>
                  <a:pt x="115297" y="77182"/>
                </a:cubicBezTo>
                <a:lnTo>
                  <a:pt x="115297" y="16743"/>
                </a:lnTo>
                <a:cubicBezTo>
                  <a:pt x="115297" y="13294"/>
                  <a:pt x="115003" y="10753"/>
                  <a:pt x="114413" y="9120"/>
                </a:cubicBezTo>
                <a:cubicBezTo>
                  <a:pt x="113823" y="7486"/>
                  <a:pt x="112597" y="6352"/>
                  <a:pt x="110736" y="5716"/>
                </a:cubicBezTo>
                <a:cubicBezTo>
                  <a:pt x="108877" y="5081"/>
                  <a:pt x="106041" y="4672"/>
                  <a:pt x="102229" y="4491"/>
                </a:cubicBezTo>
                <a:moveTo>
                  <a:pt x="129181" y="47642"/>
                </a:moveTo>
                <a:lnTo>
                  <a:pt x="129181" y="81400"/>
                </a:lnTo>
                <a:cubicBezTo>
                  <a:pt x="129181" y="83579"/>
                  <a:pt x="129770" y="85053"/>
                  <a:pt x="130950" y="85825"/>
                </a:cubicBezTo>
                <a:cubicBezTo>
                  <a:pt x="132130" y="86596"/>
                  <a:pt x="134399" y="86981"/>
                  <a:pt x="137757" y="86981"/>
                </a:cubicBezTo>
                <a:cubicBezTo>
                  <a:pt x="142295" y="86981"/>
                  <a:pt x="146038" y="86686"/>
                  <a:pt x="148988" y="86097"/>
                </a:cubicBezTo>
                <a:cubicBezTo>
                  <a:pt x="151937" y="85507"/>
                  <a:pt x="154501" y="84622"/>
                  <a:pt x="156679" y="83442"/>
                </a:cubicBezTo>
                <a:cubicBezTo>
                  <a:pt x="162214" y="80266"/>
                  <a:pt x="164981" y="75002"/>
                  <a:pt x="164981" y="67652"/>
                </a:cubicBezTo>
                <a:cubicBezTo>
                  <a:pt x="164981" y="59304"/>
                  <a:pt x="161170" y="53587"/>
                  <a:pt x="153547" y="50502"/>
                </a:cubicBezTo>
                <a:cubicBezTo>
                  <a:pt x="151097" y="49503"/>
                  <a:pt x="148080" y="48777"/>
                  <a:pt x="144495" y="48323"/>
                </a:cubicBezTo>
                <a:cubicBezTo>
                  <a:pt x="140910" y="47869"/>
                  <a:pt x="135805" y="47642"/>
                  <a:pt x="129181" y="47642"/>
                </a:cubicBezTo>
                <a:moveTo>
                  <a:pt x="129181" y="42333"/>
                </a:moveTo>
                <a:lnTo>
                  <a:pt x="142112" y="42198"/>
                </a:lnTo>
                <a:cubicBezTo>
                  <a:pt x="155453" y="42016"/>
                  <a:pt x="162123" y="36480"/>
                  <a:pt x="162123" y="25589"/>
                </a:cubicBezTo>
                <a:cubicBezTo>
                  <a:pt x="162123" y="19511"/>
                  <a:pt x="160013" y="14838"/>
                  <a:pt x="155792" y="11571"/>
                </a:cubicBezTo>
                <a:cubicBezTo>
                  <a:pt x="151573" y="8303"/>
                  <a:pt x="145697" y="6760"/>
                  <a:pt x="138166" y="6942"/>
                </a:cubicBezTo>
                <a:lnTo>
                  <a:pt x="132176" y="7079"/>
                </a:lnTo>
                <a:cubicBezTo>
                  <a:pt x="130996" y="7169"/>
                  <a:pt x="130225" y="7464"/>
                  <a:pt x="129862" y="7963"/>
                </a:cubicBezTo>
                <a:cubicBezTo>
                  <a:pt x="129499" y="8462"/>
                  <a:pt x="129272" y="9483"/>
                  <a:pt x="129181" y="11025"/>
                </a:cubicBezTo>
                <a:lnTo>
                  <a:pt x="129181" y="42333"/>
                </a:lnTo>
                <a:close/>
                <a:moveTo>
                  <a:pt x="255368" y="30763"/>
                </a:moveTo>
                <a:lnTo>
                  <a:pt x="255368" y="32805"/>
                </a:lnTo>
                <a:cubicBezTo>
                  <a:pt x="253734" y="32987"/>
                  <a:pt x="252463" y="33509"/>
                  <a:pt x="251555" y="34371"/>
                </a:cubicBezTo>
                <a:cubicBezTo>
                  <a:pt x="250648" y="35233"/>
                  <a:pt x="249741" y="36752"/>
                  <a:pt x="248834" y="38931"/>
                </a:cubicBezTo>
                <a:lnTo>
                  <a:pt x="227870" y="94469"/>
                </a:lnTo>
                <a:cubicBezTo>
                  <a:pt x="224149" y="104360"/>
                  <a:pt x="220542" y="111370"/>
                  <a:pt x="217048" y="115500"/>
                </a:cubicBezTo>
                <a:cubicBezTo>
                  <a:pt x="213555" y="119629"/>
                  <a:pt x="209494" y="121693"/>
                  <a:pt x="204866" y="121693"/>
                </a:cubicBezTo>
                <a:cubicBezTo>
                  <a:pt x="201962" y="121693"/>
                  <a:pt x="199557" y="120944"/>
                  <a:pt x="197650" y="119446"/>
                </a:cubicBezTo>
                <a:cubicBezTo>
                  <a:pt x="195745" y="117949"/>
                  <a:pt x="194792" y="116067"/>
                  <a:pt x="194792" y="113798"/>
                </a:cubicBezTo>
                <a:cubicBezTo>
                  <a:pt x="194792" y="112075"/>
                  <a:pt x="195359" y="110645"/>
                  <a:pt x="196494" y="109509"/>
                </a:cubicBezTo>
                <a:cubicBezTo>
                  <a:pt x="197628" y="108375"/>
                  <a:pt x="199012" y="107808"/>
                  <a:pt x="200646" y="107808"/>
                </a:cubicBezTo>
                <a:cubicBezTo>
                  <a:pt x="202824" y="107808"/>
                  <a:pt x="205183" y="108307"/>
                  <a:pt x="207724" y="109306"/>
                </a:cubicBezTo>
                <a:cubicBezTo>
                  <a:pt x="209085" y="109941"/>
                  <a:pt x="210265" y="110259"/>
                  <a:pt x="211264" y="110259"/>
                </a:cubicBezTo>
                <a:cubicBezTo>
                  <a:pt x="212262" y="110259"/>
                  <a:pt x="213396" y="109691"/>
                  <a:pt x="214666" y="108556"/>
                </a:cubicBezTo>
                <a:cubicBezTo>
                  <a:pt x="215937" y="107422"/>
                  <a:pt x="217072" y="105993"/>
                  <a:pt x="218070" y="104269"/>
                </a:cubicBezTo>
                <a:cubicBezTo>
                  <a:pt x="218887" y="102818"/>
                  <a:pt x="219703" y="101094"/>
                  <a:pt x="220519" y="99097"/>
                </a:cubicBezTo>
                <a:cubicBezTo>
                  <a:pt x="221336" y="97100"/>
                  <a:pt x="222039" y="95194"/>
                  <a:pt x="222629" y="93379"/>
                </a:cubicBezTo>
                <a:cubicBezTo>
                  <a:pt x="223219" y="91565"/>
                  <a:pt x="223514" y="90294"/>
                  <a:pt x="223514" y="89567"/>
                </a:cubicBezTo>
                <a:cubicBezTo>
                  <a:pt x="223514" y="88569"/>
                  <a:pt x="222992" y="86845"/>
                  <a:pt x="221948" y="84395"/>
                </a:cubicBezTo>
                <a:cubicBezTo>
                  <a:pt x="220905" y="81946"/>
                  <a:pt x="219431" y="79042"/>
                  <a:pt x="217526" y="75684"/>
                </a:cubicBezTo>
                <a:cubicBezTo>
                  <a:pt x="217162" y="74957"/>
                  <a:pt x="216866" y="74367"/>
                  <a:pt x="216639" y="73915"/>
                </a:cubicBezTo>
                <a:cubicBezTo>
                  <a:pt x="216413" y="73460"/>
                  <a:pt x="215892" y="72326"/>
                  <a:pt x="215075" y="70510"/>
                </a:cubicBezTo>
                <a:lnTo>
                  <a:pt x="199557" y="37024"/>
                </a:lnTo>
                <a:cubicBezTo>
                  <a:pt x="198467" y="34666"/>
                  <a:pt x="196154" y="33214"/>
                  <a:pt x="192616" y="32668"/>
                </a:cubicBezTo>
                <a:lnTo>
                  <a:pt x="192616" y="30763"/>
                </a:lnTo>
                <a:lnTo>
                  <a:pt x="220656" y="30763"/>
                </a:lnTo>
                <a:lnTo>
                  <a:pt x="220656" y="32805"/>
                </a:lnTo>
                <a:cubicBezTo>
                  <a:pt x="217752" y="32895"/>
                  <a:pt x="215711" y="33213"/>
                  <a:pt x="214531" y="33759"/>
                </a:cubicBezTo>
                <a:cubicBezTo>
                  <a:pt x="213351" y="34303"/>
                  <a:pt x="212761" y="35210"/>
                  <a:pt x="212761" y="36480"/>
                </a:cubicBezTo>
                <a:cubicBezTo>
                  <a:pt x="212761" y="37841"/>
                  <a:pt x="213215" y="39565"/>
                  <a:pt x="214122" y="41654"/>
                </a:cubicBezTo>
                <a:lnTo>
                  <a:pt x="229776" y="76091"/>
                </a:lnTo>
                <a:lnTo>
                  <a:pt x="242980" y="38521"/>
                </a:lnTo>
                <a:cubicBezTo>
                  <a:pt x="243343" y="37706"/>
                  <a:pt x="243525" y="36934"/>
                  <a:pt x="243525" y="36207"/>
                </a:cubicBezTo>
                <a:cubicBezTo>
                  <a:pt x="243525" y="33939"/>
                  <a:pt x="241346" y="32805"/>
                  <a:pt x="236990" y="32805"/>
                </a:cubicBezTo>
                <a:lnTo>
                  <a:pt x="236990" y="30763"/>
                </a:lnTo>
                <a:lnTo>
                  <a:pt x="255368" y="30763"/>
                </a:lnTo>
                <a:close/>
                <a:moveTo>
                  <a:pt x="294026" y="30763"/>
                </a:moveTo>
                <a:lnTo>
                  <a:pt x="294026" y="35119"/>
                </a:lnTo>
                <a:lnTo>
                  <a:pt x="280278" y="35119"/>
                </a:lnTo>
                <a:lnTo>
                  <a:pt x="280278" y="74050"/>
                </a:lnTo>
                <a:cubicBezTo>
                  <a:pt x="280278" y="78315"/>
                  <a:pt x="280823" y="81423"/>
                  <a:pt x="281911" y="83374"/>
                </a:cubicBezTo>
                <a:cubicBezTo>
                  <a:pt x="283001" y="85325"/>
                  <a:pt x="284816" y="86300"/>
                  <a:pt x="287357" y="86300"/>
                </a:cubicBezTo>
                <a:cubicBezTo>
                  <a:pt x="288900" y="86300"/>
                  <a:pt x="290283" y="85937"/>
                  <a:pt x="291507" y="85212"/>
                </a:cubicBezTo>
                <a:cubicBezTo>
                  <a:pt x="292732" y="84486"/>
                  <a:pt x="294071" y="83261"/>
                  <a:pt x="295524" y="81537"/>
                </a:cubicBezTo>
                <a:lnTo>
                  <a:pt x="297294" y="83035"/>
                </a:lnTo>
                <a:cubicBezTo>
                  <a:pt x="292937" y="89931"/>
                  <a:pt x="287492" y="93379"/>
                  <a:pt x="280958" y="93379"/>
                </a:cubicBezTo>
                <a:cubicBezTo>
                  <a:pt x="272882" y="93379"/>
                  <a:pt x="268844" y="87616"/>
                  <a:pt x="268844" y="76091"/>
                </a:cubicBezTo>
                <a:lnTo>
                  <a:pt x="268844" y="35119"/>
                </a:lnTo>
                <a:lnTo>
                  <a:pt x="261628" y="35119"/>
                </a:lnTo>
                <a:cubicBezTo>
                  <a:pt x="261266" y="34846"/>
                  <a:pt x="261084" y="34529"/>
                  <a:pt x="261084" y="34166"/>
                </a:cubicBezTo>
                <a:cubicBezTo>
                  <a:pt x="261084" y="33440"/>
                  <a:pt x="261855" y="32578"/>
                  <a:pt x="263398" y="31580"/>
                </a:cubicBezTo>
                <a:cubicBezTo>
                  <a:pt x="265395" y="30400"/>
                  <a:pt x="267573" y="28472"/>
                  <a:pt x="269932" y="25795"/>
                </a:cubicBezTo>
                <a:cubicBezTo>
                  <a:pt x="272292" y="23117"/>
                  <a:pt x="275423" y="18920"/>
                  <a:pt x="279325" y="13204"/>
                </a:cubicBezTo>
                <a:cubicBezTo>
                  <a:pt x="279961" y="13204"/>
                  <a:pt x="280278" y="13794"/>
                  <a:pt x="280278" y="14974"/>
                </a:cubicBezTo>
                <a:lnTo>
                  <a:pt x="280278" y="30763"/>
                </a:lnTo>
                <a:lnTo>
                  <a:pt x="294026" y="30763"/>
                </a:lnTo>
                <a:close/>
                <a:moveTo>
                  <a:pt x="352967" y="69694"/>
                </a:moveTo>
                <a:lnTo>
                  <a:pt x="355144" y="70647"/>
                </a:lnTo>
                <a:cubicBezTo>
                  <a:pt x="352332" y="77997"/>
                  <a:pt x="348452" y="83624"/>
                  <a:pt x="343506" y="87526"/>
                </a:cubicBezTo>
                <a:cubicBezTo>
                  <a:pt x="338560" y="91428"/>
                  <a:pt x="332820" y="93379"/>
                  <a:pt x="326287" y="93379"/>
                </a:cubicBezTo>
                <a:cubicBezTo>
                  <a:pt x="318483" y="93379"/>
                  <a:pt x="312289" y="90634"/>
                  <a:pt x="307706" y="85145"/>
                </a:cubicBezTo>
                <a:cubicBezTo>
                  <a:pt x="303124" y="79655"/>
                  <a:pt x="300833" y="72236"/>
                  <a:pt x="300833" y="62887"/>
                </a:cubicBezTo>
                <a:cubicBezTo>
                  <a:pt x="300833" y="57261"/>
                  <a:pt x="301718" y="52157"/>
                  <a:pt x="303487" y="47575"/>
                </a:cubicBezTo>
                <a:cubicBezTo>
                  <a:pt x="305257" y="42992"/>
                  <a:pt x="307729" y="39293"/>
                  <a:pt x="310904" y="36480"/>
                </a:cubicBezTo>
                <a:cubicBezTo>
                  <a:pt x="316168" y="31760"/>
                  <a:pt x="322294" y="29401"/>
                  <a:pt x="329282" y="29401"/>
                </a:cubicBezTo>
                <a:cubicBezTo>
                  <a:pt x="336632" y="29401"/>
                  <a:pt x="342440" y="31988"/>
                  <a:pt x="346705" y="37161"/>
                </a:cubicBezTo>
                <a:cubicBezTo>
                  <a:pt x="348429" y="39339"/>
                  <a:pt x="349699" y="41631"/>
                  <a:pt x="350516" y="44036"/>
                </a:cubicBezTo>
                <a:cubicBezTo>
                  <a:pt x="351333" y="46440"/>
                  <a:pt x="352014" y="49866"/>
                  <a:pt x="352558" y="54313"/>
                </a:cubicBezTo>
                <a:lnTo>
                  <a:pt x="310632" y="54313"/>
                </a:lnTo>
                <a:cubicBezTo>
                  <a:pt x="310814" y="58487"/>
                  <a:pt x="311177" y="61867"/>
                  <a:pt x="311721" y="64454"/>
                </a:cubicBezTo>
                <a:cubicBezTo>
                  <a:pt x="312266" y="67040"/>
                  <a:pt x="313129" y="69649"/>
                  <a:pt x="314309" y="72280"/>
                </a:cubicBezTo>
                <a:cubicBezTo>
                  <a:pt x="318301" y="80084"/>
                  <a:pt x="324154" y="83986"/>
                  <a:pt x="331868" y="83986"/>
                </a:cubicBezTo>
                <a:cubicBezTo>
                  <a:pt x="336225" y="83986"/>
                  <a:pt x="340013" y="82898"/>
                  <a:pt x="343234" y="80721"/>
                </a:cubicBezTo>
                <a:cubicBezTo>
                  <a:pt x="346456" y="78543"/>
                  <a:pt x="349701" y="74867"/>
                  <a:pt x="352967" y="69694"/>
                </a:cubicBezTo>
                <a:moveTo>
                  <a:pt x="310904" y="49956"/>
                </a:moveTo>
                <a:lnTo>
                  <a:pt x="338675" y="49956"/>
                </a:lnTo>
                <a:cubicBezTo>
                  <a:pt x="337766" y="44058"/>
                  <a:pt x="336360" y="39975"/>
                  <a:pt x="334454" y="37707"/>
                </a:cubicBezTo>
                <a:cubicBezTo>
                  <a:pt x="332549" y="35438"/>
                  <a:pt x="329509" y="34303"/>
                  <a:pt x="325334" y="34303"/>
                </a:cubicBezTo>
                <a:cubicBezTo>
                  <a:pt x="321159" y="34303"/>
                  <a:pt x="317892" y="35573"/>
                  <a:pt x="315532" y="38114"/>
                </a:cubicBezTo>
                <a:cubicBezTo>
                  <a:pt x="313174" y="40655"/>
                  <a:pt x="311631" y="44602"/>
                  <a:pt x="310904" y="49956"/>
                </a:cubicBezTo>
                <a:close/>
                <a:moveTo>
                  <a:pt x="399930" y="49276"/>
                </a:moveTo>
                <a:lnTo>
                  <a:pt x="397888" y="49276"/>
                </a:lnTo>
                <a:cubicBezTo>
                  <a:pt x="396346" y="43105"/>
                  <a:pt x="394440" y="38771"/>
                  <a:pt x="392170" y="36276"/>
                </a:cubicBezTo>
                <a:cubicBezTo>
                  <a:pt x="389902" y="33781"/>
                  <a:pt x="386817" y="32533"/>
                  <a:pt x="382915" y="32533"/>
                </a:cubicBezTo>
                <a:cubicBezTo>
                  <a:pt x="379830" y="32533"/>
                  <a:pt x="377312" y="33373"/>
                  <a:pt x="375360" y="35053"/>
                </a:cubicBezTo>
                <a:cubicBezTo>
                  <a:pt x="373409" y="36731"/>
                  <a:pt x="372434" y="38976"/>
                  <a:pt x="372434" y="41789"/>
                </a:cubicBezTo>
                <a:cubicBezTo>
                  <a:pt x="372434" y="45691"/>
                  <a:pt x="374385" y="48777"/>
                  <a:pt x="378287" y="51046"/>
                </a:cubicBezTo>
                <a:lnTo>
                  <a:pt x="392989" y="59757"/>
                </a:lnTo>
                <a:cubicBezTo>
                  <a:pt x="397162" y="62207"/>
                  <a:pt x="400111" y="64657"/>
                  <a:pt x="401835" y="67108"/>
                </a:cubicBezTo>
                <a:cubicBezTo>
                  <a:pt x="403560" y="69558"/>
                  <a:pt x="404423" y="72507"/>
                  <a:pt x="404423" y="75956"/>
                </a:cubicBezTo>
                <a:cubicBezTo>
                  <a:pt x="404423" y="79133"/>
                  <a:pt x="403560" y="82037"/>
                  <a:pt x="401835" y="84670"/>
                </a:cubicBezTo>
                <a:cubicBezTo>
                  <a:pt x="400111" y="87301"/>
                  <a:pt x="397797" y="89410"/>
                  <a:pt x="394893" y="90998"/>
                </a:cubicBezTo>
                <a:cubicBezTo>
                  <a:pt x="391989" y="92585"/>
                  <a:pt x="388768" y="93379"/>
                  <a:pt x="385229" y="93379"/>
                </a:cubicBezTo>
                <a:cubicBezTo>
                  <a:pt x="383867" y="93379"/>
                  <a:pt x="382325" y="93242"/>
                  <a:pt x="380601" y="92970"/>
                </a:cubicBezTo>
                <a:cubicBezTo>
                  <a:pt x="378877" y="92698"/>
                  <a:pt x="377107" y="92381"/>
                  <a:pt x="375292" y="92018"/>
                </a:cubicBezTo>
                <a:cubicBezTo>
                  <a:pt x="373749" y="91564"/>
                  <a:pt x="372501" y="91269"/>
                  <a:pt x="371547" y="91133"/>
                </a:cubicBezTo>
                <a:cubicBezTo>
                  <a:pt x="370594" y="90998"/>
                  <a:pt x="369755" y="90930"/>
                  <a:pt x="369030" y="90930"/>
                </a:cubicBezTo>
                <a:cubicBezTo>
                  <a:pt x="367668" y="90930"/>
                  <a:pt x="366625" y="91474"/>
                  <a:pt x="365899" y="92563"/>
                </a:cubicBezTo>
                <a:lnTo>
                  <a:pt x="364130" y="92563"/>
                </a:lnTo>
                <a:lnTo>
                  <a:pt x="364130" y="71329"/>
                </a:lnTo>
                <a:lnTo>
                  <a:pt x="366307" y="71329"/>
                </a:lnTo>
                <a:cubicBezTo>
                  <a:pt x="367850" y="78225"/>
                  <a:pt x="369938" y="83125"/>
                  <a:pt x="372569" y="86030"/>
                </a:cubicBezTo>
                <a:cubicBezTo>
                  <a:pt x="375201" y="88934"/>
                  <a:pt x="378877" y="90386"/>
                  <a:pt x="383596" y="90386"/>
                </a:cubicBezTo>
                <a:cubicBezTo>
                  <a:pt x="387044" y="90386"/>
                  <a:pt x="389788" y="89501"/>
                  <a:pt x="391830" y="87731"/>
                </a:cubicBezTo>
                <a:cubicBezTo>
                  <a:pt x="393872" y="85962"/>
                  <a:pt x="394893" y="83579"/>
                  <a:pt x="394893" y="80584"/>
                </a:cubicBezTo>
                <a:cubicBezTo>
                  <a:pt x="394893" y="76501"/>
                  <a:pt x="392534" y="73098"/>
                  <a:pt x="387815" y="70375"/>
                </a:cubicBezTo>
                <a:lnTo>
                  <a:pt x="379920" y="65883"/>
                </a:lnTo>
                <a:cubicBezTo>
                  <a:pt x="374112" y="62616"/>
                  <a:pt x="370006" y="59485"/>
                  <a:pt x="367601" y="56490"/>
                </a:cubicBezTo>
                <a:cubicBezTo>
                  <a:pt x="365195" y="53495"/>
                  <a:pt x="363993" y="50092"/>
                  <a:pt x="363993" y="46281"/>
                </a:cubicBezTo>
                <a:cubicBezTo>
                  <a:pt x="363993" y="41381"/>
                  <a:pt x="365739" y="37342"/>
                  <a:pt x="369233" y="34166"/>
                </a:cubicBezTo>
                <a:cubicBezTo>
                  <a:pt x="372728" y="30989"/>
                  <a:pt x="377152" y="29401"/>
                  <a:pt x="382506" y="29401"/>
                </a:cubicBezTo>
                <a:cubicBezTo>
                  <a:pt x="384140" y="29401"/>
                  <a:pt x="385751" y="29560"/>
                  <a:pt x="387339" y="29879"/>
                </a:cubicBezTo>
                <a:cubicBezTo>
                  <a:pt x="388927" y="30196"/>
                  <a:pt x="390493" y="30626"/>
                  <a:pt x="392035" y="31171"/>
                </a:cubicBezTo>
                <a:cubicBezTo>
                  <a:pt x="393396" y="31806"/>
                  <a:pt x="394621" y="32124"/>
                  <a:pt x="395710" y="32124"/>
                </a:cubicBezTo>
                <a:cubicBezTo>
                  <a:pt x="396437" y="32124"/>
                  <a:pt x="397163" y="31625"/>
                  <a:pt x="397888" y="30626"/>
                </a:cubicBezTo>
                <a:lnTo>
                  <a:pt x="399386" y="30626"/>
                </a:lnTo>
                <a:lnTo>
                  <a:pt x="399930" y="492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009995-9D6D-4EAB-B675-960370DF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108" y="62082"/>
            <a:ext cx="679655" cy="317300"/>
          </a:xfrm>
          <a:custGeom xmlns:a="http://schemas.openxmlformats.org/drawingml/2006/main">
            <a:pathLst>
              <a:path w="679655" h="317300">
                <a:moveTo>
                  <a:pt x="0" y="317300"/>
                </a:moveTo>
                <a:lnTo>
                  <a:pt x="0" y="0"/>
                </a:lnTo>
                <a:lnTo>
                  <a:pt x="679655" y="0"/>
                </a:lnTo>
                <a:lnTo>
                  <a:pt x="679655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1Byte">
            <a:extLst xmlns:a="http://schemas.openxmlformats.org/drawingml/2006/main">
              <a:ext uri="{FF2B5EF4-FFF2-40B4-BE49-F238E27FC236}">
                <a16:creationId xmlns:a16="http://schemas.microsoft.com/office/drawing/2014/main" id="{8CFCD477-4584-4BCC-AD02-3D7180AB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264" y="173129"/>
            <a:ext cx="341669" cy="121693"/>
          </a:xfrm>
          <a:custGeom xmlns:a="http://schemas.openxmlformats.org/drawingml/2006/main">
            <a:pathLst>
              <a:path w="341669" h="121693">
                <a:moveTo>
                  <a:pt x="953" y="92018"/>
                </a:moveTo>
                <a:lnTo>
                  <a:pt x="953" y="89977"/>
                </a:lnTo>
                <a:cubicBezTo>
                  <a:pt x="4403" y="89885"/>
                  <a:pt x="7034" y="89567"/>
                  <a:pt x="8848" y="89023"/>
                </a:cubicBezTo>
                <a:cubicBezTo>
                  <a:pt x="10664" y="88479"/>
                  <a:pt x="11934" y="87436"/>
                  <a:pt x="12660" y="85893"/>
                </a:cubicBezTo>
                <a:cubicBezTo>
                  <a:pt x="13387" y="84350"/>
                  <a:pt x="13795" y="82172"/>
                  <a:pt x="13885" y="79359"/>
                </a:cubicBezTo>
                <a:lnTo>
                  <a:pt x="13885" y="17695"/>
                </a:lnTo>
                <a:cubicBezTo>
                  <a:pt x="13885" y="13430"/>
                  <a:pt x="12524" y="11297"/>
                  <a:pt x="9802" y="11297"/>
                </a:cubicBezTo>
                <a:cubicBezTo>
                  <a:pt x="8441" y="11297"/>
                  <a:pt x="5173" y="12296"/>
                  <a:pt x="0" y="14292"/>
                </a:cubicBezTo>
                <a:lnTo>
                  <a:pt x="0" y="12386"/>
                </a:lnTo>
                <a:lnTo>
                  <a:pt x="24503" y="0"/>
                </a:lnTo>
                <a:lnTo>
                  <a:pt x="25592" y="272"/>
                </a:lnTo>
                <a:lnTo>
                  <a:pt x="25592" y="81945"/>
                </a:lnTo>
                <a:cubicBezTo>
                  <a:pt x="25683" y="85212"/>
                  <a:pt x="26545" y="87368"/>
                  <a:pt x="28178" y="88413"/>
                </a:cubicBezTo>
                <a:cubicBezTo>
                  <a:pt x="29811" y="89455"/>
                  <a:pt x="33260" y="89977"/>
                  <a:pt x="38523" y="89977"/>
                </a:cubicBezTo>
                <a:lnTo>
                  <a:pt x="38523" y="92018"/>
                </a:lnTo>
                <a:lnTo>
                  <a:pt x="953" y="92018"/>
                </a:lnTo>
                <a:close/>
                <a:moveTo>
                  <a:pt x="88754" y="4491"/>
                </a:moveTo>
                <a:lnTo>
                  <a:pt x="88754" y="1905"/>
                </a:lnTo>
                <a:lnTo>
                  <a:pt x="126868" y="1905"/>
                </a:lnTo>
                <a:cubicBezTo>
                  <a:pt x="138574" y="1905"/>
                  <a:pt x="147445" y="3856"/>
                  <a:pt x="153479" y="7758"/>
                </a:cubicBezTo>
                <a:cubicBezTo>
                  <a:pt x="159515" y="11660"/>
                  <a:pt x="162533" y="17422"/>
                  <a:pt x="162533" y="25045"/>
                </a:cubicBezTo>
                <a:cubicBezTo>
                  <a:pt x="162533" y="30944"/>
                  <a:pt x="160718" y="35482"/>
                  <a:pt x="157087" y="38658"/>
                </a:cubicBezTo>
                <a:cubicBezTo>
                  <a:pt x="155455" y="40110"/>
                  <a:pt x="153731" y="41244"/>
                  <a:pt x="151915" y="42061"/>
                </a:cubicBezTo>
                <a:cubicBezTo>
                  <a:pt x="150100" y="42878"/>
                  <a:pt x="147423" y="43740"/>
                  <a:pt x="143883" y="44647"/>
                </a:cubicBezTo>
                <a:cubicBezTo>
                  <a:pt x="148330" y="45736"/>
                  <a:pt x="151710" y="46803"/>
                  <a:pt x="154023" y="47847"/>
                </a:cubicBezTo>
                <a:cubicBezTo>
                  <a:pt x="156339" y="48890"/>
                  <a:pt x="158495" y="50319"/>
                  <a:pt x="160491" y="52134"/>
                </a:cubicBezTo>
                <a:cubicBezTo>
                  <a:pt x="164938" y="56128"/>
                  <a:pt x="167161" y="61256"/>
                  <a:pt x="167161" y="67517"/>
                </a:cubicBezTo>
                <a:cubicBezTo>
                  <a:pt x="167161" y="74323"/>
                  <a:pt x="164620" y="79995"/>
                  <a:pt x="159538" y="84533"/>
                </a:cubicBezTo>
                <a:cubicBezTo>
                  <a:pt x="156997" y="86801"/>
                  <a:pt x="153458" y="88615"/>
                  <a:pt x="148920" y="89977"/>
                </a:cubicBezTo>
                <a:cubicBezTo>
                  <a:pt x="144382" y="91338"/>
                  <a:pt x="139482" y="92018"/>
                  <a:pt x="134219" y="92018"/>
                </a:cubicBezTo>
                <a:lnTo>
                  <a:pt x="88754" y="92018"/>
                </a:lnTo>
                <a:lnTo>
                  <a:pt x="88754" y="89432"/>
                </a:lnTo>
                <a:cubicBezTo>
                  <a:pt x="92474" y="89251"/>
                  <a:pt x="95265" y="88865"/>
                  <a:pt x="97124" y="88275"/>
                </a:cubicBezTo>
                <a:cubicBezTo>
                  <a:pt x="98985" y="87686"/>
                  <a:pt x="100234" y="86529"/>
                  <a:pt x="100869" y="84805"/>
                </a:cubicBezTo>
                <a:cubicBezTo>
                  <a:pt x="101505" y="83079"/>
                  <a:pt x="101823" y="80538"/>
                  <a:pt x="101823" y="77182"/>
                </a:cubicBezTo>
                <a:lnTo>
                  <a:pt x="101823" y="16743"/>
                </a:lnTo>
                <a:cubicBezTo>
                  <a:pt x="101823" y="13294"/>
                  <a:pt x="101528" y="10753"/>
                  <a:pt x="100938" y="9120"/>
                </a:cubicBezTo>
                <a:cubicBezTo>
                  <a:pt x="100348" y="7486"/>
                  <a:pt x="99122" y="6352"/>
                  <a:pt x="97261" y="5716"/>
                </a:cubicBezTo>
                <a:cubicBezTo>
                  <a:pt x="95402" y="5081"/>
                  <a:pt x="92566" y="4672"/>
                  <a:pt x="88754" y="4491"/>
                </a:cubicBezTo>
                <a:moveTo>
                  <a:pt x="115706" y="47642"/>
                </a:moveTo>
                <a:lnTo>
                  <a:pt x="115706" y="81400"/>
                </a:lnTo>
                <a:cubicBezTo>
                  <a:pt x="115706" y="83579"/>
                  <a:pt x="116296" y="85053"/>
                  <a:pt x="117475" y="85825"/>
                </a:cubicBezTo>
                <a:cubicBezTo>
                  <a:pt x="118655" y="86596"/>
                  <a:pt x="120924" y="86981"/>
                  <a:pt x="124282" y="86981"/>
                </a:cubicBezTo>
                <a:cubicBezTo>
                  <a:pt x="128820" y="86981"/>
                  <a:pt x="132563" y="86686"/>
                  <a:pt x="135513" y="86097"/>
                </a:cubicBezTo>
                <a:cubicBezTo>
                  <a:pt x="138462" y="85507"/>
                  <a:pt x="141026" y="84622"/>
                  <a:pt x="143204" y="83442"/>
                </a:cubicBezTo>
                <a:cubicBezTo>
                  <a:pt x="148739" y="80266"/>
                  <a:pt x="151506" y="75002"/>
                  <a:pt x="151506" y="67652"/>
                </a:cubicBezTo>
                <a:cubicBezTo>
                  <a:pt x="151506" y="59304"/>
                  <a:pt x="147695" y="53587"/>
                  <a:pt x="140072" y="50502"/>
                </a:cubicBezTo>
                <a:cubicBezTo>
                  <a:pt x="137622" y="49503"/>
                  <a:pt x="134605" y="48777"/>
                  <a:pt x="131020" y="48323"/>
                </a:cubicBezTo>
                <a:cubicBezTo>
                  <a:pt x="127435" y="47869"/>
                  <a:pt x="122330" y="47642"/>
                  <a:pt x="115706" y="47642"/>
                </a:cubicBezTo>
                <a:moveTo>
                  <a:pt x="115706" y="42333"/>
                </a:moveTo>
                <a:lnTo>
                  <a:pt x="128638" y="42198"/>
                </a:lnTo>
                <a:cubicBezTo>
                  <a:pt x="141978" y="42016"/>
                  <a:pt x="148648" y="36480"/>
                  <a:pt x="148648" y="25589"/>
                </a:cubicBezTo>
                <a:cubicBezTo>
                  <a:pt x="148648" y="19511"/>
                  <a:pt x="146538" y="14838"/>
                  <a:pt x="142317" y="11571"/>
                </a:cubicBezTo>
                <a:cubicBezTo>
                  <a:pt x="138098" y="8303"/>
                  <a:pt x="132223" y="6760"/>
                  <a:pt x="124691" y="6942"/>
                </a:cubicBezTo>
                <a:lnTo>
                  <a:pt x="118701" y="7079"/>
                </a:lnTo>
                <a:cubicBezTo>
                  <a:pt x="117521" y="7169"/>
                  <a:pt x="116750" y="7464"/>
                  <a:pt x="116387" y="7963"/>
                </a:cubicBezTo>
                <a:cubicBezTo>
                  <a:pt x="116024" y="8462"/>
                  <a:pt x="115797" y="9483"/>
                  <a:pt x="115706" y="11025"/>
                </a:cubicBezTo>
                <a:lnTo>
                  <a:pt x="115706" y="42333"/>
                </a:lnTo>
                <a:close/>
                <a:moveTo>
                  <a:pt x="241892" y="30763"/>
                </a:moveTo>
                <a:lnTo>
                  <a:pt x="241892" y="32805"/>
                </a:lnTo>
                <a:cubicBezTo>
                  <a:pt x="240258" y="32987"/>
                  <a:pt x="238987" y="33509"/>
                  <a:pt x="238079" y="34371"/>
                </a:cubicBezTo>
                <a:cubicBezTo>
                  <a:pt x="237172" y="35233"/>
                  <a:pt x="236265" y="36752"/>
                  <a:pt x="235358" y="38931"/>
                </a:cubicBezTo>
                <a:lnTo>
                  <a:pt x="214394" y="94469"/>
                </a:lnTo>
                <a:cubicBezTo>
                  <a:pt x="210673" y="104360"/>
                  <a:pt x="207066" y="111370"/>
                  <a:pt x="203572" y="115500"/>
                </a:cubicBezTo>
                <a:cubicBezTo>
                  <a:pt x="200079" y="119629"/>
                  <a:pt x="196018" y="121693"/>
                  <a:pt x="191390" y="121693"/>
                </a:cubicBezTo>
                <a:cubicBezTo>
                  <a:pt x="188486" y="121693"/>
                  <a:pt x="186081" y="120944"/>
                  <a:pt x="184174" y="119446"/>
                </a:cubicBezTo>
                <a:cubicBezTo>
                  <a:pt x="182269" y="117949"/>
                  <a:pt x="181316" y="116067"/>
                  <a:pt x="181316" y="113798"/>
                </a:cubicBezTo>
                <a:cubicBezTo>
                  <a:pt x="181316" y="112075"/>
                  <a:pt x="181883" y="110645"/>
                  <a:pt x="183018" y="109509"/>
                </a:cubicBezTo>
                <a:cubicBezTo>
                  <a:pt x="184152" y="108375"/>
                  <a:pt x="185536" y="107808"/>
                  <a:pt x="187170" y="107808"/>
                </a:cubicBezTo>
                <a:cubicBezTo>
                  <a:pt x="189348" y="107808"/>
                  <a:pt x="191707" y="108307"/>
                  <a:pt x="194248" y="109306"/>
                </a:cubicBezTo>
                <a:cubicBezTo>
                  <a:pt x="195609" y="109941"/>
                  <a:pt x="196789" y="110259"/>
                  <a:pt x="197788" y="110259"/>
                </a:cubicBezTo>
                <a:cubicBezTo>
                  <a:pt x="198786" y="110259"/>
                  <a:pt x="199920" y="109691"/>
                  <a:pt x="201190" y="108556"/>
                </a:cubicBezTo>
                <a:cubicBezTo>
                  <a:pt x="202461" y="107422"/>
                  <a:pt x="203596" y="105993"/>
                  <a:pt x="204594" y="104269"/>
                </a:cubicBezTo>
                <a:cubicBezTo>
                  <a:pt x="205411" y="102818"/>
                  <a:pt x="206227" y="101094"/>
                  <a:pt x="207043" y="99097"/>
                </a:cubicBezTo>
                <a:cubicBezTo>
                  <a:pt x="207860" y="97100"/>
                  <a:pt x="208563" y="95194"/>
                  <a:pt x="209153" y="93379"/>
                </a:cubicBezTo>
                <a:cubicBezTo>
                  <a:pt x="209743" y="91565"/>
                  <a:pt x="210038" y="90294"/>
                  <a:pt x="210038" y="89567"/>
                </a:cubicBezTo>
                <a:cubicBezTo>
                  <a:pt x="210038" y="88569"/>
                  <a:pt x="209516" y="86845"/>
                  <a:pt x="208472" y="84395"/>
                </a:cubicBezTo>
                <a:cubicBezTo>
                  <a:pt x="207429" y="81946"/>
                  <a:pt x="205955" y="79042"/>
                  <a:pt x="204050" y="75684"/>
                </a:cubicBezTo>
                <a:cubicBezTo>
                  <a:pt x="203686" y="74957"/>
                  <a:pt x="203390" y="74367"/>
                  <a:pt x="203163" y="73915"/>
                </a:cubicBezTo>
                <a:cubicBezTo>
                  <a:pt x="202937" y="73460"/>
                  <a:pt x="202416" y="72326"/>
                  <a:pt x="201599" y="70510"/>
                </a:cubicBezTo>
                <a:lnTo>
                  <a:pt x="186081" y="37024"/>
                </a:lnTo>
                <a:cubicBezTo>
                  <a:pt x="184991" y="34666"/>
                  <a:pt x="182678" y="33214"/>
                  <a:pt x="179140" y="32668"/>
                </a:cubicBezTo>
                <a:lnTo>
                  <a:pt x="179140" y="30763"/>
                </a:lnTo>
                <a:lnTo>
                  <a:pt x="207180" y="30763"/>
                </a:lnTo>
                <a:lnTo>
                  <a:pt x="207180" y="32805"/>
                </a:lnTo>
                <a:cubicBezTo>
                  <a:pt x="204276" y="32895"/>
                  <a:pt x="202235" y="33213"/>
                  <a:pt x="201055" y="33759"/>
                </a:cubicBezTo>
                <a:cubicBezTo>
                  <a:pt x="199875" y="34303"/>
                  <a:pt x="199285" y="35210"/>
                  <a:pt x="199285" y="36480"/>
                </a:cubicBezTo>
                <a:cubicBezTo>
                  <a:pt x="199285" y="37841"/>
                  <a:pt x="199739" y="39565"/>
                  <a:pt x="200646" y="41654"/>
                </a:cubicBezTo>
                <a:lnTo>
                  <a:pt x="216300" y="76091"/>
                </a:lnTo>
                <a:lnTo>
                  <a:pt x="229504" y="38521"/>
                </a:lnTo>
                <a:cubicBezTo>
                  <a:pt x="229867" y="37706"/>
                  <a:pt x="230049" y="36934"/>
                  <a:pt x="230049" y="36207"/>
                </a:cubicBezTo>
                <a:cubicBezTo>
                  <a:pt x="230049" y="33939"/>
                  <a:pt x="227870" y="32805"/>
                  <a:pt x="223514" y="32805"/>
                </a:cubicBezTo>
                <a:lnTo>
                  <a:pt x="223514" y="30763"/>
                </a:lnTo>
                <a:lnTo>
                  <a:pt x="241892" y="30763"/>
                </a:lnTo>
                <a:close/>
                <a:moveTo>
                  <a:pt x="280551" y="30763"/>
                </a:moveTo>
                <a:lnTo>
                  <a:pt x="280551" y="35119"/>
                </a:lnTo>
                <a:lnTo>
                  <a:pt x="266803" y="35119"/>
                </a:lnTo>
                <a:lnTo>
                  <a:pt x="266803" y="74050"/>
                </a:lnTo>
                <a:cubicBezTo>
                  <a:pt x="266803" y="78315"/>
                  <a:pt x="267347" y="81423"/>
                  <a:pt x="268435" y="83374"/>
                </a:cubicBezTo>
                <a:cubicBezTo>
                  <a:pt x="269525" y="85325"/>
                  <a:pt x="271341" y="86300"/>
                  <a:pt x="273882" y="86300"/>
                </a:cubicBezTo>
                <a:cubicBezTo>
                  <a:pt x="275424" y="86300"/>
                  <a:pt x="276807" y="85937"/>
                  <a:pt x="278031" y="85212"/>
                </a:cubicBezTo>
                <a:cubicBezTo>
                  <a:pt x="279257" y="84486"/>
                  <a:pt x="280596" y="83261"/>
                  <a:pt x="282049" y="81537"/>
                </a:cubicBezTo>
                <a:lnTo>
                  <a:pt x="283818" y="83035"/>
                </a:lnTo>
                <a:cubicBezTo>
                  <a:pt x="279462" y="89931"/>
                  <a:pt x="274017" y="93379"/>
                  <a:pt x="267482" y="93379"/>
                </a:cubicBezTo>
                <a:cubicBezTo>
                  <a:pt x="259406" y="93379"/>
                  <a:pt x="255369" y="87616"/>
                  <a:pt x="255369" y="76091"/>
                </a:cubicBezTo>
                <a:lnTo>
                  <a:pt x="255369" y="35119"/>
                </a:lnTo>
                <a:lnTo>
                  <a:pt x="248153" y="35119"/>
                </a:lnTo>
                <a:cubicBezTo>
                  <a:pt x="247790" y="34846"/>
                  <a:pt x="247609" y="34529"/>
                  <a:pt x="247609" y="34166"/>
                </a:cubicBezTo>
                <a:cubicBezTo>
                  <a:pt x="247609" y="33440"/>
                  <a:pt x="248380" y="32578"/>
                  <a:pt x="249923" y="31580"/>
                </a:cubicBezTo>
                <a:cubicBezTo>
                  <a:pt x="251919" y="30400"/>
                  <a:pt x="254097" y="28472"/>
                  <a:pt x="256457" y="25795"/>
                </a:cubicBezTo>
                <a:cubicBezTo>
                  <a:pt x="258817" y="23117"/>
                  <a:pt x="261947" y="18920"/>
                  <a:pt x="265849" y="13204"/>
                </a:cubicBezTo>
                <a:cubicBezTo>
                  <a:pt x="266485" y="13204"/>
                  <a:pt x="266803" y="13794"/>
                  <a:pt x="266803" y="14974"/>
                </a:cubicBezTo>
                <a:lnTo>
                  <a:pt x="266803" y="30763"/>
                </a:lnTo>
                <a:lnTo>
                  <a:pt x="280551" y="30763"/>
                </a:lnTo>
                <a:close/>
                <a:moveTo>
                  <a:pt x="339492" y="69694"/>
                </a:moveTo>
                <a:lnTo>
                  <a:pt x="341669" y="70647"/>
                </a:lnTo>
                <a:cubicBezTo>
                  <a:pt x="338856" y="77997"/>
                  <a:pt x="334977" y="83624"/>
                  <a:pt x="330031" y="87526"/>
                </a:cubicBezTo>
                <a:cubicBezTo>
                  <a:pt x="325085" y="91428"/>
                  <a:pt x="319345" y="93379"/>
                  <a:pt x="312812" y="93379"/>
                </a:cubicBezTo>
                <a:cubicBezTo>
                  <a:pt x="305008" y="93379"/>
                  <a:pt x="298814" y="90634"/>
                  <a:pt x="294231" y="85145"/>
                </a:cubicBezTo>
                <a:cubicBezTo>
                  <a:pt x="289649" y="79655"/>
                  <a:pt x="287358" y="72236"/>
                  <a:pt x="287358" y="62887"/>
                </a:cubicBezTo>
                <a:cubicBezTo>
                  <a:pt x="287358" y="57261"/>
                  <a:pt x="288242" y="52157"/>
                  <a:pt x="290012" y="47575"/>
                </a:cubicBezTo>
                <a:cubicBezTo>
                  <a:pt x="291782" y="42992"/>
                  <a:pt x="294254" y="39293"/>
                  <a:pt x="297429" y="36480"/>
                </a:cubicBezTo>
                <a:cubicBezTo>
                  <a:pt x="302693" y="31760"/>
                  <a:pt x="308819" y="29401"/>
                  <a:pt x="315807" y="29401"/>
                </a:cubicBezTo>
                <a:cubicBezTo>
                  <a:pt x="323157" y="29401"/>
                  <a:pt x="328965" y="31988"/>
                  <a:pt x="333230" y="37161"/>
                </a:cubicBezTo>
                <a:cubicBezTo>
                  <a:pt x="334954" y="39339"/>
                  <a:pt x="336224" y="41631"/>
                  <a:pt x="337041" y="44036"/>
                </a:cubicBezTo>
                <a:cubicBezTo>
                  <a:pt x="337858" y="46440"/>
                  <a:pt x="338539" y="49866"/>
                  <a:pt x="339083" y="54313"/>
                </a:cubicBezTo>
                <a:lnTo>
                  <a:pt x="297157" y="54313"/>
                </a:lnTo>
                <a:cubicBezTo>
                  <a:pt x="297339" y="58487"/>
                  <a:pt x="297701" y="61867"/>
                  <a:pt x="298246" y="64454"/>
                </a:cubicBezTo>
                <a:cubicBezTo>
                  <a:pt x="298791" y="67040"/>
                  <a:pt x="299654" y="69649"/>
                  <a:pt x="300834" y="72280"/>
                </a:cubicBezTo>
                <a:cubicBezTo>
                  <a:pt x="304826" y="80084"/>
                  <a:pt x="310679" y="83986"/>
                  <a:pt x="318393" y="83986"/>
                </a:cubicBezTo>
                <a:cubicBezTo>
                  <a:pt x="322749" y="83986"/>
                  <a:pt x="326538" y="82898"/>
                  <a:pt x="329759" y="80721"/>
                </a:cubicBezTo>
                <a:cubicBezTo>
                  <a:pt x="332981" y="78543"/>
                  <a:pt x="336225" y="74867"/>
                  <a:pt x="339492" y="69694"/>
                </a:cubicBezTo>
                <a:moveTo>
                  <a:pt x="297429" y="49956"/>
                </a:moveTo>
                <a:lnTo>
                  <a:pt x="325200" y="49956"/>
                </a:lnTo>
                <a:cubicBezTo>
                  <a:pt x="324291" y="44058"/>
                  <a:pt x="322884" y="39975"/>
                  <a:pt x="320979" y="37707"/>
                </a:cubicBezTo>
                <a:cubicBezTo>
                  <a:pt x="319074" y="35438"/>
                  <a:pt x="316034" y="34303"/>
                  <a:pt x="311859" y="34303"/>
                </a:cubicBezTo>
                <a:cubicBezTo>
                  <a:pt x="307684" y="34303"/>
                  <a:pt x="304417" y="35573"/>
                  <a:pt x="302057" y="38114"/>
                </a:cubicBezTo>
                <a:cubicBezTo>
                  <a:pt x="299699" y="40655"/>
                  <a:pt x="298156" y="44602"/>
                  <a:pt x="297429" y="49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396D5-714F-4160-90F5-2EC914A6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1771" y="62082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≥4Bytes">
            <a:extLst xmlns:a="http://schemas.openxmlformats.org/drawingml/2006/main">
              <a:ext uri="{FF2B5EF4-FFF2-40B4-BE49-F238E27FC236}">
                <a16:creationId xmlns:a16="http://schemas.microsoft.com/office/drawing/2014/main" id="{9858208B-7E6F-440A-A23E-A54ADD52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7151" y="173129"/>
            <a:ext cx="512478" cy="121693"/>
          </a:xfrm>
          <a:custGeom xmlns:a="http://schemas.openxmlformats.org/drawingml/2006/main">
            <a:pathLst>
              <a:path w="512478" h="121693">
                <a:moveTo>
                  <a:pt x="0" y="78133"/>
                </a:moveTo>
                <a:lnTo>
                  <a:pt x="0" y="68334"/>
                </a:lnTo>
                <a:lnTo>
                  <a:pt x="57171" y="42333"/>
                </a:lnTo>
                <a:lnTo>
                  <a:pt x="0" y="16334"/>
                </a:lnTo>
                <a:lnTo>
                  <a:pt x="0" y="6532"/>
                </a:lnTo>
                <a:lnTo>
                  <a:pt x="69152" y="37842"/>
                </a:lnTo>
                <a:lnTo>
                  <a:pt x="69152" y="46825"/>
                </a:lnTo>
                <a:lnTo>
                  <a:pt x="0" y="78133"/>
                </a:lnTo>
                <a:moveTo>
                  <a:pt x="0" y="92018"/>
                </a:moveTo>
                <a:lnTo>
                  <a:pt x="0" y="83035"/>
                </a:lnTo>
                <a:lnTo>
                  <a:pt x="69152" y="83035"/>
                </a:lnTo>
                <a:lnTo>
                  <a:pt x="69152" y="92018"/>
                </a:lnTo>
                <a:lnTo>
                  <a:pt x="0" y="92018"/>
                </a:lnTo>
                <a:close/>
                <a:moveTo>
                  <a:pt x="170672" y="60574"/>
                </a:moveTo>
                <a:lnTo>
                  <a:pt x="170672" y="69285"/>
                </a:lnTo>
                <a:lnTo>
                  <a:pt x="156787" y="69285"/>
                </a:lnTo>
                <a:lnTo>
                  <a:pt x="156787" y="92018"/>
                </a:lnTo>
                <a:lnTo>
                  <a:pt x="146306" y="92018"/>
                </a:lnTo>
                <a:lnTo>
                  <a:pt x="146306" y="69285"/>
                </a:lnTo>
                <a:lnTo>
                  <a:pt x="108054" y="69285"/>
                </a:lnTo>
                <a:lnTo>
                  <a:pt x="108054" y="60574"/>
                </a:lnTo>
                <a:lnTo>
                  <a:pt x="150798" y="0"/>
                </a:lnTo>
                <a:lnTo>
                  <a:pt x="156787" y="0"/>
                </a:lnTo>
                <a:lnTo>
                  <a:pt x="156787" y="60574"/>
                </a:lnTo>
                <a:lnTo>
                  <a:pt x="170672" y="60574"/>
                </a:lnTo>
                <a:moveTo>
                  <a:pt x="146171" y="60574"/>
                </a:moveTo>
                <a:lnTo>
                  <a:pt x="146171" y="13883"/>
                </a:lnTo>
                <a:lnTo>
                  <a:pt x="113501" y="60574"/>
                </a:lnTo>
                <a:lnTo>
                  <a:pt x="146171" y="60574"/>
                </a:lnTo>
                <a:close/>
                <a:moveTo>
                  <a:pt x="210284" y="4491"/>
                </a:moveTo>
                <a:lnTo>
                  <a:pt x="210284" y="1905"/>
                </a:lnTo>
                <a:lnTo>
                  <a:pt x="248399" y="1905"/>
                </a:lnTo>
                <a:cubicBezTo>
                  <a:pt x="260105" y="1905"/>
                  <a:pt x="268975" y="3856"/>
                  <a:pt x="275010" y="7758"/>
                </a:cubicBezTo>
                <a:cubicBezTo>
                  <a:pt x="281046" y="11660"/>
                  <a:pt x="284064" y="17422"/>
                  <a:pt x="284064" y="25045"/>
                </a:cubicBezTo>
                <a:cubicBezTo>
                  <a:pt x="284064" y="30944"/>
                  <a:pt x="282249" y="35482"/>
                  <a:pt x="278618" y="38658"/>
                </a:cubicBezTo>
                <a:cubicBezTo>
                  <a:pt x="276985" y="40110"/>
                  <a:pt x="275261" y="41244"/>
                  <a:pt x="273446" y="42061"/>
                </a:cubicBezTo>
                <a:cubicBezTo>
                  <a:pt x="271631" y="42878"/>
                  <a:pt x="268953" y="43740"/>
                  <a:pt x="265414" y="44647"/>
                </a:cubicBezTo>
                <a:cubicBezTo>
                  <a:pt x="269860" y="45736"/>
                  <a:pt x="273240" y="46803"/>
                  <a:pt x="275554" y="47847"/>
                </a:cubicBezTo>
                <a:cubicBezTo>
                  <a:pt x="277870" y="48890"/>
                  <a:pt x="280026" y="50319"/>
                  <a:pt x="282022" y="52134"/>
                </a:cubicBezTo>
                <a:cubicBezTo>
                  <a:pt x="286469" y="56128"/>
                  <a:pt x="288692" y="61256"/>
                  <a:pt x="288692" y="67517"/>
                </a:cubicBezTo>
                <a:cubicBezTo>
                  <a:pt x="288692" y="74323"/>
                  <a:pt x="286151" y="79995"/>
                  <a:pt x="281069" y="84533"/>
                </a:cubicBezTo>
                <a:cubicBezTo>
                  <a:pt x="278528" y="86801"/>
                  <a:pt x="274989" y="88615"/>
                  <a:pt x="270451" y="89977"/>
                </a:cubicBezTo>
                <a:cubicBezTo>
                  <a:pt x="265913" y="91338"/>
                  <a:pt x="261013" y="92018"/>
                  <a:pt x="255749" y="92018"/>
                </a:cubicBezTo>
                <a:lnTo>
                  <a:pt x="210284" y="92018"/>
                </a:lnTo>
                <a:lnTo>
                  <a:pt x="210284" y="89432"/>
                </a:lnTo>
                <a:cubicBezTo>
                  <a:pt x="214005" y="89251"/>
                  <a:pt x="216795" y="88865"/>
                  <a:pt x="218655" y="88275"/>
                </a:cubicBezTo>
                <a:cubicBezTo>
                  <a:pt x="220516" y="87686"/>
                  <a:pt x="221764" y="86529"/>
                  <a:pt x="222400" y="84805"/>
                </a:cubicBezTo>
                <a:cubicBezTo>
                  <a:pt x="223036" y="83079"/>
                  <a:pt x="223353" y="80538"/>
                  <a:pt x="223353" y="77182"/>
                </a:cubicBezTo>
                <a:lnTo>
                  <a:pt x="223353" y="16743"/>
                </a:lnTo>
                <a:cubicBezTo>
                  <a:pt x="223353" y="13294"/>
                  <a:pt x="223058" y="10753"/>
                  <a:pt x="222469" y="9120"/>
                </a:cubicBezTo>
                <a:cubicBezTo>
                  <a:pt x="221879" y="7486"/>
                  <a:pt x="220653" y="6352"/>
                  <a:pt x="218792" y="5716"/>
                </a:cubicBezTo>
                <a:cubicBezTo>
                  <a:pt x="216932" y="5081"/>
                  <a:pt x="214097" y="4672"/>
                  <a:pt x="210284" y="4491"/>
                </a:cubicBezTo>
                <a:moveTo>
                  <a:pt x="237236" y="47642"/>
                </a:moveTo>
                <a:lnTo>
                  <a:pt x="237236" y="81400"/>
                </a:lnTo>
                <a:cubicBezTo>
                  <a:pt x="237236" y="83579"/>
                  <a:pt x="237826" y="85053"/>
                  <a:pt x="239006" y="85825"/>
                </a:cubicBezTo>
                <a:cubicBezTo>
                  <a:pt x="240186" y="86596"/>
                  <a:pt x="242455" y="86981"/>
                  <a:pt x="245813" y="86981"/>
                </a:cubicBezTo>
                <a:cubicBezTo>
                  <a:pt x="250350" y="86981"/>
                  <a:pt x="254094" y="86686"/>
                  <a:pt x="257043" y="86097"/>
                </a:cubicBezTo>
                <a:cubicBezTo>
                  <a:pt x="259993" y="85507"/>
                  <a:pt x="262557" y="84622"/>
                  <a:pt x="264735" y="83442"/>
                </a:cubicBezTo>
                <a:cubicBezTo>
                  <a:pt x="270270" y="80266"/>
                  <a:pt x="273037" y="75002"/>
                  <a:pt x="273037" y="67652"/>
                </a:cubicBezTo>
                <a:cubicBezTo>
                  <a:pt x="273037" y="59304"/>
                  <a:pt x="269225" y="53587"/>
                  <a:pt x="261603" y="50502"/>
                </a:cubicBezTo>
                <a:cubicBezTo>
                  <a:pt x="259153" y="49503"/>
                  <a:pt x="256136" y="48777"/>
                  <a:pt x="252551" y="48323"/>
                </a:cubicBezTo>
                <a:cubicBezTo>
                  <a:pt x="248966" y="47869"/>
                  <a:pt x="243861" y="47642"/>
                  <a:pt x="237236" y="47642"/>
                </a:cubicBezTo>
                <a:moveTo>
                  <a:pt x="237236" y="42333"/>
                </a:moveTo>
                <a:lnTo>
                  <a:pt x="250168" y="42198"/>
                </a:lnTo>
                <a:cubicBezTo>
                  <a:pt x="263509" y="42016"/>
                  <a:pt x="270179" y="36480"/>
                  <a:pt x="270179" y="25589"/>
                </a:cubicBezTo>
                <a:cubicBezTo>
                  <a:pt x="270179" y="19511"/>
                  <a:pt x="268069" y="14838"/>
                  <a:pt x="263848" y="11571"/>
                </a:cubicBezTo>
                <a:cubicBezTo>
                  <a:pt x="259629" y="8303"/>
                  <a:pt x="253753" y="6760"/>
                  <a:pt x="246222" y="6942"/>
                </a:cubicBezTo>
                <a:lnTo>
                  <a:pt x="240232" y="7079"/>
                </a:lnTo>
                <a:cubicBezTo>
                  <a:pt x="239052" y="7169"/>
                  <a:pt x="238281" y="7464"/>
                  <a:pt x="237918" y="7963"/>
                </a:cubicBezTo>
                <a:cubicBezTo>
                  <a:pt x="237555" y="8462"/>
                  <a:pt x="237328" y="9483"/>
                  <a:pt x="237236" y="11025"/>
                </a:cubicBezTo>
                <a:lnTo>
                  <a:pt x="237236" y="42333"/>
                </a:lnTo>
                <a:close/>
                <a:moveTo>
                  <a:pt x="363424" y="30763"/>
                </a:moveTo>
                <a:lnTo>
                  <a:pt x="363424" y="32805"/>
                </a:lnTo>
                <a:cubicBezTo>
                  <a:pt x="361790" y="32987"/>
                  <a:pt x="360519" y="33509"/>
                  <a:pt x="359610" y="34371"/>
                </a:cubicBezTo>
                <a:cubicBezTo>
                  <a:pt x="358703" y="35233"/>
                  <a:pt x="357796" y="36752"/>
                  <a:pt x="356890" y="38931"/>
                </a:cubicBezTo>
                <a:lnTo>
                  <a:pt x="335926" y="94469"/>
                </a:lnTo>
                <a:cubicBezTo>
                  <a:pt x="332205" y="104360"/>
                  <a:pt x="328598" y="111370"/>
                  <a:pt x="325104" y="115500"/>
                </a:cubicBezTo>
                <a:cubicBezTo>
                  <a:pt x="321610" y="119629"/>
                  <a:pt x="317550" y="121693"/>
                  <a:pt x="312922" y="121693"/>
                </a:cubicBezTo>
                <a:cubicBezTo>
                  <a:pt x="310018" y="121693"/>
                  <a:pt x="307613" y="120944"/>
                  <a:pt x="305706" y="119446"/>
                </a:cubicBezTo>
                <a:cubicBezTo>
                  <a:pt x="303801" y="117949"/>
                  <a:pt x="302848" y="116067"/>
                  <a:pt x="302848" y="113798"/>
                </a:cubicBezTo>
                <a:cubicBezTo>
                  <a:pt x="302848" y="112075"/>
                  <a:pt x="303415" y="110645"/>
                  <a:pt x="304549" y="109509"/>
                </a:cubicBezTo>
                <a:cubicBezTo>
                  <a:pt x="305684" y="108375"/>
                  <a:pt x="307068" y="107808"/>
                  <a:pt x="308701" y="107808"/>
                </a:cubicBezTo>
                <a:cubicBezTo>
                  <a:pt x="310880" y="107808"/>
                  <a:pt x="313239" y="108307"/>
                  <a:pt x="315780" y="109306"/>
                </a:cubicBezTo>
                <a:cubicBezTo>
                  <a:pt x="317141" y="109941"/>
                  <a:pt x="318321" y="110259"/>
                  <a:pt x="319319" y="110259"/>
                </a:cubicBezTo>
                <a:cubicBezTo>
                  <a:pt x="320318" y="110259"/>
                  <a:pt x="321452" y="109691"/>
                  <a:pt x="322722" y="108556"/>
                </a:cubicBezTo>
                <a:cubicBezTo>
                  <a:pt x="323993" y="107422"/>
                  <a:pt x="325128" y="105993"/>
                  <a:pt x="326126" y="104269"/>
                </a:cubicBezTo>
                <a:cubicBezTo>
                  <a:pt x="326943" y="102818"/>
                  <a:pt x="327759" y="101094"/>
                  <a:pt x="328575" y="99097"/>
                </a:cubicBezTo>
                <a:cubicBezTo>
                  <a:pt x="329392" y="97100"/>
                  <a:pt x="330095" y="95194"/>
                  <a:pt x="330685" y="93379"/>
                </a:cubicBezTo>
                <a:cubicBezTo>
                  <a:pt x="331275" y="91565"/>
                  <a:pt x="331570" y="90294"/>
                  <a:pt x="331570" y="89567"/>
                </a:cubicBezTo>
                <a:cubicBezTo>
                  <a:pt x="331570" y="88569"/>
                  <a:pt x="331048" y="86845"/>
                  <a:pt x="330004" y="84395"/>
                </a:cubicBezTo>
                <a:cubicBezTo>
                  <a:pt x="328961" y="81946"/>
                  <a:pt x="327487" y="79042"/>
                  <a:pt x="325582" y="75684"/>
                </a:cubicBezTo>
                <a:cubicBezTo>
                  <a:pt x="325218" y="74957"/>
                  <a:pt x="324922" y="74367"/>
                  <a:pt x="324695" y="73915"/>
                </a:cubicBezTo>
                <a:cubicBezTo>
                  <a:pt x="324469" y="73460"/>
                  <a:pt x="323948" y="72326"/>
                  <a:pt x="323131" y="70510"/>
                </a:cubicBezTo>
                <a:lnTo>
                  <a:pt x="307613" y="37024"/>
                </a:lnTo>
                <a:cubicBezTo>
                  <a:pt x="306523" y="34666"/>
                  <a:pt x="304209" y="33214"/>
                  <a:pt x="300672" y="32668"/>
                </a:cubicBezTo>
                <a:lnTo>
                  <a:pt x="300672" y="30763"/>
                </a:lnTo>
                <a:lnTo>
                  <a:pt x="328712" y="30763"/>
                </a:lnTo>
                <a:lnTo>
                  <a:pt x="328712" y="32805"/>
                </a:lnTo>
                <a:cubicBezTo>
                  <a:pt x="325808" y="32895"/>
                  <a:pt x="323766" y="33213"/>
                  <a:pt x="322587" y="33759"/>
                </a:cubicBezTo>
                <a:cubicBezTo>
                  <a:pt x="321407" y="34303"/>
                  <a:pt x="320817" y="35210"/>
                  <a:pt x="320817" y="36480"/>
                </a:cubicBezTo>
                <a:cubicBezTo>
                  <a:pt x="320817" y="37841"/>
                  <a:pt x="321271" y="39565"/>
                  <a:pt x="322178" y="41654"/>
                </a:cubicBezTo>
                <a:lnTo>
                  <a:pt x="337832" y="76091"/>
                </a:lnTo>
                <a:lnTo>
                  <a:pt x="351036" y="38521"/>
                </a:lnTo>
                <a:cubicBezTo>
                  <a:pt x="351399" y="37706"/>
                  <a:pt x="351581" y="36934"/>
                  <a:pt x="351581" y="36207"/>
                </a:cubicBezTo>
                <a:cubicBezTo>
                  <a:pt x="351581" y="33939"/>
                  <a:pt x="349402" y="32805"/>
                  <a:pt x="345046" y="32805"/>
                </a:cubicBezTo>
                <a:lnTo>
                  <a:pt x="345046" y="30763"/>
                </a:lnTo>
                <a:lnTo>
                  <a:pt x="363424" y="30763"/>
                </a:lnTo>
                <a:close/>
                <a:moveTo>
                  <a:pt x="402082" y="30763"/>
                </a:moveTo>
                <a:lnTo>
                  <a:pt x="402082" y="35119"/>
                </a:lnTo>
                <a:lnTo>
                  <a:pt x="388334" y="35119"/>
                </a:lnTo>
                <a:lnTo>
                  <a:pt x="388334" y="74050"/>
                </a:lnTo>
                <a:cubicBezTo>
                  <a:pt x="388334" y="78315"/>
                  <a:pt x="388878" y="81423"/>
                  <a:pt x="389967" y="83374"/>
                </a:cubicBezTo>
                <a:cubicBezTo>
                  <a:pt x="391056" y="85325"/>
                  <a:pt x="392872" y="86300"/>
                  <a:pt x="395413" y="86300"/>
                </a:cubicBezTo>
                <a:cubicBezTo>
                  <a:pt x="396955" y="86300"/>
                  <a:pt x="398338" y="85937"/>
                  <a:pt x="399563" y="85212"/>
                </a:cubicBezTo>
                <a:cubicBezTo>
                  <a:pt x="400788" y="84486"/>
                  <a:pt x="402127" y="83261"/>
                  <a:pt x="403580" y="81537"/>
                </a:cubicBezTo>
                <a:lnTo>
                  <a:pt x="405349" y="83035"/>
                </a:lnTo>
                <a:cubicBezTo>
                  <a:pt x="400993" y="89931"/>
                  <a:pt x="395548" y="93379"/>
                  <a:pt x="389013" y="93379"/>
                </a:cubicBezTo>
                <a:cubicBezTo>
                  <a:pt x="380937" y="93379"/>
                  <a:pt x="376900" y="87616"/>
                  <a:pt x="376900" y="76091"/>
                </a:cubicBezTo>
                <a:lnTo>
                  <a:pt x="376900" y="35119"/>
                </a:lnTo>
                <a:lnTo>
                  <a:pt x="369684" y="35119"/>
                </a:lnTo>
                <a:cubicBezTo>
                  <a:pt x="369321" y="34846"/>
                  <a:pt x="369140" y="34529"/>
                  <a:pt x="369140" y="34166"/>
                </a:cubicBezTo>
                <a:cubicBezTo>
                  <a:pt x="369140" y="33440"/>
                  <a:pt x="369911" y="32578"/>
                  <a:pt x="371454" y="31580"/>
                </a:cubicBezTo>
                <a:cubicBezTo>
                  <a:pt x="373450" y="30400"/>
                  <a:pt x="375628" y="28472"/>
                  <a:pt x="377988" y="25795"/>
                </a:cubicBezTo>
                <a:cubicBezTo>
                  <a:pt x="380348" y="23117"/>
                  <a:pt x="383478" y="18920"/>
                  <a:pt x="387381" y="13204"/>
                </a:cubicBezTo>
                <a:cubicBezTo>
                  <a:pt x="388016" y="13204"/>
                  <a:pt x="388334" y="13794"/>
                  <a:pt x="388334" y="14974"/>
                </a:cubicBezTo>
                <a:lnTo>
                  <a:pt x="388334" y="30763"/>
                </a:lnTo>
                <a:lnTo>
                  <a:pt x="402082" y="30763"/>
                </a:lnTo>
                <a:close/>
                <a:moveTo>
                  <a:pt x="461024" y="69694"/>
                </a:moveTo>
                <a:lnTo>
                  <a:pt x="463201" y="70647"/>
                </a:lnTo>
                <a:cubicBezTo>
                  <a:pt x="460388" y="77997"/>
                  <a:pt x="456509" y="83624"/>
                  <a:pt x="451563" y="87526"/>
                </a:cubicBezTo>
                <a:cubicBezTo>
                  <a:pt x="446617" y="91428"/>
                  <a:pt x="440877" y="93379"/>
                  <a:pt x="434344" y="93379"/>
                </a:cubicBezTo>
                <a:cubicBezTo>
                  <a:pt x="426540" y="93379"/>
                  <a:pt x="420346" y="90634"/>
                  <a:pt x="415763" y="85145"/>
                </a:cubicBezTo>
                <a:cubicBezTo>
                  <a:pt x="411180" y="79655"/>
                  <a:pt x="408889" y="72236"/>
                  <a:pt x="408889" y="62887"/>
                </a:cubicBezTo>
                <a:cubicBezTo>
                  <a:pt x="408889" y="57261"/>
                  <a:pt x="409774" y="52157"/>
                  <a:pt x="411544" y="47575"/>
                </a:cubicBezTo>
                <a:cubicBezTo>
                  <a:pt x="413314" y="42992"/>
                  <a:pt x="415786" y="39293"/>
                  <a:pt x="418961" y="36480"/>
                </a:cubicBezTo>
                <a:cubicBezTo>
                  <a:pt x="424224" y="31760"/>
                  <a:pt x="430350" y="29401"/>
                  <a:pt x="437339" y="29401"/>
                </a:cubicBezTo>
                <a:cubicBezTo>
                  <a:pt x="444689" y="29401"/>
                  <a:pt x="450497" y="31988"/>
                  <a:pt x="454762" y="37161"/>
                </a:cubicBezTo>
                <a:cubicBezTo>
                  <a:pt x="456486" y="39339"/>
                  <a:pt x="457756" y="41631"/>
                  <a:pt x="458573" y="44036"/>
                </a:cubicBezTo>
                <a:cubicBezTo>
                  <a:pt x="459390" y="46440"/>
                  <a:pt x="460071" y="49866"/>
                  <a:pt x="460615" y="54313"/>
                </a:cubicBezTo>
                <a:lnTo>
                  <a:pt x="418689" y="54313"/>
                </a:lnTo>
                <a:cubicBezTo>
                  <a:pt x="418871" y="58487"/>
                  <a:pt x="419233" y="61867"/>
                  <a:pt x="419777" y="64454"/>
                </a:cubicBezTo>
                <a:cubicBezTo>
                  <a:pt x="420323" y="67040"/>
                  <a:pt x="421186" y="69649"/>
                  <a:pt x="422366" y="72280"/>
                </a:cubicBezTo>
                <a:cubicBezTo>
                  <a:pt x="426358" y="80084"/>
                  <a:pt x="432211" y="83986"/>
                  <a:pt x="439925" y="83986"/>
                </a:cubicBezTo>
                <a:cubicBezTo>
                  <a:pt x="444281" y="83986"/>
                  <a:pt x="448070" y="82898"/>
                  <a:pt x="451291" y="80721"/>
                </a:cubicBezTo>
                <a:cubicBezTo>
                  <a:pt x="454513" y="78543"/>
                  <a:pt x="457757" y="74867"/>
                  <a:pt x="461024" y="69694"/>
                </a:cubicBezTo>
                <a:moveTo>
                  <a:pt x="418961" y="49956"/>
                </a:moveTo>
                <a:lnTo>
                  <a:pt x="446732" y="49956"/>
                </a:lnTo>
                <a:cubicBezTo>
                  <a:pt x="445823" y="44058"/>
                  <a:pt x="444416" y="39975"/>
                  <a:pt x="442511" y="37707"/>
                </a:cubicBezTo>
                <a:cubicBezTo>
                  <a:pt x="440606" y="35438"/>
                  <a:pt x="437566" y="34303"/>
                  <a:pt x="433391" y="34303"/>
                </a:cubicBezTo>
                <a:cubicBezTo>
                  <a:pt x="429216" y="34303"/>
                  <a:pt x="425948" y="35573"/>
                  <a:pt x="423589" y="38114"/>
                </a:cubicBezTo>
                <a:cubicBezTo>
                  <a:pt x="421231" y="40655"/>
                  <a:pt x="419688" y="44602"/>
                  <a:pt x="418961" y="49956"/>
                </a:cubicBezTo>
                <a:close/>
                <a:moveTo>
                  <a:pt x="507985" y="49276"/>
                </a:moveTo>
                <a:lnTo>
                  <a:pt x="505944" y="49276"/>
                </a:lnTo>
                <a:cubicBezTo>
                  <a:pt x="504401" y="43105"/>
                  <a:pt x="502495" y="38771"/>
                  <a:pt x="500226" y="36276"/>
                </a:cubicBezTo>
                <a:cubicBezTo>
                  <a:pt x="497957" y="33781"/>
                  <a:pt x="494872" y="32533"/>
                  <a:pt x="490970" y="32533"/>
                </a:cubicBezTo>
                <a:cubicBezTo>
                  <a:pt x="487885" y="32533"/>
                  <a:pt x="485367" y="33373"/>
                  <a:pt x="483416" y="35053"/>
                </a:cubicBezTo>
                <a:cubicBezTo>
                  <a:pt x="481465" y="36731"/>
                  <a:pt x="480489" y="38976"/>
                  <a:pt x="480489" y="41789"/>
                </a:cubicBezTo>
                <a:cubicBezTo>
                  <a:pt x="480489" y="45691"/>
                  <a:pt x="482440" y="48777"/>
                  <a:pt x="486342" y="51046"/>
                </a:cubicBezTo>
                <a:lnTo>
                  <a:pt x="501044" y="59757"/>
                </a:lnTo>
                <a:cubicBezTo>
                  <a:pt x="505217" y="62207"/>
                  <a:pt x="508166" y="64657"/>
                  <a:pt x="509890" y="67108"/>
                </a:cubicBezTo>
                <a:cubicBezTo>
                  <a:pt x="511615" y="69558"/>
                  <a:pt x="512478" y="72507"/>
                  <a:pt x="512478" y="75956"/>
                </a:cubicBezTo>
                <a:cubicBezTo>
                  <a:pt x="512478" y="79133"/>
                  <a:pt x="511615" y="82037"/>
                  <a:pt x="509890" y="84670"/>
                </a:cubicBezTo>
                <a:cubicBezTo>
                  <a:pt x="508166" y="87301"/>
                  <a:pt x="505852" y="89410"/>
                  <a:pt x="502949" y="90998"/>
                </a:cubicBezTo>
                <a:cubicBezTo>
                  <a:pt x="500045" y="92585"/>
                  <a:pt x="496823" y="93379"/>
                  <a:pt x="493284" y="93379"/>
                </a:cubicBezTo>
                <a:cubicBezTo>
                  <a:pt x="491923" y="93379"/>
                  <a:pt x="490380" y="93242"/>
                  <a:pt x="488656" y="92970"/>
                </a:cubicBezTo>
                <a:cubicBezTo>
                  <a:pt x="486932" y="92698"/>
                  <a:pt x="485163" y="92381"/>
                  <a:pt x="483347" y="92018"/>
                </a:cubicBezTo>
                <a:cubicBezTo>
                  <a:pt x="481805" y="91564"/>
                  <a:pt x="480556" y="91269"/>
                  <a:pt x="479602" y="91133"/>
                </a:cubicBezTo>
                <a:cubicBezTo>
                  <a:pt x="478650" y="90998"/>
                  <a:pt x="477810" y="90930"/>
                  <a:pt x="477085" y="90930"/>
                </a:cubicBezTo>
                <a:cubicBezTo>
                  <a:pt x="475724" y="90930"/>
                  <a:pt x="474680" y="91474"/>
                  <a:pt x="473955" y="92563"/>
                </a:cubicBezTo>
                <a:lnTo>
                  <a:pt x="472185" y="92563"/>
                </a:lnTo>
                <a:lnTo>
                  <a:pt x="472185" y="71329"/>
                </a:lnTo>
                <a:lnTo>
                  <a:pt x="474362" y="71329"/>
                </a:lnTo>
                <a:cubicBezTo>
                  <a:pt x="475906" y="78225"/>
                  <a:pt x="477993" y="83125"/>
                  <a:pt x="480624" y="86030"/>
                </a:cubicBezTo>
                <a:cubicBezTo>
                  <a:pt x="483257" y="88934"/>
                  <a:pt x="486932" y="90386"/>
                  <a:pt x="491651" y="90386"/>
                </a:cubicBezTo>
                <a:cubicBezTo>
                  <a:pt x="495099" y="90386"/>
                  <a:pt x="497844" y="89501"/>
                  <a:pt x="499885" y="87731"/>
                </a:cubicBezTo>
                <a:cubicBezTo>
                  <a:pt x="501927" y="85962"/>
                  <a:pt x="502949" y="83579"/>
                  <a:pt x="502949" y="80584"/>
                </a:cubicBezTo>
                <a:cubicBezTo>
                  <a:pt x="502949" y="76501"/>
                  <a:pt x="500589" y="73098"/>
                  <a:pt x="495870" y="70375"/>
                </a:cubicBezTo>
                <a:lnTo>
                  <a:pt x="487975" y="65883"/>
                </a:lnTo>
                <a:cubicBezTo>
                  <a:pt x="482167" y="62616"/>
                  <a:pt x="478061" y="59485"/>
                  <a:pt x="475656" y="56490"/>
                </a:cubicBezTo>
                <a:cubicBezTo>
                  <a:pt x="473251" y="53495"/>
                  <a:pt x="472048" y="50092"/>
                  <a:pt x="472048" y="46281"/>
                </a:cubicBezTo>
                <a:cubicBezTo>
                  <a:pt x="472048" y="41381"/>
                  <a:pt x="473795" y="37342"/>
                  <a:pt x="477288" y="34166"/>
                </a:cubicBezTo>
                <a:cubicBezTo>
                  <a:pt x="480783" y="30989"/>
                  <a:pt x="485208" y="29401"/>
                  <a:pt x="490561" y="29401"/>
                </a:cubicBezTo>
                <a:cubicBezTo>
                  <a:pt x="492195" y="29401"/>
                  <a:pt x="493806" y="29560"/>
                  <a:pt x="495394" y="29879"/>
                </a:cubicBezTo>
                <a:cubicBezTo>
                  <a:pt x="496983" y="30196"/>
                  <a:pt x="498548" y="30626"/>
                  <a:pt x="500091" y="31171"/>
                </a:cubicBezTo>
                <a:cubicBezTo>
                  <a:pt x="501452" y="31806"/>
                  <a:pt x="502676" y="32124"/>
                  <a:pt x="503765" y="32124"/>
                </a:cubicBezTo>
                <a:cubicBezTo>
                  <a:pt x="504492" y="32124"/>
                  <a:pt x="505218" y="31625"/>
                  <a:pt x="505944" y="30626"/>
                </a:cubicBezTo>
                <a:lnTo>
                  <a:pt x="507441" y="30626"/>
                </a:lnTo>
                <a:lnTo>
                  <a:pt x="507985" y="492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B9E59-AC9F-4351-B1A1-ACC9A52F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221" y="1885360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782AE-CFEA-41A4-8125-3189B16C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221" y="1885360"/>
            <a:ext cx="905888" cy="317300"/>
          </a:xfrm>
          <a:custGeom xmlns:a="http://schemas.openxmlformats.org/drawingml/2006/main">
            <a:pathLst>
              <a:path w="905888" h="317300" fill="none">
                <a:moveTo>
                  <a:pt x="0" y="317300"/>
                </a:moveTo>
                <a:lnTo>
                  <a:pt x="905888" y="317300"/>
                </a:lnTo>
                <a:lnTo>
                  <a:pt x="905888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77" name="Text PacketLength">
            <a:extLst xmlns:a="http://schemas.openxmlformats.org/drawingml/2006/main">
              <a:ext uri="{FF2B5EF4-FFF2-40B4-BE49-F238E27FC236}">
                <a16:creationId xmlns:a16="http://schemas.microsoft.com/office/drawing/2014/main" id="{251EFC69-1B18-46A5-82B5-372F33DD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511" y="1995675"/>
            <a:ext cx="776491" cy="122820"/>
          </a:xfrm>
          <a:custGeom xmlns:a="http://schemas.openxmlformats.org/drawingml/2006/main">
            <a:pathLst>
              <a:path w="776491" h="122820">
                <a:moveTo>
                  <a:pt x="0" y="5452"/>
                </a:moveTo>
                <a:lnTo>
                  <a:pt x="0" y="2862"/>
                </a:lnTo>
                <a:lnTo>
                  <a:pt x="35986" y="2862"/>
                </a:lnTo>
                <a:cubicBezTo>
                  <a:pt x="42438" y="2862"/>
                  <a:pt x="48390" y="3748"/>
                  <a:pt x="53843" y="5520"/>
                </a:cubicBezTo>
                <a:cubicBezTo>
                  <a:pt x="59295" y="7292"/>
                  <a:pt x="63385" y="9678"/>
                  <a:pt x="66113" y="12678"/>
                </a:cubicBezTo>
                <a:cubicBezTo>
                  <a:pt x="69839" y="16675"/>
                  <a:pt x="71702" y="21628"/>
                  <a:pt x="71702" y="27535"/>
                </a:cubicBezTo>
                <a:cubicBezTo>
                  <a:pt x="71702" y="31988"/>
                  <a:pt x="70542" y="36168"/>
                  <a:pt x="68224" y="40077"/>
                </a:cubicBezTo>
                <a:cubicBezTo>
                  <a:pt x="65907" y="43985"/>
                  <a:pt x="62704" y="47029"/>
                  <a:pt x="58614" y="49209"/>
                </a:cubicBezTo>
                <a:cubicBezTo>
                  <a:pt x="53070" y="52299"/>
                  <a:pt x="45119" y="53845"/>
                  <a:pt x="34759" y="53845"/>
                </a:cubicBezTo>
                <a:cubicBezTo>
                  <a:pt x="33032" y="53845"/>
                  <a:pt x="31488" y="53800"/>
                  <a:pt x="30125" y="53710"/>
                </a:cubicBezTo>
                <a:cubicBezTo>
                  <a:pt x="28761" y="53618"/>
                  <a:pt x="27171" y="53527"/>
                  <a:pt x="25353" y="53435"/>
                </a:cubicBezTo>
                <a:lnTo>
                  <a:pt x="25353" y="78245"/>
                </a:lnTo>
                <a:cubicBezTo>
                  <a:pt x="25445" y="81607"/>
                  <a:pt x="25808" y="84151"/>
                  <a:pt x="26443" y="85879"/>
                </a:cubicBezTo>
                <a:cubicBezTo>
                  <a:pt x="27079" y="87605"/>
                  <a:pt x="28307" y="88787"/>
                  <a:pt x="30125" y="89423"/>
                </a:cubicBezTo>
                <a:cubicBezTo>
                  <a:pt x="31942" y="90058"/>
                  <a:pt x="34624" y="90422"/>
                  <a:pt x="38168" y="90513"/>
                </a:cubicBezTo>
                <a:lnTo>
                  <a:pt x="38168" y="93103"/>
                </a:lnTo>
                <a:lnTo>
                  <a:pt x="0" y="93103"/>
                </a:lnTo>
                <a:lnTo>
                  <a:pt x="0" y="90513"/>
                </a:lnTo>
                <a:cubicBezTo>
                  <a:pt x="3453" y="90150"/>
                  <a:pt x="5974" y="89650"/>
                  <a:pt x="7565" y="89013"/>
                </a:cubicBezTo>
                <a:cubicBezTo>
                  <a:pt x="9155" y="88377"/>
                  <a:pt x="10200" y="87128"/>
                  <a:pt x="10699" y="85265"/>
                </a:cubicBezTo>
                <a:cubicBezTo>
                  <a:pt x="11200" y="83402"/>
                  <a:pt x="11450" y="80562"/>
                  <a:pt x="11450" y="76746"/>
                </a:cubicBezTo>
                <a:lnTo>
                  <a:pt x="11450" y="17722"/>
                </a:lnTo>
                <a:cubicBezTo>
                  <a:pt x="11450" y="14359"/>
                  <a:pt x="11177" y="11882"/>
                  <a:pt x="10631" y="10292"/>
                </a:cubicBezTo>
                <a:cubicBezTo>
                  <a:pt x="10086" y="8701"/>
                  <a:pt x="9018" y="7588"/>
                  <a:pt x="7428" y="6951"/>
                </a:cubicBezTo>
                <a:cubicBezTo>
                  <a:pt x="5837" y="6315"/>
                  <a:pt x="3361" y="5815"/>
                  <a:pt x="0" y="5452"/>
                </a:cubicBezTo>
                <a:moveTo>
                  <a:pt x="25353" y="12540"/>
                </a:moveTo>
                <a:lnTo>
                  <a:pt x="25353" y="47983"/>
                </a:lnTo>
                <a:cubicBezTo>
                  <a:pt x="26898" y="48074"/>
                  <a:pt x="28238" y="48164"/>
                  <a:pt x="29374" y="48256"/>
                </a:cubicBezTo>
                <a:cubicBezTo>
                  <a:pt x="30511" y="48346"/>
                  <a:pt x="31761" y="48391"/>
                  <a:pt x="33124" y="48391"/>
                </a:cubicBezTo>
                <a:cubicBezTo>
                  <a:pt x="48936" y="48391"/>
                  <a:pt x="56842" y="41712"/>
                  <a:pt x="56842" y="28352"/>
                </a:cubicBezTo>
                <a:cubicBezTo>
                  <a:pt x="56842" y="21355"/>
                  <a:pt x="54661" y="16198"/>
                  <a:pt x="50298" y="12881"/>
                </a:cubicBezTo>
                <a:cubicBezTo>
                  <a:pt x="45937" y="9565"/>
                  <a:pt x="39167" y="7906"/>
                  <a:pt x="29987" y="7906"/>
                </a:cubicBezTo>
                <a:cubicBezTo>
                  <a:pt x="28171" y="7906"/>
                  <a:pt x="26944" y="8224"/>
                  <a:pt x="26308" y="8861"/>
                </a:cubicBezTo>
                <a:cubicBezTo>
                  <a:pt x="25671" y="9497"/>
                  <a:pt x="25353" y="10724"/>
                  <a:pt x="25353" y="12540"/>
                </a:cubicBezTo>
                <a:close/>
                <a:moveTo>
                  <a:pt x="133860" y="84107"/>
                </a:moveTo>
                <a:lnTo>
                  <a:pt x="133860" y="87651"/>
                </a:lnTo>
                <a:cubicBezTo>
                  <a:pt x="131497" y="90195"/>
                  <a:pt x="129452" y="91968"/>
                  <a:pt x="127726" y="92967"/>
                </a:cubicBezTo>
                <a:cubicBezTo>
                  <a:pt x="125999" y="93966"/>
                  <a:pt x="123955" y="94465"/>
                  <a:pt x="121592" y="94465"/>
                </a:cubicBezTo>
                <a:cubicBezTo>
                  <a:pt x="118774" y="94465"/>
                  <a:pt x="116707" y="93716"/>
                  <a:pt x="115389" y="92217"/>
                </a:cubicBezTo>
                <a:cubicBezTo>
                  <a:pt x="114072" y="90718"/>
                  <a:pt x="113231" y="88150"/>
                  <a:pt x="112866" y="84514"/>
                </a:cubicBezTo>
                <a:cubicBezTo>
                  <a:pt x="108687" y="88059"/>
                  <a:pt x="105075" y="90603"/>
                  <a:pt x="102029" y="92148"/>
                </a:cubicBezTo>
                <a:cubicBezTo>
                  <a:pt x="98986" y="93693"/>
                  <a:pt x="95964" y="94465"/>
                  <a:pt x="92965" y="94465"/>
                </a:cubicBezTo>
                <a:cubicBezTo>
                  <a:pt x="88784" y="94465"/>
                  <a:pt x="85353" y="93102"/>
                  <a:pt x="82673" y="90376"/>
                </a:cubicBezTo>
                <a:cubicBezTo>
                  <a:pt x="79993" y="87650"/>
                  <a:pt x="78652" y="84151"/>
                  <a:pt x="78652" y="79880"/>
                </a:cubicBezTo>
                <a:cubicBezTo>
                  <a:pt x="78652" y="77609"/>
                  <a:pt x="79107" y="75405"/>
                  <a:pt x="80015" y="73270"/>
                </a:cubicBezTo>
                <a:cubicBezTo>
                  <a:pt x="80924" y="71133"/>
                  <a:pt x="82106" y="69383"/>
                  <a:pt x="83559" y="68020"/>
                </a:cubicBezTo>
                <a:cubicBezTo>
                  <a:pt x="85014" y="66748"/>
                  <a:pt x="86400" y="65636"/>
                  <a:pt x="87717" y="64682"/>
                </a:cubicBezTo>
                <a:cubicBezTo>
                  <a:pt x="89034" y="63728"/>
                  <a:pt x="90624" y="62796"/>
                  <a:pt x="92486" y="61888"/>
                </a:cubicBezTo>
                <a:cubicBezTo>
                  <a:pt x="94350" y="60979"/>
                  <a:pt x="96872" y="59842"/>
                  <a:pt x="100053" y="58479"/>
                </a:cubicBezTo>
                <a:cubicBezTo>
                  <a:pt x="103234" y="57116"/>
                  <a:pt x="107460" y="55389"/>
                  <a:pt x="112731" y="53298"/>
                </a:cubicBezTo>
                <a:lnTo>
                  <a:pt x="112731" y="44984"/>
                </a:lnTo>
                <a:cubicBezTo>
                  <a:pt x="112731" y="37441"/>
                  <a:pt x="109278" y="33669"/>
                  <a:pt x="102371" y="33669"/>
                </a:cubicBezTo>
                <a:cubicBezTo>
                  <a:pt x="99644" y="33669"/>
                  <a:pt x="97327" y="34328"/>
                  <a:pt x="95419" y="35647"/>
                </a:cubicBezTo>
                <a:cubicBezTo>
                  <a:pt x="93511" y="36964"/>
                  <a:pt x="92557" y="38532"/>
                  <a:pt x="92557" y="40350"/>
                </a:cubicBezTo>
                <a:cubicBezTo>
                  <a:pt x="92557" y="41258"/>
                  <a:pt x="92693" y="42348"/>
                  <a:pt x="92965" y="43620"/>
                </a:cubicBezTo>
                <a:cubicBezTo>
                  <a:pt x="93056" y="44074"/>
                  <a:pt x="93124" y="44483"/>
                  <a:pt x="93169" y="44847"/>
                </a:cubicBezTo>
                <a:cubicBezTo>
                  <a:pt x="93214" y="45210"/>
                  <a:pt x="93237" y="45528"/>
                  <a:pt x="93237" y="45801"/>
                </a:cubicBezTo>
                <a:cubicBezTo>
                  <a:pt x="93237" y="47256"/>
                  <a:pt x="92624" y="48574"/>
                  <a:pt x="91397" y="49756"/>
                </a:cubicBezTo>
                <a:cubicBezTo>
                  <a:pt x="90171" y="50937"/>
                  <a:pt x="88740" y="51528"/>
                  <a:pt x="87103" y="51528"/>
                </a:cubicBezTo>
                <a:cubicBezTo>
                  <a:pt x="85467" y="51528"/>
                  <a:pt x="84081" y="50937"/>
                  <a:pt x="82946" y="49756"/>
                </a:cubicBezTo>
                <a:cubicBezTo>
                  <a:pt x="81810" y="48574"/>
                  <a:pt x="81242" y="47210"/>
                  <a:pt x="81242" y="45664"/>
                </a:cubicBezTo>
                <a:cubicBezTo>
                  <a:pt x="81242" y="42756"/>
                  <a:pt x="82264" y="40167"/>
                  <a:pt x="84308" y="37895"/>
                </a:cubicBezTo>
                <a:cubicBezTo>
                  <a:pt x="86353" y="35624"/>
                  <a:pt x="89102" y="33807"/>
                  <a:pt x="92555" y="32444"/>
                </a:cubicBezTo>
                <a:cubicBezTo>
                  <a:pt x="96009" y="31079"/>
                  <a:pt x="99872" y="30397"/>
                  <a:pt x="104143" y="30397"/>
                </a:cubicBezTo>
                <a:cubicBezTo>
                  <a:pt x="112321" y="30397"/>
                  <a:pt x="117956" y="32896"/>
                  <a:pt x="121047" y="37895"/>
                </a:cubicBezTo>
                <a:cubicBezTo>
                  <a:pt x="122045" y="39532"/>
                  <a:pt x="122749" y="41440"/>
                  <a:pt x="123158" y="43622"/>
                </a:cubicBezTo>
                <a:cubicBezTo>
                  <a:pt x="123567" y="45801"/>
                  <a:pt x="123772" y="48664"/>
                  <a:pt x="123772" y="52208"/>
                </a:cubicBezTo>
                <a:lnTo>
                  <a:pt x="123772" y="78790"/>
                </a:lnTo>
                <a:cubicBezTo>
                  <a:pt x="123772" y="81788"/>
                  <a:pt x="124067" y="83856"/>
                  <a:pt x="124658" y="84993"/>
                </a:cubicBezTo>
                <a:cubicBezTo>
                  <a:pt x="125248" y="86128"/>
                  <a:pt x="126316" y="86696"/>
                  <a:pt x="127861" y="86696"/>
                </a:cubicBezTo>
                <a:cubicBezTo>
                  <a:pt x="129770" y="86696"/>
                  <a:pt x="131770" y="85833"/>
                  <a:pt x="133860" y="84107"/>
                </a:cubicBezTo>
                <a:moveTo>
                  <a:pt x="112731" y="76336"/>
                </a:moveTo>
                <a:lnTo>
                  <a:pt x="112731" y="56570"/>
                </a:lnTo>
                <a:cubicBezTo>
                  <a:pt x="104734" y="59387"/>
                  <a:pt x="99077" y="62228"/>
                  <a:pt x="95760" y="65091"/>
                </a:cubicBezTo>
                <a:cubicBezTo>
                  <a:pt x="92443" y="67953"/>
                  <a:pt x="90739" y="71429"/>
                  <a:pt x="90648" y="75518"/>
                </a:cubicBezTo>
                <a:lnTo>
                  <a:pt x="90648" y="76063"/>
                </a:lnTo>
                <a:cubicBezTo>
                  <a:pt x="90648" y="78971"/>
                  <a:pt x="91488" y="81448"/>
                  <a:pt x="93169" y="83493"/>
                </a:cubicBezTo>
                <a:cubicBezTo>
                  <a:pt x="94851" y="85537"/>
                  <a:pt x="96873" y="86559"/>
                  <a:pt x="99236" y="86559"/>
                </a:cubicBezTo>
                <a:cubicBezTo>
                  <a:pt x="102326" y="86559"/>
                  <a:pt x="105642" y="85559"/>
                  <a:pt x="109187" y="83560"/>
                </a:cubicBezTo>
                <a:cubicBezTo>
                  <a:pt x="110640" y="82743"/>
                  <a:pt x="111594" y="81835"/>
                  <a:pt x="112049" y="80835"/>
                </a:cubicBezTo>
                <a:cubicBezTo>
                  <a:pt x="112504" y="79835"/>
                  <a:pt x="112731" y="78335"/>
                  <a:pt x="112731" y="76336"/>
                </a:cubicBezTo>
                <a:close/>
                <a:moveTo>
                  <a:pt x="188385" y="71837"/>
                </a:moveTo>
                <a:lnTo>
                  <a:pt x="190294" y="73064"/>
                </a:lnTo>
                <a:cubicBezTo>
                  <a:pt x="188295" y="77063"/>
                  <a:pt x="186523" y="80176"/>
                  <a:pt x="184978" y="82403"/>
                </a:cubicBezTo>
                <a:cubicBezTo>
                  <a:pt x="183433" y="84629"/>
                  <a:pt x="181752" y="86514"/>
                  <a:pt x="179934" y="88059"/>
                </a:cubicBezTo>
                <a:cubicBezTo>
                  <a:pt x="174936" y="92330"/>
                  <a:pt x="169438" y="94465"/>
                  <a:pt x="163440" y="94465"/>
                </a:cubicBezTo>
                <a:cubicBezTo>
                  <a:pt x="158442" y="94465"/>
                  <a:pt x="153990" y="93171"/>
                  <a:pt x="150082" y="90582"/>
                </a:cubicBezTo>
                <a:cubicBezTo>
                  <a:pt x="146174" y="87991"/>
                  <a:pt x="143107" y="84402"/>
                  <a:pt x="140880" y="79814"/>
                </a:cubicBezTo>
                <a:cubicBezTo>
                  <a:pt x="138653" y="75224"/>
                  <a:pt x="137540" y="70020"/>
                  <a:pt x="137540" y="64203"/>
                </a:cubicBezTo>
                <a:cubicBezTo>
                  <a:pt x="137540" y="53025"/>
                  <a:pt x="141084" y="44301"/>
                  <a:pt x="148173" y="38031"/>
                </a:cubicBezTo>
                <a:cubicBezTo>
                  <a:pt x="153990" y="32942"/>
                  <a:pt x="160397" y="30397"/>
                  <a:pt x="167394" y="30397"/>
                </a:cubicBezTo>
                <a:cubicBezTo>
                  <a:pt x="171210" y="30397"/>
                  <a:pt x="174708" y="31034"/>
                  <a:pt x="177889" y="32306"/>
                </a:cubicBezTo>
                <a:cubicBezTo>
                  <a:pt x="181070" y="33578"/>
                  <a:pt x="183615" y="35282"/>
                  <a:pt x="185523" y="37419"/>
                </a:cubicBezTo>
                <a:cubicBezTo>
                  <a:pt x="187431" y="39555"/>
                  <a:pt x="188385" y="41895"/>
                  <a:pt x="188385" y="44439"/>
                </a:cubicBezTo>
                <a:cubicBezTo>
                  <a:pt x="188385" y="45984"/>
                  <a:pt x="187771" y="47324"/>
                  <a:pt x="186544" y="48460"/>
                </a:cubicBezTo>
                <a:cubicBezTo>
                  <a:pt x="185318" y="49595"/>
                  <a:pt x="183797" y="50163"/>
                  <a:pt x="181979" y="50163"/>
                </a:cubicBezTo>
                <a:cubicBezTo>
                  <a:pt x="178798" y="50163"/>
                  <a:pt x="176616" y="48074"/>
                  <a:pt x="175435" y="43894"/>
                </a:cubicBezTo>
                <a:lnTo>
                  <a:pt x="174618" y="40895"/>
                </a:lnTo>
                <a:cubicBezTo>
                  <a:pt x="173981" y="38350"/>
                  <a:pt x="173095" y="36624"/>
                  <a:pt x="171959" y="35716"/>
                </a:cubicBezTo>
                <a:cubicBezTo>
                  <a:pt x="170824" y="34806"/>
                  <a:pt x="169029" y="34351"/>
                  <a:pt x="166576" y="34351"/>
                </a:cubicBezTo>
                <a:cubicBezTo>
                  <a:pt x="161032" y="34351"/>
                  <a:pt x="156556" y="36532"/>
                  <a:pt x="153148" y="40895"/>
                </a:cubicBezTo>
                <a:cubicBezTo>
                  <a:pt x="149741" y="45256"/>
                  <a:pt x="148037" y="50981"/>
                  <a:pt x="148037" y="58069"/>
                </a:cubicBezTo>
                <a:cubicBezTo>
                  <a:pt x="148037" y="63250"/>
                  <a:pt x="148923" y="67840"/>
                  <a:pt x="150696" y="71839"/>
                </a:cubicBezTo>
                <a:cubicBezTo>
                  <a:pt x="152468" y="75837"/>
                  <a:pt x="154944" y="78972"/>
                  <a:pt x="158123" y="81245"/>
                </a:cubicBezTo>
                <a:cubicBezTo>
                  <a:pt x="161304" y="83516"/>
                  <a:pt x="164985" y="84652"/>
                  <a:pt x="169166" y="84652"/>
                </a:cubicBezTo>
                <a:cubicBezTo>
                  <a:pt x="173074" y="84652"/>
                  <a:pt x="176435" y="83698"/>
                  <a:pt x="179252" y="81790"/>
                </a:cubicBezTo>
                <a:cubicBezTo>
                  <a:pt x="182069" y="79880"/>
                  <a:pt x="185114" y="76563"/>
                  <a:pt x="188385" y="71837"/>
                </a:cubicBezTo>
                <a:close/>
                <a:moveTo>
                  <a:pt x="195611" y="93103"/>
                </a:moveTo>
                <a:lnTo>
                  <a:pt x="195611" y="91058"/>
                </a:lnTo>
                <a:cubicBezTo>
                  <a:pt x="198883" y="90513"/>
                  <a:pt x="201223" y="90013"/>
                  <a:pt x="202631" y="89558"/>
                </a:cubicBezTo>
                <a:cubicBezTo>
                  <a:pt x="204040" y="89103"/>
                  <a:pt x="204926" y="88331"/>
                  <a:pt x="205290" y="87241"/>
                </a:cubicBezTo>
                <a:cubicBezTo>
                  <a:pt x="205653" y="86151"/>
                  <a:pt x="205835" y="84379"/>
                  <a:pt x="205835" y="81925"/>
                </a:cubicBezTo>
                <a:lnTo>
                  <a:pt x="205835" y="16222"/>
                </a:lnTo>
                <a:cubicBezTo>
                  <a:pt x="205835" y="12949"/>
                  <a:pt x="205448" y="10745"/>
                  <a:pt x="204676" y="9610"/>
                </a:cubicBezTo>
                <a:cubicBezTo>
                  <a:pt x="203904" y="8474"/>
                  <a:pt x="202336" y="7906"/>
                  <a:pt x="199973" y="7906"/>
                </a:cubicBezTo>
                <a:cubicBezTo>
                  <a:pt x="199337" y="7906"/>
                  <a:pt x="198677" y="7929"/>
                  <a:pt x="197995" y="7975"/>
                </a:cubicBezTo>
                <a:cubicBezTo>
                  <a:pt x="197314" y="8020"/>
                  <a:pt x="196520" y="8088"/>
                  <a:pt x="195611" y="8179"/>
                </a:cubicBezTo>
                <a:lnTo>
                  <a:pt x="195611" y="5997"/>
                </a:lnTo>
                <a:lnTo>
                  <a:pt x="199701" y="4907"/>
                </a:lnTo>
                <a:cubicBezTo>
                  <a:pt x="203698" y="3817"/>
                  <a:pt x="206902" y="2931"/>
                  <a:pt x="209310" y="2251"/>
                </a:cubicBezTo>
                <a:cubicBezTo>
                  <a:pt x="211719" y="1568"/>
                  <a:pt x="214195" y="818"/>
                  <a:pt x="216740" y="0"/>
                </a:cubicBezTo>
                <a:lnTo>
                  <a:pt x="217285" y="272"/>
                </a:lnTo>
                <a:lnTo>
                  <a:pt x="217285" y="57524"/>
                </a:lnTo>
                <a:lnTo>
                  <a:pt x="235959" y="40895"/>
                </a:lnTo>
                <a:cubicBezTo>
                  <a:pt x="238050" y="38985"/>
                  <a:pt x="239096" y="37395"/>
                  <a:pt x="239096" y="36123"/>
                </a:cubicBezTo>
                <a:cubicBezTo>
                  <a:pt x="239096" y="35215"/>
                  <a:pt x="238618" y="34602"/>
                  <a:pt x="237663" y="34285"/>
                </a:cubicBezTo>
                <a:cubicBezTo>
                  <a:pt x="236709" y="33966"/>
                  <a:pt x="234914" y="33760"/>
                  <a:pt x="232280" y="33669"/>
                </a:cubicBezTo>
                <a:lnTo>
                  <a:pt x="232280" y="31762"/>
                </a:lnTo>
                <a:lnTo>
                  <a:pt x="260087" y="31762"/>
                </a:lnTo>
                <a:lnTo>
                  <a:pt x="260087" y="33806"/>
                </a:lnTo>
                <a:cubicBezTo>
                  <a:pt x="257906" y="33715"/>
                  <a:pt x="255929" y="33851"/>
                  <a:pt x="254157" y="34216"/>
                </a:cubicBezTo>
                <a:cubicBezTo>
                  <a:pt x="252386" y="34579"/>
                  <a:pt x="250501" y="35352"/>
                  <a:pt x="248502" y="36533"/>
                </a:cubicBezTo>
                <a:cubicBezTo>
                  <a:pt x="246502" y="37714"/>
                  <a:pt x="244093" y="39464"/>
                  <a:pt x="241276" y="41781"/>
                </a:cubicBezTo>
                <a:cubicBezTo>
                  <a:pt x="238459" y="44098"/>
                  <a:pt x="234916" y="47165"/>
                  <a:pt x="230645" y="50981"/>
                </a:cubicBezTo>
                <a:lnTo>
                  <a:pt x="226691" y="54662"/>
                </a:lnTo>
                <a:lnTo>
                  <a:pt x="247547" y="81107"/>
                </a:lnTo>
                <a:cubicBezTo>
                  <a:pt x="250455" y="84560"/>
                  <a:pt x="253090" y="87037"/>
                  <a:pt x="255453" y="88537"/>
                </a:cubicBezTo>
                <a:cubicBezTo>
                  <a:pt x="257816" y="90036"/>
                  <a:pt x="260497" y="90876"/>
                  <a:pt x="263496" y="91058"/>
                </a:cubicBezTo>
                <a:lnTo>
                  <a:pt x="263496" y="93103"/>
                </a:lnTo>
                <a:lnTo>
                  <a:pt x="233779" y="93103"/>
                </a:lnTo>
                <a:lnTo>
                  <a:pt x="233779" y="91058"/>
                </a:lnTo>
                <a:lnTo>
                  <a:pt x="236369" y="91058"/>
                </a:lnTo>
                <a:cubicBezTo>
                  <a:pt x="238277" y="91058"/>
                  <a:pt x="239231" y="90376"/>
                  <a:pt x="239231" y="89013"/>
                </a:cubicBezTo>
                <a:cubicBezTo>
                  <a:pt x="239231" y="88377"/>
                  <a:pt x="238731" y="87423"/>
                  <a:pt x="237731" y="86151"/>
                </a:cubicBezTo>
                <a:cubicBezTo>
                  <a:pt x="237550" y="85970"/>
                  <a:pt x="237345" y="85720"/>
                  <a:pt x="237118" y="85402"/>
                </a:cubicBezTo>
                <a:cubicBezTo>
                  <a:pt x="236892" y="85084"/>
                  <a:pt x="236642" y="84742"/>
                  <a:pt x="236369" y="84379"/>
                </a:cubicBezTo>
                <a:lnTo>
                  <a:pt x="217285" y="58887"/>
                </a:lnTo>
                <a:lnTo>
                  <a:pt x="217285" y="83969"/>
                </a:lnTo>
                <a:cubicBezTo>
                  <a:pt x="217376" y="86514"/>
                  <a:pt x="217944" y="88263"/>
                  <a:pt x="218988" y="89217"/>
                </a:cubicBezTo>
                <a:cubicBezTo>
                  <a:pt x="220034" y="90171"/>
                  <a:pt x="221965" y="90739"/>
                  <a:pt x="224781" y="90921"/>
                </a:cubicBezTo>
                <a:lnTo>
                  <a:pt x="227508" y="91058"/>
                </a:lnTo>
                <a:lnTo>
                  <a:pt x="227508" y="93103"/>
                </a:lnTo>
                <a:lnTo>
                  <a:pt x="195611" y="93103"/>
                </a:lnTo>
                <a:close/>
                <a:moveTo>
                  <a:pt x="318839" y="70747"/>
                </a:moveTo>
                <a:lnTo>
                  <a:pt x="321019" y="71702"/>
                </a:lnTo>
                <a:cubicBezTo>
                  <a:pt x="318203" y="79062"/>
                  <a:pt x="314318" y="84696"/>
                  <a:pt x="309365" y="88604"/>
                </a:cubicBezTo>
                <a:cubicBezTo>
                  <a:pt x="304411" y="92511"/>
                  <a:pt x="298664" y="94465"/>
                  <a:pt x="292121" y="94465"/>
                </a:cubicBezTo>
                <a:cubicBezTo>
                  <a:pt x="284306" y="94465"/>
                  <a:pt x="278104" y="91717"/>
                  <a:pt x="273514" y="86220"/>
                </a:cubicBezTo>
                <a:cubicBezTo>
                  <a:pt x="268925" y="80722"/>
                  <a:pt x="266631" y="73292"/>
                  <a:pt x="266631" y="63931"/>
                </a:cubicBezTo>
                <a:cubicBezTo>
                  <a:pt x="266631" y="58297"/>
                  <a:pt x="267517" y="53185"/>
                  <a:pt x="269289" y="48597"/>
                </a:cubicBezTo>
                <a:cubicBezTo>
                  <a:pt x="271062" y="44007"/>
                  <a:pt x="273537" y="40303"/>
                  <a:pt x="276717" y="37486"/>
                </a:cubicBezTo>
                <a:cubicBezTo>
                  <a:pt x="281988" y="32760"/>
                  <a:pt x="288122" y="30397"/>
                  <a:pt x="295121" y="30397"/>
                </a:cubicBezTo>
                <a:cubicBezTo>
                  <a:pt x="302481" y="30397"/>
                  <a:pt x="308297" y="32987"/>
                  <a:pt x="312568" y="38168"/>
                </a:cubicBezTo>
                <a:cubicBezTo>
                  <a:pt x="314294" y="40349"/>
                  <a:pt x="315566" y="42644"/>
                  <a:pt x="316385" y="45053"/>
                </a:cubicBezTo>
                <a:cubicBezTo>
                  <a:pt x="317203" y="47460"/>
                  <a:pt x="317884" y="50891"/>
                  <a:pt x="318429" y="55344"/>
                </a:cubicBezTo>
                <a:lnTo>
                  <a:pt x="276445" y="55344"/>
                </a:lnTo>
                <a:cubicBezTo>
                  <a:pt x="276626" y="59524"/>
                  <a:pt x="276990" y="62909"/>
                  <a:pt x="277534" y="65499"/>
                </a:cubicBezTo>
                <a:cubicBezTo>
                  <a:pt x="278081" y="68089"/>
                  <a:pt x="278945" y="70702"/>
                  <a:pt x="280126" y="73336"/>
                </a:cubicBezTo>
                <a:cubicBezTo>
                  <a:pt x="284124" y="81152"/>
                  <a:pt x="289985" y="85059"/>
                  <a:pt x="297710" y="85059"/>
                </a:cubicBezTo>
                <a:cubicBezTo>
                  <a:pt x="302073" y="85059"/>
                  <a:pt x="305867" y="83969"/>
                  <a:pt x="309092" y="81790"/>
                </a:cubicBezTo>
                <a:cubicBezTo>
                  <a:pt x="312319" y="79608"/>
                  <a:pt x="315568" y="75927"/>
                  <a:pt x="318839" y="70747"/>
                </a:cubicBezTo>
                <a:moveTo>
                  <a:pt x="276717" y="50981"/>
                </a:moveTo>
                <a:lnTo>
                  <a:pt x="304527" y="50981"/>
                </a:lnTo>
                <a:cubicBezTo>
                  <a:pt x="303617" y="45075"/>
                  <a:pt x="302208" y="40986"/>
                  <a:pt x="300300" y="38715"/>
                </a:cubicBezTo>
                <a:cubicBezTo>
                  <a:pt x="298392" y="36442"/>
                  <a:pt x="295348" y="35306"/>
                  <a:pt x="291167" y="35306"/>
                </a:cubicBezTo>
                <a:cubicBezTo>
                  <a:pt x="286986" y="35306"/>
                  <a:pt x="283714" y="36578"/>
                  <a:pt x="281351" y="39123"/>
                </a:cubicBezTo>
                <a:cubicBezTo>
                  <a:pt x="278990" y="41667"/>
                  <a:pt x="277445" y="45620"/>
                  <a:pt x="276717" y="50981"/>
                </a:cubicBezTo>
                <a:close/>
                <a:moveTo>
                  <a:pt x="358234" y="31762"/>
                </a:moveTo>
                <a:lnTo>
                  <a:pt x="358234" y="36123"/>
                </a:lnTo>
                <a:lnTo>
                  <a:pt x="344466" y="36123"/>
                </a:lnTo>
                <a:lnTo>
                  <a:pt x="344466" y="75109"/>
                </a:lnTo>
                <a:cubicBezTo>
                  <a:pt x="344466" y="79380"/>
                  <a:pt x="345011" y="82492"/>
                  <a:pt x="346101" y="84446"/>
                </a:cubicBezTo>
                <a:cubicBezTo>
                  <a:pt x="347193" y="86400"/>
                  <a:pt x="349011" y="87376"/>
                  <a:pt x="351555" y="87376"/>
                </a:cubicBezTo>
                <a:cubicBezTo>
                  <a:pt x="353100" y="87376"/>
                  <a:pt x="354485" y="87013"/>
                  <a:pt x="355711" y="86286"/>
                </a:cubicBezTo>
                <a:cubicBezTo>
                  <a:pt x="356938" y="85560"/>
                  <a:pt x="358279" y="84333"/>
                  <a:pt x="359734" y="82607"/>
                </a:cubicBezTo>
                <a:lnTo>
                  <a:pt x="361506" y="84107"/>
                </a:lnTo>
                <a:cubicBezTo>
                  <a:pt x="357143" y="91012"/>
                  <a:pt x="351690" y="94465"/>
                  <a:pt x="345147" y="94465"/>
                </a:cubicBezTo>
                <a:cubicBezTo>
                  <a:pt x="337060" y="94465"/>
                  <a:pt x="333016" y="88694"/>
                  <a:pt x="333016" y="77153"/>
                </a:cubicBezTo>
                <a:lnTo>
                  <a:pt x="333016" y="36123"/>
                </a:lnTo>
                <a:lnTo>
                  <a:pt x="325790" y="36123"/>
                </a:lnTo>
                <a:cubicBezTo>
                  <a:pt x="325427" y="35850"/>
                  <a:pt x="325245" y="35532"/>
                  <a:pt x="325245" y="35169"/>
                </a:cubicBezTo>
                <a:cubicBezTo>
                  <a:pt x="325245" y="34442"/>
                  <a:pt x="326018" y="33579"/>
                  <a:pt x="327562" y="32579"/>
                </a:cubicBezTo>
                <a:cubicBezTo>
                  <a:pt x="329562" y="31398"/>
                  <a:pt x="331743" y="29467"/>
                  <a:pt x="334106" y="26786"/>
                </a:cubicBezTo>
                <a:cubicBezTo>
                  <a:pt x="336469" y="24104"/>
                  <a:pt x="339604" y="19901"/>
                  <a:pt x="343512" y="14177"/>
                </a:cubicBezTo>
                <a:cubicBezTo>
                  <a:pt x="344148" y="14177"/>
                  <a:pt x="344466" y="14768"/>
                  <a:pt x="344466" y="15949"/>
                </a:cubicBezTo>
                <a:lnTo>
                  <a:pt x="344466" y="31762"/>
                </a:lnTo>
                <a:lnTo>
                  <a:pt x="358234" y="31762"/>
                </a:lnTo>
                <a:close/>
                <a:moveTo>
                  <a:pt x="432843" y="2862"/>
                </a:moveTo>
                <a:lnTo>
                  <a:pt x="432843" y="5452"/>
                </a:lnTo>
                <a:cubicBezTo>
                  <a:pt x="429298" y="5633"/>
                  <a:pt x="426640" y="6042"/>
                  <a:pt x="424868" y="6679"/>
                </a:cubicBezTo>
                <a:cubicBezTo>
                  <a:pt x="423096" y="7315"/>
                  <a:pt x="421892" y="8475"/>
                  <a:pt x="421255" y="10157"/>
                </a:cubicBezTo>
                <a:cubicBezTo>
                  <a:pt x="420619" y="11837"/>
                  <a:pt x="420255" y="14359"/>
                  <a:pt x="420165" y="17722"/>
                </a:cubicBezTo>
                <a:lnTo>
                  <a:pt x="420165" y="82197"/>
                </a:lnTo>
                <a:cubicBezTo>
                  <a:pt x="420255" y="83833"/>
                  <a:pt x="420528" y="85038"/>
                  <a:pt x="420983" y="85810"/>
                </a:cubicBezTo>
                <a:cubicBezTo>
                  <a:pt x="421437" y="86583"/>
                  <a:pt x="422482" y="87082"/>
                  <a:pt x="424117" y="87310"/>
                </a:cubicBezTo>
                <a:cubicBezTo>
                  <a:pt x="425753" y="87537"/>
                  <a:pt x="428344" y="87696"/>
                  <a:pt x="431888" y="87786"/>
                </a:cubicBezTo>
                <a:lnTo>
                  <a:pt x="441021" y="87786"/>
                </a:lnTo>
                <a:cubicBezTo>
                  <a:pt x="446929" y="87605"/>
                  <a:pt x="451676" y="86992"/>
                  <a:pt x="455265" y="85947"/>
                </a:cubicBezTo>
                <a:cubicBezTo>
                  <a:pt x="458855" y="84902"/>
                  <a:pt x="461832" y="83062"/>
                  <a:pt x="464195" y="80427"/>
                </a:cubicBezTo>
                <a:cubicBezTo>
                  <a:pt x="466557" y="77791"/>
                  <a:pt x="468784" y="74110"/>
                  <a:pt x="470873" y="69384"/>
                </a:cubicBezTo>
                <a:lnTo>
                  <a:pt x="474283" y="69384"/>
                </a:lnTo>
                <a:lnTo>
                  <a:pt x="467739" y="93103"/>
                </a:lnTo>
                <a:lnTo>
                  <a:pt x="394400" y="93103"/>
                </a:lnTo>
                <a:lnTo>
                  <a:pt x="394400" y="90513"/>
                </a:lnTo>
                <a:cubicBezTo>
                  <a:pt x="397673" y="90331"/>
                  <a:pt x="400149" y="89900"/>
                  <a:pt x="401830" y="89219"/>
                </a:cubicBezTo>
                <a:cubicBezTo>
                  <a:pt x="403512" y="88537"/>
                  <a:pt x="404648" y="87356"/>
                  <a:pt x="405239" y="85675"/>
                </a:cubicBezTo>
                <a:cubicBezTo>
                  <a:pt x="405830" y="83993"/>
                  <a:pt x="406170" y="81516"/>
                  <a:pt x="406260" y="78245"/>
                </a:cubicBezTo>
                <a:lnTo>
                  <a:pt x="406260" y="17722"/>
                </a:lnTo>
                <a:cubicBezTo>
                  <a:pt x="406170" y="14449"/>
                  <a:pt x="405830" y="11972"/>
                  <a:pt x="405239" y="10292"/>
                </a:cubicBezTo>
                <a:cubicBezTo>
                  <a:pt x="404648" y="8610"/>
                  <a:pt x="403535" y="7428"/>
                  <a:pt x="401899" y="6748"/>
                </a:cubicBezTo>
                <a:cubicBezTo>
                  <a:pt x="400262" y="6065"/>
                  <a:pt x="397763" y="5633"/>
                  <a:pt x="394400" y="5452"/>
                </a:cubicBezTo>
                <a:lnTo>
                  <a:pt x="394400" y="2862"/>
                </a:lnTo>
                <a:lnTo>
                  <a:pt x="432843" y="2862"/>
                </a:lnTo>
                <a:close/>
                <a:moveTo>
                  <a:pt x="532489" y="70747"/>
                </a:moveTo>
                <a:lnTo>
                  <a:pt x="534668" y="71702"/>
                </a:lnTo>
                <a:cubicBezTo>
                  <a:pt x="531852" y="79062"/>
                  <a:pt x="527967" y="84696"/>
                  <a:pt x="523014" y="88604"/>
                </a:cubicBezTo>
                <a:cubicBezTo>
                  <a:pt x="518061" y="92511"/>
                  <a:pt x="512313" y="94465"/>
                  <a:pt x="505771" y="94465"/>
                </a:cubicBezTo>
                <a:cubicBezTo>
                  <a:pt x="497956" y="94465"/>
                  <a:pt x="491753" y="91717"/>
                  <a:pt x="487163" y="86220"/>
                </a:cubicBezTo>
                <a:cubicBezTo>
                  <a:pt x="482575" y="80722"/>
                  <a:pt x="480281" y="73292"/>
                  <a:pt x="480281" y="63931"/>
                </a:cubicBezTo>
                <a:cubicBezTo>
                  <a:pt x="480281" y="58297"/>
                  <a:pt x="481167" y="53185"/>
                  <a:pt x="482939" y="48597"/>
                </a:cubicBezTo>
                <a:cubicBezTo>
                  <a:pt x="484711" y="44007"/>
                  <a:pt x="487187" y="40303"/>
                  <a:pt x="490367" y="37486"/>
                </a:cubicBezTo>
                <a:cubicBezTo>
                  <a:pt x="495637" y="32760"/>
                  <a:pt x="501772" y="30397"/>
                  <a:pt x="508770" y="30397"/>
                </a:cubicBezTo>
                <a:cubicBezTo>
                  <a:pt x="516131" y="30397"/>
                  <a:pt x="521946" y="32987"/>
                  <a:pt x="526217" y="38168"/>
                </a:cubicBezTo>
                <a:cubicBezTo>
                  <a:pt x="527944" y="40349"/>
                  <a:pt x="529216" y="42644"/>
                  <a:pt x="530034" y="45053"/>
                </a:cubicBezTo>
                <a:cubicBezTo>
                  <a:pt x="530852" y="47460"/>
                  <a:pt x="531534" y="50891"/>
                  <a:pt x="532079" y="55344"/>
                </a:cubicBezTo>
                <a:lnTo>
                  <a:pt x="490094" y="55344"/>
                </a:lnTo>
                <a:cubicBezTo>
                  <a:pt x="490276" y="59524"/>
                  <a:pt x="490639" y="62909"/>
                  <a:pt x="491184" y="65499"/>
                </a:cubicBezTo>
                <a:cubicBezTo>
                  <a:pt x="491730" y="68089"/>
                  <a:pt x="492594" y="70702"/>
                  <a:pt x="493776" y="73336"/>
                </a:cubicBezTo>
                <a:cubicBezTo>
                  <a:pt x="497773" y="81152"/>
                  <a:pt x="503635" y="85059"/>
                  <a:pt x="511360" y="85059"/>
                </a:cubicBezTo>
                <a:cubicBezTo>
                  <a:pt x="515722" y="85059"/>
                  <a:pt x="519516" y="83969"/>
                  <a:pt x="522742" y="81790"/>
                </a:cubicBezTo>
                <a:cubicBezTo>
                  <a:pt x="525968" y="79608"/>
                  <a:pt x="529217" y="75927"/>
                  <a:pt x="532489" y="70747"/>
                </a:cubicBezTo>
                <a:moveTo>
                  <a:pt x="490367" y="50981"/>
                </a:moveTo>
                <a:lnTo>
                  <a:pt x="518176" y="50981"/>
                </a:lnTo>
                <a:cubicBezTo>
                  <a:pt x="517266" y="45075"/>
                  <a:pt x="515858" y="40986"/>
                  <a:pt x="513950" y="38715"/>
                </a:cubicBezTo>
                <a:cubicBezTo>
                  <a:pt x="512042" y="36442"/>
                  <a:pt x="508997" y="35306"/>
                  <a:pt x="504816" y="35306"/>
                </a:cubicBezTo>
                <a:cubicBezTo>
                  <a:pt x="500636" y="35306"/>
                  <a:pt x="497364" y="36578"/>
                  <a:pt x="495001" y="39123"/>
                </a:cubicBezTo>
                <a:cubicBezTo>
                  <a:pt x="492639" y="41667"/>
                  <a:pt x="491095" y="45620"/>
                  <a:pt x="490367" y="50981"/>
                </a:cubicBezTo>
                <a:close/>
                <a:moveTo>
                  <a:pt x="539032" y="93103"/>
                </a:moveTo>
                <a:lnTo>
                  <a:pt x="539032" y="91058"/>
                </a:lnTo>
                <a:cubicBezTo>
                  <a:pt x="542485" y="90876"/>
                  <a:pt x="544733" y="90127"/>
                  <a:pt x="545778" y="88810"/>
                </a:cubicBezTo>
                <a:cubicBezTo>
                  <a:pt x="546823" y="87491"/>
                  <a:pt x="547392" y="84833"/>
                  <a:pt x="547483" y="80835"/>
                </a:cubicBezTo>
                <a:lnTo>
                  <a:pt x="547483" y="47029"/>
                </a:lnTo>
                <a:cubicBezTo>
                  <a:pt x="547483" y="43666"/>
                  <a:pt x="547119" y="41372"/>
                  <a:pt x="546391" y="40146"/>
                </a:cubicBezTo>
                <a:cubicBezTo>
                  <a:pt x="545665" y="38919"/>
                  <a:pt x="544347" y="38305"/>
                  <a:pt x="542439" y="38305"/>
                </a:cubicBezTo>
                <a:cubicBezTo>
                  <a:pt x="540713" y="38305"/>
                  <a:pt x="539486" y="38487"/>
                  <a:pt x="538760" y="38850"/>
                </a:cubicBezTo>
                <a:lnTo>
                  <a:pt x="538760" y="36533"/>
                </a:lnTo>
                <a:cubicBezTo>
                  <a:pt x="542486" y="35442"/>
                  <a:pt x="545712" y="34442"/>
                  <a:pt x="548438" y="33534"/>
                </a:cubicBezTo>
                <a:cubicBezTo>
                  <a:pt x="551164" y="32624"/>
                  <a:pt x="554208" y="31578"/>
                  <a:pt x="557571" y="30397"/>
                </a:cubicBezTo>
                <a:lnTo>
                  <a:pt x="558524" y="30672"/>
                </a:lnTo>
                <a:lnTo>
                  <a:pt x="558524" y="41440"/>
                </a:lnTo>
                <a:cubicBezTo>
                  <a:pt x="561615" y="38532"/>
                  <a:pt x="564250" y="36283"/>
                  <a:pt x="566430" y="34692"/>
                </a:cubicBezTo>
                <a:cubicBezTo>
                  <a:pt x="568611" y="33102"/>
                  <a:pt x="570611" y="31988"/>
                  <a:pt x="572428" y="31352"/>
                </a:cubicBezTo>
                <a:cubicBezTo>
                  <a:pt x="574246" y="30715"/>
                  <a:pt x="576200" y="30397"/>
                  <a:pt x="578290" y="30397"/>
                </a:cubicBezTo>
                <a:cubicBezTo>
                  <a:pt x="583379" y="30397"/>
                  <a:pt x="587332" y="32192"/>
                  <a:pt x="590148" y="35782"/>
                </a:cubicBezTo>
                <a:cubicBezTo>
                  <a:pt x="592966" y="39372"/>
                  <a:pt x="594375" y="44393"/>
                  <a:pt x="594375" y="50845"/>
                </a:cubicBezTo>
                <a:lnTo>
                  <a:pt x="594375" y="82062"/>
                </a:lnTo>
                <a:cubicBezTo>
                  <a:pt x="594466" y="85423"/>
                  <a:pt x="595034" y="87672"/>
                  <a:pt x="596078" y="88810"/>
                </a:cubicBezTo>
                <a:cubicBezTo>
                  <a:pt x="597124" y="89945"/>
                  <a:pt x="599328" y="90695"/>
                  <a:pt x="602690" y="91058"/>
                </a:cubicBezTo>
                <a:lnTo>
                  <a:pt x="602690" y="93103"/>
                </a:lnTo>
                <a:lnTo>
                  <a:pt x="574336" y="93103"/>
                </a:lnTo>
                <a:lnTo>
                  <a:pt x="574336" y="91058"/>
                </a:lnTo>
                <a:cubicBezTo>
                  <a:pt x="577699" y="90876"/>
                  <a:pt x="579948" y="90036"/>
                  <a:pt x="581083" y="88537"/>
                </a:cubicBezTo>
                <a:cubicBezTo>
                  <a:pt x="582220" y="87037"/>
                  <a:pt x="582834" y="84060"/>
                  <a:pt x="582924" y="79608"/>
                </a:cubicBezTo>
                <a:lnTo>
                  <a:pt x="582924" y="51118"/>
                </a:lnTo>
                <a:cubicBezTo>
                  <a:pt x="582924" y="42303"/>
                  <a:pt x="579607" y="37895"/>
                  <a:pt x="572973" y="37895"/>
                </a:cubicBezTo>
                <a:cubicBezTo>
                  <a:pt x="570702" y="37895"/>
                  <a:pt x="568590" y="38418"/>
                  <a:pt x="566636" y="39464"/>
                </a:cubicBezTo>
                <a:cubicBezTo>
                  <a:pt x="564682" y="40508"/>
                  <a:pt x="562114" y="42575"/>
                  <a:pt x="558933" y="45664"/>
                </a:cubicBezTo>
                <a:lnTo>
                  <a:pt x="558933" y="83969"/>
                </a:lnTo>
                <a:cubicBezTo>
                  <a:pt x="558933" y="86424"/>
                  <a:pt x="559592" y="88174"/>
                  <a:pt x="560909" y="89219"/>
                </a:cubicBezTo>
                <a:cubicBezTo>
                  <a:pt x="562227" y="90263"/>
                  <a:pt x="564567" y="90876"/>
                  <a:pt x="567929" y="91058"/>
                </a:cubicBezTo>
                <a:lnTo>
                  <a:pt x="567929" y="93103"/>
                </a:lnTo>
                <a:lnTo>
                  <a:pt x="539032" y="93103"/>
                </a:lnTo>
                <a:close/>
                <a:moveTo>
                  <a:pt x="668803" y="40213"/>
                </a:moveTo>
                <a:lnTo>
                  <a:pt x="657488" y="40213"/>
                </a:lnTo>
                <a:cubicBezTo>
                  <a:pt x="658487" y="42394"/>
                  <a:pt x="659169" y="44348"/>
                  <a:pt x="659532" y="46074"/>
                </a:cubicBezTo>
                <a:cubicBezTo>
                  <a:pt x="659897" y="47800"/>
                  <a:pt x="660079" y="49663"/>
                  <a:pt x="660079" y="51663"/>
                </a:cubicBezTo>
                <a:cubicBezTo>
                  <a:pt x="660079" y="58207"/>
                  <a:pt x="657898" y="63341"/>
                  <a:pt x="653536" y="67067"/>
                </a:cubicBezTo>
                <a:cubicBezTo>
                  <a:pt x="651446" y="68884"/>
                  <a:pt x="649106" y="70292"/>
                  <a:pt x="646516" y="71292"/>
                </a:cubicBezTo>
                <a:cubicBezTo>
                  <a:pt x="643925" y="72292"/>
                  <a:pt x="641358" y="72791"/>
                  <a:pt x="638813" y="72791"/>
                </a:cubicBezTo>
                <a:cubicBezTo>
                  <a:pt x="638722" y="72791"/>
                  <a:pt x="638017" y="72724"/>
                  <a:pt x="636700" y="72588"/>
                </a:cubicBezTo>
                <a:cubicBezTo>
                  <a:pt x="635383" y="72452"/>
                  <a:pt x="633497" y="72292"/>
                  <a:pt x="631043" y="72109"/>
                </a:cubicBezTo>
                <a:cubicBezTo>
                  <a:pt x="629861" y="72474"/>
                  <a:pt x="628634" y="73156"/>
                  <a:pt x="627361" y="74156"/>
                </a:cubicBezTo>
                <a:cubicBezTo>
                  <a:pt x="626089" y="75154"/>
                  <a:pt x="625022" y="76267"/>
                  <a:pt x="624158" y="77494"/>
                </a:cubicBezTo>
                <a:cubicBezTo>
                  <a:pt x="623295" y="78722"/>
                  <a:pt x="622864" y="79789"/>
                  <a:pt x="622864" y="80698"/>
                </a:cubicBezTo>
                <a:cubicBezTo>
                  <a:pt x="622864" y="82879"/>
                  <a:pt x="626408" y="84106"/>
                  <a:pt x="633497" y="84379"/>
                </a:cubicBezTo>
                <a:lnTo>
                  <a:pt x="651081" y="85197"/>
                </a:lnTo>
                <a:cubicBezTo>
                  <a:pt x="656170" y="85378"/>
                  <a:pt x="660192" y="86787"/>
                  <a:pt x="663145" y="89423"/>
                </a:cubicBezTo>
                <a:cubicBezTo>
                  <a:pt x="666099" y="92058"/>
                  <a:pt x="667576" y="95511"/>
                  <a:pt x="667576" y="99781"/>
                </a:cubicBezTo>
                <a:cubicBezTo>
                  <a:pt x="667576" y="104871"/>
                  <a:pt x="665077" y="109460"/>
                  <a:pt x="660079" y="113549"/>
                </a:cubicBezTo>
                <a:cubicBezTo>
                  <a:pt x="656535" y="116367"/>
                  <a:pt x="652263" y="118616"/>
                  <a:pt x="647264" y="120296"/>
                </a:cubicBezTo>
                <a:cubicBezTo>
                  <a:pt x="642267" y="121979"/>
                  <a:pt x="637224" y="122820"/>
                  <a:pt x="632135" y="122820"/>
                </a:cubicBezTo>
                <a:cubicBezTo>
                  <a:pt x="627772" y="122820"/>
                  <a:pt x="623819" y="122229"/>
                  <a:pt x="620274" y="121047"/>
                </a:cubicBezTo>
                <a:cubicBezTo>
                  <a:pt x="616730" y="119866"/>
                  <a:pt x="613890" y="118253"/>
                  <a:pt x="611755" y="116207"/>
                </a:cubicBezTo>
                <a:cubicBezTo>
                  <a:pt x="609619" y="114163"/>
                  <a:pt x="608552" y="111960"/>
                  <a:pt x="608552" y="109597"/>
                </a:cubicBezTo>
                <a:cubicBezTo>
                  <a:pt x="608552" y="107052"/>
                  <a:pt x="609551" y="104530"/>
                  <a:pt x="611551" y="102030"/>
                </a:cubicBezTo>
                <a:cubicBezTo>
                  <a:pt x="613551" y="99531"/>
                  <a:pt x="617004" y="96510"/>
                  <a:pt x="621911" y="92965"/>
                </a:cubicBezTo>
                <a:cubicBezTo>
                  <a:pt x="619094" y="91602"/>
                  <a:pt x="617185" y="90422"/>
                  <a:pt x="616185" y="89423"/>
                </a:cubicBezTo>
                <a:cubicBezTo>
                  <a:pt x="615185" y="88423"/>
                  <a:pt x="614685" y="87196"/>
                  <a:pt x="614685" y="85742"/>
                </a:cubicBezTo>
                <a:cubicBezTo>
                  <a:pt x="614685" y="84560"/>
                  <a:pt x="614935" y="83492"/>
                  <a:pt x="615434" y="82538"/>
                </a:cubicBezTo>
                <a:cubicBezTo>
                  <a:pt x="615935" y="81584"/>
                  <a:pt x="616912" y="80380"/>
                  <a:pt x="618367" y="78925"/>
                </a:cubicBezTo>
                <a:cubicBezTo>
                  <a:pt x="618549" y="78654"/>
                  <a:pt x="619048" y="78132"/>
                  <a:pt x="619865" y="77359"/>
                </a:cubicBezTo>
                <a:cubicBezTo>
                  <a:pt x="620683" y="76587"/>
                  <a:pt x="621819" y="75518"/>
                  <a:pt x="623274" y="74154"/>
                </a:cubicBezTo>
                <a:lnTo>
                  <a:pt x="626818" y="70884"/>
                </a:lnTo>
                <a:cubicBezTo>
                  <a:pt x="622274" y="68611"/>
                  <a:pt x="619025" y="66067"/>
                  <a:pt x="617071" y="63251"/>
                </a:cubicBezTo>
                <a:cubicBezTo>
                  <a:pt x="615117" y="60433"/>
                  <a:pt x="614141" y="56889"/>
                  <a:pt x="614141" y="52618"/>
                </a:cubicBezTo>
                <a:cubicBezTo>
                  <a:pt x="614141" y="48437"/>
                  <a:pt x="615163" y="44665"/>
                  <a:pt x="617206" y="41302"/>
                </a:cubicBezTo>
                <a:cubicBezTo>
                  <a:pt x="619252" y="37940"/>
                  <a:pt x="622001" y="35282"/>
                  <a:pt x="625454" y="33328"/>
                </a:cubicBezTo>
                <a:cubicBezTo>
                  <a:pt x="628908" y="31374"/>
                  <a:pt x="632725" y="30397"/>
                  <a:pt x="636904" y="30397"/>
                </a:cubicBezTo>
                <a:cubicBezTo>
                  <a:pt x="640540" y="30397"/>
                  <a:pt x="644175" y="31079"/>
                  <a:pt x="647809" y="32442"/>
                </a:cubicBezTo>
                <a:lnTo>
                  <a:pt x="650809" y="33534"/>
                </a:lnTo>
                <a:cubicBezTo>
                  <a:pt x="652172" y="33987"/>
                  <a:pt x="653398" y="34328"/>
                  <a:pt x="654488" y="34555"/>
                </a:cubicBezTo>
                <a:cubicBezTo>
                  <a:pt x="655580" y="34782"/>
                  <a:pt x="656853" y="34896"/>
                  <a:pt x="658307" y="34896"/>
                </a:cubicBezTo>
                <a:lnTo>
                  <a:pt x="668803" y="34896"/>
                </a:lnTo>
                <a:lnTo>
                  <a:pt x="668803" y="40213"/>
                </a:lnTo>
                <a:moveTo>
                  <a:pt x="624773" y="93375"/>
                </a:moveTo>
                <a:cubicBezTo>
                  <a:pt x="622047" y="96646"/>
                  <a:pt x="620252" y="99031"/>
                  <a:pt x="619388" y="100530"/>
                </a:cubicBezTo>
                <a:cubicBezTo>
                  <a:pt x="618526" y="102031"/>
                  <a:pt x="618095" y="103553"/>
                  <a:pt x="618095" y="105098"/>
                </a:cubicBezTo>
                <a:cubicBezTo>
                  <a:pt x="618095" y="108097"/>
                  <a:pt x="619889" y="110505"/>
                  <a:pt x="623478" y="112322"/>
                </a:cubicBezTo>
                <a:cubicBezTo>
                  <a:pt x="627068" y="114140"/>
                  <a:pt x="631907" y="115049"/>
                  <a:pt x="637996" y="115049"/>
                </a:cubicBezTo>
                <a:cubicBezTo>
                  <a:pt x="645720" y="115049"/>
                  <a:pt x="651944" y="113821"/>
                  <a:pt x="656670" y="111367"/>
                </a:cubicBezTo>
                <a:cubicBezTo>
                  <a:pt x="661396" y="108914"/>
                  <a:pt x="663759" y="105734"/>
                  <a:pt x="663759" y="101826"/>
                </a:cubicBezTo>
                <a:cubicBezTo>
                  <a:pt x="663759" y="99373"/>
                  <a:pt x="662487" y="97647"/>
                  <a:pt x="659942" y="96647"/>
                </a:cubicBezTo>
                <a:cubicBezTo>
                  <a:pt x="657397" y="95647"/>
                  <a:pt x="653036" y="95147"/>
                  <a:pt x="646857" y="95147"/>
                </a:cubicBezTo>
                <a:cubicBezTo>
                  <a:pt x="644676" y="95147"/>
                  <a:pt x="642153" y="95056"/>
                  <a:pt x="639290" y="94875"/>
                </a:cubicBezTo>
                <a:cubicBezTo>
                  <a:pt x="636428" y="94693"/>
                  <a:pt x="633679" y="94466"/>
                  <a:pt x="631043" y="94193"/>
                </a:cubicBezTo>
                <a:cubicBezTo>
                  <a:pt x="628408" y="93921"/>
                  <a:pt x="626318" y="93648"/>
                  <a:pt x="624773" y="93375"/>
                </a:cubicBezTo>
                <a:moveTo>
                  <a:pt x="625454" y="47029"/>
                </a:moveTo>
                <a:lnTo>
                  <a:pt x="625454" y="47436"/>
                </a:lnTo>
                <a:cubicBezTo>
                  <a:pt x="625454" y="53980"/>
                  <a:pt x="626749" y="59274"/>
                  <a:pt x="629339" y="63319"/>
                </a:cubicBezTo>
                <a:cubicBezTo>
                  <a:pt x="631929" y="67363"/>
                  <a:pt x="635315" y="69384"/>
                  <a:pt x="639496" y="69384"/>
                </a:cubicBezTo>
                <a:cubicBezTo>
                  <a:pt x="642675" y="69384"/>
                  <a:pt x="645151" y="68271"/>
                  <a:pt x="646923" y="66044"/>
                </a:cubicBezTo>
                <a:cubicBezTo>
                  <a:pt x="648695" y="63817"/>
                  <a:pt x="649582" y="60795"/>
                  <a:pt x="649582" y="56979"/>
                </a:cubicBezTo>
                <a:cubicBezTo>
                  <a:pt x="649582" y="54253"/>
                  <a:pt x="649218" y="51436"/>
                  <a:pt x="648492" y="48528"/>
                </a:cubicBezTo>
                <a:cubicBezTo>
                  <a:pt x="647765" y="45621"/>
                  <a:pt x="646765" y="42985"/>
                  <a:pt x="645492" y="40622"/>
                </a:cubicBezTo>
                <a:cubicBezTo>
                  <a:pt x="643221" y="36350"/>
                  <a:pt x="639904" y="34214"/>
                  <a:pt x="635542" y="34214"/>
                </a:cubicBezTo>
                <a:cubicBezTo>
                  <a:pt x="632452" y="34214"/>
                  <a:pt x="629998" y="35350"/>
                  <a:pt x="628180" y="37623"/>
                </a:cubicBezTo>
                <a:cubicBezTo>
                  <a:pt x="626363" y="39894"/>
                  <a:pt x="625454" y="43030"/>
                  <a:pt x="625454" y="47029"/>
                </a:cubicBezTo>
                <a:close/>
                <a:moveTo>
                  <a:pt x="708199" y="31762"/>
                </a:moveTo>
                <a:lnTo>
                  <a:pt x="708199" y="36123"/>
                </a:lnTo>
                <a:lnTo>
                  <a:pt x="694431" y="36123"/>
                </a:lnTo>
                <a:lnTo>
                  <a:pt x="694431" y="75109"/>
                </a:lnTo>
                <a:cubicBezTo>
                  <a:pt x="694431" y="79380"/>
                  <a:pt x="694976" y="82492"/>
                  <a:pt x="696066" y="84446"/>
                </a:cubicBezTo>
                <a:cubicBezTo>
                  <a:pt x="697157" y="86400"/>
                  <a:pt x="698975" y="87376"/>
                  <a:pt x="701520" y="87376"/>
                </a:cubicBezTo>
                <a:cubicBezTo>
                  <a:pt x="703064" y="87376"/>
                  <a:pt x="704450" y="87013"/>
                  <a:pt x="705676" y="86286"/>
                </a:cubicBezTo>
                <a:cubicBezTo>
                  <a:pt x="706903" y="85560"/>
                  <a:pt x="708244" y="84333"/>
                  <a:pt x="709698" y="82607"/>
                </a:cubicBezTo>
                <a:lnTo>
                  <a:pt x="711470" y="84107"/>
                </a:lnTo>
                <a:cubicBezTo>
                  <a:pt x="707108" y="91012"/>
                  <a:pt x="701655" y="94465"/>
                  <a:pt x="695111" y="94465"/>
                </a:cubicBezTo>
                <a:cubicBezTo>
                  <a:pt x="687024" y="94465"/>
                  <a:pt x="682981" y="88694"/>
                  <a:pt x="682981" y="77153"/>
                </a:cubicBezTo>
                <a:lnTo>
                  <a:pt x="682981" y="36123"/>
                </a:lnTo>
                <a:lnTo>
                  <a:pt x="675755" y="36123"/>
                </a:lnTo>
                <a:cubicBezTo>
                  <a:pt x="675392" y="35850"/>
                  <a:pt x="675210" y="35532"/>
                  <a:pt x="675210" y="35169"/>
                </a:cubicBezTo>
                <a:cubicBezTo>
                  <a:pt x="675210" y="34442"/>
                  <a:pt x="675982" y="33579"/>
                  <a:pt x="677527" y="32579"/>
                </a:cubicBezTo>
                <a:cubicBezTo>
                  <a:pt x="679527" y="31398"/>
                  <a:pt x="681708" y="29467"/>
                  <a:pt x="684071" y="26786"/>
                </a:cubicBezTo>
                <a:cubicBezTo>
                  <a:pt x="686434" y="24104"/>
                  <a:pt x="689569" y="19901"/>
                  <a:pt x="693476" y="14177"/>
                </a:cubicBezTo>
                <a:cubicBezTo>
                  <a:pt x="694113" y="14177"/>
                  <a:pt x="694431" y="14768"/>
                  <a:pt x="694431" y="15949"/>
                </a:cubicBezTo>
                <a:lnTo>
                  <a:pt x="694431" y="31762"/>
                </a:lnTo>
                <a:lnTo>
                  <a:pt x="708199" y="31762"/>
                </a:lnTo>
                <a:close/>
                <a:moveTo>
                  <a:pt x="776491" y="91058"/>
                </a:moveTo>
                <a:lnTo>
                  <a:pt x="776491" y="93103"/>
                </a:lnTo>
                <a:lnTo>
                  <a:pt x="747592" y="93103"/>
                </a:lnTo>
                <a:lnTo>
                  <a:pt x="747592" y="91058"/>
                </a:lnTo>
                <a:cubicBezTo>
                  <a:pt x="750228" y="90785"/>
                  <a:pt x="752182" y="90353"/>
                  <a:pt x="753453" y="89762"/>
                </a:cubicBezTo>
                <a:cubicBezTo>
                  <a:pt x="754726" y="89171"/>
                  <a:pt x="755589" y="88059"/>
                  <a:pt x="756043" y="86424"/>
                </a:cubicBezTo>
                <a:cubicBezTo>
                  <a:pt x="756498" y="84788"/>
                  <a:pt x="756771" y="82379"/>
                  <a:pt x="756862" y="79198"/>
                </a:cubicBezTo>
                <a:lnTo>
                  <a:pt x="756862" y="52208"/>
                </a:lnTo>
                <a:cubicBezTo>
                  <a:pt x="756862" y="42575"/>
                  <a:pt x="753455" y="37758"/>
                  <a:pt x="746639" y="37758"/>
                </a:cubicBezTo>
                <a:cubicBezTo>
                  <a:pt x="744003" y="37758"/>
                  <a:pt x="741549" y="38395"/>
                  <a:pt x="739276" y="39668"/>
                </a:cubicBezTo>
                <a:cubicBezTo>
                  <a:pt x="737005" y="40939"/>
                  <a:pt x="734415" y="43165"/>
                  <a:pt x="731507" y="46346"/>
                </a:cubicBezTo>
                <a:lnTo>
                  <a:pt x="731507" y="79198"/>
                </a:lnTo>
                <a:cubicBezTo>
                  <a:pt x="731599" y="82379"/>
                  <a:pt x="731871" y="84788"/>
                  <a:pt x="732325" y="86424"/>
                </a:cubicBezTo>
                <a:cubicBezTo>
                  <a:pt x="732780" y="88059"/>
                  <a:pt x="733643" y="89171"/>
                  <a:pt x="734914" y="89762"/>
                </a:cubicBezTo>
                <a:cubicBezTo>
                  <a:pt x="736187" y="90353"/>
                  <a:pt x="738142" y="90785"/>
                  <a:pt x="740778" y="91058"/>
                </a:cubicBezTo>
                <a:lnTo>
                  <a:pt x="740778" y="93103"/>
                </a:lnTo>
                <a:lnTo>
                  <a:pt x="711333" y="93103"/>
                </a:lnTo>
                <a:lnTo>
                  <a:pt x="711333" y="91058"/>
                </a:lnTo>
                <a:cubicBezTo>
                  <a:pt x="713968" y="90695"/>
                  <a:pt x="715876" y="90241"/>
                  <a:pt x="717058" y="89696"/>
                </a:cubicBezTo>
                <a:cubicBezTo>
                  <a:pt x="718239" y="89149"/>
                  <a:pt x="719011" y="88082"/>
                  <a:pt x="719375" y="86492"/>
                </a:cubicBezTo>
                <a:cubicBezTo>
                  <a:pt x="719739" y="84902"/>
                  <a:pt x="719967" y="82470"/>
                  <a:pt x="720057" y="79198"/>
                </a:cubicBezTo>
                <a:lnTo>
                  <a:pt x="720057" y="14995"/>
                </a:lnTo>
                <a:cubicBezTo>
                  <a:pt x="720057" y="12087"/>
                  <a:pt x="719625" y="10202"/>
                  <a:pt x="718761" y="9339"/>
                </a:cubicBezTo>
                <a:cubicBezTo>
                  <a:pt x="717899" y="8475"/>
                  <a:pt x="716013" y="8043"/>
                  <a:pt x="713106" y="8043"/>
                </a:cubicBezTo>
                <a:cubicBezTo>
                  <a:pt x="712379" y="8043"/>
                  <a:pt x="711833" y="8088"/>
                  <a:pt x="711469" y="8179"/>
                </a:cubicBezTo>
                <a:lnTo>
                  <a:pt x="711469" y="5997"/>
                </a:lnTo>
                <a:lnTo>
                  <a:pt x="715150" y="4907"/>
                </a:lnTo>
                <a:cubicBezTo>
                  <a:pt x="718966" y="3817"/>
                  <a:pt x="721965" y="2931"/>
                  <a:pt x="724146" y="2251"/>
                </a:cubicBezTo>
                <a:cubicBezTo>
                  <a:pt x="726327" y="1568"/>
                  <a:pt x="728554" y="818"/>
                  <a:pt x="730825" y="0"/>
                </a:cubicBezTo>
                <a:lnTo>
                  <a:pt x="731507" y="410"/>
                </a:lnTo>
                <a:lnTo>
                  <a:pt x="731507" y="41847"/>
                </a:lnTo>
                <a:cubicBezTo>
                  <a:pt x="734688" y="37758"/>
                  <a:pt x="737824" y="34827"/>
                  <a:pt x="740913" y="33055"/>
                </a:cubicBezTo>
                <a:cubicBezTo>
                  <a:pt x="744003" y="31283"/>
                  <a:pt x="747547" y="30397"/>
                  <a:pt x="751546" y="30397"/>
                </a:cubicBezTo>
                <a:cubicBezTo>
                  <a:pt x="762724" y="30397"/>
                  <a:pt x="768313" y="37622"/>
                  <a:pt x="768313" y="52073"/>
                </a:cubicBezTo>
                <a:lnTo>
                  <a:pt x="768313" y="79198"/>
                </a:lnTo>
                <a:cubicBezTo>
                  <a:pt x="768403" y="82379"/>
                  <a:pt x="768607" y="84742"/>
                  <a:pt x="768924" y="86286"/>
                </a:cubicBezTo>
                <a:cubicBezTo>
                  <a:pt x="769243" y="87831"/>
                  <a:pt x="769971" y="88899"/>
                  <a:pt x="771106" y="89490"/>
                </a:cubicBezTo>
                <a:cubicBezTo>
                  <a:pt x="772243" y="90080"/>
                  <a:pt x="774038" y="90603"/>
                  <a:pt x="776491" y="910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8BE4D-00E7-4DA7-987F-7058D30C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221" y="390885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3D5DB-CC58-4D1A-84A0-341CFE4D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221" y="390885"/>
            <a:ext cx="905888" cy="317300"/>
          </a:xfrm>
          <a:custGeom xmlns:a="http://schemas.openxmlformats.org/drawingml/2006/main">
            <a:pathLst>
              <a:path w="905888" h="317300" fill="none">
                <a:moveTo>
                  <a:pt x="0" y="317300"/>
                </a:moveTo>
                <a:lnTo>
                  <a:pt x="905888" y="317300"/>
                </a:lnTo>
                <a:lnTo>
                  <a:pt x="905888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>
                <a:alpha val="96078"/>
              </a:srgbClr>
            </a:solidFill>
            <a:round/>
          </a:ln>
        </p:spPr>
      </p:sp>
      <p:sp>
        <p:nvSpPr>
          <p:cNvPr id="80" name="Text PacketLength">
            <a:extLst xmlns:a="http://schemas.openxmlformats.org/drawingml/2006/main">
              <a:ext uri="{FF2B5EF4-FFF2-40B4-BE49-F238E27FC236}">
                <a16:creationId xmlns:a16="http://schemas.microsoft.com/office/drawing/2014/main" id="{CB85E700-BE8E-42DA-9E7F-6CAF3CCB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508" y="500740"/>
            <a:ext cx="776636" cy="122647"/>
          </a:xfrm>
          <a:custGeom xmlns:a="http://schemas.openxmlformats.org/drawingml/2006/main">
            <a:pathLst>
              <a:path w="776636" h="122647">
                <a:moveTo>
                  <a:pt x="0" y="5444"/>
                </a:moveTo>
                <a:lnTo>
                  <a:pt x="0" y="2858"/>
                </a:lnTo>
                <a:lnTo>
                  <a:pt x="35935" y="2858"/>
                </a:lnTo>
                <a:cubicBezTo>
                  <a:pt x="42378" y="2858"/>
                  <a:pt x="48322" y="3743"/>
                  <a:pt x="53767" y="5513"/>
                </a:cubicBezTo>
                <a:cubicBezTo>
                  <a:pt x="59212" y="7282"/>
                  <a:pt x="63296" y="9665"/>
                  <a:pt x="66020" y="12660"/>
                </a:cubicBezTo>
                <a:cubicBezTo>
                  <a:pt x="69740" y="16652"/>
                  <a:pt x="71601" y="21597"/>
                  <a:pt x="71601" y="27496"/>
                </a:cubicBezTo>
                <a:cubicBezTo>
                  <a:pt x="71601" y="31943"/>
                  <a:pt x="70443" y="36117"/>
                  <a:pt x="68128" y="40021"/>
                </a:cubicBezTo>
                <a:cubicBezTo>
                  <a:pt x="65814" y="43923"/>
                  <a:pt x="62615" y="46963"/>
                  <a:pt x="58532" y="49139"/>
                </a:cubicBezTo>
                <a:cubicBezTo>
                  <a:pt x="52996" y="52226"/>
                  <a:pt x="45055" y="53769"/>
                  <a:pt x="34710" y="53769"/>
                </a:cubicBezTo>
                <a:cubicBezTo>
                  <a:pt x="32986" y="53769"/>
                  <a:pt x="31443" y="53724"/>
                  <a:pt x="30082" y="53634"/>
                </a:cubicBezTo>
                <a:cubicBezTo>
                  <a:pt x="28721" y="53543"/>
                  <a:pt x="27133" y="53451"/>
                  <a:pt x="25317" y="53360"/>
                </a:cubicBezTo>
                <a:lnTo>
                  <a:pt x="25317" y="78135"/>
                </a:lnTo>
                <a:cubicBezTo>
                  <a:pt x="25409" y="81492"/>
                  <a:pt x="25772" y="84033"/>
                  <a:pt x="26406" y="85758"/>
                </a:cubicBezTo>
                <a:cubicBezTo>
                  <a:pt x="27041" y="87482"/>
                  <a:pt x="28267" y="88662"/>
                  <a:pt x="30082" y="89297"/>
                </a:cubicBezTo>
                <a:cubicBezTo>
                  <a:pt x="31898" y="89932"/>
                  <a:pt x="34575" y="90294"/>
                  <a:pt x="38114" y="90386"/>
                </a:cubicBezTo>
                <a:lnTo>
                  <a:pt x="38114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8" y="90023"/>
                  <a:pt x="5966" y="89524"/>
                  <a:pt x="7554" y="88888"/>
                </a:cubicBezTo>
                <a:cubicBezTo>
                  <a:pt x="9143" y="88253"/>
                  <a:pt x="10186" y="87005"/>
                  <a:pt x="10684" y="85145"/>
                </a:cubicBezTo>
                <a:cubicBezTo>
                  <a:pt x="11184" y="83284"/>
                  <a:pt x="11434" y="80448"/>
                  <a:pt x="11434" y="76638"/>
                </a:cubicBezTo>
                <a:lnTo>
                  <a:pt x="11434" y="17697"/>
                </a:lnTo>
                <a:cubicBezTo>
                  <a:pt x="11434" y="14339"/>
                  <a:pt x="11161" y="11866"/>
                  <a:pt x="10616" y="10277"/>
                </a:cubicBezTo>
                <a:cubicBezTo>
                  <a:pt x="10072" y="8689"/>
                  <a:pt x="9005" y="7577"/>
                  <a:pt x="7417" y="6942"/>
                </a:cubicBezTo>
                <a:cubicBezTo>
                  <a:pt x="5829" y="6306"/>
                  <a:pt x="3357" y="5807"/>
                  <a:pt x="0" y="5444"/>
                </a:cubicBezTo>
                <a:moveTo>
                  <a:pt x="25317" y="12523"/>
                </a:moveTo>
                <a:lnTo>
                  <a:pt x="25317" y="47916"/>
                </a:lnTo>
                <a:cubicBezTo>
                  <a:pt x="26860" y="48006"/>
                  <a:pt x="28198" y="48097"/>
                  <a:pt x="29332" y="48188"/>
                </a:cubicBezTo>
                <a:cubicBezTo>
                  <a:pt x="30468" y="48278"/>
                  <a:pt x="31716" y="48323"/>
                  <a:pt x="33077" y="48323"/>
                </a:cubicBezTo>
                <a:cubicBezTo>
                  <a:pt x="48867" y="48323"/>
                  <a:pt x="56762" y="41653"/>
                  <a:pt x="56762" y="28313"/>
                </a:cubicBezTo>
                <a:cubicBezTo>
                  <a:pt x="56762" y="21325"/>
                  <a:pt x="54584" y="16176"/>
                  <a:pt x="50228" y="12863"/>
                </a:cubicBezTo>
                <a:cubicBezTo>
                  <a:pt x="45873" y="9551"/>
                  <a:pt x="39112" y="7895"/>
                  <a:pt x="29945" y="7895"/>
                </a:cubicBezTo>
                <a:cubicBezTo>
                  <a:pt x="28131" y="7895"/>
                  <a:pt x="26906" y="8213"/>
                  <a:pt x="26271" y="8848"/>
                </a:cubicBezTo>
                <a:cubicBezTo>
                  <a:pt x="25635" y="9484"/>
                  <a:pt x="25317" y="10709"/>
                  <a:pt x="25317" y="12523"/>
                </a:cubicBezTo>
                <a:close/>
                <a:moveTo>
                  <a:pt x="133672" y="83988"/>
                </a:moveTo>
                <a:lnTo>
                  <a:pt x="133672" y="87528"/>
                </a:lnTo>
                <a:cubicBezTo>
                  <a:pt x="131312" y="90069"/>
                  <a:pt x="129271" y="91838"/>
                  <a:pt x="127547" y="92837"/>
                </a:cubicBezTo>
                <a:cubicBezTo>
                  <a:pt x="125823" y="93834"/>
                  <a:pt x="123781" y="94332"/>
                  <a:pt x="121421" y="94332"/>
                </a:cubicBezTo>
                <a:cubicBezTo>
                  <a:pt x="118608" y="94332"/>
                  <a:pt x="116543" y="93584"/>
                  <a:pt x="115228" y="92087"/>
                </a:cubicBezTo>
                <a:cubicBezTo>
                  <a:pt x="113912" y="90590"/>
                  <a:pt x="113072" y="88026"/>
                  <a:pt x="112708" y="84395"/>
                </a:cubicBezTo>
                <a:cubicBezTo>
                  <a:pt x="108535" y="87935"/>
                  <a:pt x="104927" y="90476"/>
                  <a:pt x="101887" y="92018"/>
                </a:cubicBezTo>
                <a:cubicBezTo>
                  <a:pt x="98847" y="93561"/>
                  <a:pt x="95830" y="94332"/>
                  <a:pt x="92835" y="94332"/>
                </a:cubicBezTo>
                <a:cubicBezTo>
                  <a:pt x="88660" y="94332"/>
                  <a:pt x="85234" y="92971"/>
                  <a:pt x="82557" y="90249"/>
                </a:cubicBezTo>
                <a:cubicBezTo>
                  <a:pt x="79881" y="87526"/>
                  <a:pt x="78542" y="84033"/>
                  <a:pt x="78542" y="79768"/>
                </a:cubicBezTo>
                <a:cubicBezTo>
                  <a:pt x="78542" y="77500"/>
                  <a:pt x="78996" y="75299"/>
                  <a:pt x="79903" y="73167"/>
                </a:cubicBezTo>
                <a:cubicBezTo>
                  <a:pt x="80811" y="71033"/>
                  <a:pt x="81991" y="69285"/>
                  <a:pt x="83442" y="67924"/>
                </a:cubicBezTo>
                <a:cubicBezTo>
                  <a:pt x="84895" y="66655"/>
                  <a:pt x="86279" y="65543"/>
                  <a:pt x="87594" y="64591"/>
                </a:cubicBezTo>
                <a:cubicBezTo>
                  <a:pt x="88910" y="63638"/>
                  <a:pt x="90497" y="62708"/>
                  <a:pt x="92357" y="61801"/>
                </a:cubicBezTo>
                <a:cubicBezTo>
                  <a:pt x="94218" y="60893"/>
                  <a:pt x="96737" y="59758"/>
                  <a:pt x="99913" y="58397"/>
                </a:cubicBezTo>
                <a:cubicBezTo>
                  <a:pt x="103090" y="57036"/>
                  <a:pt x="107310" y="55311"/>
                  <a:pt x="112573" y="53223"/>
                </a:cubicBezTo>
                <a:lnTo>
                  <a:pt x="112573" y="44921"/>
                </a:lnTo>
                <a:cubicBezTo>
                  <a:pt x="112573" y="37388"/>
                  <a:pt x="109124" y="33622"/>
                  <a:pt x="102227" y="33622"/>
                </a:cubicBezTo>
                <a:cubicBezTo>
                  <a:pt x="99505" y="33622"/>
                  <a:pt x="97191" y="34280"/>
                  <a:pt x="95286" y="35597"/>
                </a:cubicBezTo>
                <a:cubicBezTo>
                  <a:pt x="93380" y="36912"/>
                  <a:pt x="92428" y="38478"/>
                  <a:pt x="92428" y="40293"/>
                </a:cubicBezTo>
                <a:cubicBezTo>
                  <a:pt x="92428" y="41200"/>
                  <a:pt x="92563" y="42288"/>
                  <a:pt x="92835" y="43558"/>
                </a:cubicBezTo>
                <a:cubicBezTo>
                  <a:pt x="92926" y="44012"/>
                  <a:pt x="92994" y="44421"/>
                  <a:pt x="93038" y="44784"/>
                </a:cubicBezTo>
                <a:cubicBezTo>
                  <a:pt x="93084" y="45146"/>
                  <a:pt x="93107" y="45464"/>
                  <a:pt x="93107" y="45737"/>
                </a:cubicBezTo>
                <a:cubicBezTo>
                  <a:pt x="93107" y="47190"/>
                  <a:pt x="92494" y="48506"/>
                  <a:pt x="91269" y="49686"/>
                </a:cubicBezTo>
                <a:cubicBezTo>
                  <a:pt x="90044" y="50865"/>
                  <a:pt x="88615" y="51455"/>
                  <a:pt x="86981" y="51455"/>
                </a:cubicBezTo>
                <a:cubicBezTo>
                  <a:pt x="85348" y="51455"/>
                  <a:pt x="83964" y="50865"/>
                  <a:pt x="82829" y="49686"/>
                </a:cubicBezTo>
                <a:cubicBezTo>
                  <a:pt x="81695" y="48506"/>
                  <a:pt x="81128" y="47144"/>
                  <a:pt x="81128" y="45600"/>
                </a:cubicBezTo>
                <a:cubicBezTo>
                  <a:pt x="81128" y="42696"/>
                  <a:pt x="82149" y="40110"/>
                  <a:pt x="84190" y="37842"/>
                </a:cubicBezTo>
                <a:cubicBezTo>
                  <a:pt x="86232" y="35574"/>
                  <a:pt x="88978" y="33759"/>
                  <a:pt x="92425" y="32398"/>
                </a:cubicBezTo>
                <a:cubicBezTo>
                  <a:pt x="95875" y="31036"/>
                  <a:pt x="99732" y="30354"/>
                  <a:pt x="103997" y="30354"/>
                </a:cubicBezTo>
                <a:cubicBezTo>
                  <a:pt x="112164" y="30354"/>
                  <a:pt x="117791" y="32850"/>
                  <a:pt x="120877" y="37842"/>
                </a:cubicBezTo>
                <a:cubicBezTo>
                  <a:pt x="121874" y="39476"/>
                  <a:pt x="122577" y="41382"/>
                  <a:pt x="122985" y="43560"/>
                </a:cubicBezTo>
                <a:cubicBezTo>
                  <a:pt x="123394" y="45737"/>
                  <a:pt x="123598" y="48595"/>
                  <a:pt x="123598" y="52134"/>
                </a:cubicBezTo>
                <a:lnTo>
                  <a:pt x="123598" y="78679"/>
                </a:lnTo>
                <a:cubicBezTo>
                  <a:pt x="123598" y="81673"/>
                  <a:pt x="123893" y="83738"/>
                  <a:pt x="124483" y="84873"/>
                </a:cubicBezTo>
                <a:cubicBezTo>
                  <a:pt x="125073" y="86007"/>
                  <a:pt x="126139" y="86574"/>
                  <a:pt x="127682" y="86574"/>
                </a:cubicBezTo>
                <a:cubicBezTo>
                  <a:pt x="129588" y="86574"/>
                  <a:pt x="131585" y="85712"/>
                  <a:pt x="133672" y="83988"/>
                </a:cubicBezTo>
                <a:moveTo>
                  <a:pt x="112573" y="76228"/>
                </a:moveTo>
                <a:lnTo>
                  <a:pt x="112573" y="56490"/>
                </a:lnTo>
                <a:cubicBezTo>
                  <a:pt x="104587" y="59304"/>
                  <a:pt x="98938" y="62140"/>
                  <a:pt x="95626" y="65000"/>
                </a:cubicBezTo>
                <a:cubicBezTo>
                  <a:pt x="92314" y="67858"/>
                  <a:pt x="90612" y="71329"/>
                  <a:pt x="90521" y="75412"/>
                </a:cubicBezTo>
                <a:lnTo>
                  <a:pt x="90521" y="75956"/>
                </a:lnTo>
                <a:cubicBezTo>
                  <a:pt x="90521" y="78860"/>
                  <a:pt x="91360" y="81333"/>
                  <a:pt x="93038" y="83376"/>
                </a:cubicBezTo>
                <a:cubicBezTo>
                  <a:pt x="94718" y="85417"/>
                  <a:pt x="96737" y="86437"/>
                  <a:pt x="99097" y="86437"/>
                </a:cubicBezTo>
                <a:cubicBezTo>
                  <a:pt x="102182" y="86437"/>
                  <a:pt x="105494" y="85439"/>
                  <a:pt x="109034" y="83442"/>
                </a:cubicBezTo>
                <a:cubicBezTo>
                  <a:pt x="110485" y="82627"/>
                  <a:pt x="111438" y="81720"/>
                  <a:pt x="111892" y="80721"/>
                </a:cubicBezTo>
                <a:cubicBezTo>
                  <a:pt x="112346" y="79723"/>
                  <a:pt x="112573" y="78225"/>
                  <a:pt x="112573" y="76228"/>
                </a:cubicBezTo>
                <a:close/>
                <a:moveTo>
                  <a:pt x="188120" y="71736"/>
                </a:moveTo>
                <a:lnTo>
                  <a:pt x="190027" y="72961"/>
                </a:lnTo>
                <a:cubicBezTo>
                  <a:pt x="188030" y="76955"/>
                  <a:pt x="186260" y="80063"/>
                  <a:pt x="184718" y="82287"/>
                </a:cubicBezTo>
                <a:cubicBezTo>
                  <a:pt x="183175" y="84510"/>
                  <a:pt x="181496" y="86392"/>
                  <a:pt x="179681" y="87935"/>
                </a:cubicBezTo>
                <a:cubicBezTo>
                  <a:pt x="174690" y="92200"/>
                  <a:pt x="169200" y="94332"/>
                  <a:pt x="163210" y="94332"/>
                </a:cubicBezTo>
                <a:cubicBezTo>
                  <a:pt x="158219" y="94332"/>
                  <a:pt x="153773" y="93040"/>
                  <a:pt x="149871" y="90454"/>
                </a:cubicBezTo>
                <a:cubicBezTo>
                  <a:pt x="145969" y="87868"/>
                  <a:pt x="142906" y="84283"/>
                  <a:pt x="140682" y="79701"/>
                </a:cubicBezTo>
                <a:cubicBezTo>
                  <a:pt x="138458" y="75118"/>
                  <a:pt x="137346" y="69922"/>
                  <a:pt x="137346" y="64113"/>
                </a:cubicBezTo>
                <a:cubicBezTo>
                  <a:pt x="137346" y="52951"/>
                  <a:pt x="140885" y="44239"/>
                  <a:pt x="147964" y="37977"/>
                </a:cubicBezTo>
                <a:cubicBezTo>
                  <a:pt x="153773" y="32895"/>
                  <a:pt x="160171" y="30354"/>
                  <a:pt x="167158" y="30354"/>
                </a:cubicBezTo>
                <a:cubicBezTo>
                  <a:pt x="170969" y="30354"/>
                  <a:pt x="174463" y="30990"/>
                  <a:pt x="177639" y="32261"/>
                </a:cubicBezTo>
                <a:cubicBezTo>
                  <a:pt x="180816" y="33531"/>
                  <a:pt x="183357" y="35233"/>
                  <a:pt x="185262" y="37366"/>
                </a:cubicBezTo>
                <a:cubicBezTo>
                  <a:pt x="187167" y="39499"/>
                  <a:pt x="188120" y="41836"/>
                  <a:pt x="188120" y="44377"/>
                </a:cubicBezTo>
                <a:cubicBezTo>
                  <a:pt x="188120" y="45919"/>
                  <a:pt x="187507" y="47257"/>
                  <a:pt x="186282" y="48392"/>
                </a:cubicBezTo>
                <a:cubicBezTo>
                  <a:pt x="185058" y="49526"/>
                  <a:pt x="183538" y="50093"/>
                  <a:pt x="181723" y="50093"/>
                </a:cubicBezTo>
                <a:cubicBezTo>
                  <a:pt x="178546" y="50093"/>
                  <a:pt x="176368" y="48006"/>
                  <a:pt x="175188" y="43832"/>
                </a:cubicBezTo>
                <a:lnTo>
                  <a:pt x="174372" y="40837"/>
                </a:lnTo>
                <a:cubicBezTo>
                  <a:pt x="173736" y="38296"/>
                  <a:pt x="172852" y="36572"/>
                  <a:pt x="171717" y="35665"/>
                </a:cubicBezTo>
                <a:cubicBezTo>
                  <a:pt x="170583" y="34757"/>
                  <a:pt x="168792" y="34303"/>
                  <a:pt x="166342" y="34303"/>
                </a:cubicBezTo>
                <a:cubicBezTo>
                  <a:pt x="160806" y="34303"/>
                  <a:pt x="156336" y="36481"/>
                  <a:pt x="152932" y="40837"/>
                </a:cubicBezTo>
                <a:cubicBezTo>
                  <a:pt x="149530" y="45192"/>
                  <a:pt x="147829" y="50909"/>
                  <a:pt x="147829" y="57988"/>
                </a:cubicBezTo>
                <a:cubicBezTo>
                  <a:pt x="147829" y="63161"/>
                  <a:pt x="148714" y="67744"/>
                  <a:pt x="150484" y="71738"/>
                </a:cubicBezTo>
                <a:cubicBezTo>
                  <a:pt x="152253" y="75730"/>
                  <a:pt x="154726" y="78861"/>
                  <a:pt x="157901" y="81130"/>
                </a:cubicBezTo>
                <a:cubicBezTo>
                  <a:pt x="161077" y="83398"/>
                  <a:pt x="164753" y="84533"/>
                  <a:pt x="168928" y="84533"/>
                </a:cubicBezTo>
                <a:cubicBezTo>
                  <a:pt x="172830" y="84533"/>
                  <a:pt x="176187" y="83580"/>
                  <a:pt x="179000" y="81675"/>
                </a:cubicBezTo>
                <a:cubicBezTo>
                  <a:pt x="181813" y="79768"/>
                  <a:pt x="184854" y="76455"/>
                  <a:pt x="188120" y="71736"/>
                </a:cubicBezTo>
                <a:close/>
                <a:moveTo>
                  <a:pt x="195336" y="92972"/>
                </a:moveTo>
                <a:lnTo>
                  <a:pt x="195336" y="90930"/>
                </a:lnTo>
                <a:cubicBezTo>
                  <a:pt x="198602" y="90386"/>
                  <a:pt x="200939" y="89887"/>
                  <a:pt x="202346" y="89432"/>
                </a:cubicBezTo>
                <a:cubicBezTo>
                  <a:pt x="203753" y="88978"/>
                  <a:pt x="204637" y="88207"/>
                  <a:pt x="205000" y="87119"/>
                </a:cubicBezTo>
                <a:cubicBezTo>
                  <a:pt x="205363" y="86030"/>
                  <a:pt x="205544" y="84260"/>
                  <a:pt x="205544" y="81810"/>
                </a:cubicBezTo>
                <a:lnTo>
                  <a:pt x="205544" y="16199"/>
                </a:lnTo>
                <a:cubicBezTo>
                  <a:pt x="205544" y="12931"/>
                  <a:pt x="205159" y="10730"/>
                  <a:pt x="204388" y="9596"/>
                </a:cubicBezTo>
                <a:cubicBezTo>
                  <a:pt x="203616" y="8462"/>
                  <a:pt x="202051" y="7895"/>
                  <a:pt x="199691" y="7895"/>
                </a:cubicBezTo>
                <a:cubicBezTo>
                  <a:pt x="199056" y="7895"/>
                  <a:pt x="198397" y="7918"/>
                  <a:pt x="197716" y="7963"/>
                </a:cubicBezTo>
                <a:cubicBezTo>
                  <a:pt x="197036" y="8009"/>
                  <a:pt x="196243" y="8077"/>
                  <a:pt x="195336" y="8167"/>
                </a:cubicBezTo>
                <a:lnTo>
                  <a:pt x="195336" y="5988"/>
                </a:lnTo>
                <a:lnTo>
                  <a:pt x="199419" y="4900"/>
                </a:lnTo>
                <a:cubicBezTo>
                  <a:pt x="203411" y="3811"/>
                  <a:pt x="206610" y="2927"/>
                  <a:pt x="209015" y="2247"/>
                </a:cubicBezTo>
                <a:cubicBezTo>
                  <a:pt x="211420" y="1566"/>
                  <a:pt x="213894" y="817"/>
                  <a:pt x="216435" y="0"/>
                </a:cubicBezTo>
                <a:lnTo>
                  <a:pt x="216979" y="272"/>
                </a:lnTo>
                <a:lnTo>
                  <a:pt x="216979" y="57443"/>
                </a:lnTo>
                <a:lnTo>
                  <a:pt x="235627" y="40837"/>
                </a:lnTo>
                <a:cubicBezTo>
                  <a:pt x="237715" y="38931"/>
                  <a:pt x="238759" y="37342"/>
                  <a:pt x="238759" y="36072"/>
                </a:cubicBezTo>
                <a:cubicBezTo>
                  <a:pt x="238759" y="35165"/>
                  <a:pt x="238282" y="34553"/>
                  <a:pt x="237328" y="34236"/>
                </a:cubicBezTo>
                <a:cubicBezTo>
                  <a:pt x="236375" y="33918"/>
                  <a:pt x="234583" y="33713"/>
                  <a:pt x="231952" y="33622"/>
                </a:cubicBezTo>
                <a:lnTo>
                  <a:pt x="231952" y="31717"/>
                </a:lnTo>
                <a:lnTo>
                  <a:pt x="259721" y="31717"/>
                </a:lnTo>
                <a:lnTo>
                  <a:pt x="259721" y="33759"/>
                </a:lnTo>
                <a:cubicBezTo>
                  <a:pt x="257543" y="33667"/>
                  <a:pt x="255569" y="33804"/>
                  <a:pt x="253799" y="34168"/>
                </a:cubicBezTo>
                <a:cubicBezTo>
                  <a:pt x="252031" y="34531"/>
                  <a:pt x="250148" y="35302"/>
                  <a:pt x="248151" y="36482"/>
                </a:cubicBezTo>
                <a:cubicBezTo>
                  <a:pt x="246155" y="37661"/>
                  <a:pt x="243749" y="39408"/>
                  <a:pt x="240936" y="41722"/>
                </a:cubicBezTo>
                <a:cubicBezTo>
                  <a:pt x="238123" y="44036"/>
                  <a:pt x="234585" y="47098"/>
                  <a:pt x="230320" y="50909"/>
                </a:cubicBezTo>
                <a:lnTo>
                  <a:pt x="226371" y="54585"/>
                </a:lnTo>
                <a:lnTo>
                  <a:pt x="247198" y="80993"/>
                </a:lnTo>
                <a:cubicBezTo>
                  <a:pt x="250102" y="84441"/>
                  <a:pt x="252733" y="86914"/>
                  <a:pt x="255093" y="88413"/>
                </a:cubicBezTo>
                <a:cubicBezTo>
                  <a:pt x="257453" y="89909"/>
                  <a:pt x="260130" y="90749"/>
                  <a:pt x="263125" y="90930"/>
                </a:cubicBezTo>
                <a:lnTo>
                  <a:pt x="263125" y="92972"/>
                </a:lnTo>
                <a:lnTo>
                  <a:pt x="233450" y="92972"/>
                </a:lnTo>
                <a:lnTo>
                  <a:pt x="233450" y="90930"/>
                </a:lnTo>
                <a:lnTo>
                  <a:pt x="236036" y="90930"/>
                </a:lnTo>
                <a:cubicBezTo>
                  <a:pt x="237941" y="90930"/>
                  <a:pt x="238894" y="90249"/>
                  <a:pt x="238894" y="88888"/>
                </a:cubicBezTo>
                <a:cubicBezTo>
                  <a:pt x="238894" y="88253"/>
                  <a:pt x="238395" y="87300"/>
                  <a:pt x="237396" y="86030"/>
                </a:cubicBezTo>
                <a:cubicBezTo>
                  <a:pt x="237215" y="85849"/>
                  <a:pt x="237011" y="85599"/>
                  <a:pt x="236784" y="85282"/>
                </a:cubicBezTo>
                <a:cubicBezTo>
                  <a:pt x="236558" y="84964"/>
                  <a:pt x="236309" y="84623"/>
                  <a:pt x="236036" y="84260"/>
                </a:cubicBezTo>
                <a:lnTo>
                  <a:pt x="216979" y="58804"/>
                </a:lnTo>
                <a:lnTo>
                  <a:pt x="216979" y="83851"/>
                </a:lnTo>
                <a:cubicBezTo>
                  <a:pt x="217070" y="86392"/>
                  <a:pt x="217637" y="88139"/>
                  <a:pt x="218680" y="89092"/>
                </a:cubicBezTo>
                <a:cubicBezTo>
                  <a:pt x="219724" y="90044"/>
                  <a:pt x="221652" y="90611"/>
                  <a:pt x="224464" y="90793"/>
                </a:cubicBezTo>
                <a:lnTo>
                  <a:pt x="227188" y="90930"/>
                </a:lnTo>
                <a:lnTo>
                  <a:pt x="227188" y="92972"/>
                </a:lnTo>
                <a:lnTo>
                  <a:pt x="195336" y="92972"/>
                </a:lnTo>
                <a:close/>
                <a:moveTo>
                  <a:pt x="318799" y="70647"/>
                </a:moveTo>
                <a:lnTo>
                  <a:pt x="320975" y="71601"/>
                </a:lnTo>
                <a:cubicBezTo>
                  <a:pt x="318163" y="78951"/>
                  <a:pt x="314284" y="84577"/>
                  <a:pt x="309338" y="88479"/>
                </a:cubicBezTo>
                <a:cubicBezTo>
                  <a:pt x="304391" y="92381"/>
                  <a:pt x="298652" y="94332"/>
                  <a:pt x="292119" y="94332"/>
                </a:cubicBezTo>
                <a:cubicBezTo>
                  <a:pt x="284315" y="94332"/>
                  <a:pt x="278121" y="91588"/>
                  <a:pt x="273537" y="86099"/>
                </a:cubicBezTo>
                <a:cubicBezTo>
                  <a:pt x="268955" y="80608"/>
                  <a:pt x="266664" y="73189"/>
                  <a:pt x="266664" y="63841"/>
                </a:cubicBezTo>
                <a:cubicBezTo>
                  <a:pt x="266664" y="58215"/>
                  <a:pt x="267549" y="53111"/>
                  <a:pt x="269319" y="48529"/>
                </a:cubicBezTo>
                <a:cubicBezTo>
                  <a:pt x="271088" y="43945"/>
                  <a:pt x="273561" y="40247"/>
                  <a:pt x="276736" y="37433"/>
                </a:cubicBezTo>
                <a:cubicBezTo>
                  <a:pt x="281999" y="32714"/>
                  <a:pt x="288125" y="30354"/>
                  <a:pt x="295114" y="30354"/>
                </a:cubicBezTo>
                <a:cubicBezTo>
                  <a:pt x="302464" y="30354"/>
                  <a:pt x="308271" y="32941"/>
                  <a:pt x="312536" y="38114"/>
                </a:cubicBezTo>
                <a:cubicBezTo>
                  <a:pt x="314260" y="40292"/>
                  <a:pt x="315531" y="42584"/>
                  <a:pt x="316348" y="44989"/>
                </a:cubicBezTo>
                <a:cubicBezTo>
                  <a:pt x="317165" y="47393"/>
                  <a:pt x="317845" y="50819"/>
                  <a:pt x="318390" y="55267"/>
                </a:cubicBezTo>
                <a:lnTo>
                  <a:pt x="276464" y="55267"/>
                </a:lnTo>
                <a:cubicBezTo>
                  <a:pt x="276645" y="59440"/>
                  <a:pt x="277008" y="62820"/>
                  <a:pt x="277552" y="65407"/>
                </a:cubicBezTo>
                <a:cubicBezTo>
                  <a:pt x="278098" y="67994"/>
                  <a:pt x="278961" y="70602"/>
                  <a:pt x="280140" y="73233"/>
                </a:cubicBezTo>
                <a:cubicBezTo>
                  <a:pt x="284132" y="81038"/>
                  <a:pt x="289986" y="84940"/>
                  <a:pt x="297700" y="84940"/>
                </a:cubicBezTo>
                <a:cubicBezTo>
                  <a:pt x="302056" y="84940"/>
                  <a:pt x="305845" y="83851"/>
                  <a:pt x="309066" y="81675"/>
                </a:cubicBezTo>
                <a:cubicBezTo>
                  <a:pt x="312288" y="79496"/>
                  <a:pt x="315532" y="75821"/>
                  <a:pt x="318799" y="70647"/>
                </a:cubicBezTo>
                <a:moveTo>
                  <a:pt x="276736" y="50909"/>
                </a:moveTo>
                <a:lnTo>
                  <a:pt x="304506" y="50909"/>
                </a:lnTo>
                <a:cubicBezTo>
                  <a:pt x="303598" y="45011"/>
                  <a:pt x="302191" y="40929"/>
                  <a:pt x="300286" y="38660"/>
                </a:cubicBezTo>
                <a:cubicBezTo>
                  <a:pt x="298380" y="36391"/>
                  <a:pt x="295340" y="35256"/>
                  <a:pt x="291165" y="35256"/>
                </a:cubicBezTo>
                <a:cubicBezTo>
                  <a:pt x="286990" y="35256"/>
                  <a:pt x="283723" y="36527"/>
                  <a:pt x="281364" y="39068"/>
                </a:cubicBezTo>
                <a:cubicBezTo>
                  <a:pt x="279006" y="41609"/>
                  <a:pt x="277463" y="45556"/>
                  <a:pt x="276736" y="50909"/>
                </a:cubicBezTo>
                <a:close/>
                <a:moveTo>
                  <a:pt x="358139" y="31717"/>
                </a:moveTo>
                <a:lnTo>
                  <a:pt x="358139" y="36072"/>
                </a:lnTo>
                <a:lnTo>
                  <a:pt x="344391" y="36072"/>
                </a:lnTo>
                <a:lnTo>
                  <a:pt x="344391" y="75003"/>
                </a:lnTo>
                <a:cubicBezTo>
                  <a:pt x="344391" y="79268"/>
                  <a:pt x="344935" y="82376"/>
                  <a:pt x="346023" y="84327"/>
                </a:cubicBezTo>
                <a:cubicBezTo>
                  <a:pt x="347113" y="86278"/>
                  <a:pt x="348928" y="87254"/>
                  <a:pt x="351469" y="87254"/>
                </a:cubicBezTo>
                <a:cubicBezTo>
                  <a:pt x="353012" y="87254"/>
                  <a:pt x="354395" y="86891"/>
                  <a:pt x="355619" y="86165"/>
                </a:cubicBezTo>
                <a:cubicBezTo>
                  <a:pt x="356845" y="85440"/>
                  <a:pt x="358184" y="84215"/>
                  <a:pt x="359636" y="82491"/>
                </a:cubicBezTo>
                <a:lnTo>
                  <a:pt x="361406" y="83988"/>
                </a:lnTo>
                <a:cubicBezTo>
                  <a:pt x="357050" y="90884"/>
                  <a:pt x="351604" y="94332"/>
                  <a:pt x="345070" y="94332"/>
                </a:cubicBezTo>
                <a:cubicBezTo>
                  <a:pt x="336994" y="94332"/>
                  <a:pt x="332956" y="88570"/>
                  <a:pt x="332956" y="77045"/>
                </a:cubicBezTo>
                <a:lnTo>
                  <a:pt x="332956" y="36072"/>
                </a:lnTo>
                <a:lnTo>
                  <a:pt x="325741" y="36072"/>
                </a:lnTo>
                <a:cubicBezTo>
                  <a:pt x="325378" y="35800"/>
                  <a:pt x="325196" y="35482"/>
                  <a:pt x="325196" y="35119"/>
                </a:cubicBezTo>
                <a:cubicBezTo>
                  <a:pt x="325196" y="34393"/>
                  <a:pt x="325968" y="33532"/>
                  <a:pt x="327510" y="32533"/>
                </a:cubicBezTo>
                <a:cubicBezTo>
                  <a:pt x="329507" y="31353"/>
                  <a:pt x="331685" y="29425"/>
                  <a:pt x="334045" y="26749"/>
                </a:cubicBezTo>
                <a:cubicBezTo>
                  <a:pt x="336404" y="24070"/>
                  <a:pt x="339535" y="19873"/>
                  <a:pt x="343437" y="14157"/>
                </a:cubicBezTo>
                <a:cubicBezTo>
                  <a:pt x="344073" y="14157"/>
                  <a:pt x="344391" y="14747"/>
                  <a:pt x="344391" y="15927"/>
                </a:cubicBezTo>
                <a:lnTo>
                  <a:pt x="344391" y="31717"/>
                </a:lnTo>
                <a:lnTo>
                  <a:pt x="358139" y="31717"/>
                </a:lnTo>
                <a:close/>
                <a:moveTo>
                  <a:pt x="432789" y="2858"/>
                </a:moveTo>
                <a:lnTo>
                  <a:pt x="432789" y="5444"/>
                </a:lnTo>
                <a:cubicBezTo>
                  <a:pt x="429250" y="5625"/>
                  <a:pt x="426596" y="6034"/>
                  <a:pt x="424826" y="6669"/>
                </a:cubicBezTo>
                <a:cubicBezTo>
                  <a:pt x="423056" y="7305"/>
                  <a:pt x="421854" y="8463"/>
                  <a:pt x="421218" y="10142"/>
                </a:cubicBezTo>
                <a:cubicBezTo>
                  <a:pt x="420583" y="11821"/>
                  <a:pt x="420220" y="14339"/>
                  <a:pt x="420130" y="17697"/>
                </a:cubicBezTo>
                <a:lnTo>
                  <a:pt x="420130" y="82082"/>
                </a:lnTo>
                <a:cubicBezTo>
                  <a:pt x="420220" y="83716"/>
                  <a:pt x="420492" y="84918"/>
                  <a:pt x="420946" y="85689"/>
                </a:cubicBezTo>
                <a:cubicBezTo>
                  <a:pt x="421400" y="86461"/>
                  <a:pt x="422444" y="86960"/>
                  <a:pt x="424076" y="87187"/>
                </a:cubicBezTo>
                <a:cubicBezTo>
                  <a:pt x="425710" y="87414"/>
                  <a:pt x="428297" y="87573"/>
                  <a:pt x="431836" y="87663"/>
                </a:cubicBezTo>
                <a:lnTo>
                  <a:pt x="440957" y="87663"/>
                </a:lnTo>
                <a:cubicBezTo>
                  <a:pt x="446855" y="87481"/>
                  <a:pt x="451597" y="86869"/>
                  <a:pt x="455180" y="85827"/>
                </a:cubicBezTo>
                <a:cubicBezTo>
                  <a:pt x="458765" y="84783"/>
                  <a:pt x="461738" y="82945"/>
                  <a:pt x="464097" y="80314"/>
                </a:cubicBezTo>
                <a:cubicBezTo>
                  <a:pt x="466457" y="77682"/>
                  <a:pt x="468680" y="74006"/>
                  <a:pt x="470767" y="69287"/>
                </a:cubicBezTo>
                <a:lnTo>
                  <a:pt x="474171" y="69287"/>
                </a:lnTo>
                <a:lnTo>
                  <a:pt x="467636" y="92972"/>
                </a:lnTo>
                <a:lnTo>
                  <a:pt x="394401" y="92972"/>
                </a:lnTo>
                <a:lnTo>
                  <a:pt x="394401" y="90386"/>
                </a:lnTo>
                <a:cubicBezTo>
                  <a:pt x="397669" y="90204"/>
                  <a:pt x="400142" y="89774"/>
                  <a:pt x="401820" y="89094"/>
                </a:cubicBezTo>
                <a:cubicBezTo>
                  <a:pt x="403500" y="88413"/>
                  <a:pt x="404635" y="87233"/>
                  <a:pt x="405225" y="85554"/>
                </a:cubicBezTo>
                <a:cubicBezTo>
                  <a:pt x="405815" y="83875"/>
                  <a:pt x="406155" y="81402"/>
                  <a:pt x="406245" y="78135"/>
                </a:cubicBezTo>
                <a:lnTo>
                  <a:pt x="406245" y="17697"/>
                </a:lnTo>
                <a:cubicBezTo>
                  <a:pt x="406155" y="14429"/>
                  <a:pt x="405815" y="11956"/>
                  <a:pt x="405225" y="10277"/>
                </a:cubicBezTo>
                <a:cubicBezTo>
                  <a:pt x="404635" y="8598"/>
                  <a:pt x="403523" y="7418"/>
                  <a:pt x="401889" y="6738"/>
                </a:cubicBezTo>
                <a:cubicBezTo>
                  <a:pt x="400255" y="6057"/>
                  <a:pt x="397759" y="5625"/>
                  <a:pt x="394401" y="5444"/>
                </a:cubicBezTo>
                <a:lnTo>
                  <a:pt x="394401" y="2858"/>
                </a:lnTo>
                <a:lnTo>
                  <a:pt x="432789" y="2858"/>
                </a:lnTo>
                <a:close/>
                <a:moveTo>
                  <a:pt x="532295" y="70647"/>
                </a:moveTo>
                <a:lnTo>
                  <a:pt x="534472" y="71601"/>
                </a:lnTo>
                <a:cubicBezTo>
                  <a:pt x="531660" y="78951"/>
                  <a:pt x="527781" y="84577"/>
                  <a:pt x="522834" y="88479"/>
                </a:cubicBezTo>
                <a:cubicBezTo>
                  <a:pt x="517888" y="92381"/>
                  <a:pt x="512149" y="94332"/>
                  <a:pt x="505615" y="94332"/>
                </a:cubicBezTo>
                <a:cubicBezTo>
                  <a:pt x="497811" y="94332"/>
                  <a:pt x="491617" y="91588"/>
                  <a:pt x="487034" y="86099"/>
                </a:cubicBezTo>
                <a:cubicBezTo>
                  <a:pt x="482452" y="80608"/>
                  <a:pt x="480161" y="73189"/>
                  <a:pt x="480161" y="63841"/>
                </a:cubicBezTo>
                <a:cubicBezTo>
                  <a:pt x="480161" y="58215"/>
                  <a:pt x="481046" y="53111"/>
                  <a:pt x="482815" y="48529"/>
                </a:cubicBezTo>
                <a:cubicBezTo>
                  <a:pt x="484585" y="43945"/>
                  <a:pt x="487058" y="40247"/>
                  <a:pt x="490233" y="37433"/>
                </a:cubicBezTo>
                <a:cubicBezTo>
                  <a:pt x="495496" y="32714"/>
                  <a:pt x="501622" y="30354"/>
                  <a:pt x="508611" y="30354"/>
                </a:cubicBezTo>
                <a:cubicBezTo>
                  <a:pt x="515961" y="30354"/>
                  <a:pt x="521768" y="32941"/>
                  <a:pt x="526033" y="38114"/>
                </a:cubicBezTo>
                <a:cubicBezTo>
                  <a:pt x="527757" y="40292"/>
                  <a:pt x="529027" y="42584"/>
                  <a:pt x="529844" y="44989"/>
                </a:cubicBezTo>
                <a:cubicBezTo>
                  <a:pt x="530661" y="47393"/>
                  <a:pt x="531342" y="50819"/>
                  <a:pt x="531886" y="55267"/>
                </a:cubicBezTo>
                <a:lnTo>
                  <a:pt x="489961" y="55267"/>
                </a:lnTo>
                <a:cubicBezTo>
                  <a:pt x="490142" y="59440"/>
                  <a:pt x="490505" y="62820"/>
                  <a:pt x="491049" y="65407"/>
                </a:cubicBezTo>
                <a:cubicBezTo>
                  <a:pt x="491595" y="67994"/>
                  <a:pt x="492457" y="70602"/>
                  <a:pt x="493637" y="73233"/>
                </a:cubicBezTo>
                <a:cubicBezTo>
                  <a:pt x="497629" y="81038"/>
                  <a:pt x="503482" y="84940"/>
                  <a:pt x="511197" y="84940"/>
                </a:cubicBezTo>
                <a:cubicBezTo>
                  <a:pt x="515553" y="84940"/>
                  <a:pt x="519341" y="83851"/>
                  <a:pt x="522562" y="81675"/>
                </a:cubicBezTo>
                <a:cubicBezTo>
                  <a:pt x="525784" y="79496"/>
                  <a:pt x="529029" y="75821"/>
                  <a:pt x="532295" y="70647"/>
                </a:cubicBezTo>
                <a:moveTo>
                  <a:pt x="490233" y="50909"/>
                </a:moveTo>
                <a:lnTo>
                  <a:pt x="518003" y="50909"/>
                </a:lnTo>
                <a:cubicBezTo>
                  <a:pt x="517095" y="45011"/>
                  <a:pt x="515688" y="40929"/>
                  <a:pt x="513782" y="38660"/>
                </a:cubicBezTo>
                <a:cubicBezTo>
                  <a:pt x="511877" y="36391"/>
                  <a:pt x="508837" y="35256"/>
                  <a:pt x="504662" y="35256"/>
                </a:cubicBezTo>
                <a:cubicBezTo>
                  <a:pt x="500487" y="35256"/>
                  <a:pt x="497220" y="36527"/>
                  <a:pt x="494860" y="39068"/>
                </a:cubicBezTo>
                <a:cubicBezTo>
                  <a:pt x="492502" y="41609"/>
                  <a:pt x="490960" y="45556"/>
                  <a:pt x="490233" y="50909"/>
                </a:cubicBezTo>
                <a:close/>
                <a:moveTo>
                  <a:pt x="538830" y="92972"/>
                </a:moveTo>
                <a:lnTo>
                  <a:pt x="538830" y="90930"/>
                </a:lnTo>
                <a:cubicBezTo>
                  <a:pt x="542278" y="90749"/>
                  <a:pt x="544523" y="90000"/>
                  <a:pt x="545566" y="88685"/>
                </a:cubicBezTo>
                <a:cubicBezTo>
                  <a:pt x="546610" y="87368"/>
                  <a:pt x="547178" y="84713"/>
                  <a:pt x="547269" y="80721"/>
                </a:cubicBezTo>
                <a:lnTo>
                  <a:pt x="547269" y="46963"/>
                </a:lnTo>
                <a:cubicBezTo>
                  <a:pt x="547269" y="43605"/>
                  <a:pt x="546906" y="41314"/>
                  <a:pt x="546179" y="40090"/>
                </a:cubicBezTo>
                <a:cubicBezTo>
                  <a:pt x="545453" y="38864"/>
                  <a:pt x="544138" y="38251"/>
                  <a:pt x="542232" y="38251"/>
                </a:cubicBezTo>
                <a:cubicBezTo>
                  <a:pt x="540508" y="38251"/>
                  <a:pt x="539283" y="38433"/>
                  <a:pt x="538558" y="38796"/>
                </a:cubicBezTo>
                <a:lnTo>
                  <a:pt x="538558" y="36482"/>
                </a:lnTo>
                <a:cubicBezTo>
                  <a:pt x="542279" y="35392"/>
                  <a:pt x="545500" y="34393"/>
                  <a:pt x="548222" y="33487"/>
                </a:cubicBezTo>
                <a:cubicBezTo>
                  <a:pt x="550945" y="32578"/>
                  <a:pt x="553985" y="31534"/>
                  <a:pt x="557343" y="30354"/>
                </a:cubicBezTo>
                <a:lnTo>
                  <a:pt x="558294" y="30628"/>
                </a:lnTo>
                <a:lnTo>
                  <a:pt x="558294" y="41381"/>
                </a:lnTo>
                <a:cubicBezTo>
                  <a:pt x="561381" y="38478"/>
                  <a:pt x="564012" y="36232"/>
                  <a:pt x="566189" y="34643"/>
                </a:cubicBezTo>
                <a:cubicBezTo>
                  <a:pt x="568367" y="33055"/>
                  <a:pt x="570364" y="31943"/>
                  <a:pt x="572179" y="31308"/>
                </a:cubicBezTo>
                <a:cubicBezTo>
                  <a:pt x="573995" y="30672"/>
                  <a:pt x="575946" y="30354"/>
                  <a:pt x="578033" y="30354"/>
                </a:cubicBezTo>
                <a:cubicBezTo>
                  <a:pt x="583114" y="30354"/>
                  <a:pt x="587062" y="32147"/>
                  <a:pt x="589874" y="35732"/>
                </a:cubicBezTo>
                <a:cubicBezTo>
                  <a:pt x="592688" y="39317"/>
                  <a:pt x="594095" y="44331"/>
                  <a:pt x="594095" y="50774"/>
                </a:cubicBezTo>
                <a:lnTo>
                  <a:pt x="594095" y="81947"/>
                </a:lnTo>
                <a:cubicBezTo>
                  <a:pt x="594186" y="85303"/>
                  <a:pt x="594753" y="87549"/>
                  <a:pt x="595796" y="88685"/>
                </a:cubicBezTo>
                <a:cubicBezTo>
                  <a:pt x="596840" y="89819"/>
                  <a:pt x="599041" y="90567"/>
                  <a:pt x="602399" y="90930"/>
                </a:cubicBezTo>
                <a:lnTo>
                  <a:pt x="602399" y="92972"/>
                </a:lnTo>
                <a:lnTo>
                  <a:pt x="574084" y="92972"/>
                </a:lnTo>
                <a:lnTo>
                  <a:pt x="574084" y="90930"/>
                </a:lnTo>
                <a:cubicBezTo>
                  <a:pt x="577442" y="90749"/>
                  <a:pt x="579688" y="89909"/>
                  <a:pt x="580822" y="88413"/>
                </a:cubicBezTo>
                <a:cubicBezTo>
                  <a:pt x="581958" y="86914"/>
                  <a:pt x="582570" y="83942"/>
                  <a:pt x="582660" y="79496"/>
                </a:cubicBezTo>
                <a:lnTo>
                  <a:pt x="582660" y="51046"/>
                </a:lnTo>
                <a:cubicBezTo>
                  <a:pt x="582660" y="42243"/>
                  <a:pt x="579348" y="37842"/>
                  <a:pt x="572724" y="37842"/>
                </a:cubicBezTo>
                <a:cubicBezTo>
                  <a:pt x="570455" y="37842"/>
                  <a:pt x="568346" y="38364"/>
                  <a:pt x="566395" y="39408"/>
                </a:cubicBezTo>
                <a:cubicBezTo>
                  <a:pt x="564444" y="40451"/>
                  <a:pt x="561880" y="42515"/>
                  <a:pt x="558703" y="45600"/>
                </a:cubicBezTo>
                <a:lnTo>
                  <a:pt x="558703" y="83851"/>
                </a:lnTo>
                <a:cubicBezTo>
                  <a:pt x="558703" y="86302"/>
                  <a:pt x="559361" y="88050"/>
                  <a:pt x="560677" y="89094"/>
                </a:cubicBezTo>
                <a:cubicBezTo>
                  <a:pt x="561992" y="90137"/>
                  <a:pt x="564329" y="90749"/>
                  <a:pt x="567687" y="90930"/>
                </a:cubicBezTo>
                <a:lnTo>
                  <a:pt x="567687" y="92972"/>
                </a:lnTo>
                <a:lnTo>
                  <a:pt x="538830" y="92972"/>
                </a:lnTo>
                <a:close/>
                <a:moveTo>
                  <a:pt x="668418" y="40156"/>
                </a:moveTo>
                <a:lnTo>
                  <a:pt x="657118" y="40156"/>
                </a:lnTo>
                <a:cubicBezTo>
                  <a:pt x="658117" y="42334"/>
                  <a:pt x="658797" y="44285"/>
                  <a:pt x="659160" y="46009"/>
                </a:cubicBezTo>
                <a:cubicBezTo>
                  <a:pt x="659524" y="47733"/>
                  <a:pt x="659706" y="49593"/>
                  <a:pt x="659706" y="51590"/>
                </a:cubicBezTo>
                <a:cubicBezTo>
                  <a:pt x="659706" y="58125"/>
                  <a:pt x="657528" y="63252"/>
                  <a:pt x="653172" y="66973"/>
                </a:cubicBezTo>
                <a:cubicBezTo>
                  <a:pt x="651085" y="68787"/>
                  <a:pt x="648749" y="70193"/>
                  <a:pt x="646162" y="71192"/>
                </a:cubicBezTo>
                <a:cubicBezTo>
                  <a:pt x="643575" y="72190"/>
                  <a:pt x="641011" y="72689"/>
                  <a:pt x="638471" y="72689"/>
                </a:cubicBezTo>
                <a:cubicBezTo>
                  <a:pt x="638379" y="72689"/>
                  <a:pt x="637676" y="72621"/>
                  <a:pt x="636360" y="72486"/>
                </a:cubicBezTo>
                <a:cubicBezTo>
                  <a:pt x="635045" y="72350"/>
                  <a:pt x="633162" y="72191"/>
                  <a:pt x="630711" y="72008"/>
                </a:cubicBezTo>
                <a:cubicBezTo>
                  <a:pt x="629531" y="72372"/>
                  <a:pt x="628305" y="73053"/>
                  <a:pt x="627034" y="74052"/>
                </a:cubicBezTo>
                <a:cubicBezTo>
                  <a:pt x="625764" y="75049"/>
                  <a:pt x="624698" y="76160"/>
                  <a:pt x="623836" y="77385"/>
                </a:cubicBezTo>
                <a:cubicBezTo>
                  <a:pt x="622974" y="78611"/>
                  <a:pt x="622544" y="79677"/>
                  <a:pt x="622544" y="80584"/>
                </a:cubicBezTo>
                <a:cubicBezTo>
                  <a:pt x="622544" y="82762"/>
                  <a:pt x="626083" y="83988"/>
                  <a:pt x="633162" y="84260"/>
                </a:cubicBezTo>
                <a:lnTo>
                  <a:pt x="650721" y="85077"/>
                </a:lnTo>
                <a:cubicBezTo>
                  <a:pt x="655803" y="85258"/>
                  <a:pt x="659819" y="86665"/>
                  <a:pt x="662768" y="89297"/>
                </a:cubicBezTo>
                <a:cubicBezTo>
                  <a:pt x="665718" y="91928"/>
                  <a:pt x="667192" y="95376"/>
                  <a:pt x="667192" y="99641"/>
                </a:cubicBezTo>
                <a:cubicBezTo>
                  <a:pt x="667192" y="104723"/>
                  <a:pt x="664697" y="109306"/>
                  <a:pt x="659706" y="113389"/>
                </a:cubicBezTo>
                <a:cubicBezTo>
                  <a:pt x="656167" y="116203"/>
                  <a:pt x="651902" y="118449"/>
                  <a:pt x="646910" y="120127"/>
                </a:cubicBezTo>
                <a:cubicBezTo>
                  <a:pt x="641919" y="121807"/>
                  <a:pt x="636883" y="122647"/>
                  <a:pt x="631801" y="122647"/>
                </a:cubicBezTo>
                <a:cubicBezTo>
                  <a:pt x="627445" y="122647"/>
                  <a:pt x="623497" y="122057"/>
                  <a:pt x="619958" y="120877"/>
                </a:cubicBezTo>
                <a:cubicBezTo>
                  <a:pt x="616418" y="119697"/>
                  <a:pt x="613582" y="118086"/>
                  <a:pt x="611450" y="116044"/>
                </a:cubicBezTo>
                <a:cubicBezTo>
                  <a:pt x="609317" y="114003"/>
                  <a:pt x="608251" y="111802"/>
                  <a:pt x="608251" y="109443"/>
                </a:cubicBezTo>
                <a:cubicBezTo>
                  <a:pt x="608251" y="106902"/>
                  <a:pt x="609250" y="104383"/>
                  <a:pt x="611246" y="101886"/>
                </a:cubicBezTo>
                <a:cubicBezTo>
                  <a:pt x="613243" y="99391"/>
                  <a:pt x="616692" y="96374"/>
                  <a:pt x="621592" y="92835"/>
                </a:cubicBezTo>
                <a:cubicBezTo>
                  <a:pt x="618779" y="91473"/>
                  <a:pt x="616872" y="90294"/>
                  <a:pt x="615874" y="89297"/>
                </a:cubicBezTo>
                <a:cubicBezTo>
                  <a:pt x="614876" y="88299"/>
                  <a:pt x="614377" y="87074"/>
                  <a:pt x="614377" y="85621"/>
                </a:cubicBezTo>
                <a:cubicBezTo>
                  <a:pt x="614377" y="84441"/>
                  <a:pt x="614626" y="83375"/>
                  <a:pt x="615124" y="82422"/>
                </a:cubicBezTo>
                <a:cubicBezTo>
                  <a:pt x="615624" y="81470"/>
                  <a:pt x="616600" y="80267"/>
                  <a:pt x="618053" y="78814"/>
                </a:cubicBezTo>
                <a:cubicBezTo>
                  <a:pt x="618234" y="78543"/>
                  <a:pt x="618733" y="78022"/>
                  <a:pt x="619548" y="77250"/>
                </a:cubicBezTo>
                <a:cubicBezTo>
                  <a:pt x="620365" y="76479"/>
                  <a:pt x="621500" y="75412"/>
                  <a:pt x="622953" y="74050"/>
                </a:cubicBezTo>
                <a:lnTo>
                  <a:pt x="626492" y="70784"/>
                </a:lnTo>
                <a:cubicBezTo>
                  <a:pt x="621954" y="68515"/>
                  <a:pt x="618710" y="65974"/>
                  <a:pt x="616759" y="63162"/>
                </a:cubicBezTo>
                <a:cubicBezTo>
                  <a:pt x="614808" y="60348"/>
                  <a:pt x="613832" y="56809"/>
                  <a:pt x="613832" y="52544"/>
                </a:cubicBezTo>
                <a:cubicBezTo>
                  <a:pt x="613832" y="48369"/>
                  <a:pt x="614853" y="44602"/>
                  <a:pt x="616894" y="41244"/>
                </a:cubicBezTo>
                <a:cubicBezTo>
                  <a:pt x="618936" y="37886"/>
                  <a:pt x="621682" y="35232"/>
                  <a:pt x="625130" y="33281"/>
                </a:cubicBezTo>
                <a:cubicBezTo>
                  <a:pt x="628579" y="31330"/>
                  <a:pt x="632390" y="30354"/>
                  <a:pt x="636564" y="30354"/>
                </a:cubicBezTo>
                <a:cubicBezTo>
                  <a:pt x="640195" y="30354"/>
                  <a:pt x="643825" y="31035"/>
                  <a:pt x="647454" y="32396"/>
                </a:cubicBezTo>
                <a:lnTo>
                  <a:pt x="650449" y="33487"/>
                </a:lnTo>
                <a:cubicBezTo>
                  <a:pt x="651810" y="33939"/>
                  <a:pt x="653035" y="34279"/>
                  <a:pt x="654123" y="34506"/>
                </a:cubicBezTo>
                <a:cubicBezTo>
                  <a:pt x="655213" y="34733"/>
                  <a:pt x="656484" y="34847"/>
                  <a:pt x="657937" y="34847"/>
                </a:cubicBezTo>
                <a:lnTo>
                  <a:pt x="668418" y="34847"/>
                </a:lnTo>
                <a:lnTo>
                  <a:pt x="668418" y="40156"/>
                </a:lnTo>
                <a:moveTo>
                  <a:pt x="624450" y="93244"/>
                </a:moveTo>
                <a:cubicBezTo>
                  <a:pt x="621728" y="96510"/>
                  <a:pt x="619935" y="98892"/>
                  <a:pt x="619073" y="100389"/>
                </a:cubicBezTo>
                <a:cubicBezTo>
                  <a:pt x="618211" y="101887"/>
                  <a:pt x="617781" y="103408"/>
                  <a:pt x="617781" y="104950"/>
                </a:cubicBezTo>
                <a:cubicBezTo>
                  <a:pt x="617781" y="107945"/>
                  <a:pt x="619573" y="110350"/>
                  <a:pt x="623156" y="112164"/>
                </a:cubicBezTo>
                <a:cubicBezTo>
                  <a:pt x="626741" y="113979"/>
                  <a:pt x="631574" y="114887"/>
                  <a:pt x="637654" y="114887"/>
                </a:cubicBezTo>
                <a:cubicBezTo>
                  <a:pt x="645367" y="114887"/>
                  <a:pt x="651583" y="113661"/>
                  <a:pt x="656302" y="111210"/>
                </a:cubicBezTo>
                <a:cubicBezTo>
                  <a:pt x="661021" y="108761"/>
                  <a:pt x="663381" y="105585"/>
                  <a:pt x="663381" y="101683"/>
                </a:cubicBezTo>
                <a:cubicBezTo>
                  <a:pt x="663381" y="99233"/>
                  <a:pt x="662110" y="97509"/>
                  <a:pt x="659569" y="96511"/>
                </a:cubicBezTo>
                <a:cubicBezTo>
                  <a:pt x="657028" y="95513"/>
                  <a:pt x="652673" y="95013"/>
                  <a:pt x="646503" y="95013"/>
                </a:cubicBezTo>
                <a:cubicBezTo>
                  <a:pt x="644324" y="95013"/>
                  <a:pt x="641806" y="94923"/>
                  <a:pt x="638946" y="94741"/>
                </a:cubicBezTo>
                <a:cubicBezTo>
                  <a:pt x="636088" y="94560"/>
                  <a:pt x="633343" y="94333"/>
                  <a:pt x="630711" y="94060"/>
                </a:cubicBezTo>
                <a:cubicBezTo>
                  <a:pt x="628080" y="93789"/>
                  <a:pt x="625993" y="93517"/>
                  <a:pt x="624450" y="93244"/>
                </a:cubicBezTo>
                <a:moveTo>
                  <a:pt x="625130" y="46963"/>
                </a:moveTo>
                <a:lnTo>
                  <a:pt x="625130" y="47370"/>
                </a:lnTo>
                <a:cubicBezTo>
                  <a:pt x="625130" y="53904"/>
                  <a:pt x="626423" y="59191"/>
                  <a:pt x="629009" y="63230"/>
                </a:cubicBezTo>
                <a:cubicBezTo>
                  <a:pt x="631596" y="67268"/>
                  <a:pt x="634977" y="69287"/>
                  <a:pt x="639152" y="69287"/>
                </a:cubicBezTo>
                <a:cubicBezTo>
                  <a:pt x="642327" y="69287"/>
                  <a:pt x="644799" y="68175"/>
                  <a:pt x="646569" y="65951"/>
                </a:cubicBezTo>
                <a:cubicBezTo>
                  <a:pt x="648339" y="63727"/>
                  <a:pt x="649224" y="60710"/>
                  <a:pt x="649224" y="56899"/>
                </a:cubicBezTo>
                <a:cubicBezTo>
                  <a:pt x="649224" y="54177"/>
                  <a:pt x="648861" y="51364"/>
                  <a:pt x="648135" y="48460"/>
                </a:cubicBezTo>
                <a:cubicBezTo>
                  <a:pt x="647410" y="45556"/>
                  <a:pt x="646411" y="42925"/>
                  <a:pt x="645140" y="40565"/>
                </a:cubicBezTo>
                <a:cubicBezTo>
                  <a:pt x="642872" y="36299"/>
                  <a:pt x="639560" y="34166"/>
                  <a:pt x="635203" y="34166"/>
                </a:cubicBezTo>
                <a:cubicBezTo>
                  <a:pt x="632118" y="34166"/>
                  <a:pt x="629668" y="35300"/>
                  <a:pt x="627853" y="37570"/>
                </a:cubicBezTo>
                <a:cubicBezTo>
                  <a:pt x="626037" y="39838"/>
                  <a:pt x="625130" y="42969"/>
                  <a:pt x="625130" y="46963"/>
                </a:cubicBezTo>
                <a:close/>
                <a:moveTo>
                  <a:pt x="707758" y="31717"/>
                </a:moveTo>
                <a:lnTo>
                  <a:pt x="707758" y="36072"/>
                </a:lnTo>
                <a:lnTo>
                  <a:pt x="694010" y="36072"/>
                </a:lnTo>
                <a:lnTo>
                  <a:pt x="694010" y="75003"/>
                </a:lnTo>
                <a:cubicBezTo>
                  <a:pt x="694010" y="79268"/>
                  <a:pt x="694554" y="82376"/>
                  <a:pt x="695642" y="84327"/>
                </a:cubicBezTo>
                <a:cubicBezTo>
                  <a:pt x="696732" y="86278"/>
                  <a:pt x="698548" y="87254"/>
                  <a:pt x="701088" y="87254"/>
                </a:cubicBezTo>
                <a:cubicBezTo>
                  <a:pt x="702631" y="87254"/>
                  <a:pt x="704014" y="86891"/>
                  <a:pt x="705238" y="86165"/>
                </a:cubicBezTo>
                <a:cubicBezTo>
                  <a:pt x="706464" y="85440"/>
                  <a:pt x="707803" y="84215"/>
                  <a:pt x="709256" y="82491"/>
                </a:cubicBezTo>
                <a:lnTo>
                  <a:pt x="711025" y="83988"/>
                </a:lnTo>
                <a:cubicBezTo>
                  <a:pt x="706669" y="90884"/>
                  <a:pt x="701223" y="94332"/>
                  <a:pt x="694689" y="94332"/>
                </a:cubicBezTo>
                <a:cubicBezTo>
                  <a:pt x="686613" y="94332"/>
                  <a:pt x="682576" y="88570"/>
                  <a:pt x="682576" y="77045"/>
                </a:cubicBezTo>
                <a:lnTo>
                  <a:pt x="682576" y="36072"/>
                </a:lnTo>
                <a:lnTo>
                  <a:pt x="675360" y="36072"/>
                </a:lnTo>
                <a:cubicBezTo>
                  <a:pt x="674997" y="35800"/>
                  <a:pt x="674816" y="35482"/>
                  <a:pt x="674816" y="35119"/>
                </a:cubicBezTo>
                <a:cubicBezTo>
                  <a:pt x="674816" y="34393"/>
                  <a:pt x="675587" y="33532"/>
                  <a:pt x="677129" y="32533"/>
                </a:cubicBezTo>
                <a:cubicBezTo>
                  <a:pt x="679126" y="31353"/>
                  <a:pt x="681304" y="29425"/>
                  <a:pt x="683664" y="26749"/>
                </a:cubicBezTo>
                <a:cubicBezTo>
                  <a:pt x="686023" y="24070"/>
                  <a:pt x="689154" y="19873"/>
                  <a:pt x="693056" y="14157"/>
                </a:cubicBezTo>
                <a:cubicBezTo>
                  <a:pt x="693692" y="14157"/>
                  <a:pt x="694010" y="14747"/>
                  <a:pt x="694010" y="15927"/>
                </a:cubicBezTo>
                <a:lnTo>
                  <a:pt x="694010" y="31717"/>
                </a:lnTo>
                <a:lnTo>
                  <a:pt x="707758" y="31717"/>
                </a:lnTo>
                <a:close/>
                <a:moveTo>
                  <a:pt x="776636" y="90930"/>
                </a:moveTo>
                <a:lnTo>
                  <a:pt x="776636" y="92972"/>
                </a:lnTo>
                <a:lnTo>
                  <a:pt x="747777" y="92972"/>
                </a:lnTo>
                <a:lnTo>
                  <a:pt x="747777" y="90930"/>
                </a:lnTo>
                <a:cubicBezTo>
                  <a:pt x="750409" y="90657"/>
                  <a:pt x="752360" y="90226"/>
                  <a:pt x="753630" y="89636"/>
                </a:cubicBezTo>
                <a:cubicBezTo>
                  <a:pt x="754901" y="89046"/>
                  <a:pt x="755763" y="87935"/>
                  <a:pt x="756216" y="86302"/>
                </a:cubicBezTo>
                <a:cubicBezTo>
                  <a:pt x="756670" y="84668"/>
                  <a:pt x="756943" y="82263"/>
                  <a:pt x="757034" y="79086"/>
                </a:cubicBezTo>
                <a:lnTo>
                  <a:pt x="757034" y="52134"/>
                </a:lnTo>
                <a:cubicBezTo>
                  <a:pt x="757034" y="42515"/>
                  <a:pt x="753631" y="37705"/>
                  <a:pt x="746826" y="37705"/>
                </a:cubicBezTo>
                <a:cubicBezTo>
                  <a:pt x="744193" y="37705"/>
                  <a:pt x="741742" y="38341"/>
                  <a:pt x="739473" y="39612"/>
                </a:cubicBezTo>
                <a:cubicBezTo>
                  <a:pt x="737205" y="40882"/>
                  <a:pt x="734619" y="43105"/>
                  <a:pt x="731715" y="46281"/>
                </a:cubicBezTo>
                <a:lnTo>
                  <a:pt x="731715" y="79086"/>
                </a:lnTo>
                <a:cubicBezTo>
                  <a:pt x="731806" y="82263"/>
                  <a:pt x="732078" y="84668"/>
                  <a:pt x="732531" y="86302"/>
                </a:cubicBezTo>
                <a:cubicBezTo>
                  <a:pt x="732985" y="87935"/>
                  <a:pt x="733847" y="89046"/>
                  <a:pt x="735117" y="89636"/>
                </a:cubicBezTo>
                <a:cubicBezTo>
                  <a:pt x="736388" y="90226"/>
                  <a:pt x="738340" y="90657"/>
                  <a:pt x="740972" y="90930"/>
                </a:cubicBezTo>
                <a:lnTo>
                  <a:pt x="740972" y="92972"/>
                </a:lnTo>
                <a:lnTo>
                  <a:pt x="711569" y="92972"/>
                </a:lnTo>
                <a:lnTo>
                  <a:pt x="711569" y="90930"/>
                </a:lnTo>
                <a:cubicBezTo>
                  <a:pt x="714200" y="90567"/>
                  <a:pt x="716106" y="90114"/>
                  <a:pt x="717285" y="89569"/>
                </a:cubicBezTo>
                <a:cubicBezTo>
                  <a:pt x="718465" y="89024"/>
                  <a:pt x="719237" y="87958"/>
                  <a:pt x="719599" y="86371"/>
                </a:cubicBezTo>
                <a:cubicBezTo>
                  <a:pt x="719964" y="84783"/>
                  <a:pt x="720191" y="82354"/>
                  <a:pt x="720281" y="79086"/>
                </a:cubicBezTo>
                <a:lnTo>
                  <a:pt x="720281" y="14974"/>
                </a:lnTo>
                <a:cubicBezTo>
                  <a:pt x="720281" y="12070"/>
                  <a:pt x="719849" y="10187"/>
                  <a:pt x="718987" y="9326"/>
                </a:cubicBezTo>
                <a:cubicBezTo>
                  <a:pt x="718125" y="8463"/>
                  <a:pt x="716243" y="8032"/>
                  <a:pt x="713339" y="8032"/>
                </a:cubicBezTo>
                <a:cubicBezTo>
                  <a:pt x="712613" y="8032"/>
                  <a:pt x="712069" y="8077"/>
                  <a:pt x="711704" y="8167"/>
                </a:cubicBezTo>
                <a:lnTo>
                  <a:pt x="711704" y="5988"/>
                </a:lnTo>
                <a:lnTo>
                  <a:pt x="715381" y="4900"/>
                </a:lnTo>
                <a:cubicBezTo>
                  <a:pt x="719192" y="3811"/>
                  <a:pt x="722186" y="2927"/>
                  <a:pt x="724364" y="2247"/>
                </a:cubicBezTo>
                <a:cubicBezTo>
                  <a:pt x="726542" y="1566"/>
                  <a:pt x="728765" y="817"/>
                  <a:pt x="731034" y="0"/>
                </a:cubicBezTo>
                <a:lnTo>
                  <a:pt x="731715" y="409"/>
                </a:lnTo>
                <a:lnTo>
                  <a:pt x="731715" y="41789"/>
                </a:lnTo>
                <a:cubicBezTo>
                  <a:pt x="734891" y="37705"/>
                  <a:pt x="738022" y="34778"/>
                  <a:pt x="741107" y="33009"/>
                </a:cubicBezTo>
                <a:cubicBezTo>
                  <a:pt x="744193" y="31239"/>
                  <a:pt x="747732" y="30354"/>
                  <a:pt x="751725" y="30354"/>
                </a:cubicBezTo>
                <a:cubicBezTo>
                  <a:pt x="762888" y="30354"/>
                  <a:pt x="768469" y="37569"/>
                  <a:pt x="768469" y="51999"/>
                </a:cubicBezTo>
                <a:lnTo>
                  <a:pt x="768469" y="79086"/>
                </a:lnTo>
                <a:cubicBezTo>
                  <a:pt x="768559" y="82263"/>
                  <a:pt x="768762" y="84623"/>
                  <a:pt x="769079" y="86165"/>
                </a:cubicBezTo>
                <a:cubicBezTo>
                  <a:pt x="769398" y="87708"/>
                  <a:pt x="770124" y="88774"/>
                  <a:pt x="771258" y="89364"/>
                </a:cubicBezTo>
                <a:cubicBezTo>
                  <a:pt x="772394" y="89954"/>
                  <a:pt x="774186" y="90476"/>
                  <a:pt x="776636" y="90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537B4E-3571-4140-8875-46E787CE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3764" y="390885"/>
            <a:ext cx="2038007" cy="317300"/>
          </a:xfrm>
          <a:custGeom xmlns:a="http://schemas.openxmlformats.org/drawingml/2006/main">
            <a:pathLst>
              <a:path w="2038007" h="317300">
                <a:moveTo>
                  <a:pt x="0" y="317300"/>
                </a:moveTo>
                <a:lnTo>
                  <a:pt x="0" y="0"/>
                </a:lnTo>
                <a:lnTo>
                  <a:pt x="2038007" y="0"/>
                </a:lnTo>
                <a:lnTo>
                  <a:pt x="2038007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490795-1253-49ED-B7FE-DB01EEF6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3764" y="390885"/>
            <a:ext cx="2038007" cy="317300"/>
          </a:xfrm>
          <a:custGeom xmlns:a="http://schemas.openxmlformats.org/drawingml/2006/main">
            <a:pathLst>
              <a:path w="2038007" h="317300" fill="none">
                <a:moveTo>
                  <a:pt x="0" y="317300"/>
                </a:moveTo>
                <a:lnTo>
                  <a:pt x="2038007" y="317300"/>
                </a:lnTo>
                <a:lnTo>
                  <a:pt x="2038007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83" name="Text Payload">
            <a:extLst xmlns:a="http://schemas.openxmlformats.org/drawingml/2006/main">
              <a:ext uri="{FF2B5EF4-FFF2-40B4-BE49-F238E27FC236}">
                <a16:creationId xmlns:a16="http://schemas.microsoft.com/office/drawing/2014/main" id="{8CCD6CEC-EDFF-44E3-9D1C-96C2E7F2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425" y="500740"/>
            <a:ext cx="434775" cy="122647"/>
          </a:xfrm>
          <a:custGeom xmlns:a="http://schemas.openxmlformats.org/drawingml/2006/main">
            <a:pathLst>
              <a:path w="434775" h="122647">
                <a:moveTo>
                  <a:pt x="0" y="5444"/>
                </a:moveTo>
                <a:lnTo>
                  <a:pt x="0" y="2858"/>
                </a:lnTo>
                <a:lnTo>
                  <a:pt x="35935" y="2858"/>
                </a:lnTo>
                <a:cubicBezTo>
                  <a:pt x="42378" y="2858"/>
                  <a:pt x="48322" y="3743"/>
                  <a:pt x="53767" y="5513"/>
                </a:cubicBezTo>
                <a:cubicBezTo>
                  <a:pt x="59212" y="7282"/>
                  <a:pt x="63296" y="9665"/>
                  <a:pt x="66020" y="12660"/>
                </a:cubicBezTo>
                <a:cubicBezTo>
                  <a:pt x="69740" y="16652"/>
                  <a:pt x="71601" y="21597"/>
                  <a:pt x="71601" y="27496"/>
                </a:cubicBezTo>
                <a:cubicBezTo>
                  <a:pt x="71601" y="31943"/>
                  <a:pt x="70443" y="36117"/>
                  <a:pt x="68128" y="40021"/>
                </a:cubicBezTo>
                <a:cubicBezTo>
                  <a:pt x="65814" y="43923"/>
                  <a:pt x="62615" y="46963"/>
                  <a:pt x="58532" y="49139"/>
                </a:cubicBezTo>
                <a:cubicBezTo>
                  <a:pt x="52996" y="52226"/>
                  <a:pt x="45055" y="53769"/>
                  <a:pt x="34710" y="53769"/>
                </a:cubicBezTo>
                <a:cubicBezTo>
                  <a:pt x="32986" y="53769"/>
                  <a:pt x="31443" y="53724"/>
                  <a:pt x="30082" y="53634"/>
                </a:cubicBezTo>
                <a:cubicBezTo>
                  <a:pt x="28721" y="53543"/>
                  <a:pt x="27133" y="53451"/>
                  <a:pt x="25317" y="53360"/>
                </a:cubicBezTo>
                <a:lnTo>
                  <a:pt x="25317" y="78135"/>
                </a:lnTo>
                <a:cubicBezTo>
                  <a:pt x="25409" y="81492"/>
                  <a:pt x="25772" y="84033"/>
                  <a:pt x="26406" y="85758"/>
                </a:cubicBezTo>
                <a:cubicBezTo>
                  <a:pt x="27041" y="87482"/>
                  <a:pt x="28267" y="88662"/>
                  <a:pt x="30082" y="89297"/>
                </a:cubicBezTo>
                <a:cubicBezTo>
                  <a:pt x="31898" y="89932"/>
                  <a:pt x="34575" y="90294"/>
                  <a:pt x="38114" y="90386"/>
                </a:cubicBezTo>
                <a:lnTo>
                  <a:pt x="38114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8" y="90023"/>
                  <a:pt x="5966" y="89524"/>
                  <a:pt x="7554" y="88888"/>
                </a:cubicBezTo>
                <a:cubicBezTo>
                  <a:pt x="9143" y="88253"/>
                  <a:pt x="10186" y="87005"/>
                  <a:pt x="10684" y="85145"/>
                </a:cubicBezTo>
                <a:cubicBezTo>
                  <a:pt x="11184" y="83284"/>
                  <a:pt x="11434" y="80448"/>
                  <a:pt x="11434" y="76638"/>
                </a:cubicBezTo>
                <a:lnTo>
                  <a:pt x="11434" y="17697"/>
                </a:lnTo>
                <a:cubicBezTo>
                  <a:pt x="11434" y="14339"/>
                  <a:pt x="11161" y="11866"/>
                  <a:pt x="10616" y="10277"/>
                </a:cubicBezTo>
                <a:cubicBezTo>
                  <a:pt x="10072" y="8689"/>
                  <a:pt x="9005" y="7577"/>
                  <a:pt x="7417" y="6942"/>
                </a:cubicBezTo>
                <a:cubicBezTo>
                  <a:pt x="5829" y="6306"/>
                  <a:pt x="3357" y="5807"/>
                  <a:pt x="0" y="5444"/>
                </a:cubicBezTo>
                <a:moveTo>
                  <a:pt x="25317" y="12523"/>
                </a:moveTo>
                <a:lnTo>
                  <a:pt x="25317" y="47916"/>
                </a:lnTo>
                <a:cubicBezTo>
                  <a:pt x="26860" y="48006"/>
                  <a:pt x="28198" y="48097"/>
                  <a:pt x="29332" y="48188"/>
                </a:cubicBezTo>
                <a:cubicBezTo>
                  <a:pt x="30468" y="48278"/>
                  <a:pt x="31716" y="48323"/>
                  <a:pt x="33077" y="48323"/>
                </a:cubicBezTo>
                <a:cubicBezTo>
                  <a:pt x="48867" y="48323"/>
                  <a:pt x="56762" y="41653"/>
                  <a:pt x="56762" y="28313"/>
                </a:cubicBezTo>
                <a:cubicBezTo>
                  <a:pt x="56762" y="21325"/>
                  <a:pt x="54584" y="16176"/>
                  <a:pt x="50228" y="12863"/>
                </a:cubicBezTo>
                <a:cubicBezTo>
                  <a:pt x="45873" y="9551"/>
                  <a:pt x="39112" y="7895"/>
                  <a:pt x="29945" y="7895"/>
                </a:cubicBezTo>
                <a:cubicBezTo>
                  <a:pt x="28131" y="7895"/>
                  <a:pt x="26906" y="8213"/>
                  <a:pt x="26271" y="8848"/>
                </a:cubicBezTo>
                <a:cubicBezTo>
                  <a:pt x="25635" y="9484"/>
                  <a:pt x="25317" y="10709"/>
                  <a:pt x="25317" y="12523"/>
                </a:cubicBezTo>
                <a:close/>
                <a:moveTo>
                  <a:pt x="133671" y="83988"/>
                </a:moveTo>
                <a:lnTo>
                  <a:pt x="133671" y="87528"/>
                </a:lnTo>
                <a:cubicBezTo>
                  <a:pt x="131312" y="90069"/>
                  <a:pt x="129270" y="91838"/>
                  <a:pt x="127546" y="92837"/>
                </a:cubicBezTo>
                <a:cubicBezTo>
                  <a:pt x="125822" y="93834"/>
                  <a:pt x="123780" y="94332"/>
                  <a:pt x="121421" y="94332"/>
                </a:cubicBezTo>
                <a:cubicBezTo>
                  <a:pt x="118607" y="94332"/>
                  <a:pt x="116542" y="93584"/>
                  <a:pt x="115227" y="92087"/>
                </a:cubicBezTo>
                <a:cubicBezTo>
                  <a:pt x="113912" y="90590"/>
                  <a:pt x="113072" y="88026"/>
                  <a:pt x="112708" y="84395"/>
                </a:cubicBezTo>
                <a:cubicBezTo>
                  <a:pt x="108534" y="87935"/>
                  <a:pt x="104927" y="90476"/>
                  <a:pt x="101886" y="92018"/>
                </a:cubicBezTo>
                <a:cubicBezTo>
                  <a:pt x="98847" y="93561"/>
                  <a:pt x="95829" y="94332"/>
                  <a:pt x="92834" y="94332"/>
                </a:cubicBezTo>
                <a:cubicBezTo>
                  <a:pt x="88659" y="94332"/>
                  <a:pt x="85233" y="92971"/>
                  <a:pt x="82557" y="90249"/>
                </a:cubicBezTo>
                <a:cubicBezTo>
                  <a:pt x="79880" y="87526"/>
                  <a:pt x="78542" y="84033"/>
                  <a:pt x="78542" y="79768"/>
                </a:cubicBezTo>
                <a:cubicBezTo>
                  <a:pt x="78542" y="77500"/>
                  <a:pt x="78995" y="75299"/>
                  <a:pt x="79902" y="73167"/>
                </a:cubicBezTo>
                <a:cubicBezTo>
                  <a:pt x="80811" y="71033"/>
                  <a:pt x="81990" y="69285"/>
                  <a:pt x="83442" y="67924"/>
                </a:cubicBezTo>
                <a:cubicBezTo>
                  <a:pt x="84894" y="66655"/>
                  <a:pt x="86278" y="65543"/>
                  <a:pt x="87594" y="64591"/>
                </a:cubicBezTo>
                <a:cubicBezTo>
                  <a:pt x="88909" y="63638"/>
                  <a:pt x="90497" y="62708"/>
                  <a:pt x="92356" y="61801"/>
                </a:cubicBezTo>
                <a:cubicBezTo>
                  <a:pt x="94217" y="60893"/>
                  <a:pt x="96736" y="59758"/>
                  <a:pt x="99913" y="58397"/>
                </a:cubicBezTo>
                <a:cubicBezTo>
                  <a:pt x="103089" y="57036"/>
                  <a:pt x="107309" y="55311"/>
                  <a:pt x="112572" y="53223"/>
                </a:cubicBezTo>
                <a:lnTo>
                  <a:pt x="112572" y="44921"/>
                </a:lnTo>
                <a:cubicBezTo>
                  <a:pt x="112572" y="37388"/>
                  <a:pt x="109124" y="33622"/>
                  <a:pt x="102227" y="33622"/>
                </a:cubicBezTo>
                <a:cubicBezTo>
                  <a:pt x="99504" y="33622"/>
                  <a:pt x="97190" y="34280"/>
                  <a:pt x="95285" y="35597"/>
                </a:cubicBezTo>
                <a:cubicBezTo>
                  <a:pt x="93380" y="36912"/>
                  <a:pt x="92427" y="38478"/>
                  <a:pt x="92427" y="40293"/>
                </a:cubicBezTo>
                <a:cubicBezTo>
                  <a:pt x="92427" y="41200"/>
                  <a:pt x="92563" y="42288"/>
                  <a:pt x="92834" y="43558"/>
                </a:cubicBezTo>
                <a:cubicBezTo>
                  <a:pt x="92925" y="44012"/>
                  <a:pt x="92993" y="44421"/>
                  <a:pt x="93038" y="44784"/>
                </a:cubicBezTo>
                <a:cubicBezTo>
                  <a:pt x="93083" y="45146"/>
                  <a:pt x="93106" y="45464"/>
                  <a:pt x="93106" y="45737"/>
                </a:cubicBezTo>
                <a:cubicBezTo>
                  <a:pt x="93106" y="47190"/>
                  <a:pt x="92493" y="48506"/>
                  <a:pt x="91268" y="49686"/>
                </a:cubicBezTo>
                <a:cubicBezTo>
                  <a:pt x="90044" y="50865"/>
                  <a:pt x="88615" y="51455"/>
                  <a:pt x="86981" y="51455"/>
                </a:cubicBezTo>
                <a:cubicBezTo>
                  <a:pt x="85347" y="51455"/>
                  <a:pt x="83963" y="50865"/>
                  <a:pt x="82829" y="49686"/>
                </a:cubicBezTo>
                <a:cubicBezTo>
                  <a:pt x="81695" y="48506"/>
                  <a:pt x="81128" y="47144"/>
                  <a:pt x="81128" y="45600"/>
                </a:cubicBezTo>
                <a:cubicBezTo>
                  <a:pt x="81128" y="42696"/>
                  <a:pt x="82148" y="40110"/>
                  <a:pt x="84189" y="37842"/>
                </a:cubicBezTo>
                <a:cubicBezTo>
                  <a:pt x="86232" y="35574"/>
                  <a:pt x="88977" y="33759"/>
                  <a:pt x="92425" y="32398"/>
                </a:cubicBezTo>
                <a:cubicBezTo>
                  <a:pt x="95874" y="31036"/>
                  <a:pt x="99731" y="30354"/>
                  <a:pt x="103996" y="30354"/>
                </a:cubicBezTo>
                <a:cubicBezTo>
                  <a:pt x="112163" y="30354"/>
                  <a:pt x="117790" y="32850"/>
                  <a:pt x="120877" y="37842"/>
                </a:cubicBezTo>
                <a:cubicBezTo>
                  <a:pt x="121874" y="39476"/>
                  <a:pt x="122576" y="41382"/>
                  <a:pt x="122985" y="43560"/>
                </a:cubicBezTo>
                <a:cubicBezTo>
                  <a:pt x="123393" y="45737"/>
                  <a:pt x="123598" y="48595"/>
                  <a:pt x="123598" y="52134"/>
                </a:cubicBezTo>
                <a:lnTo>
                  <a:pt x="123598" y="78679"/>
                </a:lnTo>
                <a:cubicBezTo>
                  <a:pt x="123598" y="81673"/>
                  <a:pt x="123893" y="83738"/>
                  <a:pt x="124482" y="84873"/>
                </a:cubicBezTo>
                <a:cubicBezTo>
                  <a:pt x="125072" y="86007"/>
                  <a:pt x="126139" y="86574"/>
                  <a:pt x="127681" y="86574"/>
                </a:cubicBezTo>
                <a:cubicBezTo>
                  <a:pt x="129588" y="86574"/>
                  <a:pt x="131585" y="85712"/>
                  <a:pt x="133671" y="83988"/>
                </a:cubicBezTo>
                <a:moveTo>
                  <a:pt x="112572" y="76228"/>
                </a:moveTo>
                <a:lnTo>
                  <a:pt x="112572" y="56490"/>
                </a:lnTo>
                <a:cubicBezTo>
                  <a:pt x="104587" y="59304"/>
                  <a:pt x="98938" y="62140"/>
                  <a:pt x="95626" y="65000"/>
                </a:cubicBezTo>
                <a:cubicBezTo>
                  <a:pt x="92313" y="67858"/>
                  <a:pt x="90612" y="71329"/>
                  <a:pt x="90520" y="75412"/>
                </a:cubicBezTo>
                <a:lnTo>
                  <a:pt x="90520" y="75956"/>
                </a:lnTo>
                <a:cubicBezTo>
                  <a:pt x="90520" y="78860"/>
                  <a:pt x="91359" y="81333"/>
                  <a:pt x="93038" y="83376"/>
                </a:cubicBezTo>
                <a:cubicBezTo>
                  <a:pt x="94717" y="85417"/>
                  <a:pt x="96737" y="86437"/>
                  <a:pt x="99096" y="86437"/>
                </a:cubicBezTo>
                <a:cubicBezTo>
                  <a:pt x="102182" y="86437"/>
                  <a:pt x="105494" y="85439"/>
                  <a:pt x="109033" y="83442"/>
                </a:cubicBezTo>
                <a:cubicBezTo>
                  <a:pt x="110484" y="82627"/>
                  <a:pt x="111437" y="81720"/>
                  <a:pt x="111891" y="80721"/>
                </a:cubicBezTo>
                <a:cubicBezTo>
                  <a:pt x="112345" y="79723"/>
                  <a:pt x="112572" y="78225"/>
                  <a:pt x="112572" y="76228"/>
                </a:cubicBezTo>
                <a:close/>
                <a:moveTo>
                  <a:pt x="198603" y="31717"/>
                </a:moveTo>
                <a:lnTo>
                  <a:pt x="198603" y="33759"/>
                </a:lnTo>
                <a:cubicBezTo>
                  <a:pt x="196969" y="33940"/>
                  <a:pt x="195698" y="34462"/>
                  <a:pt x="194790" y="35325"/>
                </a:cubicBezTo>
                <a:cubicBezTo>
                  <a:pt x="193883" y="36186"/>
                  <a:pt x="192976" y="37706"/>
                  <a:pt x="192069" y="39884"/>
                </a:cubicBezTo>
                <a:lnTo>
                  <a:pt x="171105" y="95423"/>
                </a:lnTo>
                <a:cubicBezTo>
                  <a:pt x="167384" y="105314"/>
                  <a:pt x="163777" y="112324"/>
                  <a:pt x="160283" y="116453"/>
                </a:cubicBezTo>
                <a:cubicBezTo>
                  <a:pt x="156790" y="120582"/>
                  <a:pt x="152729" y="122647"/>
                  <a:pt x="148101" y="122647"/>
                </a:cubicBezTo>
                <a:cubicBezTo>
                  <a:pt x="145197" y="122647"/>
                  <a:pt x="142792" y="121898"/>
                  <a:pt x="140885" y="120399"/>
                </a:cubicBezTo>
                <a:cubicBezTo>
                  <a:pt x="138980" y="118903"/>
                  <a:pt x="138027" y="117020"/>
                  <a:pt x="138027" y="114752"/>
                </a:cubicBezTo>
                <a:cubicBezTo>
                  <a:pt x="138027" y="113028"/>
                  <a:pt x="138594" y="111598"/>
                  <a:pt x="139729" y="110463"/>
                </a:cubicBezTo>
                <a:cubicBezTo>
                  <a:pt x="140863" y="109329"/>
                  <a:pt x="142247" y="108762"/>
                  <a:pt x="143881" y="108762"/>
                </a:cubicBezTo>
                <a:cubicBezTo>
                  <a:pt x="146059" y="108762"/>
                  <a:pt x="148418" y="109261"/>
                  <a:pt x="150959" y="110259"/>
                </a:cubicBezTo>
                <a:cubicBezTo>
                  <a:pt x="152320" y="110895"/>
                  <a:pt x="153500" y="111213"/>
                  <a:pt x="154499" y="111213"/>
                </a:cubicBezTo>
                <a:cubicBezTo>
                  <a:pt x="155497" y="111213"/>
                  <a:pt x="156631" y="110645"/>
                  <a:pt x="157901" y="109509"/>
                </a:cubicBezTo>
                <a:cubicBezTo>
                  <a:pt x="159172" y="108375"/>
                  <a:pt x="160307" y="106946"/>
                  <a:pt x="161305" y="105222"/>
                </a:cubicBezTo>
                <a:cubicBezTo>
                  <a:pt x="162122" y="103771"/>
                  <a:pt x="162938" y="102047"/>
                  <a:pt x="163754" y="100050"/>
                </a:cubicBezTo>
                <a:cubicBezTo>
                  <a:pt x="164571" y="98054"/>
                  <a:pt x="165274" y="96148"/>
                  <a:pt x="165864" y="94332"/>
                </a:cubicBezTo>
                <a:cubicBezTo>
                  <a:pt x="166454" y="92518"/>
                  <a:pt x="166749" y="91248"/>
                  <a:pt x="166749" y="90521"/>
                </a:cubicBezTo>
                <a:cubicBezTo>
                  <a:pt x="166749" y="89522"/>
                  <a:pt x="166227" y="87798"/>
                  <a:pt x="165183" y="85349"/>
                </a:cubicBezTo>
                <a:cubicBezTo>
                  <a:pt x="164140" y="82899"/>
                  <a:pt x="162666" y="79996"/>
                  <a:pt x="160761" y="76638"/>
                </a:cubicBezTo>
                <a:cubicBezTo>
                  <a:pt x="160397" y="75911"/>
                  <a:pt x="160101" y="75321"/>
                  <a:pt x="159874" y="74868"/>
                </a:cubicBezTo>
                <a:cubicBezTo>
                  <a:pt x="159648" y="74414"/>
                  <a:pt x="159127" y="73279"/>
                  <a:pt x="158310" y="71464"/>
                </a:cubicBezTo>
                <a:lnTo>
                  <a:pt x="142792" y="37977"/>
                </a:lnTo>
                <a:cubicBezTo>
                  <a:pt x="141702" y="35619"/>
                  <a:pt x="139389" y="34167"/>
                  <a:pt x="135851" y="33622"/>
                </a:cubicBezTo>
                <a:lnTo>
                  <a:pt x="135851" y="31717"/>
                </a:lnTo>
                <a:lnTo>
                  <a:pt x="163891" y="31717"/>
                </a:lnTo>
                <a:lnTo>
                  <a:pt x="163891" y="33759"/>
                </a:lnTo>
                <a:cubicBezTo>
                  <a:pt x="160987" y="33849"/>
                  <a:pt x="158946" y="34166"/>
                  <a:pt x="157766" y="34712"/>
                </a:cubicBezTo>
                <a:cubicBezTo>
                  <a:pt x="156586" y="35256"/>
                  <a:pt x="155996" y="36163"/>
                  <a:pt x="155996" y="37433"/>
                </a:cubicBezTo>
                <a:cubicBezTo>
                  <a:pt x="155996" y="38794"/>
                  <a:pt x="156450" y="40519"/>
                  <a:pt x="157357" y="42607"/>
                </a:cubicBezTo>
                <a:lnTo>
                  <a:pt x="173011" y="77045"/>
                </a:lnTo>
                <a:lnTo>
                  <a:pt x="186215" y="39475"/>
                </a:lnTo>
                <a:cubicBezTo>
                  <a:pt x="186578" y="38659"/>
                  <a:pt x="186760" y="37888"/>
                  <a:pt x="186760" y="37161"/>
                </a:cubicBezTo>
                <a:cubicBezTo>
                  <a:pt x="186760" y="34893"/>
                  <a:pt x="184581" y="33759"/>
                  <a:pt x="180225" y="33759"/>
                </a:cubicBezTo>
                <a:lnTo>
                  <a:pt x="180225" y="31717"/>
                </a:lnTo>
                <a:lnTo>
                  <a:pt x="198603" y="31717"/>
                </a:lnTo>
                <a:close/>
                <a:moveTo>
                  <a:pt x="204863" y="92972"/>
                </a:moveTo>
                <a:lnTo>
                  <a:pt x="204863" y="90930"/>
                </a:lnTo>
                <a:cubicBezTo>
                  <a:pt x="209128" y="90657"/>
                  <a:pt x="211918" y="89863"/>
                  <a:pt x="213233" y="88548"/>
                </a:cubicBezTo>
                <a:cubicBezTo>
                  <a:pt x="214550" y="87232"/>
                  <a:pt x="215254" y="84759"/>
                  <a:pt x="215346" y="81128"/>
                </a:cubicBezTo>
                <a:lnTo>
                  <a:pt x="215346" y="16199"/>
                </a:lnTo>
                <a:cubicBezTo>
                  <a:pt x="215346" y="13023"/>
                  <a:pt x="214937" y="10844"/>
                  <a:pt x="214120" y="9665"/>
                </a:cubicBezTo>
                <a:cubicBezTo>
                  <a:pt x="213303" y="8485"/>
                  <a:pt x="211806" y="7895"/>
                  <a:pt x="209628" y="7895"/>
                </a:cubicBezTo>
                <a:cubicBezTo>
                  <a:pt x="209083" y="7895"/>
                  <a:pt x="208426" y="7918"/>
                  <a:pt x="207654" y="7963"/>
                </a:cubicBezTo>
                <a:cubicBezTo>
                  <a:pt x="206883" y="8009"/>
                  <a:pt x="206134" y="8077"/>
                  <a:pt x="205407" y="8167"/>
                </a:cubicBezTo>
                <a:lnTo>
                  <a:pt x="204591" y="8167"/>
                </a:lnTo>
                <a:lnTo>
                  <a:pt x="204591" y="5988"/>
                </a:lnTo>
                <a:cubicBezTo>
                  <a:pt x="209310" y="4810"/>
                  <a:pt x="213212" y="3812"/>
                  <a:pt x="216297" y="2995"/>
                </a:cubicBezTo>
                <a:cubicBezTo>
                  <a:pt x="219384" y="2178"/>
                  <a:pt x="222696" y="1180"/>
                  <a:pt x="226234" y="0"/>
                </a:cubicBezTo>
                <a:lnTo>
                  <a:pt x="226780" y="272"/>
                </a:lnTo>
                <a:lnTo>
                  <a:pt x="226780" y="81537"/>
                </a:lnTo>
                <a:cubicBezTo>
                  <a:pt x="226870" y="84078"/>
                  <a:pt x="227164" y="86007"/>
                  <a:pt x="227663" y="87324"/>
                </a:cubicBezTo>
                <a:cubicBezTo>
                  <a:pt x="228163" y="88640"/>
                  <a:pt x="229138" y="89524"/>
                  <a:pt x="230589" y="89979"/>
                </a:cubicBezTo>
                <a:cubicBezTo>
                  <a:pt x="232042" y="90431"/>
                  <a:pt x="234175" y="90749"/>
                  <a:pt x="236989" y="90930"/>
                </a:cubicBezTo>
                <a:lnTo>
                  <a:pt x="236989" y="92972"/>
                </a:lnTo>
                <a:lnTo>
                  <a:pt x="204863" y="92972"/>
                </a:lnTo>
                <a:close/>
                <a:moveTo>
                  <a:pt x="273469" y="30354"/>
                </a:moveTo>
                <a:cubicBezTo>
                  <a:pt x="279277" y="30354"/>
                  <a:pt x="284427" y="31670"/>
                  <a:pt x="288919" y="34303"/>
                </a:cubicBezTo>
                <a:cubicBezTo>
                  <a:pt x="293411" y="36935"/>
                  <a:pt x="296950" y="40565"/>
                  <a:pt x="299537" y="45193"/>
                </a:cubicBezTo>
                <a:cubicBezTo>
                  <a:pt x="302123" y="49821"/>
                  <a:pt x="303417" y="55130"/>
                  <a:pt x="303417" y="61120"/>
                </a:cubicBezTo>
                <a:cubicBezTo>
                  <a:pt x="303417" y="67382"/>
                  <a:pt x="302101" y="73030"/>
                  <a:pt x="299468" y="78067"/>
                </a:cubicBezTo>
                <a:cubicBezTo>
                  <a:pt x="296837" y="83103"/>
                  <a:pt x="293230" y="87073"/>
                  <a:pt x="288647" y="89977"/>
                </a:cubicBezTo>
                <a:cubicBezTo>
                  <a:pt x="284065" y="92880"/>
                  <a:pt x="278915" y="94332"/>
                  <a:pt x="273197" y="94332"/>
                </a:cubicBezTo>
                <a:cubicBezTo>
                  <a:pt x="267480" y="94332"/>
                  <a:pt x="262375" y="92949"/>
                  <a:pt x="257883" y="90182"/>
                </a:cubicBezTo>
                <a:cubicBezTo>
                  <a:pt x="253391" y="87414"/>
                  <a:pt x="249852" y="83603"/>
                  <a:pt x="247265" y="78748"/>
                </a:cubicBezTo>
                <a:cubicBezTo>
                  <a:pt x="244680" y="73892"/>
                  <a:pt x="243387" y="68379"/>
                  <a:pt x="243387" y="62208"/>
                </a:cubicBezTo>
                <a:cubicBezTo>
                  <a:pt x="243387" y="55947"/>
                  <a:pt x="244658" y="50411"/>
                  <a:pt x="247199" y="45602"/>
                </a:cubicBezTo>
                <a:cubicBezTo>
                  <a:pt x="249740" y="40792"/>
                  <a:pt x="253278" y="37048"/>
                  <a:pt x="257815" y="34371"/>
                </a:cubicBezTo>
                <a:cubicBezTo>
                  <a:pt x="262352" y="31693"/>
                  <a:pt x="267571" y="30354"/>
                  <a:pt x="273469" y="30354"/>
                </a:cubicBezTo>
                <a:moveTo>
                  <a:pt x="271700" y="34166"/>
                </a:moveTo>
                <a:cubicBezTo>
                  <a:pt x="266799" y="34166"/>
                  <a:pt x="262897" y="36117"/>
                  <a:pt x="259993" y="40021"/>
                </a:cubicBezTo>
                <a:cubicBezTo>
                  <a:pt x="257090" y="43923"/>
                  <a:pt x="255638" y="49096"/>
                  <a:pt x="255638" y="55539"/>
                </a:cubicBezTo>
                <a:cubicBezTo>
                  <a:pt x="255638" y="60348"/>
                  <a:pt x="256159" y="65044"/>
                  <a:pt x="257202" y="69628"/>
                </a:cubicBezTo>
                <a:cubicBezTo>
                  <a:pt x="258246" y="74210"/>
                  <a:pt x="259721" y="78270"/>
                  <a:pt x="261626" y="81810"/>
                </a:cubicBezTo>
                <a:cubicBezTo>
                  <a:pt x="263079" y="84532"/>
                  <a:pt x="264985" y="86664"/>
                  <a:pt x="267344" y="88207"/>
                </a:cubicBezTo>
                <a:cubicBezTo>
                  <a:pt x="269704" y="89749"/>
                  <a:pt x="272199" y="90521"/>
                  <a:pt x="274830" y="90521"/>
                </a:cubicBezTo>
                <a:cubicBezTo>
                  <a:pt x="279912" y="90521"/>
                  <a:pt x="283905" y="88343"/>
                  <a:pt x="286808" y="83988"/>
                </a:cubicBezTo>
                <a:cubicBezTo>
                  <a:pt x="289714" y="79632"/>
                  <a:pt x="291166" y="73597"/>
                  <a:pt x="291166" y="65883"/>
                </a:cubicBezTo>
                <a:cubicBezTo>
                  <a:pt x="291166" y="59621"/>
                  <a:pt x="290326" y="54108"/>
                  <a:pt x="288647" y="49345"/>
                </a:cubicBezTo>
                <a:cubicBezTo>
                  <a:pt x="286968" y="44580"/>
                  <a:pt x="284677" y="40859"/>
                  <a:pt x="281774" y="38183"/>
                </a:cubicBezTo>
                <a:cubicBezTo>
                  <a:pt x="278870" y="35505"/>
                  <a:pt x="275512" y="34166"/>
                  <a:pt x="271700" y="34166"/>
                </a:cubicBezTo>
                <a:close/>
                <a:moveTo>
                  <a:pt x="367666" y="83988"/>
                </a:moveTo>
                <a:lnTo>
                  <a:pt x="367666" y="87528"/>
                </a:lnTo>
                <a:cubicBezTo>
                  <a:pt x="365307" y="90069"/>
                  <a:pt x="363265" y="91838"/>
                  <a:pt x="361541" y="92837"/>
                </a:cubicBezTo>
                <a:cubicBezTo>
                  <a:pt x="359817" y="93834"/>
                  <a:pt x="357775" y="94332"/>
                  <a:pt x="355416" y="94332"/>
                </a:cubicBezTo>
                <a:cubicBezTo>
                  <a:pt x="352602" y="94332"/>
                  <a:pt x="350537" y="93584"/>
                  <a:pt x="349222" y="92087"/>
                </a:cubicBezTo>
                <a:cubicBezTo>
                  <a:pt x="347906" y="90590"/>
                  <a:pt x="347067" y="88026"/>
                  <a:pt x="346702" y="84395"/>
                </a:cubicBezTo>
                <a:cubicBezTo>
                  <a:pt x="342529" y="87935"/>
                  <a:pt x="338922" y="90476"/>
                  <a:pt x="335881" y="92018"/>
                </a:cubicBezTo>
                <a:cubicBezTo>
                  <a:pt x="332841" y="93561"/>
                  <a:pt x="329824" y="94332"/>
                  <a:pt x="326829" y="94332"/>
                </a:cubicBezTo>
                <a:cubicBezTo>
                  <a:pt x="322654" y="94332"/>
                  <a:pt x="319228" y="92971"/>
                  <a:pt x="316552" y="90249"/>
                </a:cubicBezTo>
                <a:cubicBezTo>
                  <a:pt x="313875" y="87526"/>
                  <a:pt x="312537" y="84033"/>
                  <a:pt x="312537" y="79768"/>
                </a:cubicBezTo>
                <a:cubicBezTo>
                  <a:pt x="312537" y="77500"/>
                  <a:pt x="312990" y="75299"/>
                  <a:pt x="313897" y="73167"/>
                </a:cubicBezTo>
                <a:cubicBezTo>
                  <a:pt x="314806" y="71033"/>
                  <a:pt x="315985" y="69285"/>
                  <a:pt x="317437" y="67924"/>
                </a:cubicBezTo>
                <a:cubicBezTo>
                  <a:pt x="318889" y="66655"/>
                  <a:pt x="320273" y="65543"/>
                  <a:pt x="321589" y="64591"/>
                </a:cubicBezTo>
                <a:cubicBezTo>
                  <a:pt x="322904" y="63638"/>
                  <a:pt x="324492" y="62708"/>
                  <a:pt x="326351" y="61801"/>
                </a:cubicBezTo>
                <a:cubicBezTo>
                  <a:pt x="328212" y="60893"/>
                  <a:pt x="330731" y="59758"/>
                  <a:pt x="333908" y="58397"/>
                </a:cubicBezTo>
                <a:cubicBezTo>
                  <a:pt x="337084" y="57036"/>
                  <a:pt x="341304" y="55311"/>
                  <a:pt x="346567" y="53223"/>
                </a:cubicBezTo>
                <a:lnTo>
                  <a:pt x="346567" y="44921"/>
                </a:lnTo>
                <a:cubicBezTo>
                  <a:pt x="346567" y="37388"/>
                  <a:pt x="343119" y="33622"/>
                  <a:pt x="336222" y="33622"/>
                </a:cubicBezTo>
                <a:cubicBezTo>
                  <a:pt x="333499" y="33622"/>
                  <a:pt x="331185" y="34280"/>
                  <a:pt x="329280" y="35597"/>
                </a:cubicBezTo>
                <a:cubicBezTo>
                  <a:pt x="327375" y="36912"/>
                  <a:pt x="326422" y="38478"/>
                  <a:pt x="326422" y="40293"/>
                </a:cubicBezTo>
                <a:cubicBezTo>
                  <a:pt x="326422" y="41200"/>
                  <a:pt x="326558" y="42288"/>
                  <a:pt x="326829" y="43558"/>
                </a:cubicBezTo>
                <a:cubicBezTo>
                  <a:pt x="326920" y="44012"/>
                  <a:pt x="326988" y="44421"/>
                  <a:pt x="327033" y="44784"/>
                </a:cubicBezTo>
                <a:cubicBezTo>
                  <a:pt x="327078" y="45146"/>
                  <a:pt x="327101" y="45464"/>
                  <a:pt x="327101" y="45737"/>
                </a:cubicBezTo>
                <a:cubicBezTo>
                  <a:pt x="327101" y="47190"/>
                  <a:pt x="326488" y="48506"/>
                  <a:pt x="325263" y="49686"/>
                </a:cubicBezTo>
                <a:cubicBezTo>
                  <a:pt x="324039" y="50865"/>
                  <a:pt x="322610" y="51455"/>
                  <a:pt x="320976" y="51455"/>
                </a:cubicBezTo>
                <a:cubicBezTo>
                  <a:pt x="319342" y="51455"/>
                  <a:pt x="317958" y="50865"/>
                  <a:pt x="316824" y="49686"/>
                </a:cubicBezTo>
                <a:cubicBezTo>
                  <a:pt x="315690" y="48506"/>
                  <a:pt x="315123" y="47144"/>
                  <a:pt x="315123" y="45600"/>
                </a:cubicBezTo>
                <a:cubicBezTo>
                  <a:pt x="315123" y="42696"/>
                  <a:pt x="316143" y="40110"/>
                  <a:pt x="318184" y="37842"/>
                </a:cubicBezTo>
                <a:cubicBezTo>
                  <a:pt x="320227" y="35574"/>
                  <a:pt x="322972" y="33759"/>
                  <a:pt x="326420" y="32398"/>
                </a:cubicBezTo>
                <a:cubicBezTo>
                  <a:pt x="329869" y="31036"/>
                  <a:pt x="333726" y="30354"/>
                  <a:pt x="337991" y="30354"/>
                </a:cubicBezTo>
                <a:cubicBezTo>
                  <a:pt x="346158" y="30354"/>
                  <a:pt x="351785" y="32850"/>
                  <a:pt x="354872" y="37842"/>
                </a:cubicBezTo>
                <a:cubicBezTo>
                  <a:pt x="355869" y="39476"/>
                  <a:pt x="356571" y="41382"/>
                  <a:pt x="356980" y="43560"/>
                </a:cubicBezTo>
                <a:cubicBezTo>
                  <a:pt x="357388" y="45737"/>
                  <a:pt x="357593" y="48595"/>
                  <a:pt x="357593" y="52134"/>
                </a:cubicBezTo>
                <a:lnTo>
                  <a:pt x="357593" y="78679"/>
                </a:lnTo>
                <a:cubicBezTo>
                  <a:pt x="357593" y="81673"/>
                  <a:pt x="357887" y="83738"/>
                  <a:pt x="358477" y="84873"/>
                </a:cubicBezTo>
                <a:cubicBezTo>
                  <a:pt x="359067" y="86007"/>
                  <a:pt x="360133" y="86574"/>
                  <a:pt x="361676" y="86574"/>
                </a:cubicBezTo>
                <a:cubicBezTo>
                  <a:pt x="363583" y="86574"/>
                  <a:pt x="365580" y="85712"/>
                  <a:pt x="367666" y="83988"/>
                </a:cubicBezTo>
                <a:moveTo>
                  <a:pt x="346567" y="76228"/>
                </a:moveTo>
                <a:lnTo>
                  <a:pt x="346567" y="56490"/>
                </a:lnTo>
                <a:cubicBezTo>
                  <a:pt x="338582" y="59304"/>
                  <a:pt x="332933" y="62140"/>
                  <a:pt x="329621" y="65000"/>
                </a:cubicBezTo>
                <a:cubicBezTo>
                  <a:pt x="326308" y="67858"/>
                  <a:pt x="324607" y="71329"/>
                  <a:pt x="324515" y="75412"/>
                </a:cubicBezTo>
                <a:lnTo>
                  <a:pt x="324515" y="75956"/>
                </a:lnTo>
                <a:cubicBezTo>
                  <a:pt x="324515" y="78860"/>
                  <a:pt x="325354" y="81333"/>
                  <a:pt x="327033" y="83376"/>
                </a:cubicBezTo>
                <a:cubicBezTo>
                  <a:pt x="328712" y="85417"/>
                  <a:pt x="330732" y="86437"/>
                  <a:pt x="333091" y="86437"/>
                </a:cubicBezTo>
                <a:cubicBezTo>
                  <a:pt x="336177" y="86437"/>
                  <a:pt x="339489" y="85439"/>
                  <a:pt x="343028" y="83442"/>
                </a:cubicBezTo>
                <a:cubicBezTo>
                  <a:pt x="344479" y="82627"/>
                  <a:pt x="345432" y="81720"/>
                  <a:pt x="345886" y="80721"/>
                </a:cubicBezTo>
                <a:cubicBezTo>
                  <a:pt x="346340" y="79723"/>
                  <a:pt x="346567" y="78225"/>
                  <a:pt x="346567" y="76228"/>
                </a:cubicBezTo>
                <a:close/>
                <a:moveTo>
                  <a:pt x="434775" y="85077"/>
                </a:moveTo>
                <a:lnTo>
                  <a:pt x="434775" y="87254"/>
                </a:lnTo>
                <a:lnTo>
                  <a:pt x="414764" y="94332"/>
                </a:lnTo>
                <a:lnTo>
                  <a:pt x="414220" y="93925"/>
                </a:lnTo>
                <a:lnTo>
                  <a:pt x="414220" y="85212"/>
                </a:lnTo>
                <a:cubicBezTo>
                  <a:pt x="411952" y="88388"/>
                  <a:pt x="409434" y="90703"/>
                  <a:pt x="406666" y="92155"/>
                </a:cubicBezTo>
                <a:cubicBezTo>
                  <a:pt x="403898" y="93607"/>
                  <a:pt x="400608" y="94332"/>
                  <a:pt x="396798" y="94332"/>
                </a:cubicBezTo>
                <a:cubicBezTo>
                  <a:pt x="391806" y="94332"/>
                  <a:pt x="387404" y="93107"/>
                  <a:pt x="383592" y="90658"/>
                </a:cubicBezTo>
                <a:cubicBezTo>
                  <a:pt x="379781" y="88207"/>
                  <a:pt x="376831" y="84781"/>
                  <a:pt x="374743" y="80381"/>
                </a:cubicBezTo>
                <a:cubicBezTo>
                  <a:pt x="372657" y="75979"/>
                  <a:pt x="371613" y="70874"/>
                  <a:pt x="371613" y="65066"/>
                </a:cubicBezTo>
                <a:cubicBezTo>
                  <a:pt x="371613" y="58623"/>
                  <a:pt x="372884" y="52770"/>
                  <a:pt x="375425" y="47507"/>
                </a:cubicBezTo>
                <a:cubicBezTo>
                  <a:pt x="377966" y="42243"/>
                  <a:pt x="381391" y="38069"/>
                  <a:pt x="385702" y="34984"/>
                </a:cubicBezTo>
                <a:cubicBezTo>
                  <a:pt x="390013" y="31898"/>
                  <a:pt x="394754" y="30354"/>
                  <a:pt x="399928" y="30354"/>
                </a:cubicBezTo>
                <a:cubicBezTo>
                  <a:pt x="402650" y="30354"/>
                  <a:pt x="405078" y="30786"/>
                  <a:pt x="407210" y="31648"/>
                </a:cubicBezTo>
                <a:cubicBezTo>
                  <a:pt x="409342" y="32511"/>
                  <a:pt x="411679" y="34031"/>
                  <a:pt x="414220" y="36207"/>
                </a:cubicBezTo>
                <a:lnTo>
                  <a:pt x="414220" y="14974"/>
                </a:lnTo>
                <a:cubicBezTo>
                  <a:pt x="414220" y="12160"/>
                  <a:pt x="413812" y="10299"/>
                  <a:pt x="412995" y="9393"/>
                </a:cubicBezTo>
                <a:cubicBezTo>
                  <a:pt x="412179" y="8486"/>
                  <a:pt x="410501" y="8032"/>
                  <a:pt x="407960" y="8032"/>
                </a:cubicBezTo>
                <a:cubicBezTo>
                  <a:pt x="407414" y="8032"/>
                  <a:pt x="406914" y="8032"/>
                  <a:pt x="406460" y="8032"/>
                </a:cubicBezTo>
                <a:cubicBezTo>
                  <a:pt x="406007" y="8032"/>
                  <a:pt x="405509" y="8077"/>
                  <a:pt x="404965" y="8167"/>
                </a:cubicBezTo>
                <a:lnTo>
                  <a:pt x="404965" y="5988"/>
                </a:lnTo>
                <a:cubicBezTo>
                  <a:pt x="409321" y="4810"/>
                  <a:pt x="412928" y="3812"/>
                  <a:pt x="415786" y="2995"/>
                </a:cubicBezTo>
                <a:cubicBezTo>
                  <a:pt x="418644" y="2178"/>
                  <a:pt x="421707" y="1180"/>
                  <a:pt x="424975" y="0"/>
                </a:cubicBezTo>
                <a:lnTo>
                  <a:pt x="425654" y="272"/>
                </a:lnTo>
                <a:lnTo>
                  <a:pt x="425654" y="77454"/>
                </a:lnTo>
                <a:cubicBezTo>
                  <a:pt x="425654" y="80539"/>
                  <a:pt x="426040" y="82604"/>
                  <a:pt x="426811" y="83648"/>
                </a:cubicBezTo>
                <a:cubicBezTo>
                  <a:pt x="427583" y="84690"/>
                  <a:pt x="429194" y="85212"/>
                  <a:pt x="431645" y="85212"/>
                </a:cubicBezTo>
                <a:cubicBezTo>
                  <a:pt x="431916" y="85212"/>
                  <a:pt x="432279" y="85212"/>
                  <a:pt x="432733" y="85212"/>
                </a:cubicBezTo>
                <a:cubicBezTo>
                  <a:pt x="433187" y="85212"/>
                  <a:pt x="433868" y="85167"/>
                  <a:pt x="434775" y="85077"/>
                </a:cubicBezTo>
                <a:moveTo>
                  <a:pt x="414220" y="79086"/>
                </a:moveTo>
                <a:lnTo>
                  <a:pt x="414220" y="47779"/>
                </a:lnTo>
                <a:cubicBezTo>
                  <a:pt x="414220" y="45329"/>
                  <a:pt x="413585" y="43083"/>
                  <a:pt x="412313" y="41041"/>
                </a:cubicBezTo>
                <a:cubicBezTo>
                  <a:pt x="411044" y="38998"/>
                  <a:pt x="409342" y="37342"/>
                  <a:pt x="407210" y="36072"/>
                </a:cubicBezTo>
                <a:cubicBezTo>
                  <a:pt x="405078" y="34801"/>
                  <a:pt x="402787" y="34166"/>
                  <a:pt x="400337" y="34166"/>
                </a:cubicBezTo>
                <a:cubicBezTo>
                  <a:pt x="395164" y="34166"/>
                  <a:pt x="391034" y="36480"/>
                  <a:pt x="387949" y="41109"/>
                </a:cubicBezTo>
                <a:cubicBezTo>
                  <a:pt x="384864" y="45737"/>
                  <a:pt x="383322" y="51908"/>
                  <a:pt x="383322" y="59622"/>
                </a:cubicBezTo>
                <a:cubicBezTo>
                  <a:pt x="383322" y="67971"/>
                  <a:pt x="385046" y="74663"/>
                  <a:pt x="388494" y="79699"/>
                </a:cubicBezTo>
                <a:cubicBezTo>
                  <a:pt x="391941" y="84735"/>
                  <a:pt x="396479" y="87254"/>
                  <a:pt x="402107" y="87254"/>
                </a:cubicBezTo>
                <a:cubicBezTo>
                  <a:pt x="406372" y="87254"/>
                  <a:pt x="409638" y="85892"/>
                  <a:pt x="411906" y="83170"/>
                </a:cubicBezTo>
                <a:cubicBezTo>
                  <a:pt x="413449" y="81446"/>
                  <a:pt x="414220" y="80085"/>
                  <a:pt x="414220" y="790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698BC-B78C-47BE-BE47-542ADB0E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1771" y="390885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6C2F3-D1F1-4133-84B9-CFFC348B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1771" y="390885"/>
            <a:ext cx="905888" cy="317300"/>
          </a:xfrm>
          <a:custGeom xmlns:a="http://schemas.openxmlformats.org/drawingml/2006/main">
            <a:pathLst>
              <a:path w="905888" h="317300" fill="none">
                <a:moveTo>
                  <a:pt x="0" y="317300"/>
                </a:moveTo>
                <a:lnTo>
                  <a:pt x="905888" y="317300"/>
                </a:lnTo>
                <a:lnTo>
                  <a:pt x="905888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86" name="Text Padding">
            <a:extLst xmlns:a="http://schemas.openxmlformats.org/drawingml/2006/main">
              <a:ext uri="{FF2B5EF4-FFF2-40B4-BE49-F238E27FC236}">
                <a16:creationId xmlns:a16="http://schemas.microsoft.com/office/drawing/2014/main" id="{2A928127-D009-425A-8FEC-41F85F00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3857" y="500740"/>
            <a:ext cx="439540" cy="122647"/>
          </a:xfrm>
          <a:custGeom xmlns:a="http://schemas.openxmlformats.org/drawingml/2006/main">
            <a:pathLst>
              <a:path w="439540" h="122647">
                <a:moveTo>
                  <a:pt x="0" y="5444"/>
                </a:moveTo>
                <a:lnTo>
                  <a:pt x="0" y="2858"/>
                </a:lnTo>
                <a:lnTo>
                  <a:pt x="35935" y="2858"/>
                </a:lnTo>
                <a:cubicBezTo>
                  <a:pt x="42378" y="2858"/>
                  <a:pt x="48322" y="3743"/>
                  <a:pt x="53767" y="5513"/>
                </a:cubicBezTo>
                <a:cubicBezTo>
                  <a:pt x="59212" y="7282"/>
                  <a:pt x="63296" y="9665"/>
                  <a:pt x="66020" y="12660"/>
                </a:cubicBezTo>
                <a:cubicBezTo>
                  <a:pt x="69740" y="16652"/>
                  <a:pt x="71601" y="21597"/>
                  <a:pt x="71601" y="27496"/>
                </a:cubicBezTo>
                <a:cubicBezTo>
                  <a:pt x="71601" y="31943"/>
                  <a:pt x="70443" y="36117"/>
                  <a:pt x="68128" y="40021"/>
                </a:cubicBezTo>
                <a:cubicBezTo>
                  <a:pt x="65814" y="43923"/>
                  <a:pt x="62615" y="46963"/>
                  <a:pt x="58532" y="49139"/>
                </a:cubicBezTo>
                <a:cubicBezTo>
                  <a:pt x="52996" y="52226"/>
                  <a:pt x="45055" y="53769"/>
                  <a:pt x="34710" y="53769"/>
                </a:cubicBezTo>
                <a:cubicBezTo>
                  <a:pt x="32986" y="53769"/>
                  <a:pt x="31443" y="53724"/>
                  <a:pt x="30082" y="53634"/>
                </a:cubicBezTo>
                <a:cubicBezTo>
                  <a:pt x="28721" y="53543"/>
                  <a:pt x="27133" y="53451"/>
                  <a:pt x="25317" y="53360"/>
                </a:cubicBezTo>
                <a:lnTo>
                  <a:pt x="25317" y="78135"/>
                </a:lnTo>
                <a:cubicBezTo>
                  <a:pt x="25409" y="81492"/>
                  <a:pt x="25772" y="84033"/>
                  <a:pt x="26406" y="85758"/>
                </a:cubicBezTo>
                <a:cubicBezTo>
                  <a:pt x="27041" y="87482"/>
                  <a:pt x="28267" y="88662"/>
                  <a:pt x="30082" y="89297"/>
                </a:cubicBezTo>
                <a:cubicBezTo>
                  <a:pt x="31898" y="89932"/>
                  <a:pt x="34575" y="90294"/>
                  <a:pt x="38114" y="90386"/>
                </a:cubicBezTo>
                <a:lnTo>
                  <a:pt x="38114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8" y="90023"/>
                  <a:pt x="5966" y="89524"/>
                  <a:pt x="7554" y="88888"/>
                </a:cubicBezTo>
                <a:cubicBezTo>
                  <a:pt x="9143" y="88253"/>
                  <a:pt x="10186" y="87005"/>
                  <a:pt x="10684" y="85145"/>
                </a:cubicBezTo>
                <a:cubicBezTo>
                  <a:pt x="11184" y="83284"/>
                  <a:pt x="11434" y="80448"/>
                  <a:pt x="11434" y="76638"/>
                </a:cubicBezTo>
                <a:lnTo>
                  <a:pt x="11434" y="17697"/>
                </a:lnTo>
                <a:cubicBezTo>
                  <a:pt x="11434" y="14339"/>
                  <a:pt x="11161" y="11866"/>
                  <a:pt x="10616" y="10277"/>
                </a:cubicBezTo>
                <a:cubicBezTo>
                  <a:pt x="10072" y="8689"/>
                  <a:pt x="9005" y="7577"/>
                  <a:pt x="7417" y="6942"/>
                </a:cubicBezTo>
                <a:cubicBezTo>
                  <a:pt x="5829" y="6306"/>
                  <a:pt x="3357" y="5807"/>
                  <a:pt x="0" y="5444"/>
                </a:cubicBezTo>
                <a:moveTo>
                  <a:pt x="25317" y="12523"/>
                </a:moveTo>
                <a:lnTo>
                  <a:pt x="25317" y="47916"/>
                </a:lnTo>
                <a:cubicBezTo>
                  <a:pt x="26860" y="48006"/>
                  <a:pt x="28198" y="48097"/>
                  <a:pt x="29332" y="48188"/>
                </a:cubicBezTo>
                <a:cubicBezTo>
                  <a:pt x="30468" y="48278"/>
                  <a:pt x="31716" y="48323"/>
                  <a:pt x="33077" y="48323"/>
                </a:cubicBezTo>
                <a:cubicBezTo>
                  <a:pt x="48867" y="48323"/>
                  <a:pt x="56762" y="41653"/>
                  <a:pt x="56762" y="28313"/>
                </a:cubicBezTo>
                <a:cubicBezTo>
                  <a:pt x="56762" y="21325"/>
                  <a:pt x="54584" y="16176"/>
                  <a:pt x="50228" y="12863"/>
                </a:cubicBezTo>
                <a:cubicBezTo>
                  <a:pt x="45873" y="9551"/>
                  <a:pt x="39112" y="7895"/>
                  <a:pt x="29945" y="7895"/>
                </a:cubicBezTo>
                <a:cubicBezTo>
                  <a:pt x="28131" y="7895"/>
                  <a:pt x="26906" y="8213"/>
                  <a:pt x="26271" y="8848"/>
                </a:cubicBezTo>
                <a:cubicBezTo>
                  <a:pt x="25635" y="9484"/>
                  <a:pt x="25317" y="10709"/>
                  <a:pt x="25317" y="12523"/>
                </a:cubicBezTo>
                <a:close/>
                <a:moveTo>
                  <a:pt x="133671" y="83988"/>
                </a:moveTo>
                <a:lnTo>
                  <a:pt x="133671" y="87528"/>
                </a:lnTo>
                <a:cubicBezTo>
                  <a:pt x="131312" y="90069"/>
                  <a:pt x="129270" y="91838"/>
                  <a:pt x="127546" y="92837"/>
                </a:cubicBezTo>
                <a:cubicBezTo>
                  <a:pt x="125822" y="93834"/>
                  <a:pt x="123780" y="94332"/>
                  <a:pt x="121421" y="94332"/>
                </a:cubicBezTo>
                <a:cubicBezTo>
                  <a:pt x="118607" y="94332"/>
                  <a:pt x="116542" y="93584"/>
                  <a:pt x="115227" y="92087"/>
                </a:cubicBezTo>
                <a:cubicBezTo>
                  <a:pt x="113912" y="90590"/>
                  <a:pt x="113072" y="88026"/>
                  <a:pt x="112708" y="84395"/>
                </a:cubicBezTo>
                <a:cubicBezTo>
                  <a:pt x="108534" y="87935"/>
                  <a:pt x="104927" y="90476"/>
                  <a:pt x="101886" y="92018"/>
                </a:cubicBezTo>
                <a:cubicBezTo>
                  <a:pt x="98847" y="93561"/>
                  <a:pt x="95829" y="94332"/>
                  <a:pt x="92834" y="94332"/>
                </a:cubicBezTo>
                <a:cubicBezTo>
                  <a:pt x="88659" y="94332"/>
                  <a:pt x="85233" y="92971"/>
                  <a:pt x="82557" y="90249"/>
                </a:cubicBezTo>
                <a:cubicBezTo>
                  <a:pt x="79880" y="87526"/>
                  <a:pt x="78542" y="84033"/>
                  <a:pt x="78542" y="79768"/>
                </a:cubicBezTo>
                <a:cubicBezTo>
                  <a:pt x="78542" y="77500"/>
                  <a:pt x="78995" y="75299"/>
                  <a:pt x="79902" y="73167"/>
                </a:cubicBezTo>
                <a:cubicBezTo>
                  <a:pt x="80811" y="71033"/>
                  <a:pt x="81990" y="69285"/>
                  <a:pt x="83442" y="67924"/>
                </a:cubicBezTo>
                <a:cubicBezTo>
                  <a:pt x="84894" y="66655"/>
                  <a:pt x="86278" y="65543"/>
                  <a:pt x="87594" y="64591"/>
                </a:cubicBezTo>
                <a:cubicBezTo>
                  <a:pt x="88909" y="63638"/>
                  <a:pt x="90497" y="62708"/>
                  <a:pt x="92356" y="61801"/>
                </a:cubicBezTo>
                <a:cubicBezTo>
                  <a:pt x="94217" y="60893"/>
                  <a:pt x="96736" y="59758"/>
                  <a:pt x="99913" y="58397"/>
                </a:cubicBezTo>
                <a:cubicBezTo>
                  <a:pt x="103089" y="57036"/>
                  <a:pt x="107309" y="55311"/>
                  <a:pt x="112572" y="53223"/>
                </a:cubicBezTo>
                <a:lnTo>
                  <a:pt x="112572" y="44921"/>
                </a:lnTo>
                <a:cubicBezTo>
                  <a:pt x="112572" y="37388"/>
                  <a:pt x="109124" y="33622"/>
                  <a:pt x="102227" y="33622"/>
                </a:cubicBezTo>
                <a:cubicBezTo>
                  <a:pt x="99504" y="33622"/>
                  <a:pt x="97190" y="34280"/>
                  <a:pt x="95285" y="35597"/>
                </a:cubicBezTo>
                <a:cubicBezTo>
                  <a:pt x="93380" y="36912"/>
                  <a:pt x="92427" y="38478"/>
                  <a:pt x="92427" y="40293"/>
                </a:cubicBezTo>
                <a:cubicBezTo>
                  <a:pt x="92427" y="41200"/>
                  <a:pt x="92563" y="42288"/>
                  <a:pt x="92834" y="43558"/>
                </a:cubicBezTo>
                <a:cubicBezTo>
                  <a:pt x="92925" y="44012"/>
                  <a:pt x="92993" y="44421"/>
                  <a:pt x="93038" y="44784"/>
                </a:cubicBezTo>
                <a:cubicBezTo>
                  <a:pt x="93083" y="45146"/>
                  <a:pt x="93106" y="45464"/>
                  <a:pt x="93106" y="45737"/>
                </a:cubicBezTo>
                <a:cubicBezTo>
                  <a:pt x="93106" y="47190"/>
                  <a:pt x="92493" y="48506"/>
                  <a:pt x="91268" y="49686"/>
                </a:cubicBezTo>
                <a:cubicBezTo>
                  <a:pt x="90044" y="50865"/>
                  <a:pt x="88615" y="51455"/>
                  <a:pt x="86981" y="51455"/>
                </a:cubicBezTo>
                <a:cubicBezTo>
                  <a:pt x="85347" y="51455"/>
                  <a:pt x="83963" y="50865"/>
                  <a:pt x="82829" y="49686"/>
                </a:cubicBezTo>
                <a:cubicBezTo>
                  <a:pt x="81695" y="48506"/>
                  <a:pt x="81128" y="47144"/>
                  <a:pt x="81128" y="45600"/>
                </a:cubicBezTo>
                <a:cubicBezTo>
                  <a:pt x="81128" y="42696"/>
                  <a:pt x="82148" y="40110"/>
                  <a:pt x="84189" y="37842"/>
                </a:cubicBezTo>
                <a:cubicBezTo>
                  <a:pt x="86232" y="35574"/>
                  <a:pt x="88977" y="33759"/>
                  <a:pt x="92425" y="32398"/>
                </a:cubicBezTo>
                <a:cubicBezTo>
                  <a:pt x="95874" y="31036"/>
                  <a:pt x="99731" y="30354"/>
                  <a:pt x="103996" y="30354"/>
                </a:cubicBezTo>
                <a:cubicBezTo>
                  <a:pt x="112163" y="30354"/>
                  <a:pt x="117790" y="32850"/>
                  <a:pt x="120877" y="37842"/>
                </a:cubicBezTo>
                <a:cubicBezTo>
                  <a:pt x="121874" y="39476"/>
                  <a:pt x="122576" y="41382"/>
                  <a:pt x="122985" y="43560"/>
                </a:cubicBezTo>
                <a:cubicBezTo>
                  <a:pt x="123393" y="45737"/>
                  <a:pt x="123598" y="48595"/>
                  <a:pt x="123598" y="52134"/>
                </a:cubicBezTo>
                <a:lnTo>
                  <a:pt x="123598" y="78679"/>
                </a:lnTo>
                <a:cubicBezTo>
                  <a:pt x="123598" y="81673"/>
                  <a:pt x="123893" y="83738"/>
                  <a:pt x="124482" y="84873"/>
                </a:cubicBezTo>
                <a:cubicBezTo>
                  <a:pt x="125072" y="86007"/>
                  <a:pt x="126139" y="86574"/>
                  <a:pt x="127681" y="86574"/>
                </a:cubicBezTo>
                <a:cubicBezTo>
                  <a:pt x="129588" y="86574"/>
                  <a:pt x="131585" y="85712"/>
                  <a:pt x="133671" y="83988"/>
                </a:cubicBezTo>
                <a:moveTo>
                  <a:pt x="112572" y="76228"/>
                </a:moveTo>
                <a:lnTo>
                  <a:pt x="112572" y="56490"/>
                </a:lnTo>
                <a:cubicBezTo>
                  <a:pt x="104587" y="59304"/>
                  <a:pt x="98938" y="62140"/>
                  <a:pt x="95626" y="65000"/>
                </a:cubicBezTo>
                <a:cubicBezTo>
                  <a:pt x="92313" y="67858"/>
                  <a:pt x="90612" y="71329"/>
                  <a:pt x="90520" y="75412"/>
                </a:cubicBezTo>
                <a:lnTo>
                  <a:pt x="90520" y="75956"/>
                </a:lnTo>
                <a:cubicBezTo>
                  <a:pt x="90520" y="78860"/>
                  <a:pt x="91359" y="81333"/>
                  <a:pt x="93038" y="83376"/>
                </a:cubicBezTo>
                <a:cubicBezTo>
                  <a:pt x="94717" y="85417"/>
                  <a:pt x="96737" y="86437"/>
                  <a:pt x="99096" y="86437"/>
                </a:cubicBezTo>
                <a:cubicBezTo>
                  <a:pt x="102182" y="86437"/>
                  <a:pt x="105494" y="85439"/>
                  <a:pt x="109033" y="83442"/>
                </a:cubicBezTo>
                <a:cubicBezTo>
                  <a:pt x="110484" y="82627"/>
                  <a:pt x="111437" y="81720"/>
                  <a:pt x="111891" y="80721"/>
                </a:cubicBezTo>
                <a:cubicBezTo>
                  <a:pt x="112345" y="79723"/>
                  <a:pt x="112572" y="78225"/>
                  <a:pt x="112572" y="76228"/>
                </a:cubicBezTo>
                <a:close/>
                <a:moveTo>
                  <a:pt x="200780" y="85077"/>
                </a:moveTo>
                <a:lnTo>
                  <a:pt x="200780" y="87254"/>
                </a:lnTo>
                <a:lnTo>
                  <a:pt x="180769" y="94332"/>
                </a:lnTo>
                <a:lnTo>
                  <a:pt x="180225" y="93925"/>
                </a:lnTo>
                <a:lnTo>
                  <a:pt x="180225" y="85212"/>
                </a:lnTo>
                <a:cubicBezTo>
                  <a:pt x="177957" y="88388"/>
                  <a:pt x="175439" y="90703"/>
                  <a:pt x="172671" y="92155"/>
                </a:cubicBezTo>
                <a:cubicBezTo>
                  <a:pt x="169903" y="93607"/>
                  <a:pt x="166613" y="94332"/>
                  <a:pt x="162803" y="94332"/>
                </a:cubicBezTo>
                <a:cubicBezTo>
                  <a:pt x="157811" y="94332"/>
                  <a:pt x="153409" y="93107"/>
                  <a:pt x="149597" y="90658"/>
                </a:cubicBezTo>
                <a:cubicBezTo>
                  <a:pt x="145786" y="88207"/>
                  <a:pt x="142837" y="84781"/>
                  <a:pt x="140748" y="80381"/>
                </a:cubicBezTo>
                <a:cubicBezTo>
                  <a:pt x="138662" y="75979"/>
                  <a:pt x="137618" y="70874"/>
                  <a:pt x="137618" y="65066"/>
                </a:cubicBezTo>
                <a:cubicBezTo>
                  <a:pt x="137618" y="58623"/>
                  <a:pt x="138889" y="52770"/>
                  <a:pt x="141430" y="47507"/>
                </a:cubicBezTo>
                <a:cubicBezTo>
                  <a:pt x="143971" y="42243"/>
                  <a:pt x="147396" y="38069"/>
                  <a:pt x="151707" y="34984"/>
                </a:cubicBezTo>
                <a:cubicBezTo>
                  <a:pt x="156018" y="31898"/>
                  <a:pt x="160760" y="30354"/>
                  <a:pt x="165933" y="30354"/>
                </a:cubicBezTo>
                <a:cubicBezTo>
                  <a:pt x="168655" y="30354"/>
                  <a:pt x="171083" y="30786"/>
                  <a:pt x="173215" y="31648"/>
                </a:cubicBezTo>
                <a:cubicBezTo>
                  <a:pt x="175347" y="32511"/>
                  <a:pt x="177684" y="34031"/>
                  <a:pt x="180225" y="36207"/>
                </a:cubicBezTo>
                <a:lnTo>
                  <a:pt x="180225" y="14974"/>
                </a:lnTo>
                <a:cubicBezTo>
                  <a:pt x="180225" y="12160"/>
                  <a:pt x="179817" y="10299"/>
                  <a:pt x="179000" y="9393"/>
                </a:cubicBezTo>
                <a:cubicBezTo>
                  <a:pt x="178184" y="8486"/>
                  <a:pt x="176506" y="8032"/>
                  <a:pt x="173965" y="8032"/>
                </a:cubicBezTo>
                <a:cubicBezTo>
                  <a:pt x="173419" y="8032"/>
                  <a:pt x="172919" y="8032"/>
                  <a:pt x="172465" y="8032"/>
                </a:cubicBezTo>
                <a:cubicBezTo>
                  <a:pt x="172012" y="8032"/>
                  <a:pt x="171514" y="8077"/>
                  <a:pt x="170970" y="8167"/>
                </a:cubicBezTo>
                <a:lnTo>
                  <a:pt x="170970" y="5988"/>
                </a:lnTo>
                <a:cubicBezTo>
                  <a:pt x="175326" y="4810"/>
                  <a:pt x="178933" y="3812"/>
                  <a:pt x="181791" y="2995"/>
                </a:cubicBezTo>
                <a:cubicBezTo>
                  <a:pt x="184649" y="2178"/>
                  <a:pt x="187712" y="1180"/>
                  <a:pt x="190980" y="0"/>
                </a:cubicBezTo>
                <a:lnTo>
                  <a:pt x="191659" y="272"/>
                </a:lnTo>
                <a:lnTo>
                  <a:pt x="191659" y="77454"/>
                </a:lnTo>
                <a:cubicBezTo>
                  <a:pt x="191659" y="80539"/>
                  <a:pt x="192045" y="82604"/>
                  <a:pt x="192816" y="83648"/>
                </a:cubicBezTo>
                <a:cubicBezTo>
                  <a:pt x="193588" y="84690"/>
                  <a:pt x="195199" y="85212"/>
                  <a:pt x="197650" y="85212"/>
                </a:cubicBezTo>
                <a:cubicBezTo>
                  <a:pt x="197921" y="85212"/>
                  <a:pt x="198284" y="85212"/>
                  <a:pt x="198738" y="85212"/>
                </a:cubicBezTo>
                <a:cubicBezTo>
                  <a:pt x="199192" y="85212"/>
                  <a:pt x="199873" y="85167"/>
                  <a:pt x="200780" y="85077"/>
                </a:cubicBezTo>
                <a:moveTo>
                  <a:pt x="180225" y="79086"/>
                </a:moveTo>
                <a:lnTo>
                  <a:pt x="180225" y="47779"/>
                </a:lnTo>
                <a:cubicBezTo>
                  <a:pt x="180225" y="45329"/>
                  <a:pt x="179590" y="43083"/>
                  <a:pt x="178318" y="41041"/>
                </a:cubicBezTo>
                <a:cubicBezTo>
                  <a:pt x="177049" y="38998"/>
                  <a:pt x="175347" y="37342"/>
                  <a:pt x="173215" y="36072"/>
                </a:cubicBezTo>
                <a:cubicBezTo>
                  <a:pt x="171083" y="34801"/>
                  <a:pt x="168792" y="34166"/>
                  <a:pt x="166342" y="34166"/>
                </a:cubicBezTo>
                <a:cubicBezTo>
                  <a:pt x="161169" y="34166"/>
                  <a:pt x="157040" y="36480"/>
                  <a:pt x="153954" y="41109"/>
                </a:cubicBezTo>
                <a:cubicBezTo>
                  <a:pt x="150869" y="45737"/>
                  <a:pt x="149327" y="51908"/>
                  <a:pt x="149327" y="59622"/>
                </a:cubicBezTo>
                <a:cubicBezTo>
                  <a:pt x="149327" y="67971"/>
                  <a:pt x="151051" y="74663"/>
                  <a:pt x="154499" y="79699"/>
                </a:cubicBezTo>
                <a:cubicBezTo>
                  <a:pt x="157946" y="84735"/>
                  <a:pt x="162484" y="87254"/>
                  <a:pt x="168112" y="87254"/>
                </a:cubicBezTo>
                <a:cubicBezTo>
                  <a:pt x="172377" y="87254"/>
                  <a:pt x="175643" y="85892"/>
                  <a:pt x="177911" y="83170"/>
                </a:cubicBezTo>
                <a:cubicBezTo>
                  <a:pt x="179454" y="81446"/>
                  <a:pt x="180225" y="80085"/>
                  <a:pt x="180225" y="79086"/>
                </a:cubicBezTo>
                <a:close/>
                <a:moveTo>
                  <a:pt x="268841" y="85077"/>
                </a:moveTo>
                <a:lnTo>
                  <a:pt x="268841" y="87254"/>
                </a:lnTo>
                <a:lnTo>
                  <a:pt x="248830" y="94332"/>
                </a:lnTo>
                <a:lnTo>
                  <a:pt x="248286" y="93925"/>
                </a:lnTo>
                <a:lnTo>
                  <a:pt x="248286" y="85212"/>
                </a:lnTo>
                <a:cubicBezTo>
                  <a:pt x="246018" y="88388"/>
                  <a:pt x="243500" y="90703"/>
                  <a:pt x="240732" y="92155"/>
                </a:cubicBezTo>
                <a:cubicBezTo>
                  <a:pt x="237964" y="93607"/>
                  <a:pt x="234674" y="94332"/>
                  <a:pt x="230864" y="94332"/>
                </a:cubicBezTo>
                <a:cubicBezTo>
                  <a:pt x="225872" y="94332"/>
                  <a:pt x="221470" y="93107"/>
                  <a:pt x="217658" y="90658"/>
                </a:cubicBezTo>
                <a:cubicBezTo>
                  <a:pt x="213847" y="88207"/>
                  <a:pt x="210898" y="84781"/>
                  <a:pt x="208809" y="80381"/>
                </a:cubicBezTo>
                <a:cubicBezTo>
                  <a:pt x="206723" y="75979"/>
                  <a:pt x="205679" y="70874"/>
                  <a:pt x="205679" y="65066"/>
                </a:cubicBezTo>
                <a:cubicBezTo>
                  <a:pt x="205679" y="58623"/>
                  <a:pt x="206950" y="52770"/>
                  <a:pt x="209491" y="47507"/>
                </a:cubicBezTo>
                <a:cubicBezTo>
                  <a:pt x="212032" y="42243"/>
                  <a:pt x="215457" y="38069"/>
                  <a:pt x="219768" y="34984"/>
                </a:cubicBezTo>
                <a:cubicBezTo>
                  <a:pt x="224079" y="31898"/>
                  <a:pt x="228821" y="30354"/>
                  <a:pt x="233994" y="30354"/>
                </a:cubicBezTo>
                <a:cubicBezTo>
                  <a:pt x="236716" y="30354"/>
                  <a:pt x="239144" y="30786"/>
                  <a:pt x="241276" y="31648"/>
                </a:cubicBezTo>
                <a:cubicBezTo>
                  <a:pt x="243409" y="32511"/>
                  <a:pt x="245745" y="34031"/>
                  <a:pt x="248286" y="36207"/>
                </a:cubicBezTo>
                <a:lnTo>
                  <a:pt x="248286" y="14974"/>
                </a:lnTo>
                <a:cubicBezTo>
                  <a:pt x="248286" y="12160"/>
                  <a:pt x="247878" y="10299"/>
                  <a:pt x="247061" y="9393"/>
                </a:cubicBezTo>
                <a:cubicBezTo>
                  <a:pt x="246245" y="8486"/>
                  <a:pt x="244567" y="8032"/>
                  <a:pt x="242026" y="8032"/>
                </a:cubicBezTo>
                <a:cubicBezTo>
                  <a:pt x="241480" y="8032"/>
                  <a:pt x="240980" y="8032"/>
                  <a:pt x="240526" y="8032"/>
                </a:cubicBezTo>
                <a:cubicBezTo>
                  <a:pt x="240073" y="8032"/>
                  <a:pt x="239575" y="8077"/>
                  <a:pt x="239031" y="8167"/>
                </a:cubicBezTo>
                <a:lnTo>
                  <a:pt x="239031" y="5988"/>
                </a:lnTo>
                <a:cubicBezTo>
                  <a:pt x="243387" y="4810"/>
                  <a:pt x="246994" y="3812"/>
                  <a:pt x="249852" y="2995"/>
                </a:cubicBezTo>
                <a:cubicBezTo>
                  <a:pt x="252710" y="2178"/>
                  <a:pt x="255773" y="1180"/>
                  <a:pt x="259041" y="0"/>
                </a:cubicBezTo>
                <a:lnTo>
                  <a:pt x="259720" y="272"/>
                </a:lnTo>
                <a:lnTo>
                  <a:pt x="259720" y="77454"/>
                </a:lnTo>
                <a:cubicBezTo>
                  <a:pt x="259720" y="80539"/>
                  <a:pt x="260106" y="82604"/>
                  <a:pt x="260877" y="83648"/>
                </a:cubicBezTo>
                <a:cubicBezTo>
                  <a:pt x="261649" y="84690"/>
                  <a:pt x="263260" y="85212"/>
                  <a:pt x="265711" y="85212"/>
                </a:cubicBezTo>
                <a:cubicBezTo>
                  <a:pt x="265982" y="85212"/>
                  <a:pt x="266345" y="85212"/>
                  <a:pt x="266799" y="85212"/>
                </a:cubicBezTo>
                <a:cubicBezTo>
                  <a:pt x="267253" y="85212"/>
                  <a:pt x="267934" y="85167"/>
                  <a:pt x="268841" y="85077"/>
                </a:cubicBezTo>
                <a:moveTo>
                  <a:pt x="248286" y="79086"/>
                </a:moveTo>
                <a:lnTo>
                  <a:pt x="248286" y="47779"/>
                </a:lnTo>
                <a:cubicBezTo>
                  <a:pt x="248286" y="45329"/>
                  <a:pt x="247651" y="43083"/>
                  <a:pt x="246379" y="41041"/>
                </a:cubicBezTo>
                <a:cubicBezTo>
                  <a:pt x="245110" y="38998"/>
                  <a:pt x="243409" y="37342"/>
                  <a:pt x="241276" y="36072"/>
                </a:cubicBezTo>
                <a:cubicBezTo>
                  <a:pt x="239144" y="34801"/>
                  <a:pt x="236853" y="34166"/>
                  <a:pt x="234403" y="34166"/>
                </a:cubicBezTo>
                <a:cubicBezTo>
                  <a:pt x="229230" y="34166"/>
                  <a:pt x="225101" y="36480"/>
                  <a:pt x="222015" y="41109"/>
                </a:cubicBezTo>
                <a:cubicBezTo>
                  <a:pt x="218930" y="45737"/>
                  <a:pt x="217388" y="51908"/>
                  <a:pt x="217388" y="59622"/>
                </a:cubicBezTo>
                <a:cubicBezTo>
                  <a:pt x="217388" y="67971"/>
                  <a:pt x="219112" y="74663"/>
                  <a:pt x="222560" y="79699"/>
                </a:cubicBezTo>
                <a:cubicBezTo>
                  <a:pt x="226008" y="84735"/>
                  <a:pt x="230545" y="87254"/>
                  <a:pt x="236173" y="87254"/>
                </a:cubicBezTo>
                <a:cubicBezTo>
                  <a:pt x="240438" y="87254"/>
                  <a:pt x="243704" y="85892"/>
                  <a:pt x="245972" y="83170"/>
                </a:cubicBezTo>
                <a:cubicBezTo>
                  <a:pt x="247515" y="81446"/>
                  <a:pt x="248286" y="80085"/>
                  <a:pt x="248286" y="79086"/>
                </a:cubicBezTo>
                <a:close/>
                <a:moveTo>
                  <a:pt x="273197" y="92972"/>
                </a:moveTo>
                <a:lnTo>
                  <a:pt x="273197" y="90930"/>
                </a:lnTo>
                <a:cubicBezTo>
                  <a:pt x="276283" y="90749"/>
                  <a:pt x="278575" y="90386"/>
                  <a:pt x="280072" y="89842"/>
                </a:cubicBezTo>
                <a:cubicBezTo>
                  <a:pt x="281569" y="89296"/>
                  <a:pt x="282566" y="88207"/>
                  <a:pt x="283065" y="86574"/>
                </a:cubicBezTo>
                <a:cubicBezTo>
                  <a:pt x="283565" y="84940"/>
                  <a:pt x="283860" y="82444"/>
                  <a:pt x="283952" y="79086"/>
                </a:cubicBezTo>
                <a:lnTo>
                  <a:pt x="283952" y="47507"/>
                </a:lnTo>
                <a:cubicBezTo>
                  <a:pt x="283952" y="44512"/>
                  <a:pt x="283611" y="42402"/>
                  <a:pt x="282930" y="41178"/>
                </a:cubicBezTo>
                <a:cubicBezTo>
                  <a:pt x="282250" y="39952"/>
                  <a:pt x="281093" y="39340"/>
                  <a:pt x="279459" y="39340"/>
                </a:cubicBezTo>
                <a:cubicBezTo>
                  <a:pt x="278007" y="39340"/>
                  <a:pt x="276464" y="39475"/>
                  <a:pt x="274831" y="39747"/>
                </a:cubicBezTo>
                <a:lnTo>
                  <a:pt x="273741" y="39884"/>
                </a:lnTo>
                <a:lnTo>
                  <a:pt x="273741" y="37842"/>
                </a:lnTo>
                <a:lnTo>
                  <a:pt x="294842" y="30354"/>
                </a:lnTo>
                <a:lnTo>
                  <a:pt x="295386" y="30763"/>
                </a:lnTo>
                <a:lnTo>
                  <a:pt x="295386" y="79086"/>
                </a:lnTo>
                <a:cubicBezTo>
                  <a:pt x="295476" y="82354"/>
                  <a:pt x="295725" y="84805"/>
                  <a:pt x="296134" y="86439"/>
                </a:cubicBezTo>
                <a:cubicBezTo>
                  <a:pt x="296542" y="88072"/>
                  <a:pt x="297450" y="89160"/>
                  <a:pt x="298857" y="89704"/>
                </a:cubicBezTo>
                <a:cubicBezTo>
                  <a:pt x="300264" y="90249"/>
                  <a:pt x="302464" y="90657"/>
                  <a:pt x="305458" y="90930"/>
                </a:cubicBezTo>
                <a:lnTo>
                  <a:pt x="305458" y="92972"/>
                </a:lnTo>
                <a:lnTo>
                  <a:pt x="273197" y="92972"/>
                </a:lnTo>
                <a:moveTo>
                  <a:pt x="288442" y="0"/>
                </a:moveTo>
                <a:cubicBezTo>
                  <a:pt x="290439" y="0"/>
                  <a:pt x="292118" y="658"/>
                  <a:pt x="293479" y="1973"/>
                </a:cubicBezTo>
                <a:cubicBezTo>
                  <a:pt x="294841" y="3289"/>
                  <a:pt x="295521" y="4945"/>
                  <a:pt x="295521" y="6942"/>
                </a:cubicBezTo>
                <a:cubicBezTo>
                  <a:pt x="295521" y="8938"/>
                  <a:pt x="294863" y="10595"/>
                  <a:pt x="293548" y="11912"/>
                </a:cubicBezTo>
                <a:cubicBezTo>
                  <a:pt x="292232" y="13227"/>
                  <a:pt x="290531" y="13885"/>
                  <a:pt x="288442" y="13885"/>
                </a:cubicBezTo>
                <a:cubicBezTo>
                  <a:pt x="286537" y="13885"/>
                  <a:pt x="284927" y="13227"/>
                  <a:pt x="283611" y="11912"/>
                </a:cubicBezTo>
                <a:cubicBezTo>
                  <a:pt x="282296" y="10595"/>
                  <a:pt x="281638" y="8938"/>
                  <a:pt x="281638" y="6942"/>
                </a:cubicBezTo>
                <a:cubicBezTo>
                  <a:pt x="281638" y="5036"/>
                  <a:pt x="282319" y="3403"/>
                  <a:pt x="283680" y="2042"/>
                </a:cubicBezTo>
                <a:cubicBezTo>
                  <a:pt x="285041" y="681"/>
                  <a:pt x="286628" y="0"/>
                  <a:pt x="288442" y="0"/>
                </a:cubicBezTo>
                <a:close/>
                <a:moveTo>
                  <a:pt x="309952" y="92972"/>
                </a:moveTo>
                <a:lnTo>
                  <a:pt x="309952" y="90930"/>
                </a:lnTo>
                <a:cubicBezTo>
                  <a:pt x="313400" y="90749"/>
                  <a:pt x="315645" y="90000"/>
                  <a:pt x="316688" y="88685"/>
                </a:cubicBezTo>
                <a:cubicBezTo>
                  <a:pt x="317732" y="87368"/>
                  <a:pt x="318299" y="84713"/>
                  <a:pt x="318391" y="80721"/>
                </a:cubicBezTo>
                <a:lnTo>
                  <a:pt x="318391" y="46963"/>
                </a:lnTo>
                <a:cubicBezTo>
                  <a:pt x="318391" y="43605"/>
                  <a:pt x="318027" y="41314"/>
                  <a:pt x="317300" y="40090"/>
                </a:cubicBezTo>
                <a:cubicBezTo>
                  <a:pt x="316575" y="38864"/>
                  <a:pt x="315259" y="38251"/>
                  <a:pt x="313354" y="38251"/>
                </a:cubicBezTo>
                <a:cubicBezTo>
                  <a:pt x="311630" y="38251"/>
                  <a:pt x="310405" y="38433"/>
                  <a:pt x="309680" y="38796"/>
                </a:cubicBezTo>
                <a:lnTo>
                  <a:pt x="309680" y="36482"/>
                </a:lnTo>
                <a:cubicBezTo>
                  <a:pt x="313400" y="35392"/>
                  <a:pt x="316622" y="34393"/>
                  <a:pt x="319344" y="33487"/>
                </a:cubicBezTo>
                <a:cubicBezTo>
                  <a:pt x="322067" y="32578"/>
                  <a:pt x="325107" y="31534"/>
                  <a:pt x="328465" y="30354"/>
                </a:cubicBezTo>
                <a:lnTo>
                  <a:pt x="329416" y="30628"/>
                </a:lnTo>
                <a:lnTo>
                  <a:pt x="329416" y="41381"/>
                </a:lnTo>
                <a:cubicBezTo>
                  <a:pt x="332502" y="38478"/>
                  <a:pt x="335134" y="36232"/>
                  <a:pt x="337311" y="34643"/>
                </a:cubicBezTo>
                <a:cubicBezTo>
                  <a:pt x="339489" y="33055"/>
                  <a:pt x="341486" y="31943"/>
                  <a:pt x="343301" y="31308"/>
                </a:cubicBezTo>
                <a:cubicBezTo>
                  <a:pt x="345116" y="30672"/>
                  <a:pt x="347068" y="30354"/>
                  <a:pt x="349154" y="30354"/>
                </a:cubicBezTo>
                <a:cubicBezTo>
                  <a:pt x="354236" y="30354"/>
                  <a:pt x="358183" y="32147"/>
                  <a:pt x="360996" y="35732"/>
                </a:cubicBezTo>
                <a:cubicBezTo>
                  <a:pt x="363809" y="39317"/>
                  <a:pt x="365216" y="44331"/>
                  <a:pt x="365216" y="50774"/>
                </a:cubicBezTo>
                <a:lnTo>
                  <a:pt x="365216" y="81947"/>
                </a:lnTo>
                <a:cubicBezTo>
                  <a:pt x="365308" y="85303"/>
                  <a:pt x="365875" y="87549"/>
                  <a:pt x="366917" y="88685"/>
                </a:cubicBezTo>
                <a:cubicBezTo>
                  <a:pt x="367961" y="89819"/>
                  <a:pt x="370162" y="90567"/>
                  <a:pt x="373520" y="90930"/>
                </a:cubicBezTo>
                <a:lnTo>
                  <a:pt x="373520" y="92972"/>
                </a:lnTo>
                <a:lnTo>
                  <a:pt x="345206" y="92972"/>
                </a:lnTo>
                <a:lnTo>
                  <a:pt x="345206" y="90930"/>
                </a:lnTo>
                <a:cubicBezTo>
                  <a:pt x="348564" y="90749"/>
                  <a:pt x="350810" y="89909"/>
                  <a:pt x="351944" y="88413"/>
                </a:cubicBezTo>
                <a:cubicBezTo>
                  <a:pt x="353079" y="86914"/>
                  <a:pt x="353692" y="83942"/>
                  <a:pt x="353782" y="79496"/>
                </a:cubicBezTo>
                <a:lnTo>
                  <a:pt x="353782" y="51046"/>
                </a:lnTo>
                <a:cubicBezTo>
                  <a:pt x="353782" y="42243"/>
                  <a:pt x="350470" y="37842"/>
                  <a:pt x="343845" y="37842"/>
                </a:cubicBezTo>
                <a:cubicBezTo>
                  <a:pt x="341577" y="37842"/>
                  <a:pt x="339468" y="38364"/>
                  <a:pt x="337516" y="39408"/>
                </a:cubicBezTo>
                <a:cubicBezTo>
                  <a:pt x="335565" y="40451"/>
                  <a:pt x="333002" y="42515"/>
                  <a:pt x="329825" y="45600"/>
                </a:cubicBezTo>
                <a:lnTo>
                  <a:pt x="329825" y="83851"/>
                </a:lnTo>
                <a:cubicBezTo>
                  <a:pt x="329825" y="86302"/>
                  <a:pt x="330483" y="88050"/>
                  <a:pt x="331798" y="89094"/>
                </a:cubicBezTo>
                <a:cubicBezTo>
                  <a:pt x="333114" y="90137"/>
                  <a:pt x="335450" y="90749"/>
                  <a:pt x="338808" y="90930"/>
                </a:cubicBezTo>
                <a:lnTo>
                  <a:pt x="338808" y="92972"/>
                </a:lnTo>
                <a:lnTo>
                  <a:pt x="309952" y="92972"/>
                </a:lnTo>
                <a:close/>
                <a:moveTo>
                  <a:pt x="439540" y="40156"/>
                </a:moveTo>
                <a:lnTo>
                  <a:pt x="428240" y="40156"/>
                </a:lnTo>
                <a:cubicBezTo>
                  <a:pt x="429239" y="42334"/>
                  <a:pt x="429919" y="44285"/>
                  <a:pt x="430282" y="46009"/>
                </a:cubicBezTo>
                <a:cubicBezTo>
                  <a:pt x="430646" y="47733"/>
                  <a:pt x="430828" y="49593"/>
                  <a:pt x="430828" y="51590"/>
                </a:cubicBezTo>
                <a:cubicBezTo>
                  <a:pt x="430828" y="58125"/>
                  <a:pt x="428650" y="63252"/>
                  <a:pt x="424294" y="66973"/>
                </a:cubicBezTo>
                <a:cubicBezTo>
                  <a:pt x="422207" y="68787"/>
                  <a:pt x="419871" y="70193"/>
                  <a:pt x="417284" y="71192"/>
                </a:cubicBezTo>
                <a:cubicBezTo>
                  <a:pt x="414697" y="72190"/>
                  <a:pt x="412133" y="72689"/>
                  <a:pt x="409592" y="72689"/>
                </a:cubicBezTo>
                <a:cubicBezTo>
                  <a:pt x="409501" y="72689"/>
                  <a:pt x="408798" y="72621"/>
                  <a:pt x="407482" y="72486"/>
                </a:cubicBezTo>
                <a:cubicBezTo>
                  <a:pt x="406167" y="72350"/>
                  <a:pt x="404284" y="72191"/>
                  <a:pt x="401833" y="72008"/>
                </a:cubicBezTo>
                <a:cubicBezTo>
                  <a:pt x="400653" y="72372"/>
                  <a:pt x="399427" y="73053"/>
                  <a:pt x="398156" y="74052"/>
                </a:cubicBezTo>
                <a:cubicBezTo>
                  <a:pt x="396886" y="75049"/>
                  <a:pt x="395820" y="76160"/>
                  <a:pt x="394957" y="77385"/>
                </a:cubicBezTo>
                <a:cubicBezTo>
                  <a:pt x="394096" y="78611"/>
                  <a:pt x="393666" y="79677"/>
                  <a:pt x="393666" y="80584"/>
                </a:cubicBezTo>
                <a:cubicBezTo>
                  <a:pt x="393666" y="82762"/>
                  <a:pt x="397205" y="83988"/>
                  <a:pt x="404284" y="84260"/>
                </a:cubicBezTo>
                <a:lnTo>
                  <a:pt x="421843" y="85077"/>
                </a:lnTo>
                <a:cubicBezTo>
                  <a:pt x="426925" y="85258"/>
                  <a:pt x="430941" y="86665"/>
                  <a:pt x="433890" y="89297"/>
                </a:cubicBezTo>
                <a:cubicBezTo>
                  <a:pt x="436839" y="91928"/>
                  <a:pt x="438314" y="95376"/>
                  <a:pt x="438314" y="99641"/>
                </a:cubicBezTo>
                <a:cubicBezTo>
                  <a:pt x="438314" y="104723"/>
                  <a:pt x="435819" y="109306"/>
                  <a:pt x="430828" y="113389"/>
                </a:cubicBezTo>
                <a:cubicBezTo>
                  <a:pt x="427289" y="116203"/>
                  <a:pt x="423024" y="118449"/>
                  <a:pt x="418032" y="120127"/>
                </a:cubicBezTo>
                <a:cubicBezTo>
                  <a:pt x="413041" y="121807"/>
                  <a:pt x="408005" y="122647"/>
                  <a:pt x="402923" y="122647"/>
                </a:cubicBezTo>
                <a:cubicBezTo>
                  <a:pt x="398567" y="122647"/>
                  <a:pt x="394619" y="122057"/>
                  <a:pt x="391080" y="120877"/>
                </a:cubicBezTo>
                <a:cubicBezTo>
                  <a:pt x="387540" y="119697"/>
                  <a:pt x="384704" y="118086"/>
                  <a:pt x="382572" y="116044"/>
                </a:cubicBezTo>
                <a:cubicBezTo>
                  <a:pt x="380439" y="114003"/>
                  <a:pt x="379373" y="111802"/>
                  <a:pt x="379373" y="109443"/>
                </a:cubicBezTo>
                <a:cubicBezTo>
                  <a:pt x="379373" y="106902"/>
                  <a:pt x="380372" y="104383"/>
                  <a:pt x="382368" y="101886"/>
                </a:cubicBezTo>
                <a:cubicBezTo>
                  <a:pt x="384365" y="99391"/>
                  <a:pt x="387814" y="96374"/>
                  <a:pt x="392714" y="92835"/>
                </a:cubicBezTo>
                <a:cubicBezTo>
                  <a:pt x="389900" y="91473"/>
                  <a:pt x="387994" y="90294"/>
                  <a:pt x="386996" y="89297"/>
                </a:cubicBezTo>
                <a:cubicBezTo>
                  <a:pt x="385998" y="88299"/>
                  <a:pt x="385498" y="87074"/>
                  <a:pt x="385498" y="85621"/>
                </a:cubicBezTo>
                <a:cubicBezTo>
                  <a:pt x="385498" y="84441"/>
                  <a:pt x="385748" y="83375"/>
                  <a:pt x="386246" y="82422"/>
                </a:cubicBezTo>
                <a:cubicBezTo>
                  <a:pt x="386746" y="81470"/>
                  <a:pt x="387722" y="80267"/>
                  <a:pt x="389175" y="78814"/>
                </a:cubicBezTo>
                <a:cubicBezTo>
                  <a:pt x="389356" y="78543"/>
                  <a:pt x="389855" y="78022"/>
                  <a:pt x="390670" y="77250"/>
                </a:cubicBezTo>
                <a:cubicBezTo>
                  <a:pt x="391487" y="76479"/>
                  <a:pt x="392622" y="75412"/>
                  <a:pt x="394075" y="74050"/>
                </a:cubicBezTo>
                <a:lnTo>
                  <a:pt x="397614" y="70784"/>
                </a:lnTo>
                <a:cubicBezTo>
                  <a:pt x="393076" y="68515"/>
                  <a:pt x="389832" y="65974"/>
                  <a:pt x="387881" y="63162"/>
                </a:cubicBezTo>
                <a:cubicBezTo>
                  <a:pt x="385930" y="60348"/>
                  <a:pt x="384954" y="56809"/>
                  <a:pt x="384954" y="52544"/>
                </a:cubicBezTo>
                <a:cubicBezTo>
                  <a:pt x="384954" y="48369"/>
                  <a:pt x="385975" y="44602"/>
                  <a:pt x="388016" y="41244"/>
                </a:cubicBezTo>
                <a:cubicBezTo>
                  <a:pt x="390058" y="37886"/>
                  <a:pt x="392804" y="35232"/>
                  <a:pt x="396251" y="33281"/>
                </a:cubicBezTo>
                <a:cubicBezTo>
                  <a:pt x="399701" y="31330"/>
                  <a:pt x="403512" y="30354"/>
                  <a:pt x="407686" y="30354"/>
                </a:cubicBezTo>
                <a:cubicBezTo>
                  <a:pt x="411316" y="30354"/>
                  <a:pt x="414946" y="31035"/>
                  <a:pt x="418576" y="32396"/>
                </a:cubicBezTo>
                <a:lnTo>
                  <a:pt x="421571" y="33487"/>
                </a:lnTo>
                <a:cubicBezTo>
                  <a:pt x="422932" y="33939"/>
                  <a:pt x="424157" y="34279"/>
                  <a:pt x="425245" y="34506"/>
                </a:cubicBezTo>
                <a:cubicBezTo>
                  <a:pt x="426335" y="34733"/>
                  <a:pt x="427606" y="34847"/>
                  <a:pt x="429059" y="34847"/>
                </a:cubicBezTo>
                <a:lnTo>
                  <a:pt x="439540" y="34847"/>
                </a:lnTo>
                <a:lnTo>
                  <a:pt x="439540" y="40156"/>
                </a:lnTo>
                <a:moveTo>
                  <a:pt x="395572" y="93244"/>
                </a:moveTo>
                <a:cubicBezTo>
                  <a:pt x="392850" y="96510"/>
                  <a:pt x="391057" y="98892"/>
                  <a:pt x="390195" y="100389"/>
                </a:cubicBezTo>
                <a:cubicBezTo>
                  <a:pt x="389333" y="101887"/>
                  <a:pt x="388903" y="103408"/>
                  <a:pt x="388903" y="104950"/>
                </a:cubicBezTo>
                <a:cubicBezTo>
                  <a:pt x="388903" y="107945"/>
                  <a:pt x="390695" y="110350"/>
                  <a:pt x="394278" y="112164"/>
                </a:cubicBezTo>
                <a:cubicBezTo>
                  <a:pt x="397863" y="113979"/>
                  <a:pt x="402696" y="114887"/>
                  <a:pt x="408776" y="114887"/>
                </a:cubicBezTo>
                <a:cubicBezTo>
                  <a:pt x="416489" y="114887"/>
                  <a:pt x="422705" y="113661"/>
                  <a:pt x="427424" y="111210"/>
                </a:cubicBezTo>
                <a:cubicBezTo>
                  <a:pt x="432143" y="108761"/>
                  <a:pt x="434503" y="105585"/>
                  <a:pt x="434503" y="101683"/>
                </a:cubicBezTo>
                <a:cubicBezTo>
                  <a:pt x="434503" y="99233"/>
                  <a:pt x="433232" y="97509"/>
                  <a:pt x="430691" y="96511"/>
                </a:cubicBezTo>
                <a:cubicBezTo>
                  <a:pt x="428150" y="95513"/>
                  <a:pt x="423795" y="95013"/>
                  <a:pt x="417625" y="95013"/>
                </a:cubicBezTo>
                <a:cubicBezTo>
                  <a:pt x="415446" y="95013"/>
                  <a:pt x="412928" y="94923"/>
                  <a:pt x="410068" y="94741"/>
                </a:cubicBezTo>
                <a:cubicBezTo>
                  <a:pt x="407210" y="94560"/>
                  <a:pt x="404465" y="94333"/>
                  <a:pt x="401833" y="94060"/>
                </a:cubicBezTo>
                <a:cubicBezTo>
                  <a:pt x="399202" y="93789"/>
                  <a:pt x="397115" y="93517"/>
                  <a:pt x="395572" y="93244"/>
                </a:cubicBezTo>
                <a:moveTo>
                  <a:pt x="396251" y="46963"/>
                </a:moveTo>
                <a:lnTo>
                  <a:pt x="396251" y="47370"/>
                </a:lnTo>
                <a:cubicBezTo>
                  <a:pt x="396251" y="53904"/>
                  <a:pt x="397545" y="59191"/>
                  <a:pt x="400131" y="63230"/>
                </a:cubicBezTo>
                <a:cubicBezTo>
                  <a:pt x="402718" y="67268"/>
                  <a:pt x="406099" y="69287"/>
                  <a:pt x="410274" y="69287"/>
                </a:cubicBezTo>
                <a:cubicBezTo>
                  <a:pt x="413449" y="69287"/>
                  <a:pt x="415921" y="68175"/>
                  <a:pt x="417691" y="65951"/>
                </a:cubicBezTo>
                <a:cubicBezTo>
                  <a:pt x="419461" y="63727"/>
                  <a:pt x="420345" y="60710"/>
                  <a:pt x="420345" y="56899"/>
                </a:cubicBezTo>
                <a:cubicBezTo>
                  <a:pt x="420345" y="54177"/>
                  <a:pt x="419983" y="51364"/>
                  <a:pt x="419257" y="48460"/>
                </a:cubicBezTo>
                <a:cubicBezTo>
                  <a:pt x="418532" y="45556"/>
                  <a:pt x="417533" y="42925"/>
                  <a:pt x="416262" y="40565"/>
                </a:cubicBezTo>
                <a:cubicBezTo>
                  <a:pt x="413994" y="36299"/>
                  <a:pt x="410682" y="34166"/>
                  <a:pt x="406325" y="34166"/>
                </a:cubicBezTo>
                <a:cubicBezTo>
                  <a:pt x="403240" y="34166"/>
                  <a:pt x="400790" y="35300"/>
                  <a:pt x="398975" y="37570"/>
                </a:cubicBezTo>
                <a:cubicBezTo>
                  <a:pt x="397159" y="39838"/>
                  <a:pt x="396251" y="42969"/>
                  <a:pt x="396251" y="46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DB641-91EB-46BD-A412-8D9B209C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162" y="390885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79B8D-B3EF-4AF2-97A1-99D2CD34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162" y="390885"/>
            <a:ext cx="905888" cy="317300"/>
          </a:xfrm>
          <a:custGeom xmlns:a="http://schemas.openxmlformats.org/drawingml/2006/main">
            <a:pathLst>
              <a:path w="905888" h="317300" fill="none">
                <a:moveTo>
                  <a:pt x="0" y="317300"/>
                </a:moveTo>
                <a:lnTo>
                  <a:pt x="905888" y="317300"/>
                </a:lnTo>
                <a:lnTo>
                  <a:pt x="905888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89" name="Text Sequence">
            <a:extLst xmlns:a="http://schemas.openxmlformats.org/drawingml/2006/main">
              <a:ext uri="{FF2B5EF4-FFF2-40B4-BE49-F238E27FC236}">
                <a16:creationId xmlns:a16="http://schemas.microsoft.com/office/drawing/2014/main" id="{D62EDEC5-0345-41C3-8A54-AB88CDA3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986" y="420211"/>
            <a:ext cx="513998" cy="121556"/>
          </a:xfrm>
          <a:custGeom xmlns:a="http://schemas.openxmlformats.org/drawingml/2006/main">
            <a:pathLst>
              <a:path w="513998" h="121556">
                <a:moveTo>
                  <a:pt x="55130" y="0"/>
                </a:moveTo>
                <a:lnTo>
                  <a:pt x="58123" y="28994"/>
                </a:lnTo>
                <a:lnTo>
                  <a:pt x="54720" y="28994"/>
                </a:lnTo>
                <a:cubicBezTo>
                  <a:pt x="53632" y="25000"/>
                  <a:pt x="52498" y="21892"/>
                  <a:pt x="51318" y="19670"/>
                </a:cubicBezTo>
                <a:cubicBezTo>
                  <a:pt x="50138" y="17446"/>
                  <a:pt x="48504" y="15245"/>
                  <a:pt x="46416" y="13067"/>
                </a:cubicBezTo>
                <a:cubicBezTo>
                  <a:pt x="41607" y="8076"/>
                  <a:pt x="36072" y="5581"/>
                  <a:pt x="29810" y="5581"/>
                </a:cubicBezTo>
                <a:cubicBezTo>
                  <a:pt x="25635" y="5581"/>
                  <a:pt x="22232" y="6738"/>
                  <a:pt x="19599" y="9052"/>
                </a:cubicBezTo>
                <a:cubicBezTo>
                  <a:pt x="16968" y="11366"/>
                  <a:pt x="15653" y="14383"/>
                  <a:pt x="15653" y="18104"/>
                </a:cubicBezTo>
                <a:cubicBezTo>
                  <a:pt x="15653" y="21824"/>
                  <a:pt x="17195" y="25319"/>
                  <a:pt x="20281" y="28587"/>
                </a:cubicBezTo>
                <a:cubicBezTo>
                  <a:pt x="23367" y="31853"/>
                  <a:pt x="28495" y="35438"/>
                  <a:pt x="35663" y="39340"/>
                </a:cubicBezTo>
                <a:cubicBezTo>
                  <a:pt x="44647" y="44240"/>
                  <a:pt x="51135" y="49027"/>
                  <a:pt x="55127" y="53701"/>
                </a:cubicBezTo>
                <a:cubicBezTo>
                  <a:pt x="59121" y="58374"/>
                  <a:pt x="61118" y="63524"/>
                  <a:pt x="61118" y="69150"/>
                </a:cubicBezTo>
                <a:cubicBezTo>
                  <a:pt x="61118" y="73869"/>
                  <a:pt x="59892" y="78089"/>
                  <a:pt x="57441" y="81810"/>
                </a:cubicBezTo>
                <a:cubicBezTo>
                  <a:pt x="54992" y="85530"/>
                  <a:pt x="51680" y="88480"/>
                  <a:pt x="47505" y="90658"/>
                </a:cubicBezTo>
                <a:cubicBezTo>
                  <a:pt x="43331" y="92836"/>
                  <a:pt x="38613" y="93925"/>
                  <a:pt x="33349" y="93925"/>
                </a:cubicBezTo>
                <a:cubicBezTo>
                  <a:pt x="27905" y="93925"/>
                  <a:pt x="22551" y="92881"/>
                  <a:pt x="17287" y="90793"/>
                </a:cubicBezTo>
                <a:cubicBezTo>
                  <a:pt x="14565" y="89794"/>
                  <a:pt x="12432" y="89295"/>
                  <a:pt x="10888" y="89295"/>
                </a:cubicBezTo>
                <a:cubicBezTo>
                  <a:pt x="9890" y="89295"/>
                  <a:pt x="9028" y="89727"/>
                  <a:pt x="8302" y="90589"/>
                </a:cubicBezTo>
                <a:cubicBezTo>
                  <a:pt x="7576" y="91451"/>
                  <a:pt x="7168" y="92517"/>
                  <a:pt x="7077" y="93788"/>
                </a:cubicBezTo>
                <a:lnTo>
                  <a:pt x="4084" y="93788"/>
                </a:lnTo>
                <a:lnTo>
                  <a:pt x="0" y="64929"/>
                </a:lnTo>
                <a:lnTo>
                  <a:pt x="3130" y="64929"/>
                </a:lnTo>
                <a:cubicBezTo>
                  <a:pt x="6578" y="73188"/>
                  <a:pt x="10502" y="79268"/>
                  <a:pt x="14903" y="83170"/>
                </a:cubicBezTo>
                <a:cubicBezTo>
                  <a:pt x="19305" y="87072"/>
                  <a:pt x="24546" y="89023"/>
                  <a:pt x="30626" y="89023"/>
                </a:cubicBezTo>
                <a:cubicBezTo>
                  <a:pt x="35618" y="89023"/>
                  <a:pt x="39657" y="87594"/>
                  <a:pt x="42742" y="84736"/>
                </a:cubicBezTo>
                <a:cubicBezTo>
                  <a:pt x="45827" y="81877"/>
                  <a:pt x="47370" y="78224"/>
                  <a:pt x="47370" y="73778"/>
                </a:cubicBezTo>
                <a:cubicBezTo>
                  <a:pt x="47370" y="70238"/>
                  <a:pt x="46735" y="67562"/>
                  <a:pt x="45465" y="65748"/>
                </a:cubicBezTo>
                <a:cubicBezTo>
                  <a:pt x="43740" y="63115"/>
                  <a:pt x="41153" y="60461"/>
                  <a:pt x="37705" y="57784"/>
                </a:cubicBezTo>
                <a:cubicBezTo>
                  <a:pt x="34257" y="55106"/>
                  <a:pt x="30083" y="52452"/>
                  <a:pt x="25182" y="49821"/>
                </a:cubicBezTo>
                <a:cubicBezTo>
                  <a:pt x="17560" y="45827"/>
                  <a:pt x="12114" y="41766"/>
                  <a:pt x="8846" y="37636"/>
                </a:cubicBezTo>
                <a:cubicBezTo>
                  <a:pt x="5580" y="33507"/>
                  <a:pt x="3946" y="28720"/>
                  <a:pt x="3946" y="23276"/>
                </a:cubicBezTo>
                <a:cubicBezTo>
                  <a:pt x="3946" y="16198"/>
                  <a:pt x="6351" y="10527"/>
                  <a:pt x="11160" y="6260"/>
                </a:cubicBezTo>
                <a:cubicBezTo>
                  <a:pt x="15879" y="2087"/>
                  <a:pt x="21279" y="0"/>
                  <a:pt x="27359" y="0"/>
                </a:cubicBezTo>
                <a:cubicBezTo>
                  <a:pt x="31807" y="0"/>
                  <a:pt x="36662" y="998"/>
                  <a:pt x="41926" y="2993"/>
                </a:cubicBezTo>
                <a:cubicBezTo>
                  <a:pt x="43105" y="3539"/>
                  <a:pt x="44239" y="3948"/>
                  <a:pt x="45328" y="4221"/>
                </a:cubicBezTo>
                <a:cubicBezTo>
                  <a:pt x="46416" y="4492"/>
                  <a:pt x="47278" y="4628"/>
                  <a:pt x="47914" y="4628"/>
                </a:cubicBezTo>
                <a:cubicBezTo>
                  <a:pt x="50273" y="4628"/>
                  <a:pt x="51725" y="3085"/>
                  <a:pt x="52269" y="0"/>
                </a:cubicBezTo>
                <a:lnTo>
                  <a:pt x="55130" y="0"/>
                </a:lnTo>
                <a:close/>
                <a:moveTo>
                  <a:pt x="126322" y="69694"/>
                </a:moveTo>
                <a:lnTo>
                  <a:pt x="128499" y="70647"/>
                </a:lnTo>
                <a:cubicBezTo>
                  <a:pt x="125686" y="77997"/>
                  <a:pt x="121807" y="83624"/>
                  <a:pt x="116861" y="87526"/>
                </a:cubicBezTo>
                <a:cubicBezTo>
                  <a:pt x="111915" y="91428"/>
                  <a:pt x="106175" y="93379"/>
                  <a:pt x="99642" y="93379"/>
                </a:cubicBezTo>
                <a:cubicBezTo>
                  <a:pt x="91838" y="93379"/>
                  <a:pt x="85644" y="90634"/>
                  <a:pt x="81060" y="85145"/>
                </a:cubicBezTo>
                <a:cubicBezTo>
                  <a:pt x="76478" y="79655"/>
                  <a:pt x="74187" y="72236"/>
                  <a:pt x="74187" y="62887"/>
                </a:cubicBezTo>
                <a:cubicBezTo>
                  <a:pt x="74187" y="57261"/>
                  <a:pt x="75072" y="52157"/>
                  <a:pt x="76842" y="47575"/>
                </a:cubicBezTo>
                <a:cubicBezTo>
                  <a:pt x="78611" y="42992"/>
                  <a:pt x="81084" y="39293"/>
                  <a:pt x="84259" y="36480"/>
                </a:cubicBezTo>
                <a:cubicBezTo>
                  <a:pt x="89522" y="31760"/>
                  <a:pt x="95648" y="29401"/>
                  <a:pt x="102637" y="29401"/>
                </a:cubicBezTo>
                <a:cubicBezTo>
                  <a:pt x="109987" y="29401"/>
                  <a:pt x="115794" y="31988"/>
                  <a:pt x="120059" y="37161"/>
                </a:cubicBezTo>
                <a:cubicBezTo>
                  <a:pt x="121783" y="39339"/>
                  <a:pt x="123054" y="41631"/>
                  <a:pt x="123871" y="44036"/>
                </a:cubicBezTo>
                <a:cubicBezTo>
                  <a:pt x="124688" y="46440"/>
                  <a:pt x="125368" y="49866"/>
                  <a:pt x="125913" y="54313"/>
                </a:cubicBezTo>
                <a:lnTo>
                  <a:pt x="83987" y="54313"/>
                </a:lnTo>
                <a:cubicBezTo>
                  <a:pt x="84168" y="58487"/>
                  <a:pt x="84531" y="61867"/>
                  <a:pt x="85075" y="64454"/>
                </a:cubicBezTo>
                <a:cubicBezTo>
                  <a:pt x="85621" y="67040"/>
                  <a:pt x="86484" y="69649"/>
                  <a:pt x="87663" y="72280"/>
                </a:cubicBezTo>
                <a:cubicBezTo>
                  <a:pt x="91655" y="80084"/>
                  <a:pt x="97509" y="83986"/>
                  <a:pt x="105223" y="83986"/>
                </a:cubicBezTo>
                <a:cubicBezTo>
                  <a:pt x="109579" y="83986"/>
                  <a:pt x="113368" y="82898"/>
                  <a:pt x="116589" y="80721"/>
                </a:cubicBezTo>
                <a:cubicBezTo>
                  <a:pt x="119811" y="78543"/>
                  <a:pt x="123055" y="74867"/>
                  <a:pt x="126322" y="69694"/>
                </a:cubicBezTo>
                <a:moveTo>
                  <a:pt x="84259" y="49956"/>
                </a:moveTo>
                <a:lnTo>
                  <a:pt x="112029" y="49956"/>
                </a:lnTo>
                <a:cubicBezTo>
                  <a:pt x="111121" y="44058"/>
                  <a:pt x="109714" y="39975"/>
                  <a:pt x="107809" y="37707"/>
                </a:cubicBezTo>
                <a:cubicBezTo>
                  <a:pt x="105903" y="35438"/>
                  <a:pt x="102863" y="34303"/>
                  <a:pt x="98688" y="34303"/>
                </a:cubicBezTo>
                <a:cubicBezTo>
                  <a:pt x="94514" y="34303"/>
                  <a:pt x="91246" y="35573"/>
                  <a:pt x="88887" y="38114"/>
                </a:cubicBezTo>
                <a:cubicBezTo>
                  <a:pt x="86529" y="40655"/>
                  <a:pt x="84986" y="44602"/>
                  <a:pt x="84259" y="49956"/>
                </a:cubicBezTo>
                <a:close/>
                <a:moveTo>
                  <a:pt x="179409" y="34166"/>
                </a:moveTo>
                <a:lnTo>
                  <a:pt x="186760" y="29810"/>
                </a:lnTo>
                <a:lnTo>
                  <a:pt x="188257" y="29947"/>
                </a:lnTo>
                <a:lnTo>
                  <a:pt x="188257" y="111213"/>
                </a:lnTo>
                <a:cubicBezTo>
                  <a:pt x="188347" y="113118"/>
                  <a:pt x="188596" y="114592"/>
                  <a:pt x="189005" y="115635"/>
                </a:cubicBezTo>
                <a:cubicBezTo>
                  <a:pt x="189413" y="116679"/>
                  <a:pt x="190208" y="117473"/>
                  <a:pt x="191387" y="118017"/>
                </a:cubicBezTo>
                <a:cubicBezTo>
                  <a:pt x="192567" y="118563"/>
                  <a:pt x="194382" y="119107"/>
                  <a:pt x="196833" y="119652"/>
                </a:cubicBezTo>
                <a:lnTo>
                  <a:pt x="196833" y="121556"/>
                </a:lnTo>
                <a:lnTo>
                  <a:pt x="164707" y="121556"/>
                </a:lnTo>
                <a:lnTo>
                  <a:pt x="164707" y="119242"/>
                </a:lnTo>
                <a:cubicBezTo>
                  <a:pt x="169516" y="118971"/>
                  <a:pt x="172715" y="118132"/>
                  <a:pt x="174303" y="116725"/>
                </a:cubicBezTo>
                <a:cubicBezTo>
                  <a:pt x="175892" y="115318"/>
                  <a:pt x="176732" y="112709"/>
                  <a:pt x="176823" y="108897"/>
                </a:cubicBezTo>
                <a:lnTo>
                  <a:pt x="176823" y="83307"/>
                </a:lnTo>
                <a:cubicBezTo>
                  <a:pt x="170651" y="90022"/>
                  <a:pt x="163528" y="93379"/>
                  <a:pt x="155452" y="93379"/>
                </a:cubicBezTo>
                <a:cubicBezTo>
                  <a:pt x="151186" y="93379"/>
                  <a:pt x="147419" y="92131"/>
                  <a:pt x="144153" y="89636"/>
                </a:cubicBezTo>
                <a:cubicBezTo>
                  <a:pt x="140886" y="87141"/>
                  <a:pt x="138322" y="83693"/>
                  <a:pt x="136461" y="79292"/>
                </a:cubicBezTo>
                <a:cubicBezTo>
                  <a:pt x="134602" y="74890"/>
                  <a:pt x="133672" y="69876"/>
                  <a:pt x="133672" y="64250"/>
                </a:cubicBezTo>
                <a:cubicBezTo>
                  <a:pt x="133672" y="57626"/>
                  <a:pt x="134987" y="51704"/>
                  <a:pt x="137618" y="46487"/>
                </a:cubicBezTo>
                <a:cubicBezTo>
                  <a:pt x="140251" y="41268"/>
                  <a:pt x="143836" y="37116"/>
                  <a:pt x="148373" y="34031"/>
                </a:cubicBezTo>
                <a:cubicBezTo>
                  <a:pt x="152911" y="30944"/>
                  <a:pt x="158038" y="29401"/>
                  <a:pt x="163754" y="29401"/>
                </a:cubicBezTo>
                <a:cubicBezTo>
                  <a:pt x="166476" y="29401"/>
                  <a:pt x="168994" y="29742"/>
                  <a:pt x="171308" y="30423"/>
                </a:cubicBezTo>
                <a:cubicBezTo>
                  <a:pt x="173624" y="31103"/>
                  <a:pt x="176324" y="32350"/>
                  <a:pt x="179409" y="34166"/>
                </a:cubicBezTo>
                <a:moveTo>
                  <a:pt x="176823" y="74731"/>
                </a:moveTo>
                <a:lnTo>
                  <a:pt x="176823" y="46690"/>
                </a:lnTo>
                <a:cubicBezTo>
                  <a:pt x="176823" y="37705"/>
                  <a:pt x="172603" y="33212"/>
                  <a:pt x="164163" y="33212"/>
                </a:cubicBezTo>
                <a:cubicBezTo>
                  <a:pt x="158356" y="33212"/>
                  <a:pt x="153773" y="35527"/>
                  <a:pt x="150415" y="40156"/>
                </a:cubicBezTo>
                <a:cubicBezTo>
                  <a:pt x="147057" y="44784"/>
                  <a:pt x="145378" y="51136"/>
                  <a:pt x="145378" y="59213"/>
                </a:cubicBezTo>
                <a:cubicBezTo>
                  <a:pt x="145378" y="63751"/>
                  <a:pt x="146036" y="68016"/>
                  <a:pt x="147351" y="72010"/>
                </a:cubicBezTo>
                <a:cubicBezTo>
                  <a:pt x="148668" y="76002"/>
                  <a:pt x="150415" y="79041"/>
                  <a:pt x="152592" y="81128"/>
                </a:cubicBezTo>
                <a:cubicBezTo>
                  <a:pt x="155406" y="83761"/>
                  <a:pt x="158945" y="85077"/>
                  <a:pt x="163210" y="85077"/>
                </a:cubicBezTo>
                <a:cubicBezTo>
                  <a:pt x="165298" y="85077"/>
                  <a:pt x="167408" y="84691"/>
                  <a:pt x="169541" y="83920"/>
                </a:cubicBezTo>
                <a:cubicBezTo>
                  <a:pt x="171673" y="83149"/>
                  <a:pt x="173465" y="82173"/>
                  <a:pt x="174916" y="80993"/>
                </a:cubicBezTo>
                <a:cubicBezTo>
                  <a:pt x="176187" y="79813"/>
                  <a:pt x="176823" y="77726"/>
                  <a:pt x="176823" y="74731"/>
                </a:cubicBezTo>
                <a:close/>
                <a:moveTo>
                  <a:pt x="264896" y="85212"/>
                </a:moveTo>
                <a:lnTo>
                  <a:pt x="264896" y="87119"/>
                </a:lnTo>
                <a:cubicBezTo>
                  <a:pt x="261446" y="88026"/>
                  <a:pt x="258338" y="88933"/>
                  <a:pt x="255570" y="89842"/>
                </a:cubicBezTo>
                <a:cubicBezTo>
                  <a:pt x="252803" y="90749"/>
                  <a:pt x="249695" y="91883"/>
                  <a:pt x="246246" y="93244"/>
                </a:cubicBezTo>
                <a:lnTo>
                  <a:pt x="245701" y="92972"/>
                </a:lnTo>
                <a:lnTo>
                  <a:pt x="245701" y="81672"/>
                </a:lnTo>
                <a:lnTo>
                  <a:pt x="239848" y="87526"/>
                </a:lnTo>
                <a:cubicBezTo>
                  <a:pt x="238033" y="89341"/>
                  <a:pt x="235878" y="90771"/>
                  <a:pt x="233382" y="91815"/>
                </a:cubicBezTo>
                <a:cubicBezTo>
                  <a:pt x="230887" y="92857"/>
                  <a:pt x="228369" y="93379"/>
                  <a:pt x="225828" y="93379"/>
                </a:cubicBezTo>
                <a:cubicBezTo>
                  <a:pt x="220836" y="93379"/>
                  <a:pt x="216843" y="91768"/>
                  <a:pt x="213847" y="88548"/>
                </a:cubicBezTo>
                <a:cubicBezTo>
                  <a:pt x="210854" y="85325"/>
                  <a:pt x="209357" y="81038"/>
                  <a:pt x="209357" y="75684"/>
                </a:cubicBezTo>
                <a:lnTo>
                  <a:pt x="209357" y="41381"/>
                </a:lnTo>
                <a:cubicBezTo>
                  <a:pt x="209265" y="38114"/>
                  <a:pt x="208630" y="35868"/>
                  <a:pt x="207450" y="34643"/>
                </a:cubicBezTo>
                <a:cubicBezTo>
                  <a:pt x="206270" y="33418"/>
                  <a:pt x="204093" y="32760"/>
                  <a:pt x="200918" y="32668"/>
                </a:cubicBezTo>
                <a:lnTo>
                  <a:pt x="200918" y="30763"/>
                </a:lnTo>
                <a:lnTo>
                  <a:pt x="220791" y="30763"/>
                </a:lnTo>
                <a:lnTo>
                  <a:pt x="220791" y="75140"/>
                </a:lnTo>
                <a:cubicBezTo>
                  <a:pt x="220791" y="77952"/>
                  <a:pt x="221744" y="80380"/>
                  <a:pt x="223649" y="82422"/>
                </a:cubicBezTo>
                <a:cubicBezTo>
                  <a:pt x="225555" y="84463"/>
                  <a:pt x="227823" y="85484"/>
                  <a:pt x="230456" y="85484"/>
                </a:cubicBezTo>
                <a:cubicBezTo>
                  <a:pt x="234631" y="85484"/>
                  <a:pt x="238623" y="83941"/>
                  <a:pt x="242434" y="80856"/>
                </a:cubicBezTo>
                <a:cubicBezTo>
                  <a:pt x="244158" y="79495"/>
                  <a:pt x="245020" y="77090"/>
                  <a:pt x="245020" y="73642"/>
                </a:cubicBezTo>
                <a:lnTo>
                  <a:pt x="245020" y="41654"/>
                </a:lnTo>
                <a:cubicBezTo>
                  <a:pt x="245020" y="38204"/>
                  <a:pt x="244407" y="35958"/>
                  <a:pt x="243182" y="34916"/>
                </a:cubicBezTo>
                <a:cubicBezTo>
                  <a:pt x="241958" y="33871"/>
                  <a:pt x="239213" y="33259"/>
                  <a:pt x="234948" y="33077"/>
                </a:cubicBezTo>
                <a:lnTo>
                  <a:pt x="234948" y="30763"/>
                </a:lnTo>
                <a:lnTo>
                  <a:pt x="256454" y="30763"/>
                </a:lnTo>
                <a:lnTo>
                  <a:pt x="256454" y="77454"/>
                </a:lnTo>
                <a:cubicBezTo>
                  <a:pt x="256546" y="80629"/>
                  <a:pt x="257022" y="82671"/>
                  <a:pt x="257883" y="83579"/>
                </a:cubicBezTo>
                <a:cubicBezTo>
                  <a:pt x="258746" y="84486"/>
                  <a:pt x="260856" y="85030"/>
                  <a:pt x="264214" y="85212"/>
                </a:cubicBezTo>
                <a:lnTo>
                  <a:pt x="264896" y="85212"/>
                </a:lnTo>
                <a:close/>
                <a:moveTo>
                  <a:pt x="322882" y="69694"/>
                </a:moveTo>
                <a:lnTo>
                  <a:pt x="325059" y="70647"/>
                </a:lnTo>
                <a:cubicBezTo>
                  <a:pt x="322247" y="77997"/>
                  <a:pt x="318367" y="83624"/>
                  <a:pt x="313421" y="87526"/>
                </a:cubicBezTo>
                <a:cubicBezTo>
                  <a:pt x="308475" y="91428"/>
                  <a:pt x="302735" y="93379"/>
                  <a:pt x="296202" y="93379"/>
                </a:cubicBezTo>
                <a:cubicBezTo>
                  <a:pt x="288398" y="93379"/>
                  <a:pt x="282204" y="90634"/>
                  <a:pt x="277621" y="85145"/>
                </a:cubicBezTo>
                <a:cubicBezTo>
                  <a:pt x="273039" y="79655"/>
                  <a:pt x="270748" y="72236"/>
                  <a:pt x="270748" y="62887"/>
                </a:cubicBezTo>
                <a:cubicBezTo>
                  <a:pt x="270748" y="57261"/>
                  <a:pt x="271633" y="52157"/>
                  <a:pt x="273402" y="47575"/>
                </a:cubicBezTo>
                <a:cubicBezTo>
                  <a:pt x="275172" y="42992"/>
                  <a:pt x="277644" y="39293"/>
                  <a:pt x="280820" y="36480"/>
                </a:cubicBezTo>
                <a:cubicBezTo>
                  <a:pt x="286083" y="31760"/>
                  <a:pt x="292209" y="29401"/>
                  <a:pt x="299198" y="29401"/>
                </a:cubicBezTo>
                <a:cubicBezTo>
                  <a:pt x="306548" y="29401"/>
                  <a:pt x="312355" y="31988"/>
                  <a:pt x="316620" y="37161"/>
                </a:cubicBezTo>
                <a:cubicBezTo>
                  <a:pt x="318344" y="39339"/>
                  <a:pt x="319614" y="41631"/>
                  <a:pt x="320431" y="44036"/>
                </a:cubicBezTo>
                <a:cubicBezTo>
                  <a:pt x="321248" y="46440"/>
                  <a:pt x="321929" y="49866"/>
                  <a:pt x="322473" y="54313"/>
                </a:cubicBezTo>
                <a:lnTo>
                  <a:pt x="280548" y="54313"/>
                </a:lnTo>
                <a:cubicBezTo>
                  <a:pt x="280729" y="58487"/>
                  <a:pt x="281092" y="61867"/>
                  <a:pt x="281636" y="64454"/>
                </a:cubicBezTo>
                <a:cubicBezTo>
                  <a:pt x="282181" y="67040"/>
                  <a:pt x="283044" y="69649"/>
                  <a:pt x="284224" y="72280"/>
                </a:cubicBezTo>
                <a:cubicBezTo>
                  <a:pt x="288216" y="80084"/>
                  <a:pt x="294069" y="83986"/>
                  <a:pt x="301783" y="83986"/>
                </a:cubicBezTo>
                <a:cubicBezTo>
                  <a:pt x="306140" y="83986"/>
                  <a:pt x="309928" y="82898"/>
                  <a:pt x="313149" y="80721"/>
                </a:cubicBezTo>
                <a:cubicBezTo>
                  <a:pt x="316371" y="78543"/>
                  <a:pt x="319616" y="74867"/>
                  <a:pt x="322882" y="69694"/>
                </a:cubicBezTo>
                <a:moveTo>
                  <a:pt x="280820" y="49956"/>
                </a:moveTo>
                <a:lnTo>
                  <a:pt x="308590" y="49956"/>
                </a:lnTo>
                <a:cubicBezTo>
                  <a:pt x="307682" y="44058"/>
                  <a:pt x="306275" y="39975"/>
                  <a:pt x="304369" y="37707"/>
                </a:cubicBezTo>
                <a:cubicBezTo>
                  <a:pt x="302464" y="35438"/>
                  <a:pt x="299424" y="34303"/>
                  <a:pt x="295249" y="34303"/>
                </a:cubicBezTo>
                <a:cubicBezTo>
                  <a:pt x="291074" y="34303"/>
                  <a:pt x="287807" y="35573"/>
                  <a:pt x="285447" y="38114"/>
                </a:cubicBezTo>
                <a:cubicBezTo>
                  <a:pt x="283089" y="40655"/>
                  <a:pt x="281547" y="44602"/>
                  <a:pt x="280820" y="49956"/>
                </a:cubicBezTo>
                <a:close/>
                <a:moveTo>
                  <a:pt x="329417" y="92018"/>
                </a:moveTo>
                <a:lnTo>
                  <a:pt x="329417" y="89977"/>
                </a:lnTo>
                <a:cubicBezTo>
                  <a:pt x="332865" y="89795"/>
                  <a:pt x="335110" y="89047"/>
                  <a:pt x="336153" y="87731"/>
                </a:cubicBezTo>
                <a:cubicBezTo>
                  <a:pt x="337197" y="86414"/>
                  <a:pt x="337765" y="83760"/>
                  <a:pt x="337856" y="79768"/>
                </a:cubicBezTo>
                <a:lnTo>
                  <a:pt x="337856" y="46009"/>
                </a:lnTo>
                <a:cubicBezTo>
                  <a:pt x="337856" y="42651"/>
                  <a:pt x="337493" y="40360"/>
                  <a:pt x="336766" y="39136"/>
                </a:cubicBezTo>
                <a:cubicBezTo>
                  <a:pt x="336040" y="37911"/>
                  <a:pt x="334725" y="37298"/>
                  <a:pt x="332819" y="37298"/>
                </a:cubicBezTo>
                <a:cubicBezTo>
                  <a:pt x="331095" y="37298"/>
                  <a:pt x="329871" y="37479"/>
                  <a:pt x="329145" y="37842"/>
                </a:cubicBezTo>
                <a:lnTo>
                  <a:pt x="329145" y="35528"/>
                </a:lnTo>
                <a:cubicBezTo>
                  <a:pt x="332866" y="34439"/>
                  <a:pt x="336087" y="33440"/>
                  <a:pt x="338810" y="32533"/>
                </a:cubicBezTo>
                <a:cubicBezTo>
                  <a:pt x="341532" y="31625"/>
                  <a:pt x="344572" y="30581"/>
                  <a:pt x="347930" y="29401"/>
                </a:cubicBezTo>
                <a:lnTo>
                  <a:pt x="348881" y="29675"/>
                </a:lnTo>
                <a:lnTo>
                  <a:pt x="348881" y="40428"/>
                </a:lnTo>
                <a:cubicBezTo>
                  <a:pt x="351968" y="37524"/>
                  <a:pt x="354600" y="35278"/>
                  <a:pt x="356776" y="33690"/>
                </a:cubicBezTo>
                <a:cubicBezTo>
                  <a:pt x="358955" y="32102"/>
                  <a:pt x="360951" y="30990"/>
                  <a:pt x="362767" y="30354"/>
                </a:cubicBezTo>
                <a:cubicBezTo>
                  <a:pt x="364582" y="29719"/>
                  <a:pt x="366533" y="29401"/>
                  <a:pt x="368620" y="29401"/>
                </a:cubicBezTo>
                <a:cubicBezTo>
                  <a:pt x="373702" y="29401"/>
                  <a:pt x="377649" y="31193"/>
                  <a:pt x="380461" y="34778"/>
                </a:cubicBezTo>
                <a:cubicBezTo>
                  <a:pt x="383275" y="38363"/>
                  <a:pt x="384682" y="43378"/>
                  <a:pt x="384682" y="49821"/>
                </a:cubicBezTo>
                <a:lnTo>
                  <a:pt x="384682" y="80993"/>
                </a:lnTo>
                <a:cubicBezTo>
                  <a:pt x="384773" y="84350"/>
                  <a:pt x="385340" y="86596"/>
                  <a:pt x="386383" y="87731"/>
                </a:cubicBezTo>
                <a:cubicBezTo>
                  <a:pt x="387427" y="88865"/>
                  <a:pt x="389628" y="89614"/>
                  <a:pt x="392986" y="89977"/>
                </a:cubicBezTo>
                <a:lnTo>
                  <a:pt x="392986" y="92018"/>
                </a:lnTo>
                <a:lnTo>
                  <a:pt x="364671" y="92018"/>
                </a:lnTo>
                <a:lnTo>
                  <a:pt x="364671" y="89977"/>
                </a:lnTo>
                <a:cubicBezTo>
                  <a:pt x="368029" y="89795"/>
                  <a:pt x="370275" y="88956"/>
                  <a:pt x="371409" y="87459"/>
                </a:cubicBezTo>
                <a:cubicBezTo>
                  <a:pt x="372545" y="85961"/>
                  <a:pt x="373158" y="82989"/>
                  <a:pt x="373248" y="78542"/>
                </a:cubicBezTo>
                <a:lnTo>
                  <a:pt x="373248" y="50093"/>
                </a:lnTo>
                <a:cubicBezTo>
                  <a:pt x="373248" y="41290"/>
                  <a:pt x="369935" y="36889"/>
                  <a:pt x="363311" y="36889"/>
                </a:cubicBezTo>
                <a:cubicBezTo>
                  <a:pt x="361043" y="36889"/>
                  <a:pt x="358933" y="37411"/>
                  <a:pt x="356982" y="38455"/>
                </a:cubicBezTo>
                <a:cubicBezTo>
                  <a:pt x="355031" y="39498"/>
                  <a:pt x="352467" y="41561"/>
                  <a:pt x="349291" y="44647"/>
                </a:cubicBezTo>
                <a:lnTo>
                  <a:pt x="349291" y="82898"/>
                </a:lnTo>
                <a:cubicBezTo>
                  <a:pt x="349291" y="85349"/>
                  <a:pt x="349948" y="87096"/>
                  <a:pt x="351264" y="88140"/>
                </a:cubicBezTo>
                <a:cubicBezTo>
                  <a:pt x="352579" y="89183"/>
                  <a:pt x="354916" y="89795"/>
                  <a:pt x="358274" y="89977"/>
                </a:cubicBezTo>
                <a:lnTo>
                  <a:pt x="358274" y="92018"/>
                </a:lnTo>
                <a:lnTo>
                  <a:pt x="329417" y="92018"/>
                </a:lnTo>
                <a:close/>
                <a:moveTo>
                  <a:pt x="449204" y="70782"/>
                </a:moveTo>
                <a:lnTo>
                  <a:pt x="451111" y="72008"/>
                </a:lnTo>
                <a:cubicBezTo>
                  <a:pt x="449114" y="76001"/>
                  <a:pt x="447345" y="79110"/>
                  <a:pt x="445802" y="81334"/>
                </a:cubicBezTo>
                <a:cubicBezTo>
                  <a:pt x="444260" y="83556"/>
                  <a:pt x="442581" y="85439"/>
                  <a:pt x="440765" y="86981"/>
                </a:cubicBezTo>
                <a:cubicBezTo>
                  <a:pt x="435775" y="91246"/>
                  <a:pt x="430284" y="93379"/>
                  <a:pt x="424294" y="93379"/>
                </a:cubicBezTo>
                <a:cubicBezTo>
                  <a:pt x="419304" y="93379"/>
                  <a:pt x="414857" y="92086"/>
                  <a:pt x="410955" y="89501"/>
                </a:cubicBezTo>
                <a:cubicBezTo>
                  <a:pt x="407053" y="86914"/>
                  <a:pt x="403990" y="83330"/>
                  <a:pt x="401766" y="78748"/>
                </a:cubicBezTo>
                <a:cubicBezTo>
                  <a:pt x="399542" y="74165"/>
                  <a:pt x="398430" y="68968"/>
                  <a:pt x="398430" y="63160"/>
                </a:cubicBezTo>
                <a:cubicBezTo>
                  <a:pt x="398430" y="51997"/>
                  <a:pt x="401970" y="43285"/>
                  <a:pt x="409048" y="37024"/>
                </a:cubicBezTo>
                <a:cubicBezTo>
                  <a:pt x="414857" y="31942"/>
                  <a:pt x="421255" y="29401"/>
                  <a:pt x="428243" y="29401"/>
                </a:cubicBezTo>
                <a:cubicBezTo>
                  <a:pt x="432053" y="29401"/>
                  <a:pt x="435547" y="30037"/>
                  <a:pt x="438724" y="31308"/>
                </a:cubicBezTo>
                <a:cubicBezTo>
                  <a:pt x="441900" y="32577"/>
                  <a:pt x="444441" y="34279"/>
                  <a:pt x="446346" y="36413"/>
                </a:cubicBezTo>
                <a:cubicBezTo>
                  <a:pt x="448252" y="38546"/>
                  <a:pt x="449204" y="40882"/>
                  <a:pt x="449204" y="43423"/>
                </a:cubicBezTo>
                <a:cubicBezTo>
                  <a:pt x="449204" y="44966"/>
                  <a:pt x="448592" y="46304"/>
                  <a:pt x="447366" y="47438"/>
                </a:cubicBezTo>
                <a:cubicBezTo>
                  <a:pt x="446142" y="48572"/>
                  <a:pt x="444622" y="49139"/>
                  <a:pt x="442807" y="49139"/>
                </a:cubicBezTo>
                <a:cubicBezTo>
                  <a:pt x="439630" y="49139"/>
                  <a:pt x="437452" y="47053"/>
                  <a:pt x="436273" y="42879"/>
                </a:cubicBezTo>
                <a:lnTo>
                  <a:pt x="435456" y="39884"/>
                </a:lnTo>
                <a:cubicBezTo>
                  <a:pt x="434821" y="37343"/>
                  <a:pt x="433936" y="35619"/>
                  <a:pt x="432802" y="34712"/>
                </a:cubicBezTo>
                <a:cubicBezTo>
                  <a:pt x="431668" y="33804"/>
                  <a:pt x="429876" y="33349"/>
                  <a:pt x="427426" y="33349"/>
                </a:cubicBezTo>
                <a:cubicBezTo>
                  <a:pt x="421890" y="33349"/>
                  <a:pt x="417420" y="35528"/>
                  <a:pt x="414017" y="39884"/>
                </a:cubicBezTo>
                <a:cubicBezTo>
                  <a:pt x="410615" y="44239"/>
                  <a:pt x="408913" y="49956"/>
                  <a:pt x="408913" y="57034"/>
                </a:cubicBezTo>
                <a:cubicBezTo>
                  <a:pt x="408913" y="62208"/>
                  <a:pt x="409798" y="66791"/>
                  <a:pt x="411568" y="70784"/>
                </a:cubicBezTo>
                <a:cubicBezTo>
                  <a:pt x="413338" y="74777"/>
                  <a:pt x="415810" y="77907"/>
                  <a:pt x="418985" y="80177"/>
                </a:cubicBezTo>
                <a:cubicBezTo>
                  <a:pt x="422162" y="82445"/>
                  <a:pt x="425837" y="83579"/>
                  <a:pt x="430012" y="83579"/>
                </a:cubicBezTo>
                <a:cubicBezTo>
                  <a:pt x="433914" y="83579"/>
                  <a:pt x="437272" y="82627"/>
                  <a:pt x="440084" y="80721"/>
                </a:cubicBezTo>
                <a:cubicBezTo>
                  <a:pt x="442898" y="78814"/>
                  <a:pt x="445938" y="75501"/>
                  <a:pt x="449204" y="70782"/>
                </a:cubicBezTo>
                <a:close/>
                <a:moveTo>
                  <a:pt x="511822" y="69694"/>
                </a:moveTo>
                <a:lnTo>
                  <a:pt x="513998" y="70647"/>
                </a:lnTo>
                <a:cubicBezTo>
                  <a:pt x="511186" y="77997"/>
                  <a:pt x="507307" y="83624"/>
                  <a:pt x="502361" y="87526"/>
                </a:cubicBezTo>
                <a:cubicBezTo>
                  <a:pt x="497414" y="91428"/>
                  <a:pt x="491675" y="93379"/>
                  <a:pt x="485142" y="93379"/>
                </a:cubicBezTo>
                <a:cubicBezTo>
                  <a:pt x="477337" y="93379"/>
                  <a:pt x="471144" y="90634"/>
                  <a:pt x="466560" y="85145"/>
                </a:cubicBezTo>
                <a:cubicBezTo>
                  <a:pt x="461978" y="79655"/>
                  <a:pt x="459687" y="72236"/>
                  <a:pt x="459687" y="62887"/>
                </a:cubicBezTo>
                <a:cubicBezTo>
                  <a:pt x="459687" y="57261"/>
                  <a:pt x="460572" y="52157"/>
                  <a:pt x="462342" y="47575"/>
                </a:cubicBezTo>
                <a:cubicBezTo>
                  <a:pt x="464111" y="42992"/>
                  <a:pt x="466584" y="39293"/>
                  <a:pt x="469759" y="36480"/>
                </a:cubicBezTo>
                <a:cubicBezTo>
                  <a:pt x="475022" y="31760"/>
                  <a:pt x="481148" y="29401"/>
                  <a:pt x="488137" y="29401"/>
                </a:cubicBezTo>
                <a:cubicBezTo>
                  <a:pt x="495487" y="29401"/>
                  <a:pt x="501294" y="31988"/>
                  <a:pt x="505559" y="37161"/>
                </a:cubicBezTo>
                <a:cubicBezTo>
                  <a:pt x="507283" y="39339"/>
                  <a:pt x="508554" y="41631"/>
                  <a:pt x="509371" y="44036"/>
                </a:cubicBezTo>
                <a:cubicBezTo>
                  <a:pt x="510188" y="46440"/>
                  <a:pt x="510868" y="49866"/>
                  <a:pt x="511412" y="54313"/>
                </a:cubicBezTo>
                <a:lnTo>
                  <a:pt x="469487" y="54313"/>
                </a:lnTo>
                <a:cubicBezTo>
                  <a:pt x="469668" y="58487"/>
                  <a:pt x="470031" y="61867"/>
                  <a:pt x="470575" y="64454"/>
                </a:cubicBezTo>
                <a:cubicBezTo>
                  <a:pt x="471121" y="67040"/>
                  <a:pt x="471983" y="69649"/>
                  <a:pt x="473163" y="72280"/>
                </a:cubicBezTo>
                <a:cubicBezTo>
                  <a:pt x="477155" y="80084"/>
                  <a:pt x="483009" y="83986"/>
                  <a:pt x="490723" y="83986"/>
                </a:cubicBezTo>
                <a:cubicBezTo>
                  <a:pt x="495079" y="83986"/>
                  <a:pt x="498868" y="82898"/>
                  <a:pt x="502089" y="80721"/>
                </a:cubicBezTo>
                <a:cubicBezTo>
                  <a:pt x="505311" y="78543"/>
                  <a:pt x="508555" y="74867"/>
                  <a:pt x="511822" y="69694"/>
                </a:cubicBezTo>
                <a:moveTo>
                  <a:pt x="469759" y="49956"/>
                </a:moveTo>
                <a:lnTo>
                  <a:pt x="497529" y="49956"/>
                </a:lnTo>
                <a:cubicBezTo>
                  <a:pt x="496621" y="44058"/>
                  <a:pt x="495214" y="39975"/>
                  <a:pt x="493309" y="37707"/>
                </a:cubicBezTo>
                <a:cubicBezTo>
                  <a:pt x="491403" y="35438"/>
                  <a:pt x="488363" y="34303"/>
                  <a:pt x="484188" y="34303"/>
                </a:cubicBezTo>
                <a:cubicBezTo>
                  <a:pt x="480013" y="34303"/>
                  <a:pt x="476746" y="35573"/>
                  <a:pt x="474387" y="38114"/>
                </a:cubicBezTo>
                <a:cubicBezTo>
                  <a:pt x="472028" y="40655"/>
                  <a:pt x="470486" y="44602"/>
                  <a:pt x="469759" y="49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Number">
            <a:extLst xmlns:a="http://schemas.openxmlformats.org/drawingml/2006/main">
              <a:ext uri="{FF2B5EF4-FFF2-40B4-BE49-F238E27FC236}">
                <a16:creationId xmlns:a16="http://schemas.microsoft.com/office/drawing/2014/main" id="{56FF8328-C1CB-4E5A-BC73-CE520DE5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287" y="582222"/>
            <a:ext cx="444580" cy="94469"/>
          </a:xfrm>
          <a:custGeom xmlns:a="http://schemas.openxmlformats.org/drawingml/2006/main">
            <a:pathLst>
              <a:path w="444580" h="94469">
                <a:moveTo>
                  <a:pt x="94606" y="2858"/>
                </a:moveTo>
                <a:lnTo>
                  <a:pt x="94606" y="5444"/>
                </a:lnTo>
                <a:cubicBezTo>
                  <a:pt x="91067" y="5717"/>
                  <a:pt x="88390" y="6330"/>
                  <a:pt x="86574" y="7282"/>
                </a:cubicBezTo>
                <a:cubicBezTo>
                  <a:pt x="84760" y="8235"/>
                  <a:pt x="83536" y="9891"/>
                  <a:pt x="82900" y="12251"/>
                </a:cubicBezTo>
                <a:cubicBezTo>
                  <a:pt x="82264" y="14610"/>
                  <a:pt x="81856" y="18149"/>
                  <a:pt x="81675" y="22869"/>
                </a:cubicBezTo>
                <a:lnTo>
                  <a:pt x="81675" y="94469"/>
                </a:lnTo>
                <a:lnTo>
                  <a:pt x="79361" y="94469"/>
                </a:lnTo>
                <a:lnTo>
                  <a:pt x="19194" y="19601"/>
                </a:lnTo>
                <a:lnTo>
                  <a:pt x="19194" y="72961"/>
                </a:lnTo>
                <a:cubicBezTo>
                  <a:pt x="19286" y="77590"/>
                  <a:pt x="19671" y="81130"/>
                  <a:pt x="20351" y="83579"/>
                </a:cubicBezTo>
                <a:cubicBezTo>
                  <a:pt x="21032" y="86029"/>
                  <a:pt x="22280" y="87731"/>
                  <a:pt x="24094" y="88685"/>
                </a:cubicBezTo>
                <a:cubicBezTo>
                  <a:pt x="25909" y="89637"/>
                  <a:pt x="28541" y="90204"/>
                  <a:pt x="31989" y="90386"/>
                </a:cubicBezTo>
                <a:lnTo>
                  <a:pt x="31989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721" y="90113"/>
                  <a:pt x="6511" y="89546"/>
                  <a:pt x="8371" y="88685"/>
                </a:cubicBezTo>
                <a:cubicBezTo>
                  <a:pt x="10232" y="87822"/>
                  <a:pt x="11480" y="86189"/>
                  <a:pt x="12116" y="83785"/>
                </a:cubicBezTo>
                <a:cubicBezTo>
                  <a:pt x="12751" y="81380"/>
                  <a:pt x="13114" y="77772"/>
                  <a:pt x="13204" y="72961"/>
                </a:cubicBezTo>
                <a:lnTo>
                  <a:pt x="13204" y="12932"/>
                </a:lnTo>
                <a:cubicBezTo>
                  <a:pt x="11390" y="10754"/>
                  <a:pt x="9870" y="9143"/>
                  <a:pt x="8645" y="8101"/>
                </a:cubicBezTo>
                <a:cubicBezTo>
                  <a:pt x="7419" y="7056"/>
                  <a:pt x="6171" y="6353"/>
                  <a:pt x="4900" y="5990"/>
                </a:cubicBezTo>
                <a:cubicBezTo>
                  <a:pt x="3630" y="5626"/>
                  <a:pt x="1997" y="5444"/>
                  <a:pt x="0" y="5444"/>
                </a:cubicBezTo>
                <a:lnTo>
                  <a:pt x="0" y="2858"/>
                </a:lnTo>
                <a:lnTo>
                  <a:pt x="23278" y="2858"/>
                </a:lnTo>
                <a:lnTo>
                  <a:pt x="75684" y="68743"/>
                </a:lnTo>
                <a:lnTo>
                  <a:pt x="75684" y="22869"/>
                </a:lnTo>
                <a:cubicBezTo>
                  <a:pt x="75594" y="18059"/>
                  <a:pt x="75209" y="14452"/>
                  <a:pt x="74527" y="12047"/>
                </a:cubicBezTo>
                <a:cubicBezTo>
                  <a:pt x="73847" y="9642"/>
                  <a:pt x="72600" y="7986"/>
                  <a:pt x="70784" y="7079"/>
                </a:cubicBezTo>
                <a:cubicBezTo>
                  <a:pt x="68969" y="6170"/>
                  <a:pt x="66247" y="5625"/>
                  <a:pt x="62617" y="5444"/>
                </a:cubicBezTo>
                <a:lnTo>
                  <a:pt x="62617" y="2858"/>
                </a:lnTo>
                <a:lnTo>
                  <a:pt x="94606" y="2858"/>
                </a:lnTo>
                <a:close/>
                <a:moveTo>
                  <a:pt x="163349" y="86165"/>
                </a:moveTo>
                <a:lnTo>
                  <a:pt x="163349" y="88072"/>
                </a:lnTo>
                <a:cubicBezTo>
                  <a:pt x="159900" y="88979"/>
                  <a:pt x="156791" y="89887"/>
                  <a:pt x="154023" y="90795"/>
                </a:cubicBezTo>
                <a:cubicBezTo>
                  <a:pt x="151256" y="91702"/>
                  <a:pt x="148148" y="92836"/>
                  <a:pt x="144699" y="94197"/>
                </a:cubicBezTo>
                <a:lnTo>
                  <a:pt x="144155" y="93925"/>
                </a:lnTo>
                <a:lnTo>
                  <a:pt x="144155" y="82626"/>
                </a:lnTo>
                <a:lnTo>
                  <a:pt x="138302" y="88479"/>
                </a:lnTo>
                <a:cubicBezTo>
                  <a:pt x="136486" y="90294"/>
                  <a:pt x="134331" y="91724"/>
                  <a:pt x="131836" y="92768"/>
                </a:cubicBezTo>
                <a:cubicBezTo>
                  <a:pt x="129341" y="93811"/>
                  <a:pt x="126822" y="94332"/>
                  <a:pt x="124282" y="94332"/>
                </a:cubicBezTo>
                <a:cubicBezTo>
                  <a:pt x="119290" y="94332"/>
                  <a:pt x="115296" y="92722"/>
                  <a:pt x="112301" y="89501"/>
                </a:cubicBezTo>
                <a:cubicBezTo>
                  <a:pt x="109307" y="86279"/>
                  <a:pt x="107810" y="81991"/>
                  <a:pt x="107810" y="76638"/>
                </a:cubicBezTo>
                <a:lnTo>
                  <a:pt x="107810" y="42335"/>
                </a:lnTo>
                <a:cubicBezTo>
                  <a:pt x="107719" y="39067"/>
                  <a:pt x="107083" y="36821"/>
                  <a:pt x="105904" y="35597"/>
                </a:cubicBezTo>
                <a:cubicBezTo>
                  <a:pt x="104724" y="34371"/>
                  <a:pt x="102546" y="33713"/>
                  <a:pt x="99371" y="33622"/>
                </a:cubicBezTo>
                <a:lnTo>
                  <a:pt x="99371" y="31717"/>
                </a:lnTo>
                <a:lnTo>
                  <a:pt x="119245" y="31717"/>
                </a:lnTo>
                <a:lnTo>
                  <a:pt x="119245" y="76093"/>
                </a:lnTo>
                <a:cubicBezTo>
                  <a:pt x="119245" y="78906"/>
                  <a:pt x="120197" y="81333"/>
                  <a:pt x="122103" y="83376"/>
                </a:cubicBezTo>
                <a:cubicBezTo>
                  <a:pt x="124008" y="85417"/>
                  <a:pt x="126277" y="86437"/>
                  <a:pt x="128909" y="86437"/>
                </a:cubicBezTo>
                <a:cubicBezTo>
                  <a:pt x="133084" y="86437"/>
                  <a:pt x="137077" y="84895"/>
                  <a:pt x="140888" y="81810"/>
                </a:cubicBezTo>
                <a:cubicBezTo>
                  <a:pt x="142612" y="80448"/>
                  <a:pt x="143474" y="78044"/>
                  <a:pt x="143474" y="74596"/>
                </a:cubicBezTo>
                <a:lnTo>
                  <a:pt x="143474" y="42607"/>
                </a:lnTo>
                <a:cubicBezTo>
                  <a:pt x="143474" y="39158"/>
                  <a:pt x="142861" y="36912"/>
                  <a:pt x="141635" y="35869"/>
                </a:cubicBezTo>
                <a:cubicBezTo>
                  <a:pt x="140411" y="34825"/>
                  <a:pt x="137667" y="34212"/>
                  <a:pt x="133402" y="34031"/>
                </a:cubicBezTo>
                <a:lnTo>
                  <a:pt x="133402" y="31717"/>
                </a:lnTo>
                <a:lnTo>
                  <a:pt x="154908" y="31717"/>
                </a:lnTo>
                <a:lnTo>
                  <a:pt x="154908" y="78407"/>
                </a:lnTo>
                <a:cubicBezTo>
                  <a:pt x="154999" y="81582"/>
                  <a:pt x="155476" y="83624"/>
                  <a:pt x="156337" y="84533"/>
                </a:cubicBezTo>
                <a:cubicBezTo>
                  <a:pt x="157200" y="85440"/>
                  <a:pt x="159310" y="85984"/>
                  <a:pt x="162668" y="86165"/>
                </a:cubicBezTo>
                <a:lnTo>
                  <a:pt x="163349" y="86165"/>
                </a:lnTo>
                <a:close/>
                <a:moveTo>
                  <a:pt x="167161" y="92972"/>
                </a:moveTo>
                <a:lnTo>
                  <a:pt x="167161" y="90930"/>
                </a:lnTo>
                <a:cubicBezTo>
                  <a:pt x="170882" y="90930"/>
                  <a:pt x="173377" y="90295"/>
                  <a:pt x="174647" y="89025"/>
                </a:cubicBezTo>
                <a:cubicBezTo>
                  <a:pt x="175918" y="87754"/>
                  <a:pt x="176598" y="85212"/>
                  <a:pt x="176688" y="81400"/>
                </a:cubicBezTo>
                <a:lnTo>
                  <a:pt x="176688" y="46963"/>
                </a:lnTo>
                <a:cubicBezTo>
                  <a:pt x="176688" y="43696"/>
                  <a:pt x="176348" y="41428"/>
                  <a:pt x="175666" y="40158"/>
                </a:cubicBezTo>
                <a:cubicBezTo>
                  <a:pt x="174987" y="38887"/>
                  <a:pt x="173739" y="38251"/>
                  <a:pt x="171924" y="38251"/>
                </a:cubicBezTo>
                <a:cubicBezTo>
                  <a:pt x="170562" y="38251"/>
                  <a:pt x="169110" y="38433"/>
                  <a:pt x="167568" y="38796"/>
                </a:cubicBezTo>
                <a:lnTo>
                  <a:pt x="167568" y="36482"/>
                </a:lnTo>
                <a:cubicBezTo>
                  <a:pt x="171289" y="35483"/>
                  <a:pt x="174533" y="34531"/>
                  <a:pt x="177301" y="33624"/>
                </a:cubicBezTo>
                <a:cubicBezTo>
                  <a:pt x="180069" y="32715"/>
                  <a:pt x="183177" y="31625"/>
                  <a:pt x="186625" y="30354"/>
                </a:cubicBezTo>
                <a:lnTo>
                  <a:pt x="187578" y="30628"/>
                </a:lnTo>
                <a:lnTo>
                  <a:pt x="187578" y="40837"/>
                </a:lnTo>
                <a:cubicBezTo>
                  <a:pt x="191389" y="37934"/>
                  <a:pt x="194474" y="35733"/>
                  <a:pt x="196834" y="34236"/>
                </a:cubicBezTo>
                <a:cubicBezTo>
                  <a:pt x="199193" y="32738"/>
                  <a:pt x="201258" y="31717"/>
                  <a:pt x="203028" y="31173"/>
                </a:cubicBezTo>
                <a:cubicBezTo>
                  <a:pt x="204797" y="30627"/>
                  <a:pt x="206681" y="30354"/>
                  <a:pt x="208677" y="30354"/>
                </a:cubicBezTo>
                <a:cubicBezTo>
                  <a:pt x="215846" y="30354"/>
                  <a:pt x="220656" y="34166"/>
                  <a:pt x="223107" y="41789"/>
                </a:cubicBezTo>
                <a:cubicBezTo>
                  <a:pt x="230185" y="34166"/>
                  <a:pt x="237581" y="30354"/>
                  <a:pt x="245294" y="30354"/>
                </a:cubicBezTo>
                <a:cubicBezTo>
                  <a:pt x="255821" y="30354"/>
                  <a:pt x="261084" y="38431"/>
                  <a:pt x="261084" y="54585"/>
                </a:cubicBezTo>
                <a:lnTo>
                  <a:pt x="261084" y="82626"/>
                </a:lnTo>
                <a:cubicBezTo>
                  <a:pt x="261084" y="85258"/>
                  <a:pt x="261515" y="87164"/>
                  <a:pt x="262378" y="88344"/>
                </a:cubicBezTo>
                <a:cubicBezTo>
                  <a:pt x="263240" y="89524"/>
                  <a:pt x="264760" y="90295"/>
                  <a:pt x="266937" y="90658"/>
                </a:cubicBezTo>
                <a:lnTo>
                  <a:pt x="270476" y="90930"/>
                </a:lnTo>
                <a:lnTo>
                  <a:pt x="270476" y="92972"/>
                </a:lnTo>
                <a:lnTo>
                  <a:pt x="240666" y="92972"/>
                </a:lnTo>
                <a:lnTo>
                  <a:pt x="240666" y="90930"/>
                </a:lnTo>
                <a:cubicBezTo>
                  <a:pt x="243299" y="90657"/>
                  <a:pt x="245227" y="90272"/>
                  <a:pt x="246451" y="89773"/>
                </a:cubicBezTo>
                <a:cubicBezTo>
                  <a:pt x="247676" y="89273"/>
                  <a:pt x="248493" y="88388"/>
                  <a:pt x="248902" y="87119"/>
                </a:cubicBezTo>
                <a:cubicBezTo>
                  <a:pt x="249310" y="85847"/>
                  <a:pt x="249560" y="83851"/>
                  <a:pt x="249650" y="81128"/>
                </a:cubicBezTo>
                <a:lnTo>
                  <a:pt x="249650" y="52407"/>
                </a:lnTo>
                <a:cubicBezTo>
                  <a:pt x="249650" y="46780"/>
                  <a:pt x="248923" y="42878"/>
                  <a:pt x="247471" y="40700"/>
                </a:cubicBezTo>
                <a:cubicBezTo>
                  <a:pt x="246020" y="38522"/>
                  <a:pt x="243343" y="37433"/>
                  <a:pt x="239441" y="37433"/>
                </a:cubicBezTo>
                <a:cubicBezTo>
                  <a:pt x="236264" y="37433"/>
                  <a:pt x="233519" y="38091"/>
                  <a:pt x="231205" y="39408"/>
                </a:cubicBezTo>
                <a:cubicBezTo>
                  <a:pt x="228891" y="40724"/>
                  <a:pt x="226691" y="42833"/>
                  <a:pt x="224604" y="45737"/>
                </a:cubicBezTo>
                <a:lnTo>
                  <a:pt x="224604" y="80040"/>
                </a:lnTo>
                <a:cubicBezTo>
                  <a:pt x="224786" y="84396"/>
                  <a:pt x="225511" y="87301"/>
                  <a:pt x="226781" y="88753"/>
                </a:cubicBezTo>
                <a:cubicBezTo>
                  <a:pt x="228052" y="90204"/>
                  <a:pt x="230593" y="90930"/>
                  <a:pt x="234404" y="90930"/>
                </a:cubicBezTo>
                <a:lnTo>
                  <a:pt x="234404" y="92972"/>
                </a:lnTo>
                <a:lnTo>
                  <a:pt x="203912" y="92972"/>
                </a:lnTo>
                <a:lnTo>
                  <a:pt x="203912" y="90930"/>
                </a:lnTo>
                <a:cubicBezTo>
                  <a:pt x="207725" y="90749"/>
                  <a:pt x="210198" y="90068"/>
                  <a:pt x="211332" y="88888"/>
                </a:cubicBezTo>
                <a:cubicBezTo>
                  <a:pt x="212466" y="87708"/>
                  <a:pt x="213079" y="85167"/>
                  <a:pt x="213170" y="81265"/>
                </a:cubicBezTo>
                <a:lnTo>
                  <a:pt x="213170" y="51727"/>
                </a:lnTo>
                <a:cubicBezTo>
                  <a:pt x="213170" y="42198"/>
                  <a:pt x="210175" y="37433"/>
                  <a:pt x="204185" y="37433"/>
                </a:cubicBezTo>
                <a:cubicBezTo>
                  <a:pt x="201825" y="37433"/>
                  <a:pt x="199329" y="37955"/>
                  <a:pt x="196697" y="38999"/>
                </a:cubicBezTo>
                <a:cubicBezTo>
                  <a:pt x="194066" y="40043"/>
                  <a:pt x="191888" y="41336"/>
                  <a:pt x="190164" y="42879"/>
                </a:cubicBezTo>
                <a:cubicBezTo>
                  <a:pt x="189710" y="43332"/>
                  <a:pt x="189256" y="43831"/>
                  <a:pt x="188802" y="44377"/>
                </a:cubicBezTo>
                <a:cubicBezTo>
                  <a:pt x="188349" y="44921"/>
                  <a:pt x="188123" y="45284"/>
                  <a:pt x="188123" y="45465"/>
                </a:cubicBezTo>
                <a:lnTo>
                  <a:pt x="188123" y="83851"/>
                </a:lnTo>
                <a:cubicBezTo>
                  <a:pt x="188214" y="86574"/>
                  <a:pt x="188917" y="88411"/>
                  <a:pt x="190233" y="89364"/>
                </a:cubicBezTo>
                <a:cubicBezTo>
                  <a:pt x="191548" y="90317"/>
                  <a:pt x="193931" y="90839"/>
                  <a:pt x="197380" y="90930"/>
                </a:cubicBezTo>
                <a:lnTo>
                  <a:pt x="197380" y="92972"/>
                </a:lnTo>
                <a:lnTo>
                  <a:pt x="167161" y="92972"/>
                </a:lnTo>
                <a:close/>
                <a:moveTo>
                  <a:pt x="291304" y="272"/>
                </a:moveTo>
                <a:lnTo>
                  <a:pt x="291304" y="41926"/>
                </a:lnTo>
                <a:cubicBezTo>
                  <a:pt x="292665" y="38478"/>
                  <a:pt x="295115" y="35688"/>
                  <a:pt x="298654" y="33555"/>
                </a:cubicBezTo>
                <a:cubicBezTo>
                  <a:pt x="302194" y="31421"/>
                  <a:pt x="306051" y="30354"/>
                  <a:pt x="310226" y="30354"/>
                </a:cubicBezTo>
                <a:cubicBezTo>
                  <a:pt x="314762" y="30354"/>
                  <a:pt x="318845" y="31648"/>
                  <a:pt x="322474" y="34234"/>
                </a:cubicBezTo>
                <a:cubicBezTo>
                  <a:pt x="326105" y="36821"/>
                  <a:pt x="328964" y="40338"/>
                  <a:pt x="331050" y="44786"/>
                </a:cubicBezTo>
                <a:cubicBezTo>
                  <a:pt x="333139" y="49232"/>
                  <a:pt x="334183" y="54268"/>
                  <a:pt x="334183" y="59894"/>
                </a:cubicBezTo>
                <a:cubicBezTo>
                  <a:pt x="334183" y="66337"/>
                  <a:pt x="332776" y="72168"/>
                  <a:pt x="329962" y="77385"/>
                </a:cubicBezTo>
                <a:cubicBezTo>
                  <a:pt x="327150" y="82603"/>
                  <a:pt x="323338" y="86732"/>
                  <a:pt x="318528" y="89773"/>
                </a:cubicBezTo>
                <a:cubicBezTo>
                  <a:pt x="313719" y="92812"/>
                  <a:pt x="308319" y="94332"/>
                  <a:pt x="302329" y="94332"/>
                </a:cubicBezTo>
                <a:cubicBezTo>
                  <a:pt x="298699" y="94332"/>
                  <a:pt x="295160" y="93901"/>
                  <a:pt x="291711" y="93038"/>
                </a:cubicBezTo>
                <a:cubicBezTo>
                  <a:pt x="288263" y="92177"/>
                  <a:pt x="285427" y="91066"/>
                  <a:pt x="283203" y="89704"/>
                </a:cubicBezTo>
                <a:cubicBezTo>
                  <a:pt x="280981" y="88343"/>
                  <a:pt x="279869" y="86982"/>
                  <a:pt x="279869" y="85621"/>
                </a:cubicBezTo>
                <a:lnTo>
                  <a:pt x="279869" y="14974"/>
                </a:lnTo>
                <a:cubicBezTo>
                  <a:pt x="279869" y="12070"/>
                  <a:pt x="279461" y="10187"/>
                  <a:pt x="278644" y="9326"/>
                </a:cubicBezTo>
                <a:cubicBezTo>
                  <a:pt x="277827" y="8463"/>
                  <a:pt x="276012" y="8032"/>
                  <a:pt x="273200" y="8032"/>
                </a:cubicBezTo>
                <a:cubicBezTo>
                  <a:pt x="272202" y="8032"/>
                  <a:pt x="271430" y="8077"/>
                  <a:pt x="270886" y="8167"/>
                </a:cubicBezTo>
                <a:lnTo>
                  <a:pt x="270886" y="5988"/>
                </a:lnTo>
                <a:lnTo>
                  <a:pt x="274832" y="4900"/>
                </a:lnTo>
                <a:cubicBezTo>
                  <a:pt x="278009" y="3993"/>
                  <a:pt x="280731" y="3199"/>
                  <a:pt x="283000" y="2519"/>
                </a:cubicBezTo>
                <a:cubicBezTo>
                  <a:pt x="285269" y="1838"/>
                  <a:pt x="287810" y="998"/>
                  <a:pt x="290622" y="0"/>
                </a:cubicBezTo>
                <a:lnTo>
                  <a:pt x="291304" y="272"/>
                </a:lnTo>
                <a:moveTo>
                  <a:pt x="291304" y="49139"/>
                </a:moveTo>
                <a:lnTo>
                  <a:pt x="291304" y="83442"/>
                </a:lnTo>
                <a:cubicBezTo>
                  <a:pt x="291304" y="85167"/>
                  <a:pt x="292619" y="86688"/>
                  <a:pt x="295250" y="88003"/>
                </a:cubicBezTo>
                <a:cubicBezTo>
                  <a:pt x="297882" y="89319"/>
                  <a:pt x="300968" y="89977"/>
                  <a:pt x="304508" y="89977"/>
                </a:cubicBezTo>
                <a:cubicBezTo>
                  <a:pt x="310134" y="89977"/>
                  <a:pt x="314489" y="87890"/>
                  <a:pt x="317574" y="83716"/>
                </a:cubicBezTo>
                <a:cubicBezTo>
                  <a:pt x="320661" y="79541"/>
                  <a:pt x="322204" y="73687"/>
                  <a:pt x="322204" y="66155"/>
                </a:cubicBezTo>
                <a:cubicBezTo>
                  <a:pt x="322204" y="61254"/>
                  <a:pt x="321524" y="56671"/>
                  <a:pt x="320162" y="52407"/>
                </a:cubicBezTo>
                <a:cubicBezTo>
                  <a:pt x="318801" y="48142"/>
                  <a:pt x="317032" y="44966"/>
                  <a:pt x="314853" y="42879"/>
                </a:cubicBezTo>
                <a:cubicBezTo>
                  <a:pt x="311950" y="40247"/>
                  <a:pt x="308592" y="38931"/>
                  <a:pt x="304780" y="38931"/>
                </a:cubicBezTo>
                <a:cubicBezTo>
                  <a:pt x="301240" y="38931"/>
                  <a:pt x="298109" y="39975"/>
                  <a:pt x="295387" y="42063"/>
                </a:cubicBezTo>
                <a:cubicBezTo>
                  <a:pt x="292665" y="44149"/>
                  <a:pt x="291304" y="46508"/>
                  <a:pt x="291304" y="49139"/>
                </a:cubicBezTo>
                <a:close/>
                <a:moveTo>
                  <a:pt x="394893" y="70647"/>
                </a:moveTo>
                <a:lnTo>
                  <a:pt x="397070" y="71601"/>
                </a:lnTo>
                <a:cubicBezTo>
                  <a:pt x="394257" y="78951"/>
                  <a:pt x="390378" y="84577"/>
                  <a:pt x="385432" y="88479"/>
                </a:cubicBezTo>
                <a:cubicBezTo>
                  <a:pt x="380486" y="92381"/>
                  <a:pt x="374746" y="94332"/>
                  <a:pt x="368213" y="94332"/>
                </a:cubicBezTo>
                <a:cubicBezTo>
                  <a:pt x="360409" y="94332"/>
                  <a:pt x="354215" y="91588"/>
                  <a:pt x="349632" y="86099"/>
                </a:cubicBezTo>
                <a:cubicBezTo>
                  <a:pt x="345050" y="80608"/>
                  <a:pt x="342759" y="73189"/>
                  <a:pt x="342759" y="63841"/>
                </a:cubicBezTo>
                <a:cubicBezTo>
                  <a:pt x="342759" y="58215"/>
                  <a:pt x="343643" y="53111"/>
                  <a:pt x="345413" y="48529"/>
                </a:cubicBezTo>
                <a:cubicBezTo>
                  <a:pt x="347183" y="43945"/>
                  <a:pt x="349655" y="40247"/>
                  <a:pt x="352830" y="37433"/>
                </a:cubicBezTo>
                <a:cubicBezTo>
                  <a:pt x="358094" y="32714"/>
                  <a:pt x="364220" y="30354"/>
                  <a:pt x="371208" y="30354"/>
                </a:cubicBezTo>
                <a:cubicBezTo>
                  <a:pt x="378558" y="30354"/>
                  <a:pt x="384366" y="32941"/>
                  <a:pt x="388631" y="38114"/>
                </a:cubicBezTo>
                <a:cubicBezTo>
                  <a:pt x="390355" y="40292"/>
                  <a:pt x="391625" y="42584"/>
                  <a:pt x="392442" y="44989"/>
                </a:cubicBezTo>
                <a:cubicBezTo>
                  <a:pt x="393259" y="47393"/>
                  <a:pt x="393940" y="50819"/>
                  <a:pt x="394484" y="55267"/>
                </a:cubicBezTo>
                <a:lnTo>
                  <a:pt x="352558" y="55267"/>
                </a:lnTo>
                <a:cubicBezTo>
                  <a:pt x="352740" y="59440"/>
                  <a:pt x="353102" y="62820"/>
                  <a:pt x="353647" y="65407"/>
                </a:cubicBezTo>
                <a:cubicBezTo>
                  <a:pt x="354192" y="67994"/>
                  <a:pt x="355055" y="70602"/>
                  <a:pt x="356235" y="73233"/>
                </a:cubicBezTo>
                <a:cubicBezTo>
                  <a:pt x="360227" y="81038"/>
                  <a:pt x="366080" y="84940"/>
                  <a:pt x="373794" y="84940"/>
                </a:cubicBezTo>
                <a:cubicBezTo>
                  <a:pt x="378150" y="84940"/>
                  <a:pt x="381939" y="83851"/>
                  <a:pt x="385160" y="81675"/>
                </a:cubicBezTo>
                <a:cubicBezTo>
                  <a:pt x="388382" y="79496"/>
                  <a:pt x="391626" y="75821"/>
                  <a:pt x="394893" y="70647"/>
                </a:cubicBezTo>
                <a:moveTo>
                  <a:pt x="352830" y="50909"/>
                </a:moveTo>
                <a:lnTo>
                  <a:pt x="380601" y="50909"/>
                </a:lnTo>
                <a:cubicBezTo>
                  <a:pt x="379692" y="45011"/>
                  <a:pt x="378285" y="40929"/>
                  <a:pt x="376380" y="38660"/>
                </a:cubicBezTo>
                <a:cubicBezTo>
                  <a:pt x="374475" y="36391"/>
                  <a:pt x="371435" y="35256"/>
                  <a:pt x="367260" y="35256"/>
                </a:cubicBezTo>
                <a:cubicBezTo>
                  <a:pt x="363085" y="35256"/>
                  <a:pt x="359818" y="36527"/>
                  <a:pt x="357458" y="39068"/>
                </a:cubicBezTo>
                <a:cubicBezTo>
                  <a:pt x="355100" y="41609"/>
                  <a:pt x="353557" y="45556"/>
                  <a:pt x="352830" y="50909"/>
                </a:cubicBezTo>
                <a:close/>
                <a:moveTo>
                  <a:pt x="399659" y="92972"/>
                </a:moveTo>
                <a:lnTo>
                  <a:pt x="399659" y="90930"/>
                </a:lnTo>
                <a:cubicBezTo>
                  <a:pt x="402563" y="90386"/>
                  <a:pt x="404672" y="89864"/>
                  <a:pt x="405988" y="89366"/>
                </a:cubicBezTo>
                <a:cubicBezTo>
                  <a:pt x="407303" y="88866"/>
                  <a:pt x="408165" y="88026"/>
                  <a:pt x="408574" y="86846"/>
                </a:cubicBezTo>
                <a:cubicBezTo>
                  <a:pt x="408982" y="85667"/>
                  <a:pt x="409232" y="83897"/>
                  <a:pt x="409323" y="81537"/>
                </a:cubicBezTo>
                <a:lnTo>
                  <a:pt x="409323" y="47507"/>
                </a:lnTo>
                <a:cubicBezTo>
                  <a:pt x="409323" y="44512"/>
                  <a:pt x="408983" y="42402"/>
                  <a:pt x="408301" y="41178"/>
                </a:cubicBezTo>
                <a:cubicBezTo>
                  <a:pt x="407622" y="39952"/>
                  <a:pt x="406420" y="39340"/>
                  <a:pt x="404696" y="39340"/>
                </a:cubicBezTo>
                <a:cubicBezTo>
                  <a:pt x="403243" y="39340"/>
                  <a:pt x="401655" y="39521"/>
                  <a:pt x="399931" y="39884"/>
                </a:cubicBezTo>
                <a:lnTo>
                  <a:pt x="399931" y="37705"/>
                </a:lnTo>
                <a:cubicBezTo>
                  <a:pt x="403923" y="36435"/>
                  <a:pt x="407371" y="35256"/>
                  <a:pt x="410275" y="34168"/>
                </a:cubicBezTo>
                <a:cubicBezTo>
                  <a:pt x="413180" y="33078"/>
                  <a:pt x="416447" y="31807"/>
                  <a:pt x="420076" y="30354"/>
                </a:cubicBezTo>
                <a:lnTo>
                  <a:pt x="420758" y="30628"/>
                </a:lnTo>
                <a:lnTo>
                  <a:pt x="420758" y="43151"/>
                </a:lnTo>
                <a:cubicBezTo>
                  <a:pt x="424116" y="38251"/>
                  <a:pt x="426974" y="34893"/>
                  <a:pt x="429332" y="33077"/>
                </a:cubicBezTo>
                <a:cubicBezTo>
                  <a:pt x="431691" y="31262"/>
                  <a:pt x="434278" y="30354"/>
                  <a:pt x="437092" y="30354"/>
                </a:cubicBezTo>
                <a:cubicBezTo>
                  <a:pt x="439451" y="30354"/>
                  <a:pt x="441289" y="30990"/>
                  <a:pt x="442604" y="32261"/>
                </a:cubicBezTo>
                <a:cubicBezTo>
                  <a:pt x="443921" y="33531"/>
                  <a:pt x="444580" y="35300"/>
                  <a:pt x="444580" y="37570"/>
                </a:cubicBezTo>
                <a:cubicBezTo>
                  <a:pt x="444580" y="39475"/>
                  <a:pt x="444103" y="40973"/>
                  <a:pt x="443148" y="42063"/>
                </a:cubicBezTo>
                <a:cubicBezTo>
                  <a:pt x="442196" y="43151"/>
                  <a:pt x="440903" y="43695"/>
                  <a:pt x="439271" y="43695"/>
                </a:cubicBezTo>
                <a:cubicBezTo>
                  <a:pt x="438362" y="43695"/>
                  <a:pt x="437500" y="43491"/>
                  <a:pt x="436683" y="43083"/>
                </a:cubicBezTo>
                <a:cubicBezTo>
                  <a:pt x="435867" y="42674"/>
                  <a:pt x="434914" y="41971"/>
                  <a:pt x="433824" y="40972"/>
                </a:cubicBezTo>
                <a:cubicBezTo>
                  <a:pt x="432373" y="39611"/>
                  <a:pt x="431194" y="38931"/>
                  <a:pt x="430285" y="38931"/>
                </a:cubicBezTo>
                <a:cubicBezTo>
                  <a:pt x="429015" y="38931"/>
                  <a:pt x="427631" y="39566"/>
                  <a:pt x="426133" y="40837"/>
                </a:cubicBezTo>
                <a:cubicBezTo>
                  <a:pt x="424636" y="42107"/>
                  <a:pt x="423366" y="43605"/>
                  <a:pt x="422322" y="45330"/>
                </a:cubicBezTo>
                <a:cubicBezTo>
                  <a:pt x="421279" y="47054"/>
                  <a:pt x="420758" y="48642"/>
                  <a:pt x="420758" y="50093"/>
                </a:cubicBezTo>
                <a:lnTo>
                  <a:pt x="420758" y="80721"/>
                </a:lnTo>
                <a:cubicBezTo>
                  <a:pt x="420939" y="84713"/>
                  <a:pt x="421778" y="87368"/>
                  <a:pt x="423275" y="88685"/>
                </a:cubicBezTo>
                <a:cubicBezTo>
                  <a:pt x="424773" y="90000"/>
                  <a:pt x="427791" y="90749"/>
                  <a:pt x="432327" y="90930"/>
                </a:cubicBezTo>
                <a:lnTo>
                  <a:pt x="432327" y="92972"/>
                </a:lnTo>
                <a:lnTo>
                  <a:pt x="399659" y="929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A4A99-B768-4EA5-972E-23C7D440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108" y="390885"/>
            <a:ext cx="679655" cy="317300"/>
          </a:xfrm>
          <a:custGeom xmlns:a="http://schemas.openxmlformats.org/drawingml/2006/main">
            <a:pathLst>
              <a:path w="679655" h="317300">
                <a:moveTo>
                  <a:pt x="0" y="317300"/>
                </a:moveTo>
                <a:lnTo>
                  <a:pt x="0" y="0"/>
                </a:lnTo>
                <a:lnTo>
                  <a:pt x="679655" y="0"/>
                </a:lnTo>
                <a:lnTo>
                  <a:pt x="679655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AF2C4-D331-48CA-B5EE-048DBADF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108" y="390885"/>
            <a:ext cx="679655" cy="317300"/>
          </a:xfrm>
          <a:custGeom xmlns:a="http://schemas.openxmlformats.org/drawingml/2006/main">
            <a:pathLst>
              <a:path w="679655" h="317300" fill="none">
                <a:moveTo>
                  <a:pt x="0" y="317300"/>
                </a:moveTo>
                <a:lnTo>
                  <a:pt x="679655" y="317300"/>
                </a:lnTo>
                <a:lnTo>
                  <a:pt x="679655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93" name="Text Padding">
            <a:extLst xmlns:a="http://schemas.openxmlformats.org/drawingml/2006/main">
              <a:ext uri="{FF2B5EF4-FFF2-40B4-BE49-F238E27FC236}">
                <a16:creationId xmlns:a16="http://schemas.microsoft.com/office/drawing/2014/main" id="{8E41BF2A-0888-4585-9195-8722DCF0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078" y="419258"/>
            <a:ext cx="439540" cy="122647"/>
          </a:xfrm>
          <a:custGeom xmlns:a="http://schemas.openxmlformats.org/drawingml/2006/main">
            <a:pathLst>
              <a:path w="439540" h="122647">
                <a:moveTo>
                  <a:pt x="0" y="5444"/>
                </a:moveTo>
                <a:lnTo>
                  <a:pt x="0" y="2858"/>
                </a:lnTo>
                <a:lnTo>
                  <a:pt x="35935" y="2858"/>
                </a:lnTo>
                <a:cubicBezTo>
                  <a:pt x="42378" y="2858"/>
                  <a:pt x="48322" y="3743"/>
                  <a:pt x="53767" y="5513"/>
                </a:cubicBezTo>
                <a:cubicBezTo>
                  <a:pt x="59212" y="7282"/>
                  <a:pt x="63296" y="9665"/>
                  <a:pt x="66020" y="12660"/>
                </a:cubicBezTo>
                <a:cubicBezTo>
                  <a:pt x="69740" y="16652"/>
                  <a:pt x="71601" y="21597"/>
                  <a:pt x="71601" y="27496"/>
                </a:cubicBezTo>
                <a:cubicBezTo>
                  <a:pt x="71601" y="31943"/>
                  <a:pt x="70443" y="36117"/>
                  <a:pt x="68128" y="40021"/>
                </a:cubicBezTo>
                <a:cubicBezTo>
                  <a:pt x="65814" y="43923"/>
                  <a:pt x="62615" y="46963"/>
                  <a:pt x="58532" y="49139"/>
                </a:cubicBezTo>
                <a:cubicBezTo>
                  <a:pt x="52996" y="52226"/>
                  <a:pt x="45055" y="53769"/>
                  <a:pt x="34710" y="53769"/>
                </a:cubicBezTo>
                <a:cubicBezTo>
                  <a:pt x="32986" y="53769"/>
                  <a:pt x="31443" y="53724"/>
                  <a:pt x="30082" y="53634"/>
                </a:cubicBezTo>
                <a:cubicBezTo>
                  <a:pt x="28721" y="53543"/>
                  <a:pt x="27133" y="53451"/>
                  <a:pt x="25317" y="53360"/>
                </a:cubicBezTo>
                <a:lnTo>
                  <a:pt x="25317" y="78135"/>
                </a:lnTo>
                <a:cubicBezTo>
                  <a:pt x="25409" y="81492"/>
                  <a:pt x="25772" y="84033"/>
                  <a:pt x="26406" y="85758"/>
                </a:cubicBezTo>
                <a:cubicBezTo>
                  <a:pt x="27041" y="87482"/>
                  <a:pt x="28267" y="88662"/>
                  <a:pt x="30082" y="89297"/>
                </a:cubicBezTo>
                <a:cubicBezTo>
                  <a:pt x="31898" y="89932"/>
                  <a:pt x="34575" y="90294"/>
                  <a:pt x="38114" y="90386"/>
                </a:cubicBezTo>
                <a:lnTo>
                  <a:pt x="38114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8" y="90023"/>
                  <a:pt x="5966" y="89524"/>
                  <a:pt x="7554" y="88888"/>
                </a:cubicBezTo>
                <a:cubicBezTo>
                  <a:pt x="9143" y="88253"/>
                  <a:pt x="10186" y="87005"/>
                  <a:pt x="10684" y="85145"/>
                </a:cubicBezTo>
                <a:cubicBezTo>
                  <a:pt x="11184" y="83284"/>
                  <a:pt x="11434" y="80448"/>
                  <a:pt x="11434" y="76638"/>
                </a:cubicBezTo>
                <a:lnTo>
                  <a:pt x="11434" y="17697"/>
                </a:lnTo>
                <a:cubicBezTo>
                  <a:pt x="11434" y="14339"/>
                  <a:pt x="11161" y="11866"/>
                  <a:pt x="10616" y="10277"/>
                </a:cubicBezTo>
                <a:cubicBezTo>
                  <a:pt x="10072" y="8689"/>
                  <a:pt x="9005" y="7577"/>
                  <a:pt x="7417" y="6942"/>
                </a:cubicBezTo>
                <a:cubicBezTo>
                  <a:pt x="5829" y="6306"/>
                  <a:pt x="3357" y="5807"/>
                  <a:pt x="0" y="5444"/>
                </a:cubicBezTo>
                <a:moveTo>
                  <a:pt x="25317" y="12523"/>
                </a:moveTo>
                <a:lnTo>
                  <a:pt x="25317" y="47916"/>
                </a:lnTo>
                <a:cubicBezTo>
                  <a:pt x="26860" y="48006"/>
                  <a:pt x="28198" y="48097"/>
                  <a:pt x="29332" y="48188"/>
                </a:cubicBezTo>
                <a:cubicBezTo>
                  <a:pt x="30468" y="48278"/>
                  <a:pt x="31716" y="48323"/>
                  <a:pt x="33077" y="48323"/>
                </a:cubicBezTo>
                <a:cubicBezTo>
                  <a:pt x="48867" y="48323"/>
                  <a:pt x="56762" y="41653"/>
                  <a:pt x="56762" y="28313"/>
                </a:cubicBezTo>
                <a:cubicBezTo>
                  <a:pt x="56762" y="21325"/>
                  <a:pt x="54584" y="16176"/>
                  <a:pt x="50228" y="12863"/>
                </a:cubicBezTo>
                <a:cubicBezTo>
                  <a:pt x="45873" y="9551"/>
                  <a:pt x="39112" y="7895"/>
                  <a:pt x="29945" y="7895"/>
                </a:cubicBezTo>
                <a:cubicBezTo>
                  <a:pt x="28131" y="7895"/>
                  <a:pt x="26906" y="8213"/>
                  <a:pt x="26271" y="8848"/>
                </a:cubicBezTo>
                <a:cubicBezTo>
                  <a:pt x="25635" y="9484"/>
                  <a:pt x="25317" y="10709"/>
                  <a:pt x="25317" y="12523"/>
                </a:cubicBezTo>
                <a:close/>
                <a:moveTo>
                  <a:pt x="133673" y="83988"/>
                </a:moveTo>
                <a:lnTo>
                  <a:pt x="133673" y="87528"/>
                </a:lnTo>
                <a:cubicBezTo>
                  <a:pt x="131313" y="90069"/>
                  <a:pt x="129271" y="91838"/>
                  <a:pt x="127547" y="92837"/>
                </a:cubicBezTo>
                <a:cubicBezTo>
                  <a:pt x="125823" y="93834"/>
                  <a:pt x="123782" y="94332"/>
                  <a:pt x="121422" y="94332"/>
                </a:cubicBezTo>
                <a:cubicBezTo>
                  <a:pt x="118608" y="94332"/>
                  <a:pt x="116544" y="93584"/>
                  <a:pt x="115228" y="92087"/>
                </a:cubicBezTo>
                <a:cubicBezTo>
                  <a:pt x="113913" y="90590"/>
                  <a:pt x="113073" y="88026"/>
                  <a:pt x="112709" y="84395"/>
                </a:cubicBezTo>
                <a:cubicBezTo>
                  <a:pt x="108535" y="87935"/>
                  <a:pt x="104928" y="90476"/>
                  <a:pt x="101887" y="92018"/>
                </a:cubicBezTo>
                <a:cubicBezTo>
                  <a:pt x="98848" y="93561"/>
                  <a:pt x="95830" y="94332"/>
                  <a:pt x="92835" y="94332"/>
                </a:cubicBezTo>
                <a:cubicBezTo>
                  <a:pt x="88660" y="94332"/>
                  <a:pt x="85235" y="92971"/>
                  <a:pt x="82558" y="90249"/>
                </a:cubicBezTo>
                <a:cubicBezTo>
                  <a:pt x="79881" y="87526"/>
                  <a:pt x="78543" y="84033"/>
                  <a:pt x="78543" y="79768"/>
                </a:cubicBezTo>
                <a:cubicBezTo>
                  <a:pt x="78543" y="77500"/>
                  <a:pt x="78996" y="75299"/>
                  <a:pt x="79903" y="73167"/>
                </a:cubicBezTo>
                <a:cubicBezTo>
                  <a:pt x="80812" y="71033"/>
                  <a:pt x="81992" y="69285"/>
                  <a:pt x="83443" y="67924"/>
                </a:cubicBezTo>
                <a:cubicBezTo>
                  <a:pt x="84895" y="66655"/>
                  <a:pt x="86279" y="65543"/>
                  <a:pt x="87595" y="64591"/>
                </a:cubicBezTo>
                <a:cubicBezTo>
                  <a:pt x="88910" y="63638"/>
                  <a:pt x="90498" y="62708"/>
                  <a:pt x="92358" y="61801"/>
                </a:cubicBezTo>
                <a:cubicBezTo>
                  <a:pt x="94219" y="60893"/>
                  <a:pt x="96737" y="59758"/>
                  <a:pt x="99914" y="58397"/>
                </a:cubicBezTo>
                <a:cubicBezTo>
                  <a:pt x="103090" y="57036"/>
                  <a:pt x="107310" y="55311"/>
                  <a:pt x="112574" y="53223"/>
                </a:cubicBezTo>
                <a:lnTo>
                  <a:pt x="112574" y="44921"/>
                </a:lnTo>
                <a:cubicBezTo>
                  <a:pt x="112574" y="37388"/>
                  <a:pt x="109125" y="33622"/>
                  <a:pt x="102228" y="33622"/>
                </a:cubicBezTo>
                <a:cubicBezTo>
                  <a:pt x="99505" y="33622"/>
                  <a:pt x="97192" y="34280"/>
                  <a:pt x="95286" y="35597"/>
                </a:cubicBezTo>
                <a:cubicBezTo>
                  <a:pt x="93381" y="36912"/>
                  <a:pt x="92428" y="38478"/>
                  <a:pt x="92428" y="40293"/>
                </a:cubicBezTo>
                <a:cubicBezTo>
                  <a:pt x="92428" y="41200"/>
                  <a:pt x="92564" y="42288"/>
                  <a:pt x="92835" y="43558"/>
                </a:cubicBezTo>
                <a:cubicBezTo>
                  <a:pt x="92927" y="44012"/>
                  <a:pt x="92994" y="44421"/>
                  <a:pt x="93039" y="44784"/>
                </a:cubicBezTo>
                <a:cubicBezTo>
                  <a:pt x="93084" y="45146"/>
                  <a:pt x="93107" y="45464"/>
                  <a:pt x="93107" y="45737"/>
                </a:cubicBezTo>
                <a:cubicBezTo>
                  <a:pt x="93107" y="47190"/>
                  <a:pt x="92495" y="48506"/>
                  <a:pt x="91269" y="49686"/>
                </a:cubicBezTo>
                <a:cubicBezTo>
                  <a:pt x="90045" y="50865"/>
                  <a:pt x="88616" y="51455"/>
                  <a:pt x="86982" y="51455"/>
                </a:cubicBezTo>
                <a:cubicBezTo>
                  <a:pt x="85348" y="51455"/>
                  <a:pt x="83964" y="50865"/>
                  <a:pt x="82830" y="49686"/>
                </a:cubicBezTo>
                <a:cubicBezTo>
                  <a:pt x="81696" y="48506"/>
                  <a:pt x="81129" y="47144"/>
                  <a:pt x="81129" y="45600"/>
                </a:cubicBezTo>
                <a:cubicBezTo>
                  <a:pt x="81129" y="42696"/>
                  <a:pt x="82149" y="40110"/>
                  <a:pt x="84190" y="37842"/>
                </a:cubicBezTo>
                <a:cubicBezTo>
                  <a:pt x="86233" y="35574"/>
                  <a:pt x="88978" y="33759"/>
                  <a:pt x="92426" y="32398"/>
                </a:cubicBezTo>
                <a:cubicBezTo>
                  <a:pt x="95875" y="31036"/>
                  <a:pt x="99733" y="30354"/>
                  <a:pt x="103997" y="30354"/>
                </a:cubicBezTo>
                <a:cubicBezTo>
                  <a:pt x="112164" y="30354"/>
                  <a:pt x="117791" y="32850"/>
                  <a:pt x="120878" y="37842"/>
                </a:cubicBezTo>
                <a:cubicBezTo>
                  <a:pt x="121875" y="39476"/>
                  <a:pt x="122577" y="41382"/>
                  <a:pt x="122986" y="43560"/>
                </a:cubicBezTo>
                <a:cubicBezTo>
                  <a:pt x="123394" y="45737"/>
                  <a:pt x="123599" y="48595"/>
                  <a:pt x="123599" y="52134"/>
                </a:cubicBezTo>
                <a:lnTo>
                  <a:pt x="123599" y="78679"/>
                </a:lnTo>
                <a:cubicBezTo>
                  <a:pt x="123599" y="81673"/>
                  <a:pt x="123894" y="83738"/>
                  <a:pt x="124484" y="84873"/>
                </a:cubicBezTo>
                <a:cubicBezTo>
                  <a:pt x="125073" y="86007"/>
                  <a:pt x="126140" y="86574"/>
                  <a:pt x="127682" y="86574"/>
                </a:cubicBezTo>
                <a:cubicBezTo>
                  <a:pt x="129589" y="86574"/>
                  <a:pt x="131586" y="85712"/>
                  <a:pt x="133673" y="83988"/>
                </a:cubicBezTo>
                <a:moveTo>
                  <a:pt x="112574" y="76228"/>
                </a:moveTo>
                <a:lnTo>
                  <a:pt x="112574" y="56490"/>
                </a:lnTo>
                <a:cubicBezTo>
                  <a:pt x="104588" y="59304"/>
                  <a:pt x="98939" y="62140"/>
                  <a:pt x="95627" y="65000"/>
                </a:cubicBezTo>
                <a:cubicBezTo>
                  <a:pt x="92315" y="67858"/>
                  <a:pt x="90613" y="71329"/>
                  <a:pt x="90521" y="75412"/>
                </a:cubicBezTo>
                <a:lnTo>
                  <a:pt x="90521" y="75956"/>
                </a:lnTo>
                <a:cubicBezTo>
                  <a:pt x="90521" y="78860"/>
                  <a:pt x="91361" y="81333"/>
                  <a:pt x="93039" y="83376"/>
                </a:cubicBezTo>
                <a:cubicBezTo>
                  <a:pt x="94718" y="85417"/>
                  <a:pt x="96738" y="86437"/>
                  <a:pt x="99098" y="86437"/>
                </a:cubicBezTo>
                <a:cubicBezTo>
                  <a:pt x="102183" y="86437"/>
                  <a:pt x="105495" y="85439"/>
                  <a:pt x="109034" y="83442"/>
                </a:cubicBezTo>
                <a:cubicBezTo>
                  <a:pt x="110485" y="82627"/>
                  <a:pt x="111438" y="81720"/>
                  <a:pt x="111892" y="80721"/>
                </a:cubicBezTo>
                <a:cubicBezTo>
                  <a:pt x="112347" y="79723"/>
                  <a:pt x="112574" y="78225"/>
                  <a:pt x="112574" y="76228"/>
                </a:cubicBezTo>
                <a:close/>
                <a:moveTo>
                  <a:pt x="200780" y="85077"/>
                </a:moveTo>
                <a:lnTo>
                  <a:pt x="200780" y="87254"/>
                </a:lnTo>
                <a:lnTo>
                  <a:pt x="180769" y="94332"/>
                </a:lnTo>
                <a:lnTo>
                  <a:pt x="180225" y="93925"/>
                </a:lnTo>
                <a:lnTo>
                  <a:pt x="180225" y="85212"/>
                </a:lnTo>
                <a:cubicBezTo>
                  <a:pt x="177957" y="88388"/>
                  <a:pt x="175439" y="90703"/>
                  <a:pt x="172671" y="92155"/>
                </a:cubicBezTo>
                <a:cubicBezTo>
                  <a:pt x="169903" y="93607"/>
                  <a:pt x="166613" y="94332"/>
                  <a:pt x="162803" y="94332"/>
                </a:cubicBezTo>
                <a:cubicBezTo>
                  <a:pt x="157811" y="94332"/>
                  <a:pt x="153409" y="93107"/>
                  <a:pt x="149597" y="90658"/>
                </a:cubicBezTo>
                <a:cubicBezTo>
                  <a:pt x="145786" y="88207"/>
                  <a:pt x="142837" y="84781"/>
                  <a:pt x="140748" y="80381"/>
                </a:cubicBezTo>
                <a:cubicBezTo>
                  <a:pt x="138662" y="75979"/>
                  <a:pt x="137618" y="70874"/>
                  <a:pt x="137618" y="65066"/>
                </a:cubicBezTo>
                <a:cubicBezTo>
                  <a:pt x="137618" y="58623"/>
                  <a:pt x="138889" y="52770"/>
                  <a:pt x="141430" y="47507"/>
                </a:cubicBezTo>
                <a:cubicBezTo>
                  <a:pt x="143971" y="42243"/>
                  <a:pt x="147396" y="38069"/>
                  <a:pt x="151707" y="34984"/>
                </a:cubicBezTo>
                <a:cubicBezTo>
                  <a:pt x="156018" y="31898"/>
                  <a:pt x="160760" y="30354"/>
                  <a:pt x="165933" y="30354"/>
                </a:cubicBezTo>
                <a:cubicBezTo>
                  <a:pt x="168655" y="30354"/>
                  <a:pt x="171083" y="30786"/>
                  <a:pt x="173215" y="31648"/>
                </a:cubicBezTo>
                <a:cubicBezTo>
                  <a:pt x="175347" y="32511"/>
                  <a:pt x="177684" y="34031"/>
                  <a:pt x="180225" y="36207"/>
                </a:cubicBezTo>
                <a:lnTo>
                  <a:pt x="180225" y="14974"/>
                </a:lnTo>
                <a:cubicBezTo>
                  <a:pt x="180225" y="12160"/>
                  <a:pt x="179817" y="10299"/>
                  <a:pt x="179000" y="9393"/>
                </a:cubicBezTo>
                <a:cubicBezTo>
                  <a:pt x="178184" y="8486"/>
                  <a:pt x="176506" y="8032"/>
                  <a:pt x="173965" y="8032"/>
                </a:cubicBezTo>
                <a:cubicBezTo>
                  <a:pt x="173419" y="8032"/>
                  <a:pt x="172919" y="8032"/>
                  <a:pt x="172465" y="8032"/>
                </a:cubicBezTo>
                <a:cubicBezTo>
                  <a:pt x="172012" y="8032"/>
                  <a:pt x="171514" y="8077"/>
                  <a:pt x="170970" y="8167"/>
                </a:cubicBezTo>
                <a:lnTo>
                  <a:pt x="170970" y="5988"/>
                </a:lnTo>
                <a:cubicBezTo>
                  <a:pt x="175326" y="4810"/>
                  <a:pt x="178933" y="3812"/>
                  <a:pt x="181791" y="2995"/>
                </a:cubicBezTo>
                <a:cubicBezTo>
                  <a:pt x="184649" y="2178"/>
                  <a:pt x="187712" y="1180"/>
                  <a:pt x="190980" y="0"/>
                </a:cubicBezTo>
                <a:lnTo>
                  <a:pt x="191659" y="272"/>
                </a:lnTo>
                <a:lnTo>
                  <a:pt x="191659" y="77454"/>
                </a:lnTo>
                <a:cubicBezTo>
                  <a:pt x="191659" y="80539"/>
                  <a:pt x="192045" y="82604"/>
                  <a:pt x="192816" y="83648"/>
                </a:cubicBezTo>
                <a:cubicBezTo>
                  <a:pt x="193588" y="84690"/>
                  <a:pt x="195199" y="85212"/>
                  <a:pt x="197650" y="85212"/>
                </a:cubicBezTo>
                <a:cubicBezTo>
                  <a:pt x="197921" y="85212"/>
                  <a:pt x="198284" y="85212"/>
                  <a:pt x="198738" y="85212"/>
                </a:cubicBezTo>
                <a:cubicBezTo>
                  <a:pt x="199192" y="85212"/>
                  <a:pt x="199873" y="85167"/>
                  <a:pt x="200780" y="85077"/>
                </a:cubicBezTo>
                <a:moveTo>
                  <a:pt x="180225" y="79086"/>
                </a:moveTo>
                <a:lnTo>
                  <a:pt x="180225" y="47779"/>
                </a:lnTo>
                <a:cubicBezTo>
                  <a:pt x="180225" y="45329"/>
                  <a:pt x="179590" y="43083"/>
                  <a:pt x="178318" y="41041"/>
                </a:cubicBezTo>
                <a:cubicBezTo>
                  <a:pt x="177049" y="38998"/>
                  <a:pt x="175347" y="37342"/>
                  <a:pt x="173215" y="36072"/>
                </a:cubicBezTo>
                <a:cubicBezTo>
                  <a:pt x="171083" y="34801"/>
                  <a:pt x="168792" y="34166"/>
                  <a:pt x="166342" y="34166"/>
                </a:cubicBezTo>
                <a:cubicBezTo>
                  <a:pt x="161169" y="34166"/>
                  <a:pt x="157040" y="36480"/>
                  <a:pt x="153954" y="41109"/>
                </a:cubicBezTo>
                <a:cubicBezTo>
                  <a:pt x="150869" y="45737"/>
                  <a:pt x="149327" y="51908"/>
                  <a:pt x="149327" y="59622"/>
                </a:cubicBezTo>
                <a:cubicBezTo>
                  <a:pt x="149327" y="67971"/>
                  <a:pt x="151051" y="74663"/>
                  <a:pt x="154499" y="79699"/>
                </a:cubicBezTo>
                <a:cubicBezTo>
                  <a:pt x="157946" y="84735"/>
                  <a:pt x="162484" y="87254"/>
                  <a:pt x="168112" y="87254"/>
                </a:cubicBezTo>
                <a:cubicBezTo>
                  <a:pt x="172377" y="87254"/>
                  <a:pt x="175643" y="85892"/>
                  <a:pt x="177911" y="83170"/>
                </a:cubicBezTo>
                <a:cubicBezTo>
                  <a:pt x="179454" y="81446"/>
                  <a:pt x="180225" y="80085"/>
                  <a:pt x="180225" y="79086"/>
                </a:cubicBezTo>
                <a:close/>
                <a:moveTo>
                  <a:pt x="268841" y="85077"/>
                </a:moveTo>
                <a:lnTo>
                  <a:pt x="268841" y="87254"/>
                </a:lnTo>
                <a:lnTo>
                  <a:pt x="248831" y="94332"/>
                </a:lnTo>
                <a:lnTo>
                  <a:pt x="248287" y="93925"/>
                </a:lnTo>
                <a:lnTo>
                  <a:pt x="248287" y="85212"/>
                </a:lnTo>
                <a:cubicBezTo>
                  <a:pt x="246019" y="88388"/>
                  <a:pt x="243501" y="90703"/>
                  <a:pt x="240732" y="92155"/>
                </a:cubicBezTo>
                <a:cubicBezTo>
                  <a:pt x="237964" y="93607"/>
                  <a:pt x="234675" y="94332"/>
                  <a:pt x="230864" y="94332"/>
                </a:cubicBezTo>
                <a:cubicBezTo>
                  <a:pt x="225872" y="94332"/>
                  <a:pt x="221470" y="93107"/>
                  <a:pt x="217658" y="90658"/>
                </a:cubicBezTo>
                <a:cubicBezTo>
                  <a:pt x="213848" y="88207"/>
                  <a:pt x="210898" y="84781"/>
                  <a:pt x="208810" y="80381"/>
                </a:cubicBezTo>
                <a:cubicBezTo>
                  <a:pt x="206723" y="75979"/>
                  <a:pt x="205680" y="70874"/>
                  <a:pt x="205680" y="65066"/>
                </a:cubicBezTo>
                <a:cubicBezTo>
                  <a:pt x="205680" y="58623"/>
                  <a:pt x="206950" y="52770"/>
                  <a:pt x="209491" y="47507"/>
                </a:cubicBezTo>
                <a:cubicBezTo>
                  <a:pt x="212032" y="42243"/>
                  <a:pt x="215458" y="38069"/>
                  <a:pt x="219769" y="34984"/>
                </a:cubicBezTo>
                <a:cubicBezTo>
                  <a:pt x="224079" y="31898"/>
                  <a:pt x="228821" y="30354"/>
                  <a:pt x="233994" y="30354"/>
                </a:cubicBezTo>
                <a:cubicBezTo>
                  <a:pt x="236717" y="30354"/>
                  <a:pt x="239144" y="30786"/>
                  <a:pt x="241277" y="31648"/>
                </a:cubicBezTo>
                <a:cubicBezTo>
                  <a:pt x="243409" y="32511"/>
                  <a:pt x="245746" y="34031"/>
                  <a:pt x="248287" y="36207"/>
                </a:cubicBezTo>
                <a:lnTo>
                  <a:pt x="248287" y="14974"/>
                </a:lnTo>
                <a:cubicBezTo>
                  <a:pt x="248287" y="12160"/>
                  <a:pt x="247878" y="10299"/>
                  <a:pt x="247061" y="9393"/>
                </a:cubicBezTo>
                <a:cubicBezTo>
                  <a:pt x="246246" y="8486"/>
                  <a:pt x="244567" y="8032"/>
                  <a:pt x="242027" y="8032"/>
                </a:cubicBezTo>
                <a:cubicBezTo>
                  <a:pt x="241481" y="8032"/>
                  <a:pt x="240981" y="8032"/>
                  <a:pt x="240527" y="8032"/>
                </a:cubicBezTo>
                <a:cubicBezTo>
                  <a:pt x="240074" y="8032"/>
                  <a:pt x="239576" y="8077"/>
                  <a:pt x="239031" y="8167"/>
                </a:cubicBezTo>
                <a:lnTo>
                  <a:pt x="239031" y="5988"/>
                </a:lnTo>
                <a:cubicBezTo>
                  <a:pt x="243388" y="4810"/>
                  <a:pt x="246995" y="3812"/>
                  <a:pt x="249853" y="2995"/>
                </a:cubicBezTo>
                <a:cubicBezTo>
                  <a:pt x="252711" y="2178"/>
                  <a:pt x="255774" y="1180"/>
                  <a:pt x="259042" y="0"/>
                </a:cubicBezTo>
                <a:lnTo>
                  <a:pt x="259721" y="272"/>
                </a:lnTo>
                <a:lnTo>
                  <a:pt x="259721" y="77454"/>
                </a:lnTo>
                <a:cubicBezTo>
                  <a:pt x="259721" y="80539"/>
                  <a:pt x="260107" y="82604"/>
                  <a:pt x="260878" y="83648"/>
                </a:cubicBezTo>
                <a:cubicBezTo>
                  <a:pt x="261649" y="84690"/>
                  <a:pt x="263260" y="85212"/>
                  <a:pt x="265711" y="85212"/>
                </a:cubicBezTo>
                <a:cubicBezTo>
                  <a:pt x="265983" y="85212"/>
                  <a:pt x="266346" y="85212"/>
                  <a:pt x="266800" y="85212"/>
                </a:cubicBezTo>
                <a:cubicBezTo>
                  <a:pt x="267254" y="85212"/>
                  <a:pt x="267934" y="85167"/>
                  <a:pt x="268841" y="85077"/>
                </a:cubicBezTo>
                <a:moveTo>
                  <a:pt x="248287" y="79086"/>
                </a:moveTo>
                <a:lnTo>
                  <a:pt x="248287" y="47779"/>
                </a:lnTo>
                <a:cubicBezTo>
                  <a:pt x="248287" y="45329"/>
                  <a:pt x="247651" y="43083"/>
                  <a:pt x="246380" y="41041"/>
                </a:cubicBezTo>
                <a:cubicBezTo>
                  <a:pt x="245110" y="38998"/>
                  <a:pt x="243409" y="37342"/>
                  <a:pt x="241277" y="36072"/>
                </a:cubicBezTo>
                <a:cubicBezTo>
                  <a:pt x="239144" y="34801"/>
                  <a:pt x="236853" y="34166"/>
                  <a:pt x="234404" y="34166"/>
                </a:cubicBezTo>
                <a:cubicBezTo>
                  <a:pt x="229230" y="34166"/>
                  <a:pt x="225101" y="36480"/>
                  <a:pt x="222016" y="41109"/>
                </a:cubicBezTo>
                <a:cubicBezTo>
                  <a:pt x="218931" y="45737"/>
                  <a:pt x="217388" y="51908"/>
                  <a:pt x="217388" y="59622"/>
                </a:cubicBezTo>
                <a:cubicBezTo>
                  <a:pt x="217388" y="67971"/>
                  <a:pt x="219112" y="74663"/>
                  <a:pt x="222560" y="79699"/>
                </a:cubicBezTo>
                <a:cubicBezTo>
                  <a:pt x="226008" y="84735"/>
                  <a:pt x="230546" y="87254"/>
                  <a:pt x="236173" y="87254"/>
                </a:cubicBezTo>
                <a:cubicBezTo>
                  <a:pt x="240438" y="87254"/>
                  <a:pt x="243705" y="85892"/>
                  <a:pt x="245973" y="83170"/>
                </a:cubicBezTo>
                <a:cubicBezTo>
                  <a:pt x="247516" y="81446"/>
                  <a:pt x="248287" y="80085"/>
                  <a:pt x="248287" y="79086"/>
                </a:cubicBezTo>
                <a:close/>
                <a:moveTo>
                  <a:pt x="273197" y="92972"/>
                </a:moveTo>
                <a:lnTo>
                  <a:pt x="273197" y="90930"/>
                </a:lnTo>
                <a:cubicBezTo>
                  <a:pt x="276283" y="90749"/>
                  <a:pt x="278575" y="90386"/>
                  <a:pt x="280072" y="89842"/>
                </a:cubicBezTo>
                <a:cubicBezTo>
                  <a:pt x="281569" y="89296"/>
                  <a:pt x="282566" y="88207"/>
                  <a:pt x="283065" y="86574"/>
                </a:cubicBezTo>
                <a:cubicBezTo>
                  <a:pt x="283565" y="84940"/>
                  <a:pt x="283860" y="82444"/>
                  <a:pt x="283952" y="79086"/>
                </a:cubicBezTo>
                <a:lnTo>
                  <a:pt x="283952" y="47507"/>
                </a:lnTo>
                <a:cubicBezTo>
                  <a:pt x="283952" y="44512"/>
                  <a:pt x="283611" y="42402"/>
                  <a:pt x="282930" y="41178"/>
                </a:cubicBezTo>
                <a:cubicBezTo>
                  <a:pt x="282250" y="39952"/>
                  <a:pt x="281093" y="39340"/>
                  <a:pt x="279459" y="39340"/>
                </a:cubicBezTo>
                <a:cubicBezTo>
                  <a:pt x="278007" y="39340"/>
                  <a:pt x="276464" y="39475"/>
                  <a:pt x="274831" y="39747"/>
                </a:cubicBezTo>
                <a:lnTo>
                  <a:pt x="273741" y="39884"/>
                </a:lnTo>
                <a:lnTo>
                  <a:pt x="273741" y="37842"/>
                </a:lnTo>
                <a:lnTo>
                  <a:pt x="294842" y="30354"/>
                </a:lnTo>
                <a:lnTo>
                  <a:pt x="295386" y="30763"/>
                </a:lnTo>
                <a:lnTo>
                  <a:pt x="295386" y="79086"/>
                </a:lnTo>
                <a:cubicBezTo>
                  <a:pt x="295476" y="82354"/>
                  <a:pt x="295725" y="84805"/>
                  <a:pt x="296134" y="86439"/>
                </a:cubicBezTo>
                <a:cubicBezTo>
                  <a:pt x="296542" y="88072"/>
                  <a:pt x="297450" y="89160"/>
                  <a:pt x="298857" y="89704"/>
                </a:cubicBezTo>
                <a:cubicBezTo>
                  <a:pt x="300264" y="90249"/>
                  <a:pt x="302464" y="90657"/>
                  <a:pt x="305458" y="90930"/>
                </a:cubicBezTo>
                <a:lnTo>
                  <a:pt x="305458" y="92972"/>
                </a:lnTo>
                <a:lnTo>
                  <a:pt x="273197" y="92972"/>
                </a:lnTo>
                <a:moveTo>
                  <a:pt x="288442" y="0"/>
                </a:moveTo>
                <a:cubicBezTo>
                  <a:pt x="290439" y="0"/>
                  <a:pt x="292118" y="658"/>
                  <a:pt x="293479" y="1973"/>
                </a:cubicBezTo>
                <a:cubicBezTo>
                  <a:pt x="294841" y="3289"/>
                  <a:pt x="295521" y="4945"/>
                  <a:pt x="295521" y="6942"/>
                </a:cubicBezTo>
                <a:cubicBezTo>
                  <a:pt x="295521" y="8938"/>
                  <a:pt x="294863" y="10595"/>
                  <a:pt x="293548" y="11912"/>
                </a:cubicBezTo>
                <a:cubicBezTo>
                  <a:pt x="292232" y="13227"/>
                  <a:pt x="290531" y="13885"/>
                  <a:pt x="288442" y="13885"/>
                </a:cubicBezTo>
                <a:cubicBezTo>
                  <a:pt x="286537" y="13885"/>
                  <a:pt x="284927" y="13227"/>
                  <a:pt x="283611" y="11912"/>
                </a:cubicBezTo>
                <a:cubicBezTo>
                  <a:pt x="282296" y="10595"/>
                  <a:pt x="281638" y="8938"/>
                  <a:pt x="281638" y="6942"/>
                </a:cubicBezTo>
                <a:cubicBezTo>
                  <a:pt x="281638" y="5036"/>
                  <a:pt x="282319" y="3403"/>
                  <a:pt x="283680" y="2042"/>
                </a:cubicBezTo>
                <a:cubicBezTo>
                  <a:pt x="285041" y="681"/>
                  <a:pt x="286628" y="0"/>
                  <a:pt x="288442" y="0"/>
                </a:cubicBezTo>
                <a:close/>
                <a:moveTo>
                  <a:pt x="309952" y="92972"/>
                </a:moveTo>
                <a:lnTo>
                  <a:pt x="309952" y="90930"/>
                </a:lnTo>
                <a:cubicBezTo>
                  <a:pt x="313400" y="90749"/>
                  <a:pt x="315645" y="90000"/>
                  <a:pt x="316688" y="88685"/>
                </a:cubicBezTo>
                <a:cubicBezTo>
                  <a:pt x="317732" y="87368"/>
                  <a:pt x="318300" y="84713"/>
                  <a:pt x="318391" y="80721"/>
                </a:cubicBezTo>
                <a:lnTo>
                  <a:pt x="318391" y="46963"/>
                </a:lnTo>
                <a:cubicBezTo>
                  <a:pt x="318391" y="43605"/>
                  <a:pt x="318028" y="41314"/>
                  <a:pt x="317301" y="40090"/>
                </a:cubicBezTo>
                <a:cubicBezTo>
                  <a:pt x="316575" y="38864"/>
                  <a:pt x="315260" y="38251"/>
                  <a:pt x="313354" y="38251"/>
                </a:cubicBezTo>
                <a:cubicBezTo>
                  <a:pt x="311631" y="38251"/>
                  <a:pt x="310406" y="38433"/>
                  <a:pt x="309680" y="38796"/>
                </a:cubicBezTo>
                <a:lnTo>
                  <a:pt x="309680" y="36482"/>
                </a:lnTo>
                <a:cubicBezTo>
                  <a:pt x="313401" y="35392"/>
                  <a:pt x="316622" y="34393"/>
                  <a:pt x="319345" y="33487"/>
                </a:cubicBezTo>
                <a:cubicBezTo>
                  <a:pt x="322067" y="32578"/>
                  <a:pt x="325107" y="31534"/>
                  <a:pt x="328465" y="30354"/>
                </a:cubicBezTo>
                <a:lnTo>
                  <a:pt x="329416" y="30628"/>
                </a:lnTo>
                <a:lnTo>
                  <a:pt x="329416" y="41381"/>
                </a:lnTo>
                <a:cubicBezTo>
                  <a:pt x="332503" y="38478"/>
                  <a:pt x="335135" y="36232"/>
                  <a:pt x="337311" y="34643"/>
                </a:cubicBezTo>
                <a:cubicBezTo>
                  <a:pt x="339490" y="33055"/>
                  <a:pt x="341486" y="31943"/>
                  <a:pt x="343302" y="31308"/>
                </a:cubicBezTo>
                <a:cubicBezTo>
                  <a:pt x="345117" y="30672"/>
                  <a:pt x="347068" y="30354"/>
                  <a:pt x="349155" y="30354"/>
                </a:cubicBezTo>
                <a:cubicBezTo>
                  <a:pt x="354237" y="30354"/>
                  <a:pt x="358184" y="32147"/>
                  <a:pt x="360996" y="35732"/>
                </a:cubicBezTo>
                <a:cubicBezTo>
                  <a:pt x="363810" y="39317"/>
                  <a:pt x="365217" y="44331"/>
                  <a:pt x="365217" y="50774"/>
                </a:cubicBezTo>
                <a:lnTo>
                  <a:pt x="365217" y="81947"/>
                </a:lnTo>
                <a:cubicBezTo>
                  <a:pt x="365308" y="85303"/>
                  <a:pt x="365875" y="87549"/>
                  <a:pt x="366918" y="88685"/>
                </a:cubicBezTo>
                <a:cubicBezTo>
                  <a:pt x="367962" y="89819"/>
                  <a:pt x="370163" y="90567"/>
                  <a:pt x="373521" y="90930"/>
                </a:cubicBezTo>
                <a:lnTo>
                  <a:pt x="373521" y="92972"/>
                </a:lnTo>
                <a:lnTo>
                  <a:pt x="345206" y="92972"/>
                </a:lnTo>
                <a:lnTo>
                  <a:pt x="345206" y="90930"/>
                </a:lnTo>
                <a:cubicBezTo>
                  <a:pt x="348564" y="90749"/>
                  <a:pt x="350810" y="89909"/>
                  <a:pt x="351944" y="88413"/>
                </a:cubicBezTo>
                <a:cubicBezTo>
                  <a:pt x="353080" y="86914"/>
                  <a:pt x="353693" y="83942"/>
                  <a:pt x="353783" y="79496"/>
                </a:cubicBezTo>
                <a:lnTo>
                  <a:pt x="353783" y="51046"/>
                </a:lnTo>
                <a:cubicBezTo>
                  <a:pt x="353783" y="42243"/>
                  <a:pt x="350470" y="37842"/>
                  <a:pt x="343846" y="37842"/>
                </a:cubicBezTo>
                <a:cubicBezTo>
                  <a:pt x="341578" y="37842"/>
                  <a:pt x="339468" y="38364"/>
                  <a:pt x="337517" y="39408"/>
                </a:cubicBezTo>
                <a:cubicBezTo>
                  <a:pt x="335566" y="40451"/>
                  <a:pt x="333002" y="42515"/>
                  <a:pt x="329826" y="45600"/>
                </a:cubicBezTo>
                <a:lnTo>
                  <a:pt x="329826" y="83851"/>
                </a:lnTo>
                <a:cubicBezTo>
                  <a:pt x="329826" y="86302"/>
                  <a:pt x="330483" y="88050"/>
                  <a:pt x="331799" y="89094"/>
                </a:cubicBezTo>
                <a:cubicBezTo>
                  <a:pt x="333114" y="90137"/>
                  <a:pt x="335451" y="90749"/>
                  <a:pt x="338809" y="90930"/>
                </a:cubicBezTo>
                <a:lnTo>
                  <a:pt x="338809" y="92972"/>
                </a:lnTo>
                <a:lnTo>
                  <a:pt x="309952" y="92972"/>
                </a:lnTo>
                <a:close/>
                <a:moveTo>
                  <a:pt x="439540" y="40156"/>
                </a:moveTo>
                <a:lnTo>
                  <a:pt x="428241" y="40156"/>
                </a:lnTo>
                <a:cubicBezTo>
                  <a:pt x="429239" y="42334"/>
                  <a:pt x="429920" y="44285"/>
                  <a:pt x="430283" y="46009"/>
                </a:cubicBezTo>
                <a:cubicBezTo>
                  <a:pt x="430647" y="47733"/>
                  <a:pt x="430829" y="49593"/>
                  <a:pt x="430829" y="51590"/>
                </a:cubicBezTo>
                <a:cubicBezTo>
                  <a:pt x="430829" y="58125"/>
                  <a:pt x="428651" y="63252"/>
                  <a:pt x="424295" y="66973"/>
                </a:cubicBezTo>
                <a:cubicBezTo>
                  <a:pt x="422208" y="68787"/>
                  <a:pt x="419871" y="70193"/>
                  <a:pt x="417284" y="71192"/>
                </a:cubicBezTo>
                <a:cubicBezTo>
                  <a:pt x="414698" y="72190"/>
                  <a:pt x="412134" y="72689"/>
                  <a:pt x="409593" y="72689"/>
                </a:cubicBezTo>
                <a:cubicBezTo>
                  <a:pt x="409502" y="72689"/>
                  <a:pt x="408798" y="72621"/>
                  <a:pt x="407483" y="72486"/>
                </a:cubicBezTo>
                <a:cubicBezTo>
                  <a:pt x="406167" y="72350"/>
                  <a:pt x="404284" y="72191"/>
                  <a:pt x="401833" y="72008"/>
                </a:cubicBezTo>
                <a:cubicBezTo>
                  <a:pt x="400653" y="72372"/>
                  <a:pt x="399428" y="73053"/>
                  <a:pt x="398157" y="74052"/>
                </a:cubicBezTo>
                <a:cubicBezTo>
                  <a:pt x="396887" y="75049"/>
                  <a:pt x="395821" y="76160"/>
                  <a:pt x="394958" y="77385"/>
                </a:cubicBezTo>
                <a:cubicBezTo>
                  <a:pt x="394097" y="78611"/>
                  <a:pt x="393666" y="79677"/>
                  <a:pt x="393666" y="80584"/>
                </a:cubicBezTo>
                <a:cubicBezTo>
                  <a:pt x="393666" y="82762"/>
                  <a:pt x="397205" y="83988"/>
                  <a:pt x="404284" y="84260"/>
                </a:cubicBezTo>
                <a:lnTo>
                  <a:pt x="421844" y="85077"/>
                </a:lnTo>
                <a:cubicBezTo>
                  <a:pt x="426926" y="85258"/>
                  <a:pt x="430941" y="86665"/>
                  <a:pt x="433891" y="89297"/>
                </a:cubicBezTo>
                <a:cubicBezTo>
                  <a:pt x="436840" y="91928"/>
                  <a:pt x="438315" y="95376"/>
                  <a:pt x="438315" y="99641"/>
                </a:cubicBezTo>
                <a:cubicBezTo>
                  <a:pt x="438315" y="104723"/>
                  <a:pt x="435820" y="109306"/>
                  <a:pt x="430829" y="113389"/>
                </a:cubicBezTo>
                <a:cubicBezTo>
                  <a:pt x="427290" y="116203"/>
                  <a:pt x="423024" y="118449"/>
                  <a:pt x="418032" y="120127"/>
                </a:cubicBezTo>
                <a:cubicBezTo>
                  <a:pt x="413042" y="121807"/>
                  <a:pt x="408005" y="122647"/>
                  <a:pt x="402924" y="122647"/>
                </a:cubicBezTo>
                <a:cubicBezTo>
                  <a:pt x="398567" y="122647"/>
                  <a:pt x="394619" y="122057"/>
                  <a:pt x="391080" y="120877"/>
                </a:cubicBezTo>
                <a:cubicBezTo>
                  <a:pt x="387541" y="119697"/>
                  <a:pt x="384705" y="118086"/>
                  <a:pt x="382572" y="116044"/>
                </a:cubicBezTo>
                <a:cubicBezTo>
                  <a:pt x="380440" y="114003"/>
                  <a:pt x="379374" y="111802"/>
                  <a:pt x="379374" y="109443"/>
                </a:cubicBezTo>
                <a:cubicBezTo>
                  <a:pt x="379374" y="106902"/>
                  <a:pt x="380372" y="104383"/>
                  <a:pt x="382369" y="101886"/>
                </a:cubicBezTo>
                <a:cubicBezTo>
                  <a:pt x="384366" y="99391"/>
                  <a:pt x="387814" y="96374"/>
                  <a:pt x="392715" y="92835"/>
                </a:cubicBezTo>
                <a:cubicBezTo>
                  <a:pt x="389901" y="91473"/>
                  <a:pt x="387995" y="90294"/>
                  <a:pt x="386997" y="89297"/>
                </a:cubicBezTo>
                <a:cubicBezTo>
                  <a:pt x="385998" y="88299"/>
                  <a:pt x="385499" y="87074"/>
                  <a:pt x="385499" y="85621"/>
                </a:cubicBezTo>
                <a:cubicBezTo>
                  <a:pt x="385499" y="84441"/>
                  <a:pt x="385748" y="83375"/>
                  <a:pt x="386247" y="82422"/>
                </a:cubicBezTo>
                <a:cubicBezTo>
                  <a:pt x="386747" y="81470"/>
                  <a:pt x="387723" y="80267"/>
                  <a:pt x="389175" y="78814"/>
                </a:cubicBezTo>
                <a:cubicBezTo>
                  <a:pt x="389357" y="78543"/>
                  <a:pt x="389855" y="78022"/>
                  <a:pt x="390671" y="77250"/>
                </a:cubicBezTo>
                <a:cubicBezTo>
                  <a:pt x="391488" y="76479"/>
                  <a:pt x="392623" y="75412"/>
                  <a:pt x="394075" y="74050"/>
                </a:cubicBezTo>
                <a:lnTo>
                  <a:pt x="397615" y="70784"/>
                </a:lnTo>
                <a:cubicBezTo>
                  <a:pt x="393077" y="68515"/>
                  <a:pt x="389833" y="65974"/>
                  <a:pt x="387881" y="63162"/>
                </a:cubicBezTo>
                <a:cubicBezTo>
                  <a:pt x="385930" y="60348"/>
                  <a:pt x="384955" y="56809"/>
                  <a:pt x="384955" y="52544"/>
                </a:cubicBezTo>
                <a:cubicBezTo>
                  <a:pt x="384955" y="48369"/>
                  <a:pt x="385975" y="44602"/>
                  <a:pt x="388016" y="41244"/>
                </a:cubicBezTo>
                <a:cubicBezTo>
                  <a:pt x="390059" y="37886"/>
                  <a:pt x="392804" y="35232"/>
                  <a:pt x="396252" y="33281"/>
                </a:cubicBezTo>
                <a:cubicBezTo>
                  <a:pt x="399701" y="31330"/>
                  <a:pt x="403513" y="30354"/>
                  <a:pt x="407686" y="30354"/>
                </a:cubicBezTo>
                <a:cubicBezTo>
                  <a:pt x="411317" y="30354"/>
                  <a:pt x="414947" y="31035"/>
                  <a:pt x="418576" y="32396"/>
                </a:cubicBezTo>
                <a:lnTo>
                  <a:pt x="421572" y="33487"/>
                </a:lnTo>
                <a:cubicBezTo>
                  <a:pt x="422933" y="33939"/>
                  <a:pt x="424157" y="34279"/>
                  <a:pt x="425246" y="34506"/>
                </a:cubicBezTo>
                <a:cubicBezTo>
                  <a:pt x="426336" y="34733"/>
                  <a:pt x="427607" y="34847"/>
                  <a:pt x="429059" y="34847"/>
                </a:cubicBezTo>
                <a:lnTo>
                  <a:pt x="439540" y="34847"/>
                </a:lnTo>
                <a:lnTo>
                  <a:pt x="439540" y="40156"/>
                </a:lnTo>
                <a:moveTo>
                  <a:pt x="395573" y="93244"/>
                </a:moveTo>
                <a:cubicBezTo>
                  <a:pt x="392851" y="96510"/>
                  <a:pt x="391058" y="98892"/>
                  <a:pt x="390195" y="100389"/>
                </a:cubicBezTo>
                <a:cubicBezTo>
                  <a:pt x="389334" y="101887"/>
                  <a:pt x="388903" y="103408"/>
                  <a:pt x="388903" y="104950"/>
                </a:cubicBezTo>
                <a:cubicBezTo>
                  <a:pt x="388903" y="107945"/>
                  <a:pt x="390695" y="110350"/>
                  <a:pt x="394279" y="112164"/>
                </a:cubicBezTo>
                <a:cubicBezTo>
                  <a:pt x="397864" y="113979"/>
                  <a:pt x="402697" y="114887"/>
                  <a:pt x="408777" y="114887"/>
                </a:cubicBezTo>
                <a:cubicBezTo>
                  <a:pt x="416490" y="114887"/>
                  <a:pt x="422706" y="113661"/>
                  <a:pt x="427425" y="111210"/>
                </a:cubicBezTo>
                <a:cubicBezTo>
                  <a:pt x="432144" y="108761"/>
                  <a:pt x="434503" y="105585"/>
                  <a:pt x="434503" y="101683"/>
                </a:cubicBezTo>
                <a:cubicBezTo>
                  <a:pt x="434503" y="99233"/>
                  <a:pt x="433233" y="97509"/>
                  <a:pt x="430692" y="96511"/>
                </a:cubicBezTo>
                <a:cubicBezTo>
                  <a:pt x="428151" y="95513"/>
                  <a:pt x="423795" y="95013"/>
                  <a:pt x="417625" y="95013"/>
                </a:cubicBezTo>
                <a:cubicBezTo>
                  <a:pt x="415447" y="95013"/>
                  <a:pt x="412928" y="94923"/>
                  <a:pt x="410069" y="94741"/>
                </a:cubicBezTo>
                <a:cubicBezTo>
                  <a:pt x="407211" y="94560"/>
                  <a:pt x="404465" y="94333"/>
                  <a:pt x="401833" y="94060"/>
                </a:cubicBezTo>
                <a:cubicBezTo>
                  <a:pt x="399202" y="93789"/>
                  <a:pt x="397115" y="93517"/>
                  <a:pt x="395573" y="93244"/>
                </a:cubicBezTo>
                <a:moveTo>
                  <a:pt x="396252" y="46963"/>
                </a:moveTo>
                <a:lnTo>
                  <a:pt x="396252" y="47370"/>
                </a:lnTo>
                <a:cubicBezTo>
                  <a:pt x="396252" y="53904"/>
                  <a:pt x="397545" y="59191"/>
                  <a:pt x="400132" y="63230"/>
                </a:cubicBezTo>
                <a:cubicBezTo>
                  <a:pt x="402719" y="67268"/>
                  <a:pt x="406099" y="69287"/>
                  <a:pt x="410274" y="69287"/>
                </a:cubicBezTo>
                <a:cubicBezTo>
                  <a:pt x="413449" y="69287"/>
                  <a:pt x="415922" y="68175"/>
                  <a:pt x="417692" y="65951"/>
                </a:cubicBezTo>
                <a:cubicBezTo>
                  <a:pt x="419461" y="63727"/>
                  <a:pt x="420346" y="60710"/>
                  <a:pt x="420346" y="56899"/>
                </a:cubicBezTo>
                <a:cubicBezTo>
                  <a:pt x="420346" y="54177"/>
                  <a:pt x="419983" y="51364"/>
                  <a:pt x="419258" y="48460"/>
                </a:cubicBezTo>
                <a:cubicBezTo>
                  <a:pt x="418532" y="45556"/>
                  <a:pt x="417534" y="42925"/>
                  <a:pt x="416263" y="40565"/>
                </a:cubicBezTo>
                <a:cubicBezTo>
                  <a:pt x="413994" y="36299"/>
                  <a:pt x="410682" y="34166"/>
                  <a:pt x="406326" y="34166"/>
                </a:cubicBezTo>
                <a:cubicBezTo>
                  <a:pt x="403241" y="34166"/>
                  <a:pt x="400790" y="35300"/>
                  <a:pt x="398975" y="37570"/>
                </a:cubicBezTo>
                <a:cubicBezTo>
                  <a:pt x="397160" y="39838"/>
                  <a:pt x="396252" y="42969"/>
                  <a:pt x="396252" y="46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Length">
            <a:extLst xmlns:a="http://schemas.openxmlformats.org/drawingml/2006/main">
              <a:ext uri="{FF2B5EF4-FFF2-40B4-BE49-F238E27FC236}">
                <a16:creationId xmlns:a16="http://schemas.microsoft.com/office/drawing/2014/main" id="{E62E7635-2219-4A3B-9721-BC6EF777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208" y="582222"/>
            <a:ext cx="382505" cy="122647"/>
          </a:xfrm>
          <a:custGeom xmlns:a="http://schemas.openxmlformats.org/drawingml/2006/main">
            <a:pathLst>
              <a:path w="382505" h="122647">
                <a:moveTo>
                  <a:pt x="38388" y="2858"/>
                </a:moveTo>
                <a:lnTo>
                  <a:pt x="38388" y="5444"/>
                </a:lnTo>
                <a:cubicBezTo>
                  <a:pt x="34849" y="5625"/>
                  <a:pt x="32195" y="6034"/>
                  <a:pt x="30425" y="6669"/>
                </a:cubicBezTo>
                <a:cubicBezTo>
                  <a:pt x="28655" y="7305"/>
                  <a:pt x="27453" y="8463"/>
                  <a:pt x="26817" y="10142"/>
                </a:cubicBezTo>
                <a:cubicBezTo>
                  <a:pt x="26181" y="11821"/>
                  <a:pt x="25819" y="14339"/>
                  <a:pt x="25729" y="17697"/>
                </a:cubicBezTo>
                <a:lnTo>
                  <a:pt x="25729" y="82082"/>
                </a:lnTo>
                <a:cubicBezTo>
                  <a:pt x="25819" y="83716"/>
                  <a:pt x="26091" y="84918"/>
                  <a:pt x="26545" y="85689"/>
                </a:cubicBezTo>
                <a:cubicBezTo>
                  <a:pt x="26999" y="86461"/>
                  <a:pt x="28043" y="86960"/>
                  <a:pt x="29675" y="87187"/>
                </a:cubicBezTo>
                <a:cubicBezTo>
                  <a:pt x="31309" y="87414"/>
                  <a:pt x="33896" y="87573"/>
                  <a:pt x="37435" y="87663"/>
                </a:cubicBezTo>
                <a:lnTo>
                  <a:pt x="46555" y="87663"/>
                </a:lnTo>
                <a:cubicBezTo>
                  <a:pt x="52454" y="87481"/>
                  <a:pt x="57196" y="86869"/>
                  <a:pt x="60779" y="85827"/>
                </a:cubicBezTo>
                <a:cubicBezTo>
                  <a:pt x="64364" y="84783"/>
                  <a:pt x="67337" y="82945"/>
                  <a:pt x="69696" y="80314"/>
                </a:cubicBezTo>
                <a:cubicBezTo>
                  <a:pt x="72056" y="77682"/>
                  <a:pt x="74279" y="74006"/>
                  <a:pt x="76366" y="69287"/>
                </a:cubicBezTo>
                <a:lnTo>
                  <a:pt x="79770" y="69287"/>
                </a:lnTo>
                <a:lnTo>
                  <a:pt x="73235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268" y="90204"/>
                  <a:pt x="5741" y="89774"/>
                  <a:pt x="7419" y="89094"/>
                </a:cubicBezTo>
                <a:cubicBezTo>
                  <a:pt x="9099" y="88413"/>
                  <a:pt x="10234" y="87233"/>
                  <a:pt x="10824" y="85554"/>
                </a:cubicBezTo>
                <a:cubicBezTo>
                  <a:pt x="11413" y="83875"/>
                  <a:pt x="11753" y="81402"/>
                  <a:pt x="11843" y="78135"/>
                </a:cubicBezTo>
                <a:lnTo>
                  <a:pt x="11843" y="17697"/>
                </a:lnTo>
                <a:cubicBezTo>
                  <a:pt x="11753" y="14429"/>
                  <a:pt x="11413" y="11956"/>
                  <a:pt x="10824" y="10277"/>
                </a:cubicBezTo>
                <a:cubicBezTo>
                  <a:pt x="10234" y="8598"/>
                  <a:pt x="9122" y="7418"/>
                  <a:pt x="7488" y="6738"/>
                </a:cubicBezTo>
                <a:cubicBezTo>
                  <a:pt x="5854" y="6057"/>
                  <a:pt x="3358" y="5625"/>
                  <a:pt x="0" y="5444"/>
                </a:cubicBezTo>
                <a:lnTo>
                  <a:pt x="0" y="2858"/>
                </a:lnTo>
                <a:lnTo>
                  <a:pt x="38388" y="2858"/>
                </a:lnTo>
                <a:close/>
                <a:moveTo>
                  <a:pt x="138166" y="70647"/>
                </a:moveTo>
                <a:lnTo>
                  <a:pt x="140343" y="71601"/>
                </a:lnTo>
                <a:cubicBezTo>
                  <a:pt x="137531" y="78951"/>
                  <a:pt x="133651" y="84577"/>
                  <a:pt x="128705" y="88479"/>
                </a:cubicBezTo>
                <a:cubicBezTo>
                  <a:pt x="123759" y="92381"/>
                  <a:pt x="118019" y="94332"/>
                  <a:pt x="111486" y="94332"/>
                </a:cubicBezTo>
                <a:cubicBezTo>
                  <a:pt x="103682" y="94332"/>
                  <a:pt x="97488" y="91588"/>
                  <a:pt x="92905" y="86099"/>
                </a:cubicBezTo>
                <a:cubicBezTo>
                  <a:pt x="88323" y="80608"/>
                  <a:pt x="86032" y="73189"/>
                  <a:pt x="86032" y="63841"/>
                </a:cubicBezTo>
                <a:cubicBezTo>
                  <a:pt x="86032" y="58215"/>
                  <a:pt x="86917" y="53111"/>
                  <a:pt x="88686" y="48529"/>
                </a:cubicBezTo>
                <a:cubicBezTo>
                  <a:pt x="90456" y="43945"/>
                  <a:pt x="92928" y="40247"/>
                  <a:pt x="96104" y="37433"/>
                </a:cubicBezTo>
                <a:cubicBezTo>
                  <a:pt x="101367" y="32714"/>
                  <a:pt x="107493" y="30354"/>
                  <a:pt x="114482" y="30354"/>
                </a:cubicBezTo>
                <a:cubicBezTo>
                  <a:pt x="121832" y="30354"/>
                  <a:pt x="127639" y="32941"/>
                  <a:pt x="131904" y="38114"/>
                </a:cubicBezTo>
                <a:cubicBezTo>
                  <a:pt x="133628" y="40292"/>
                  <a:pt x="134898" y="42584"/>
                  <a:pt x="135715" y="44989"/>
                </a:cubicBezTo>
                <a:cubicBezTo>
                  <a:pt x="136532" y="47393"/>
                  <a:pt x="137213" y="50819"/>
                  <a:pt x="137757" y="55267"/>
                </a:cubicBezTo>
                <a:lnTo>
                  <a:pt x="95831" y="55267"/>
                </a:lnTo>
                <a:cubicBezTo>
                  <a:pt x="96013" y="59440"/>
                  <a:pt x="96376" y="62820"/>
                  <a:pt x="96920" y="65407"/>
                </a:cubicBezTo>
                <a:cubicBezTo>
                  <a:pt x="97465" y="67994"/>
                  <a:pt x="98328" y="70602"/>
                  <a:pt x="99508" y="73233"/>
                </a:cubicBezTo>
                <a:cubicBezTo>
                  <a:pt x="103500" y="81038"/>
                  <a:pt x="109353" y="84940"/>
                  <a:pt x="117067" y="84940"/>
                </a:cubicBezTo>
                <a:cubicBezTo>
                  <a:pt x="121424" y="84940"/>
                  <a:pt x="125212" y="83851"/>
                  <a:pt x="128433" y="81675"/>
                </a:cubicBezTo>
                <a:cubicBezTo>
                  <a:pt x="131655" y="79496"/>
                  <a:pt x="134900" y="75821"/>
                  <a:pt x="138166" y="70647"/>
                </a:cubicBezTo>
                <a:moveTo>
                  <a:pt x="96104" y="50909"/>
                </a:moveTo>
                <a:lnTo>
                  <a:pt x="123874" y="50909"/>
                </a:lnTo>
                <a:cubicBezTo>
                  <a:pt x="122966" y="45011"/>
                  <a:pt x="121559" y="40929"/>
                  <a:pt x="119653" y="38660"/>
                </a:cubicBezTo>
                <a:cubicBezTo>
                  <a:pt x="117748" y="36391"/>
                  <a:pt x="114708" y="35256"/>
                  <a:pt x="110533" y="35256"/>
                </a:cubicBezTo>
                <a:cubicBezTo>
                  <a:pt x="106358" y="35256"/>
                  <a:pt x="103091" y="36527"/>
                  <a:pt x="100731" y="39068"/>
                </a:cubicBezTo>
                <a:cubicBezTo>
                  <a:pt x="98373" y="41609"/>
                  <a:pt x="96831" y="45556"/>
                  <a:pt x="96104" y="50909"/>
                </a:cubicBezTo>
                <a:close/>
                <a:moveTo>
                  <a:pt x="144700" y="92972"/>
                </a:moveTo>
                <a:lnTo>
                  <a:pt x="144700" y="90930"/>
                </a:lnTo>
                <a:cubicBezTo>
                  <a:pt x="148148" y="90749"/>
                  <a:pt x="150393" y="90000"/>
                  <a:pt x="151436" y="88685"/>
                </a:cubicBezTo>
                <a:cubicBezTo>
                  <a:pt x="152480" y="87368"/>
                  <a:pt x="153048" y="84713"/>
                  <a:pt x="153139" y="80721"/>
                </a:cubicBezTo>
                <a:lnTo>
                  <a:pt x="153139" y="46963"/>
                </a:lnTo>
                <a:cubicBezTo>
                  <a:pt x="153139" y="43605"/>
                  <a:pt x="152775" y="41314"/>
                  <a:pt x="152048" y="40090"/>
                </a:cubicBezTo>
                <a:cubicBezTo>
                  <a:pt x="151323" y="38864"/>
                  <a:pt x="150007" y="38251"/>
                  <a:pt x="148102" y="38251"/>
                </a:cubicBezTo>
                <a:cubicBezTo>
                  <a:pt x="146378" y="38251"/>
                  <a:pt x="145153" y="38433"/>
                  <a:pt x="144428" y="38796"/>
                </a:cubicBezTo>
                <a:lnTo>
                  <a:pt x="144428" y="36482"/>
                </a:lnTo>
                <a:cubicBezTo>
                  <a:pt x="148148" y="35392"/>
                  <a:pt x="151370" y="34393"/>
                  <a:pt x="154092" y="33487"/>
                </a:cubicBezTo>
                <a:cubicBezTo>
                  <a:pt x="156815" y="32578"/>
                  <a:pt x="159855" y="31534"/>
                  <a:pt x="163213" y="30354"/>
                </a:cubicBezTo>
                <a:lnTo>
                  <a:pt x="164164" y="30628"/>
                </a:lnTo>
                <a:lnTo>
                  <a:pt x="164164" y="41381"/>
                </a:lnTo>
                <a:cubicBezTo>
                  <a:pt x="167251" y="38478"/>
                  <a:pt x="169882" y="36232"/>
                  <a:pt x="172059" y="34643"/>
                </a:cubicBezTo>
                <a:cubicBezTo>
                  <a:pt x="174237" y="33055"/>
                  <a:pt x="176234" y="31943"/>
                  <a:pt x="178049" y="31308"/>
                </a:cubicBezTo>
                <a:cubicBezTo>
                  <a:pt x="179865" y="30672"/>
                  <a:pt x="181816" y="30354"/>
                  <a:pt x="183902" y="30354"/>
                </a:cubicBezTo>
                <a:cubicBezTo>
                  <a:pt x="188984" y="30354"/>
                  <a:pt x="192931" y="32147"/>
                  <a:pt x="195744" y="35732"/>
                </a:cubicBezTo>
                <a:cubicBezTo>
                  <a:pt x="198557" y="39317"/>
                  <a:pt x="199964" y="44331"/>
                  <a:pt x="199964" y="50774"/>
                </a:cubicBezTo>
                <a:lnTo>
                  <a:pt x="199964" y="81947"/>
                </a:lnTo>
                <a:cubicBezTo>
                  <a:pt x="200056" y="85303"/>
                  <a:pt x="200623" y="87549"/>
                  <a:pt x="201665" y="88685"/>
                </a:cubicBezTo>
                <a:cubicBezTo>
                  <a:pt x="202710" y="89819"/>
                  <a:pt x="204911" y="90567"/>
                  <a:pt x="208268" y="90930"/>
                </a:cubicBezTo>
                <a:lnTo>
                  <a:pt x="208268" y="92972"/>
                </a:lnTo>
                <a:lnTo>
                  <a:pt x="179954" y="92972"/>
                </a:lnTo>
                <a:lnTo>
                  <a:pt x="179954" y="90930"/>
                </a:lnTo>
                <a:cubicBezTo>
                  <a:pt x="183312" y="90749"/>
                  <a:pt x="185558" y="89909"/>
                  <a:pt x="186692" y="88413"/>
                </a:cubicBezTo>
                <a:cubicBezTo>
                  <a:pt x="187827" y="86914"/>
                  <a:pt x="188440" y="83942"/>
                  <a:pt x="188530" y="79496"/>
                </a:cubicBezTo>
                <a:lnTo>
                  <a:pt x="188530" y="51046"/>
                </a:lnTo>
                <a:cubicBezTo>
                  <a:pt x="188530" y="42243"/>
                  <a:pt x="185218" y="37842"/>
                  <a:pt x="178593" y="37842"/>
                </a:cubicBezTo>
                <a:cubicBezTo>
                  <a:pt x="176325" y="37842"/>
                  <a:pt x="174216" y="38364"/>
                  <a:pt x="172265" y="39408"/>
                </a:cubicBezTo>
                <a:cubicBezTo>
                  <a:pt x="170314" y="40451"/>
                  <a:pt x="167750" y="42515"/>
                  <a:pt x="164573" y="45600"/>
                </a:cubicBezTo>
                <a:lnTo>
                  <a:pt x="164573" y="83851"/>
                </a:lnTo>
                <a:cubicBezTo>
                  <a:pt x="164573" y="86302"/>
                  <a:pt x="165231" y="88050"/>
                  <a:pt x="166546" y="89094"/>
                </a:cubicBezTo>
                <a:cubicBezTo>
                  <a:pt x="167862" y="90137"/>
                  <a:pt x="170199" y="90749"/>
                  <a:pt x="173557" y="90930"/>
                </a:cubicBezTo>
                <a:lnTo>
                  <a:pt x="173557" y="92972"/>
                </a:lnTo>
                <a:lnTo>
                  <a:pt x="144700" y="92972"/>
                </a:lnTo>
                <a:close/>
                <a:moveTo>
                  <a:pt x="274288" y="40156"/>
                </a:moveTo>
                <a:lnTo>
                  <a:pt x="262989" y="40156"/>
                </a:lnTo>
                <a:cubicBezTo>
                  <a:pt x="263987" y="42334"/>
                  <a:pt x="264668" y="44285"/>
                  <a:pt x="265031" y="46009"/>
                </a:cubicBezTo>
                <a:cubicBezTo>
                  <a:pt x="265395" y="47733"/>
                  <a:pt x="265577" y="49593"/>
                  <a:pt x="265577" y="51590"/>
                </a:cubicBezTo>
                <a:cubicBezTo>
                  <a:pt x="265577" y="58125"/>
                  <a:pt x="263399" y="63252"/>
                  <a:pt x="259042" y="66973"/>
                </a:cubicBezTo>
                <a:cubicBezTo>
                  <a:pt x="256956" y="68787"/>
                  <a:pt x="254619" y="70193"/>
                  <a:pt x="252032" y="71192"/>
                </a:cubicBezTo>
                <a:cubicBezTo>
                  <a:pt x="249446" y="72190"/>
                  <a:pt x="246882" y="72689"/>
                  <a:pt x="244341" y="72689"/>
                </a:cubicBezTo>
                <a:cubicBezTo>
                  <a:pt x="244250" y="72689"/>
                  <a:pt x="243546" y="72621"/>
                  <a:pt x="242231" y="72486"/>
                </a:cubicBezTo>
                <a:cubicBezTo>
                  <a:pt x="240915" y="72350"/>
                  <a:pt x="239032" y="72191"/>
                  <a:pt x="236581" y="72008"/>
                </a:cubicBezTo>
                <a:cubicBezTo>
                  <a:pt x="235401" y="72372"/>
                  <a:pt x="234176" y="73053"/>
                  <a:pt x="232905" y="74052"/>
                </a:cubicBezTo>
                <a:cubicBezTo>
                  <a:pt x="231635" y="75049"/>
                  <a:pt x="230569" y="76160"/>
                  <a:pt x="229706" y="77385"/>
                </a:cubicBezTo>
                <a:cubicBezTo>
                  <a:pt x="228845" y="78611"/>
                  <a:pt x="228414" y="79677"/>
                  <a:pt x="228414" y="80584"/>
                </a:cubicBezTo>
                <a:cubicBezTo>
                  <a:pt x="228414" y="82762"/>
                  <a:pt x="231953" y="83988"/>
                  <a:pt x="239032" y="84260"/>
                </a:cubicBezTo>
                <a:lnTo>
                  <a:pt x="256591" y="85077"/>
                </a:lnTo>
                <a:cubicBezTo>
                  <a:pt x="261673" y="85258"/>
                  <a:pt x="265689" y="86665"/>
                  <a:pt x="268638" y="89297"/>
                </a:cubicBezTo>
                <a:cubicBezTo>
                  <a:pt x="271588" y="91928"/>
                  <a:pt x="273063" y="95376"/>
                  <a:pt x="273063" y="99641"/>
                </a:cubicBezTo>
                <a:cubicBezTo>
                  <a:pt x="273063" y="104723"/>
                  <a:pt x="270567" y="109306"/>
                  <a:pt x="265577" y="113389"/>
                </a:cubicBezTo>
                <a:cubicBezTo>
                  <a:pt x="262038" y="116203"/>
                  <a:pt x="257772" y="118449"/>
                  <a:pt x="252780" y="120127"/>
                </a:cubicBezTo>
                <a:cubicBezTo>
                  <a:pt x="247790" y="121807"/>
                  <a:pt x="242753" y="122647"/>
                  <a:pt x="237671" y="122647"/>
                </a:cubicBezTo>
                <a:cubicBezTo>
                  <a:pt x="233315" y="122647"/>
                  <a:pt x="229367" y="122057"/>
                  <a:pt x="225828" y="120877"/>
                </a:cubicBezTo>
                <a:cubicBezTo>
                  <a:pt x="222289" y="119697"/>
                  <a:pt x="219453" y="118086"/>
                  <a:pt x="217320" y="116044"/>
                </a:cubicBezTo>
                <a:cubicBezTo>
                  <a:pt x="215188" y="114003"/>
                  <a:pt x="214122" y="111802"/>
                  <a:pt x="214122" y="109443"/>
                </a:cubicBezTo>
                <a:cubicBezTo>
                  <a:pt x="214122" y="106902"/>
                  <a:pt x="215120" y="104383"/>
                  <a:pt x="217117" y="101886"/>
                </a:cubicBezTo>
                <a:cubicBezTo>
                  <a:pt x="219114" y="99391"/>
                  <a:pt x="222562" y="96374"/>
                  <a:pt x="227463" y="92835"/>
                </a:cubicBezTo>
                <a:cubicBezTo>
                  <a:pt x="224649" y="91473"/>
                  <a:pt x="222743" y="90294"/>
                  <a:pt x="221744" y="89297"/>
                </a:cubicBezTo>
                <a:cubicBezTo>
                  <a:pt x="220746" y="88299"/>
                  <a:pt x="220247" y="87074"/>
                  <a:pt x="220247" y="85621"/>
                </a:cubicBezTo>
                <a:cubicBezTo>
                  <a:pt x="220247" y="84441"/>
                  <a:pt x="220496" y="83375"/>
                  <a:pt x="220995" y="82422"/>
                </a:cubicBezTo>
                <a:cubicBezTo>
                  <a:pt x="221495" y="81470"/>
                  <a:pt x="222471" y="80267"/>
                  <a:pt x="223923" y="78814"/>
                </a:cubicBezTo>
                <a:cubicBezTo>
                  <a:pt x="224105" y="78543"/>
                  <a:pt x="224603" y="78022"/>
                  <a:pt x="225419" y="77250"/>
                </a:cubicBezTo>
                <a:cubicBezTo>
                  <a:pt x="226236" y="76479"/>
                  <a:pt x="227371" y="75412"/>
                  <a:pt x="228823" y="74050"/>
                </a:cubicBezTo>
                <a:lnTo>
                  <a:pt x="232362" y="70784"/>
                </a:lnTo>
                <a:cubicBezTo>
                  <a:pt x="227825" y="68515"/>
                  <a:pt x="224580" y="65974"/>
                  <a:pt x="222629" y="63162"/>
                </a:cubicBezTo>
                <a:cubicBezTo>
                  <a:pt x="220678" y="60348"/>
                  <a:pt x="219703" y="56809"/>
                  <a:pt x="219703" y="52544"/>
                </a:cubicBezTo>
                <a:cubicBezTo>
                  <a:pt x="219703" y="48369"/>
                  <a:pt x="220723" y="44602"/>
                  <a:pt x="222764" y="41244"/>
                </a:cubicBezTo>
                <a:cubicBezTo>
                  <a:pt x="224807" y="37886"/>
                  <a:pt x="227552" y="35232"/>
                  <a:pt x="231000" y="33281"/>
                </a:cubicBezTo>
                <a:cubicBezTo>
                  <a:pt x="234449" y="31330"/>
                  <a:pt x="238261" y="30354"/>
                  <a:pt x="242434" y="30354"/>
                </a:cubicBezTo>
                <a:cubicBezTo>
                  <a:pt x="246065" y="30354"/>
                  <a:pt x="249695" y="31035"/>
                  <a:pt x="253324" y="32396"/>
                </a:cubicBezTo>
                <a:lnTo>
                  <a:pt x="256319" y="33487"/>
                </a:lnTo>
                <a:cubicBezTo>
                  <a:pt x="257681" y="33939"/>
                  <a:pt x="258905" y="34279"/>
                  <a:pt x="259994" y="34506"/>
                </a:cubicBezTo>
                <a:cubicBezTo>
                  <a:pt x="261083" y="34733"/>
                  <a:pt x="262355" y="34847"/>
                  <a:pt x="263807" y="34847"/>
                </a:cubicBezTo>
                <a:lnTo>
                  <a:pt x="274288" y="34847"/>
                </a:lnTo>
                <a:lnTo>
                  <a:pt x="274288" y="40156"/>
                </a:lnTo>
                <a:moveTo>
                  <a:pt x="230321" y="93244"/>
                </a:moveTo>
                <a:cubicBezTo>
                  <a:pt x="227598" y="96510"/>
                  <a:pt x="225806" y="98892"/>
                  <a:pt x="224943" y="100389"/>
                </a:cubicBezTo>
                <a:cubicBezTo>
                  <a:pt x="224082" y="101887"/>
                  <a:pt x="223651" y="103408"/>
                  <a:pt x="223651" y="104950"/>
                </a:cubicBezTo>
                <a:cubicBezTo>
                  <a:pt x="223651" y="107945"/>
                  <a:pt x="225443" y="110350"/>
                  <a:pt x="229027" y="112164"/>
                </a:cubicBezTo>
                <a:cubicBezTo>
                  <a:pt x="232612" y="113979"/>
                  <a:pt x="237444" y="114887"/>
                  <a:pt x="243525" y="114887"/>
                </a:cubicBezTo>
                <a:cubicBezTo>
                  <a:pt x="251237" y="114887"/>
                  <a:pt x="257453" y="113661"/>
                  <a:pt x="262173" y="111210"/>
                </a:cubicBezTo>
                <a:cubicBezTo>
                  <a:pt x="266892" y="108761"/>
                  <a:pt x="269251" y="105585"/>
                  <a:pt x="269251" y="101683"/>
                </a:cubicBezTo>
                <a:cubicBezTo>
                  <a:pt x="269251" y="99233"/>
                  <a:pt x="267981" y="97509"/>
                  <a:pt x="265440" y="96511"/>
                </a:cubicBezTo>
                <a:cubicBezTo>
                  <a:pt x="262899" y="95513"/>
                  <a:pt x="258543" y="95013"/>
                  <a:pt x="252373" y="95013"/>
                </a:cubicBezTo>
                <a:cubicBezTo>
                  <a:pt x="250195" y="95013"/>
                  <a:pt x="247676" y="94923"/>
                  <a:pt x="244817" y="94741"/>
                </a:cubicBezTo>
                <a:cubicBezTo>
                  <a:pt x="241959" y="94560"/>
                  <a:pt x="239213" y="94333"/>
                  <a:pt x="236581" y="94060"/>
                </a:cubicBezTo>
                <a:cubicBezTo>
                  <a:pt x="233950" y="93789"/>
                  <a:pt x="231863" y="93517"/>
                  <a:pt x="230321" y="93244"/>
                </a:cubicBezTo>
                <a:moveTo>
                  <a:pt x="231000" y="46963"/>
                </a:moveTo>
                <a:lnTo>
                  <a:pt x="231000" y="47370"/>
                </a:lnTo>
                <a:cubicBezTo>
                  <a:pt x="231000" y="53904"/>
                  <a:pt x="232293" y="59191"/>
                  <a:pt x="234880" y="63230"/>
                </a:cubicBezTo>
                <a:cubicBezTo>
                  <a:pt x="237466" y="67268"/>
                  <a:pt x="240847" y="69287"/>
                  <a:pt x="245022" y="69287"/>
                </a:cubicBezTo>
                <a:cubicBezTo>
                  <a:pt x="248197" y="69287"/>
                  <a:pt x="250670" y="68175"/>
                  <a:pt x="252439" y="65951"/>
                </a:cubicBezTo>
                <a:cubicBezTo>
                  <a:pt x="254209" y="63727"/>
                  <a:pt x="255094" y="60710"/>
                  <a:pt x="255094" y="56899"/>
                </a:cubicBezTo>
                <a:cubicBezTo>
                  <a:pt x="255094" y="54177"/>
                  <a:pt x="254731" y="51364"/>
                  <a:pt x="254006" y="48460"/>
                </a:cubicBezTo>
                <a:cubicBezTo>
                  <a:pt x="253280" y="45556"/>
                  <a:pt x="252282" y="42925"/>
                  <a:pt x="251010" y="40565"/>
                </a:cubicBezTo>
                <a:cubicBezTo>
                  <a:pt x="248742" y="36299"/>
                  <a:pt x="245430" y="34166"/>
                  <a:pt x="241074" y="34166"/>
                </a:cubicBezTo>
                <a:cubicBezTo>
                  <a:pt x="237989" y="34166"/>
                  <a:pt x="235538" y="35300"/>
                  <a:pt x="233723" y="37570"/>
                </a:cubicBezTo>
                <a:cubicBezTo>
                  <a:pt x="231908" y="39838"/>
                  <a:pt x="231000" y="42969"/>
                  <a:pt x="231000" y="46963"/>
                </a:cubicBezTo>
                <a:close/>
                <a:moveTo>
                  <a:pt x="314037" y="31717"/>
                </a:moveTo>
                <a:lnTo>
                  <a:pt x="314037" y="36072"/>
                </a:lnTo>
                <a:lnTo>
                  <a:pt x="300289" y="36072"/>
                </a:lnTo>
                <a:lnTo>
                  <a:pt x="300289" y="75003"/>
                </a:lnTo>
                <a:cubicBezTo>
                  <a:pt x="300289" y="79268"/>
                  <a:pt x="300833" y="82376"/>
                  <a:pt x="301921" y="84327"/>
                </a:cubicBezTo>
                <a:cubicBezTo>
                  <a:pt x="303011" y="86278"/>
                  <a:pt x="304827" y="87254"/>
                  <a:pt x="307367" y="87254"/>
                </a:cubicBezTo>
                <a:cubicBezTo>
                  <a:pt x="308910" y="87254"/>
                  <a:pt x="310293" y="86891"/>
                  <a:pt x="311517" y="86165"/>
                </a:cubicBezTo>
                <a:cubicBezTo>
                  <a:pt x="312743" y="85440"/>
                  <a:pt x="314082" y="84215"/>
                  <a:pt x="315534" y="82491"/>
                </a:cubicBezTo>
                <a:lnTo>
                  <a:pt x="317304" y="83988"/>
                </a:lnTo>
                <a:cubicBezTo>
                  <a:pt x="312948" y="90884"/>
                  <a:pt x="307502" y="94332"/>
                  <a:pt x="300968" y="94332"/>
                </a:cubicBezTo>
                <a:cubicBezTo>
                  <a:pt x="292892" y="94332"/>
                  <a:pt x="288855" y="88570"/>
                  <a:pt x="288855" y="77045"/>
                </a:cubicBezTo>
                <a:lnTo>
                  <a:pt x="288855" y="36072"/>
                </a:lnTo>
                <a:lnTo>
                  <a:pt x="281639" y="36072"/>
                </a:lnTo>
                <a:cubicBezTo>
                  <a:pt x="281276" y="35800"/>
                  <a:pt x="281095" y="35482"/>
                  <a:pt x="281095" y="35119"/>
                </a:cubicBezTo>
                <a:cubicBezTo>
                  <a:pt x="281095" y="34393"/>
                  <a:pt x="281866" y="33532"/>
                  <a:pt x="283408" y="32533"/>
                </a:cubicBezTo>
                <a:cubicBezTo>
                  <a:pt x="285405" y="31353"/>
                  <a:pt x="287583" y="29425"/>
                  <a:pt x="289943" y="26749"/>
                </a:cubicBezTo>
                <a:cubicBezTo>
                  <a:pt x="292302" y="24070"/>
                  <a:pt x="295433" y="19873"/>
                  <a:pt x="299335" y="14157"/>
                </a:cubicBezTo>
                <a:cubicBezTo>
                  <a:pt x="299971" y="14157"/>
                  <a:pt x="300289" y="14747"/>
                  <a:pt x="300289" y="15927"/>
                </a:cubicBezTo>
                <a:lnTo>
                  <a:pt x="300289" y="31717"/>
                </a:lnTo>
                <a:lnTo>
                  <a:pt x="314037" y="31717"/>
                </a:lnTo>
                <a:close/>
                <a:moveTo>
                  <a:pt x="382505" y="90930"/>
                </a:moveTo>
                <a:lnTo>
                  <a:pt x="382505" y="92972"/>
                </a:lnTo>
                <a:lnTo>
                  <a:pt x="353647" y="92972"/>
                </a:lnTo>
                <a:lnTo>
                  <a:pt x="353647" y="90930"/>
                </a:lnTo>
                <a:cubicBezTo>
                  <a:pt x="356279" y="90657"/>
                  <a:pt x="358230" y="90226"/>
                  <a:pt x="359500" y="89636"/>
                </a:cubicBezTo>
                <a:cubicBezTo>
                  <a:pt x="360771" y="89046"/>
                  <a:pt x="361633" y="87935"/>
                  <a:pt x="362086" y="86302"/>
                </a:cubicBezTo>
                <a:cubicBezTo>
                  <a:pt x="362540" y="84668"/>
                  <a:pt x="362813" y="82263"/>
                  <a:pt x="362904" y="79086"/>
                </a:cubicBezTo>
                <a:lnTo>
                  <a:pt x="362904" y="52134"/>
                </a:lnTo>
                <a:cubicBezTo>
                  <a:pt x="362904" y="42515"/>
                  <a:pt x="359501" y="37705"/>
                  <a:pt x="352695" y="37705"/>
                </a:cubicBezTo>
                <a:cubicBezTo>
                  <a:pt x="350063" y="37705"/>
                  <a:pt x="347612" y="38341"/>
                  <a:pt x="345343" y="39612"/>
                </a:cubicBezTo>
                <a:cubicBezTo>
                  <a:pt x="343074" y="40882"/>
                  <a:pt x="340488" y="43105"/>
                  <a:pt x="337585" y="46281"/>
                </a:cubicBezTo>
                <a:lnTo>
                  <a:pt x="337585" y="79086"/>
                </a:lnTo>
                <a:cubicBezTo>
                  <a:pt x="337676" y="82263"/>
                  <a:pt x="337948" y="84668"/>
                  <a:pt x="338401" y="86302"/>
                </a:cubicBezTo>
                <a:cubicBezTo>
                  <a:pt x="338855" y="87935"/>
                  <a:pt x="339717" y="89046"/>
                  <a:pt x="340987" y="89636"/>
                </a:cubicBezTo>
                <a:cubicBezTo>
                  <a:pt x="342258" y="90226"/>
                  <a:pt x="344210" y="90657"/>
                  <a:pt x="346842" y="90930"/>
                </a:cubicBezTo>
                <a:lnTo>
                  <a:pt x="346842" y="92972"/>
                </a:lnTo>
                <a:lnTo>
                  <a:pt x="317439" y="92972"/>
                </a:lnTo>
                <a:lnTo>
                  <a:pt x="317439" y="90930"/>
                </a:lnTo>
                <a:cubicBezTo>
                  <a:pt x="320070" y="90567"/>
                  <a:pt x="321976" y="90114"/>
                  <a:pt x="323155" y="89569"/>
                </a:cubicBezTo>
                <a:cubicBezTo>
                  <a:pt x="324335" y="89024"/>
                  <a:pt x="325106" y="87958"/>
                  <a:pt x="325469" y="86371"/>
                </a:cubicBezTo>
                <a:cubicBezTo>
                  <a:pt x="325833" y="84783"/>
                  <a:pt x="326060" y="82354"/>
                  <a:pt x="326150" y="79086"/>
                </a:cubicBezTo>
                <a:lnTo>
                  <a:pt x="326150" y="14974"/>
                </a:lnTo>
                <a:cubicBezTo>
                  <a:pt x="326150" y="12070"/>
                  <a:pt x="325719" y="10187"/>
                  <a:pt x="324856" y="9326"/>
                </a:cubicBezTo>
                <a:cubicBezTo>
                  <a:pt x="323995" y="8463"/>
                  <a:pt x="322113" y="8032"/>
                  <a:pt x="319209" y="8032"/>
                </a:cubicBezTo>
                <a:cubicBezTo>
                  <a:pt x="318483" y="8032"/>
                  <a:pt x="317938" y="8077"/>
                  <a:pt x="317574" y="8167"/>
                </a:cubicBezTo>
                <a:lnTo>
                  <a:pt x="317574" y="5988"/>
                </a:lnTo>
                <a:lnTo>
                  <a:pt x="321251" y="4900"/>
                </a:lnTo>
                <a:cubicBezTo>
                  <a:pt x="325061" y="3811"/>
                  <a:pt x="328056" y="2927"/>
                  <a:pt x="330234" y="2247"/>
                </a:cubicBezTo>
                <a:cubicBezTo>
                  <a:pt x="332412" y="1566"/>
                  <a:pt x="334635" y="817"/>
                  <a:pt x="336903" y="0"/>
                </a:cubicBezTo>
                <a:lnTo>
                  <a:pt x="337585" y="409"/>
                </a:lnTo>
                <a:lnTo>
                  <a:pt x="337585" y="41789"/>
                </a:lnTo>
                <a:cubicBezTo>
                  <a:pt x="340761" y="37705"/>
                  <a:pt x="343892" y="34778"/>
                  <a:pt x="346977" y="33009"/>
                </a:cubicBezTo>
                <a:cubicBezTo>
                  <a:pt x="350062" y="31239"/>
                  <a:pt x="353602" y="30354"/>
                  <a:pt x="357595" y="30354"/>
                </a:cubicBezTo>
                <a:cubicBezTo>
                  <a:pt x="368757" y="30354"/>
                  <a:pt x="374338" y="37569"/>
                  <a:pt x="374338" y="51999"/>
                </a:cubicBezTo>
                <a:lnTo>
                  <a:pt x="374338" y="79086"/>
                </a:lnTo>
                <a:cubicBezTo>
                  <a:pt x="374428" y="82263"/>
                  <a:pt x="374632" y="84623"/>
                  <a:pt x="374949" y="86165"/>
                </a:cubicBezTo>
                <a:cubicBezTo>
                  <a:pt x="375268" y="87708"/>
                  <a:pt x="375994" y="88774"/>
                  <a:pt x="377128" y="89364"/>
                </a:cubicBezTo>
                <a:cubicBezTo>
                  <a:pt x="378263" y="89954"/>
                  <a:pt x="380056" y="90476"/>
                  <a:pt x="382505" y="90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300382-4F62-4F5F-9C8F-5C1A5091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457" y="924832"/>
            <a:ext cx="1019004" cy="339348"/>
          </a:xfrm>
          <a:custGeom xmlns:a="http://schemas.openxmlformats.org/drawingml/2006/main">
            <a:pathLst>
              <a:path w="1019004" h="339348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56AE49-7BE9-4304-B758-F915B977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457" y="924832"/>
            <a:ext cx="1019004" cy="339348"/>
          </a:xfrm>
          <a:custGeom xmlns:a="http://schemas.openxmlformats.org/drawingml/2006/main">
            <a:pathLst>
              <a:path w="1019004" h="339348" fill="none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4A7EBB"/>
            </a:solidFill>
            <a:round/>
          </a:ln>
        </p:spPr>
      </p:sp>
      <p:sp>
        <p:nvSpPr>
          <p:cNvPr id="97" name="Text ENCRYPT">
            <a:extLst xmlns:a="http://schemas.openxmlformats.org/drawingml/2006/main">
              <a:ext uri="{FF2B5EF4-FFF2-40B4-BE49-F238E27FC236}">
                <a16:creationId xmlns:a16="http://schemas.microsoft.com/office/drawing/2014/main" id="{90563087-9F1B-4991-B217-1AFF3F42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84" y="1046854"/>
            <a:ext cx="617643" cy="94057"/>
          </a:xfrm>
          <a:custGeom xmlns:a="http://schemas.openxmlformats.org/drawingml/2006/main">
            <a:pathLst>
              <a:path w="617643" h="94057">
                <a:moveTo>
                  <a:pt x="79745" y="69110"/>
                </a:moveTo>
                <a:lnTo>
                  <a:pt x="73611" y="92148"/>
                </a:lnTo>
                <a:lnTo>
                  <a:pt x="0" y="92148"/>
                </a:lnTo>
                <a:lnTo>
                  <a:pt x="0" y="89558"/>
                </a:lnTo>
                <a:cubicBezTo>
                  <a:pt x="3273" y="89377"/>
                  <a:pt x="5749" y="88945"/>
                  <a:pt x="7430" y="88265"/>
                </a:cubicBezTo>
                <a:cubicBezTo>
                  <a:pt x="9112" y="87582"/>
                  <a:pt x="10248" y="86401"/>
                  <a:pt x="10839" y="84720"/>
                </a:cubicBezTo>
                <a:cubicBezTo>
                  <a:pt x="11430" y="83038"/>
                  <a:pt x="11770" y="80562"/>
                  <a:pt x="11860" y="77291"/>
                </a:cubicBezTo>
                <a:lnTo>
                  <a:pt x="11860" y="16767"/>
                </a:lnTo>
                <a:cubicBezTo>
                  <a:pt x="11770" y="13494"/>
                  <a:pt x="11430" y="11018"/>
                  <a:pt x="10839" y="9337"/>
                </a:cubicBezTo>
                <a:cubicBezTo>
                  <a:pt x="10248" y="7655"/>
                  <a:pt x="9135" y="6474"/>
                  <a:pt x="7498" y="5793"/>
                </a:cubicBezTo>
                <a:cubicBezTo>
                  <a:pt x="5862" y="5111"/>
                  <a:pt x="3363" y="4679"/>
                  <a:pt x="0" y="4497"/>
                </a:cubicBezTo>
                <a:lnTo>
                  <a:pt x="0" y="1907"/>
                </a:lnTo>
                <a:lnTo>
                  <a:pt x="72384" y="1907"/>
                </a:lnTo>
                <a:lnTo>
                  <a:pt x="72794" y="21401"/>
                </a:lnTo>
                <a:lnTo>
                  <a:pt x="69384" y="21401"/>
                </a:lnTo>
                <a:cubicBezTo>
                  <a:pt x="68658" y="17312"/>
                  <a:pt x="67704" y="14267"/>
                  <a:pt x="66522" y="12268"/>
                </a:cubicBezTo>
                <a:cubicBezTo>
                  <a:pt x="65341" y="10268"/>
                  <a:pt x="63387" y="8928"/>
                  <a:pt x="60661" y="8247"/>
                </a:cubicBezTo>
                <a:cubicBezTo>
                  <a:pt x="57935" y="7565"/>
                  <a:pt x="53936" y="7179"/>
                  <a:pt x="48666" y="7089"/>
                </a:cubicBezTo>
                <a:lnTo>
                  <a:pt x="30262" y="7089"/>
                </a:lnTo>
                <a:cubicBezTo>
                  <a:pt x="28354" y="7089"/>
                  <a:pt x="27149" y="7338"/>
                  <a:pt x="26649" y="7837"/>
                </a:cubicBezTo>
                <a:cubicBezTo>
                  <a:pt x="26150" y="8337"/>
                  <a:pt x="25855" y="9632"/>
                  <a:pt x="25765" y="11723"/>
                </a:cubicBezTo>
                <a:lnTo>
                  <a:pt x="25765" y="41985"/>
                </a:lnTo>
                <a:lnTo>
                  <a:pt x="46756" y="41985"/>
                </a:lnTo>
                <a:cubicBezTo>
                  <a:pt x="50574" y="41893"/>
                  <a:pt x="53459" y="41530"/>
                  <a:pt x="55413" y="40895"/>
                </a:cubicBezTo>
                <a:cubicBezTo>
                  <a:pt x="57367" y="40258"/>
                  <a:pt x="58775" y="39031"/>
                  <a:pt x="59638" y="37213"/>
                </a:cubicBezTo>
                <a:cubicBezTo>
                  <a:pt x="60501" y="35395"/>
                  <a:pt x="61206" y="32669"/>
                  <a:pt x="61751" y="29035"/>
                </a:cubicBezTo>
                <a:lnTo>
                  <a:pt x="64888" y="29035"/>
                </a:lnTo>
                <a:lnTo>
                  <a:pt x="64888" y="60659"/>
                </a:lnTo>
                <a:lnTo>
                  <a:pt x="61751" y="60659"/>
                </a:lnTo>
                <a:cubicBezTo>
                  <a:pt x="61206" y="56933"/>
                  <a:pt x="60501" y="54162"/>
                  <a:pt x="59638" y="52345"/>
                </a:cubicBezTo>
                <a:cubicBezTo>
                  <a:pt x="58775" y="50527"/>
                  <a:pt x="57367" y="49300"/>
                  <a:pt x="55413" y="48664"/>
                </a:cubicBezTo>
                <a:cubicBezTo>
                  <a:pt x="53459" y="48027"/>
                  <a:pt x="50574" y="47664"/>
                  <a:pt x="46756" y="47574"/>
                </a:cubicBezTo>
                <a:lnTo>
                  <a:pt x="25765" y="47574"/>
                </a:lnTo>
                <a:lnTo>
                  <a:pt x="25765" y="81243"/>
                </a:lnTo>
                <a:cubicBezTo>
                  <a:pt x="25765" y="82969"/>
                  <a:pt x="25969" y="84218"/>
                  <a:pt x="26378" y="84991"/>
                </a:cubicBezTo>
                <a:cubicBezTo>
                  <a:pt x="26788" y="85763"/>
                  <a:pt x="27991" y="86263"/>
                  <a:pt x="29989" y="86490"/>
                </a:cubicBezTo>
                <a:cubicBezTo>
                  <a:pt x="31989" y="86718"/>
                  <a:pt x="35352" y="86922"/>
                  <a:pt x="40077" y="87104"/>
                </a:cubicBezTo>
                <a:lnTo>
                  <a:pt x="43757" y="87104"/>
                </a:lnTo>
                <a:cubicBezTo>
                  <a:pt x="50301" y="87014"/>
                  <a:pt x="55526" y="86492"/>
                  <a:pt x="59434" y="85538"/>
                </a:cubicBezTo>
                <a:cubicBezTo>
                  <a:pt x="63341" y="84582"/>
                  <a:pt x="66522" y="82810"/>
                  <a:pt x="68975" y="80221"/>
                </a:cubicBezTo>
                <a:cubicBezTo>
                  <a:pt x="71429" y="77631"/>
                  <a:pt x="73747" y="73927"/>
                  <a:pt x="75928" y="69110"/>
                </a:cubicBezTo>
                <a:lnTo>
                  <a:pt x="79745" y="69110"/>
                </a:lnTo>
                <a:close/>
                <a:moveTo>
                  <a:pt x="178982" y="1907"/>
                </a:moveTo>
                <a:lnTo>
                  <a:pt x="178982" y="4497"/>
                </a:lnTo>
                <a:cubicBezTo>
                  <a:pt x="175437" y="4770"/>
                  <a:pt x="172756" y="5384"/>
                  <a:pt x="170938" y="6338"/>
                </a:cubicBezTo>
                <a:cubicBezTo>
                  <a:pt x="169122" y="7292"/>
                  <a:pt x="167895" y="8950"/>
                  <a:pt x="167259" y="11313"/>
                </a:cubicBezTo>
                <a:cubicBezTo>
                  <a:pt x="166622" y="13676"/>
                  <a:pt x="166213" y="17220"/>
                  <a:pt x="166031" y="21946"/>
                </a:cubicBezTo>
                <a:lnTo>
                  <a:pt x="166031" y="93648"/>
                </a:lnTo>
                <a:lnTo>
                  <a:pt x="163714" y="93648"/>
                </a:lnTo>
                <a:lnTo>
                  <a:pt x="103463" y="18674"/>
                </a:lnTo>
                <a:lnTo>
                  <a:pt x="103463" y="72109"/>
                </a:lnTo>
                <a:cubicBezTo>
                  <a:pt x="103555" y="76745"/>
                  <a:pt x="103941" y="80289"/>
                  <a:pt x="104622" y="82742"/>
                </a:cubicBezTo>
                <a:cubicBezTo>
                  <a:pt x="105304" y="85195"/>
                  <a:pt x="106553" y="86899"/>
                  <a:pt x="108370" y="87855"/>
                </a:cubicBezTo>
                <a:cubicBezTo>
                  <a:pt x="110188" y="88809"/>
                  <a:pt x="112823" y="89377"/>
                  <a:pt x="116276" y="89558"/>
                </a:cubicBezTo>
                <a:lnTo>
                  <a:pt x="116276" y="92148"/>
                </a:lnTo>
                <a:lnTo>
                  <a:pt x="84242" y="92148"/>
                </a:lnTo>
                <a:lnTo>
                  <a:pt x="84242" y="89558"/>
                </a:lnTo>
                <a:cubicBezTo>
                  <a:pt x="87968" y="89285"/>
                  <a:pt x="90762" y="88717"/>
                  <a:pt x="92624" y="87855"/>
                </a:cubicBezTo>
                <a:cubicBezTo>
                  <a:pt x="94488" y="86991"/>
                  <a:pt x="95738" y="85355"/>
                  <a:pt x="96375" y="82948"/>
                </a:cubicBezTo>
                <a:cubicBezTo>
                  <a:pt x="97011" y="80539"/>
                  <a:pt x="97374" y="76927"/>
                  <a:pt x="97464" y="72109"/>
                </a:cubicBezTo>
                <a:lnTo>
                  <a:pt x="97464" y="11995"/>
                </a:lnTo>
                <a:cubicBezTo>
                  <a:pt x="95648" y="9814"/>
                  <a:pt x="94126" y="8201"/>
                  <a:pt x="92899" y="7157"/>
                </a:cubicBezTo>
                <a:cubicBezTo>
                  <a:pt x="91672" y="6112"/>
                  <a:pt x="90422" y="5407"/>
                  <a:pt x="89149" y="5044"/>
                </a:cubicBezTo>
                <a:cubicBezTo>
                  <a:pt x="87877" y="4679"/>
                  <a:pt x="86242" y="4497"/>
                  <a:pt x="84242" y="4497"/>
                </a:cubicBezTo>
                <a:lnTo>
                  <a:pt x="84242" y="1907"/>
                </a:lnTo>
                <a:lnTo>
                  <a:pt x="107552" y="1907"/>
                </a:lnTo>
                <a:lnTo>
                  <a:pt x="160033" y="67885"/>
                </a:lnTo>
                <a:lnTo>
                  <a:pt x="160033" y="21946"/>
                </a:lnTo>
                <a:cubicBezTo>
                  <a:pt x="159943" y="17130"/>
                  <a:pt x="159556" y="13518"/>
                  <a:pt x="158874" y="11109"/>
                </a:cubicBezTo>
                <a:cubicBezTo>
                  <a:pt x="158193" y="8701"/>
                  <a:pt x="156944" y="7042"/>
                  <a:pt x="155126" y="6134"/>
                </a:cubicBezTo>
                <a:cubicBezTo>
                  <a:pt x="153308" y="5224"/>
                  <a:pt x="150582" y="4679"/>
                  <a:pt x="146948" y="4497"/>
                </a:cubicBezTo>
                <a:lnTo>
                  <a:pt x="146948" y="1907"/>
                </a:lnTo>
                <a:lnTo>
                  <a:pt x="178982" y="1907"/>
                </a:lnTo>
                <a:close/>
                <a:moveTo>
                  <a:pt x="265541" y="30670"/>
                </a:moveTo>
                <a:lnTo>
                  <a:pt x="262407" y="30670"/>
                </a:lnTo>
                <a:cubicBezTo>
                  <a:pt x="261134" y="26217"/>
                  <a:pt x="259861" y="22809"/>
                  <a:pt x="258588" y="20446"/>
                </a:cubicBezTo>
                <a:cubicBezTo>
                  <a:pt x="257316" y="18083"/>
                  <a:pt x="255590" y="15811"/>
                  <a:pt x="253411" y="13630"/>
                </a:cubicBezTo>
                <a:cubicBezTo>
                  <a:pt x="247775" y="8178"/>
                  <a:pt x="241005" y="5452"/>
                  <a:pt x="233099" y="5452"/>
                </a:cubicBezTo>
                <a:cubicBezTo>
                  <a:pt x="226556" y="5452"/>
                  <a:pt x="220853" y="7110"/>
                  <a:pt x="215992" y="10427"/>
                </a:cubicBezTo>
                <a:cubicBezTo>
                  <a:pt x="211130" y="13744"/>
                  <a:pt x="207358" y="18447"/>
                  <a:pt x="204676" y="24536"/>
                </a:cubicBezTo>
                <a:cubicBezTo>
                  <a:pt x="201996" y="30624"/>
                  <a:pt x="200656" y="37804"/>
                  <a:pt x="200656" y="46074"/>
                </a:cubicBezTo>
                <a:cubicBezTo>
                  <a:pt x="200656" y="53616"/>
                  <a:pt x="201678" y="60341"/>
                  <a:pt x="203722" y="66248"/>
                </a:cubicBezTo>
                <a:cubicBezTo>
                  <a:pt x="205767" y="72155"/>
                  <a:pt x="208653" y="76790"/>
                  <a:pt x="212379" y="80153"/>
                </a:cubicBezTo>
                <a:cubicBezTo>
                  <a:pt x="218377" y="85423"/>
                  <a:pt x="225738" y="88059"/>
                  <a:pt x="234462" y="88059"/>
                </a:cubicBezTo>
                <a:cubicBezTo>
                  <a:pt x="240096" y="88059"/>
                  <a:pt x="245321" y="86968"/>
                  <a:pt x="250137" y="84787"/>
                </a:cubicBezTo>
                <a:cubicBezTo>
                  <a:pt x="254954" y="82606"/>
                  <a:pt x="259862" y="79107"/>
                  <a:pt x="264861" y="74291"/>
                </a:cubicBezTo>
                <a:lnTo>
                  <a:pt x="267313" y="76743"/>
                </a:lnTo>
                <a:cubicBezTo>
                  <a:pt x="263224" y="82287"/>
                  <a:pt x="257930" y="86559"/>
                  <a:pt x="251433" y="89558"/>
                </a:cubicBezTo>
                <a:cubicBezTo>
                  <a:pt x="244936" y="92558"/>
                  <a:pt x="237825" y="94057"/>
                  <a:pt x="230100" y="94057"/>
                </a:cubicBezTo>
                <a:cubicBezTo>
                  <a:pt x="221103" y="94057"/>
                  <a:pt x="213197" y="92126"/>
                  <a:pt x="206380" y="88265"/>
                </a:cubicBezTo>
                <a:cubicBezTo>
                  <a:pt x="199564" y="84401"/>
                  <a:pt x="194271" y="78994"/>
                  <a:pt x="190499" y="72043"/>
                </a:cubicBezTo>
                <a:cubicBezTo>
                  <a:pt x="186729" y="65090"/>
                  <a:pt x="184844" y="56979"/>
                  <a:pt x="184844" y="47709"/>
                </a:cubicBezTo>
                <a:cubicBezTo>
                  <a:pt x="184844" y="32442"/>
                  <a:pt x="189751" y="20446"/>
                  <a:pt x="199566" y="11723"/>
                </a:cubicBezTo>
                <a:cubicBezTo>
                  <a:pt x="203837" y="7997"/>
                  <a:pt x="208675" y="5112"/>
                  <a:pt x="214082" y="3068"/>
                </a:cubicBezTo>
                <a:cubicBezTo>
                  <a:pt x="219490" y="1023"/>
                  <a:pt x="224966" y="0"/>
                  <a:pt x="230510" y="0"/>
                </a:cubicBezTo>
                <a:cubicBezTo>
                  <a:pt x="233689" y="0"/>
                  <a:pt x="236961" y="272"/>
                  <a:pt x="240323" y="817"/>
                </a:cubicBezTo>
                <a:cubicBezTo>
                  <a:pt x="243686" y="1362"/>
                  <a:pt x="247049" y="2226"/>
                  <a:pt x="250411" y="3407"/>
                </a:cubicBezTo>
                <a:cubicBezTo>
                  <a:pt x="252592" y="4134"/>
                  <a:pt x="254365" y="4497"/>
                  <a:pt x="255728" y="4497"/>
                </a:cubicBezTo>
                <a:cubicBezTo>
                  <a:pt x="258726" y="4497"/>
                  <a:pt x="260634" y="2998"/>
                  <a:pt x="261452" y="0"/>
                </a:cubicBezTo>
                <a:lnTo>
                  <a:pt x="264314" y="0"/>
                </a:lnTo>
                <a:lnTo>
                  <a:pt x="265541" y="30670"/>
                </a:lnTo>
                <a:close/>
                <a:moveTo>
                  <a:pt x="362052" y="89558"/>
                </a:moveTo>
                <a:lnTo>
                  <a:pt x="362052" y="92148"/>
                </a:lnTo>
                <a:lnTo>
                  <a:pt x="340106" y="92148"/>
                </a:lnTo>
                <a:lnTo>
                  <a:pt x="307662" y="50163"/>
                </a:lnTo>
                <a:lnTo>
                  <a:pt x="300029" y="50436"/>
                </a:lnTo>
                <a:lnTo>
                  <a:pt x="300029" y="77291"/>
                </a:lnTo>
                <a:cubicBezTo>
                  <a:pt x="300120" y="80562"/>
                  <a:pt x="300439" y="83038"/>
                  <a:pt x="300984" y="84720"/>
                </a:cubicBezTo>
                <a:cubicBezTo>
                  <a:pt x="301528" y="86401"/>
                  <a:pt x="302664" y="87559"/>
                  <a:pt x="304391" y="88196"/>
                </a:cubicBezTo>
                <a:cubicBezTo>
                  <a:pt x="306118" y="88831"/>
                  <a:pt x="308754" y="89285"/>
                  <a:pt x="312299" y="89558"/>
                </a:cubicBezTo>
                <a:lnTo>
                  <a:pt x="312299" y="92148"/>
                </a:lnTo>
                <a:lnTo>
                  <a:pt x="274538" y="92148"/>
                </a:lnTo>
                <a:lnTo>
                  <a:pt x="274538" y="89558"/>
                </a:lnTo>
                <a:cubicBezTo>
                  <a:pt x="277991" y="89285"/>
                  <a:pt x="280513" y="88808"/>
                  <a:pt x="282103" y="88127"/>
                </a:cubicBezTo>
                <a:cubicBezTo>
                  <a:pt x="283694" y="87445"/>
                  <a:pt x="284762" y="86173"/>
                  <a:pt x="285307" y="84310"/>
                </a:cubicBezTo>
                <a:cubicBezTo>
                  <a:pt x="285853" y="82447"/>
                  <a:pt x="286126" y="79607"/>
                  <a:pt x="286126" y="75791"/>
                </a:cubicBezTo>
                <a:lnTo>
                  <a:pt x="286126" y="16767"/>
                </a:lnTo>
                <a:cubicBezTo>
                  <a:pt x="286126" y="13404"/>
                  <a:pt x="285853" y="10928"/>
                  <a:pt x="285307" y="9337"/>
                </a:cubicBezTo>
                <a:cubicBezTo>
                  <a:pt x="284762" y="7747"/>
                  <a:pt x="283671" y="6633"/>
                  <a:pt x="282035" y="5997"/>
                </a:cubicBezTo>
                <a:cubicBezTo>
                  <a:pt x="280400" y="5360"/>
                  <a:pt x="277901" y="4860"/>
                  <a:pt x="274538" y="4497"/>
                </a:cubicBezTo>
                <a:lnTo>
                  <a:pt x="274538" y="1907"/>
                </a:lnTo>
                <a:lnTo>
                  <a:pt x="312161" y="1907"/>
                </a:lnTo>
                <a:cubicBezTo>
                  <a:pt x="318614" y="1907"/>
                  <a:pt x="324475" y="2725"/>
                  <a:pt x="329746" y="4362"/>
                </a:cubicBezTo>
                <a:cubicBezTo>
                  <a:pt x="335016" y="5997"/>
                  <a:pt x="338924" y="8223"/>
                  <a:pt x="341469" y="11041"/>
                </a:cubicBezTo>
                <a:cubicBezTo>
                  <a:pt x="345013" y="14948"/>
                  <a:pt x="346785" y="19901"/>
                  <a:pt x="346785" y="25900"/>
                </a:cubicBezTo>
                <a:cubicBezTo>
                  <a:pt x="346785" y="32169"/>
                  <a:pt x="344831" y="37099"/>
                  <a:pt x="340924" y="40689"/>
                </a:cubicBezTo>
                <a:cubicBezTo>
                  <a:pt x="337016" y="44279"/>
                  <a:pt x="330745" y="46937"/>
                  <a:pt x="322112" y="48664"/>
                </a:cubicBezTo>
                <a:lnTo>
                  <a:pt x="350194" y="83152"/>
                </a:lnTo>
                <a:cubicBezTo>
                  <a:pt x="352192" y="85423"/>
                  <a:pt x="354032" y="87014"/>
                  <a:pt x="355712" y="87923"/>
                </a:cubicBezTo>
                <a:cubicBezTo>
                  <a:pt x="357394" y="88832"/>
                  <a:pt x="359508" y="89377"/>
                  <a:pt x="362052" y="89558"/>
                </a:cubicBezTo>
                <a:moveTo>
                  <a:pt x="300029" y="11858"/>
                </a:moveTo>
                <a:lnTo>
                  <a:pt x="300029" y="45392"/>
                </a:lnTo>
                <a:cubicBezTo>
                  <a:pt x="304391" y="45302"/>
                  <a:pt x="307958" y="45120"/>
                  <a:pt x="310730" y="44847"/>
                </a:cubicBezTo>
                <a:cubicBezTo>
                  <a:pt x="313502" y="44574"/>
                  <a:pt x="315910" y="44119"/>
                  <a:pt x="317954" y="43484"/>
                </a:cubicBezTo>
                <a:cubicBezTo>
                  <a:pt x="320000" y="42848"/>
                  <a:pt x="322067" y="41939"/>
                  <a:pt x="324157" y="40757"/>
                </a:cubicBezTo>
                <a:cubicBezTo>
                  <a:pt x="326611" y="39485"/>
                  <a:pt x="328520" y="37485"/>
                  <a:pt x="329883" y="34759"/>
                </a:cubicBezTo>
                <a:cubicBezTo>
                  <a:pt x="331246" y="32033"/>
                  <a:pt x="331928" y="28988"/>
                  <a:pt x="331928" y="25626"/>
                </a:cubicBezTo>
                <a:cubicBezTo>
                  <a:pt x="331928" y="19173"/>
                  <a:pt x="329905" y="14448"/>
                  <a:pt x="325860" y="11450"/>
                </a:cubicBezTo>
                <a:cubicBezTo>
                  <a:pt x="321817" y="8451"/>
                  <a:pt x="315524" y="6951"/>
                  <a:pt x="306982" y="6951"/>
                </a:cubicBezTo>
                <a:cubicBezTo>
                  <a:pt x="304256" y="6951"/>
                  <a:pt x="302415" y="7292"/>
                  <a:pt x="301460" y="7975"/>
                </a:cubicBezTo>
                <a:cubicBezTo>
                  <a:pt x="300506" y="8656"/>
                  <a:pt x="300029" y="9950"/>
                  <a:pt x="300029" y="11858"/>
                </a:cubicBezTo>
                <a:close/>
                <a:moveTo>
                  <a:pt x="458972" y="1907"/>
                </a:moveTo>
                <a:lnTo>
                  <a:pt x="458972" y="4497"/>
                </a:lnTo>
                <a:cubicBezTo>
                  <a:pt x="456699" y="4679"/>
                  <a:pt x="454654" y="5224"/>
                  <a:pt x="452836" y="6134"/>
                </a:cubicBezTo>
                <a:cubicBezTo>
                  <a:pt x="451019" y="7042"/>
                  <a:pt x="449156" y="8587"/>
                  <a:pt x="447247" y="10768"/>
                </a:cubicBezTo>
                <a:cubicBezTo>
                  <a:pt x="445339" y="12949"/>
                  <a:pt x="442976" y="16039"/>
                  <a:pt x="440160" y="20037"/>
                </a:cubicBezTo>
                <a:lnTo>
                  <a:pt x="419986" y="50845"/>
                </a:lnTo>
                <a:lnTo>
                  <a:pt x="419986" y="77291"/>
                </a:lnTo>
                <a:cubicBezTo>
                  <a:pt x="420076" y="80743"/>
                  <a:pt x="420440" y="83333"/>
                  <a:pt x="421076" y="85059"/>
                </a:cubicBezTo>
                <a:cubicBezTo>
                  <a:pt x="421713" y="86786"/>
                  <a:pt x="423030" y="87944"/>
                  <a:pt x="425028" y="88535"/>
                </a:cubicBezTo>
                <a:cubicBezTo>
                  <a:pt x="427028" y="89126"/>
                  <a:pt x="430027" y="89467"/>
                  <a:pt x="434026" y="89558"/>
                </a:cubicBezTo>
                <a:lnTo>
                  <a:pt x="434026" y="92148"/>
                </a:lnTo>
                <a:lnTo>
                  <a:pt x="392314" y="92148"/>
                </a:lnTo>
                <a:lnTo>
                  <a:pt x="392314" y="89558"/>
                </a:lnTo>
                <a:cubicBezTo>
                  <a:pt x="396493" y="89377"/>
                  <a:pt x="399537" y="88990"/>
                  <a:pt x="401445" y="88400"/>
                </a:cubicBezTo>
                <a:cubicBezTo>
                  <a:pt x="403355" y="87809"/>
                  <a:pt x="404605" y="86560"/>
                  <a:pt x="405195" y="84652"/>
                </a:cubicBezTo>
                <a:cubicBezTo>
                  <a:pt x="405786" y="82742"/>
                  <a:pt x="406082" y="79789"/>
                  <a:pt x="406082" y="75791"/>
                </a:cubicBezTo>
                <a:lnTo>
                  <a:pt x="406082" y="52071"/>
                </a:lnTo>
                <a:lnTo>
                  <a:pt x="388225" y="25900"/>
                </a:lnTo>
                <a:cubicBezTo>
                  <a:pt x="384862" y="21083"/>
                  <a:pt x="382090" y="17266"/>
                  <a:pt x="379909" y="14450"/>
                </a:cubicBezTo>
                <a:cubicBezTo>
                  <a:pt x="377728" y="11632"/>
                  <a:pt x="375933" y="9519"/>
                  <a:pt x="374524" y="8110"/>
                </a:cubicBezTo>
                <a:cubicBezTo>
                  <a:pt x="373115" y="6701"/>
                  <a:pt x="371774" y="5770"/>
                  <a:pt x="370501" y="5316"/>
                </a:cubicBezTo>
                <a:cubicBezTo>
                  <a:pt x="369230" y="4862"/>
                  <a:pt x="367776" y="4588"/>
                  <a:pt x="366141" y="4497"/>
                </a:cubicBezTo>
                <a:lnTo>
                  <a:pt x="366141" y="1907"/>
                </a:lnTo>
                <a:lnTo>
                  <a:pt x="404309" y="1907"/>
                </a:lnTo>
                <a:lnTo>
                  <a:pt x="404309" y="4497"/>
                </a:lnTo>
                <a:cubicBezTo>
                  <a:pt x="403583" y="4588"/>
                  <a:pt x="402901" y="4634"/>
                  <a:pt x="402265" y="4634"/>
                </a:cubicBezTo>
                <a:cubicBezTo>
                  <a:pt x="401628" y="4634"/>
                  <a:pt x="401173" y="4634"/>
                  <a:pt x="400900" y="4634"/>
                </a:cubicBezTo>
                <a:cubicBezTo>
                  <a:pt x="396721" y="4906"/>
                  <a:pt x="394631" y="6223"/>
                  <a:pt x="394631" y="8586"/>
                </a:cubicBezTo>
                <a:cubicBezTo>
                  <a:pt x="394631" y="10314"/>
                  <a:pt x="395404" y="12314"/>
                  <a:pt x="396948" y="14585"/>
                </a:cubicBezTo>
                <a:lnTo>
                  <a:pt x="417122" y="44847"/>
                </a:lnTo>
                <a:lnTo>
                  <a:pt x="436616" y="14040"/>
                </a:lnTo>
                <a:cubicBezTo>
                  <a:pt x="437887" y="12132"/>
                  <a:pt x="438523" y="10451"/>
                  <a:pt x="438523" y="8996"/>
                </a:cubicBezTo>
                <a:cubicBezTo>
                  <a:pt x="438523" y="7360"/>
                  <a:pt x="437842" y="6224"/>
                  <a:pt x="436479" y="5589"/>
                </a:cubicBezTo>
                <a:cubicBezTo>
                  <a:pt x="435115" y="4952"/>
                  <a:pt x="432662" y="4588"/>
                  <a:pt x="429117" y="4497"/>
                </a:cubicBezTo>
                <a:lnTo>
                  <a:pt x="429117" y="1907"/>
                </a:lnTo>
                <a:lnTo>
                  <a:pt x="458972" y="1907"/>
                </a:lnTo>
                <a:close/>
                <a:moveTo>
                  <a:pt x="463199" y="4497"/>
                </a:moveTo>
                <a:lnTo>
                  <a:pt x="463199" y="1907"/>
                </a:lnTo>
                <a:lnTo>
                  <a:pt x="499185" y="1907"/>
                </a:lnTo>
                <a:cubicBezTo>
                  <a:pt x="505637" y="1907"/>
                  <a:pt x="511589" y="2793"/>
                  <a:pt x="517042" y="4566"/>
                </a:cubicBezTo>
                <a:cubicBezTo>
                  <a:pt x="522494" y="6338"/>
                  <a:pt x="526584" y="8724"/>
                  <a:pt x="529311" y="11723"/>
                </a:cubicBezTo>
                <a:cubicBezTo>
                  <a:pt x="533037" y="15721"/>
                  <a:pt x="534900" y="20673"/>
                  <a:pt x="534900" y="26580"/>
                </a:cubicBezTo>
                <a:cubicBezTo>
                  <a:pt x="534900" y="31033"/>
                  <a:pt x="533741" y="35214"/>
                  <a:pt x="531423" y="39123"/>
                </a:cubicBezTo>
                <a:cubicBezTo>
                  <a:pt x="529106" y="43030"/>
                  <a:pt x="525902" y="46074"/>
                  <a:pt x="521813" y="48254"/>
                </a:cubicBezTo>
                <a:cubicBezTo>
                  <a:pt x="516269" y="51345"/>
                  <a:pt x="508317" y="52890"/>
                  <a:pt x="497958" y="52890"/>
                </a:cubicBezTo>
                <a:cubicBezTo>
                  <a:pt x="496231" y="52890"/>
                  <a:pt x="494687" y="52845"/>
                  <a:pt x="493323" y="52755"/>
                </a:cubicBezTo>
                <a:cubicBezTo>
                  <a:pt x="491960" y="52663"/>
                  <a:pt x="490370" y="52572"/>
                  <a:pt x="488552" y="52480"/>
                </a:cubicBezTo>
                <a:lnTo>
                  <a:pt x="488552" y="77291"/>
                </a:lnTo>
                <a:cubicBezTo>
                  <a:pt x="488643" y="80652"/>
                  <a:pt x="489007" y="83196"/>
                  <a:pt x="489642" y="84924"/>
                </a:cubicBezTo>
                <a:cubicBezTo>
                  <a:pt x="490278" y="86650"/>
                  <a:pt x="491506" y="87832"/>
                  <a:pt x="493323" y="88468"/>
                </a:cubicBezTo>
                <a:cubicBezTo>
                  <a:pt x="495141" y="89103"/>
                  <a:pt x="497822" y="89467"/>
                  <a:pt x="501367" y="89558"/>
                </a:cubicBezTo>
                <a:lnTo>
                  <a:pt x="501367" y="92148"/>
                </a:lnTo>
                <a:lnTo>
                  <a:pt x="463199" y="92148"/>
                </a:lnTo>
                <a:lnTo>
                  <a:pt x="463199" y="89558"/>
                </a:lnTo>
                <a:cubicBezTo>
                  <a:pt x="466652" y="89195"/>
                  <a:pt x="469173" y="88695"/>
                  <a:pt x="470764" y="88059"/>
                </a:cubicBezTo>
                <a:cubicBezTo>
                  <a:pt x="472354" y="87422"/>
                  <a:pt x="473399" y="86173"/>
                  <a:pt x="473898" y="84310"/>
                </a:cubicBezTo>
                <a:cubicBezTo>
                  <a:pt x="474399" y="82447"/>
                  <a:pt x="474649" y="79607"/>
                  <a:pt x="474649" y="75791"/>
                </a:cubicBezTo>
                <a:lnTo>
                  <a:pt x="474649" y="16767"/>
                </a:lnTo>
                <a:cubicBezTo>
                  <a:pt x="474649" y="13404"/>
                  <a:pt x="474376" y="10928"/>
                  <a:pt x="473830" y="9337"/>
                </a:cubicBezTo>
                <a:cubicBezTo>
                  <a:pt x="473285" y="7747"/>
                  <a:pt x="472217" y="6633"/>
                  <a:pt x="470627" y="5997"/>
                </a:cubicBezTo>
                <a:cubicBezTo>
                  <a:pt x="469036" y="5360"/>
                  <a:pt x="466560" y="4860"/>
                  <a:pt x="463199" y="4497"/>
                </a:cubicBezTo>
                <a:moveTo>
                  <a:pt x="488552" y="11586"/>
                </a:moveTo>
                <a:lnTo>
                  <a:pt x="488552" y="47029"/>
                </a:lnTo>
                <a:cubicBezTo>
                  <a:pt x="490097" y="47119"/>
                  <a:pt x="491437" y="47210"/>
                  <a:pt x="492573" y="47301"/>
                </a:cubicBezTo>
                <a:cubicBezTo>
                  <a:pt x="493710" y="47391"/>
                  <a:pt x="494960" y="47436"/>
                  <a:pt x="496323" y="47436"/>
                </a:cubicBezTo>
                <a:cubicBezTo>
                  <a:pt x="512135" y="47436"/>
                  <a:pt x="520041" y="40757"/>
                  <a:pt x="520041" y="27398"/>
                </a:cubicBezTo>
                <a:cubicBezTo>
                  <a:pt x="520041" y="20401"/>
                  <a:pt x="517860" y="15244"/>
                  <a:pt x="513497" y="11927"/>
                </a:cubicBezTo>
                <a:cubicBezTo>
                  <a:pt x="509136" y="8610"/>
                  <a:pt x="502366" y="6951"/>
                  <a:pt x="493186" y="6951"/>
                </a:cubicBezTo>
                <a:cubicBezTo>
                  <a:pt x="491370" y="6951"/>
                  <a:pt x="490143" y="7270"/>
                  <a:pt x="489507" y="7906"/>
                </a:cubicBezTo>
                <a:cubicBezTo>
                  <a:pt x="488870" y="8543"/>
                  <a:pt x="488552" y="9769"/>
                  <a:pt x="488552" y="11586"/>
                </a:cubicBezTo>
                <a:close/>
                <a:moveTo>
                  <a:pt x="598421" y="89558"/>
                </a:moveTo>
                <a:lnTo>
                  <a:pt x="598421" y="92148"/>
                </a:lnTo>
                <a:lnTo>
                  <a:pt x="558619" y="92148"/>
                </a:lnTo>
                <a:lnTo>
                  <a:pt x="558619" y="89558"/>
                </a:lnTo>
                <a:cubicBezTo>
                  <a:pt x="562435" y="89285"/>
                  <a:pt x="565252" y="88831"/>
                  <a:pt x="567070" y="88196"/>
                </a:cubicBezTo>
                <a:cubicBezTo>
                  <a:pt x="568888" y="87559"/>
                  <a:pt x="570069" y="86310"/>
                  <a:pt x="570614" y="84448"/>
                </a:cubicBezTo>
                <a:cubicBezTo>
                  <a:pt x="571159" y="82584"/>
                  <a:pt x="571431" y="79698"/>
                  <a:pt x="571431" y="75791"/>
                </a:cubicBezTo>
                <a:lnTo>
                  <a:pt x="571431" y="7634"/>
                </a:lnTo>
                <a:lnTo>
                  <a:pt x="564070" y="7634"/>
                </a:lnTo>
                <a:cubicBezTo>
                  <a:pt x="558891" y="7724"/>
                  <a:pt x="554916" y="8178"/>
                  <a:pt x="552144" y="8996"/>
                </a:cubicBezTo>
                <a:cubicBezTo>
                  <a:pt x="549372" y="9814"/>
                  <a:pt x="547326" y="11450"/>
                  <a:pt x="546008" y="13905"/>
                </a:cubicBezTo>
                <a:cubicBezTo>
                  <a:pt x="544690" y="16358"/>
                  <a:pt x="543487" y="20083"/>
                  <a:pt x="542397" y="25081"/>
                </a:cubicBezTo>
                <a:lnTo>
                  <a:pt x="539125" y="25081"/>
                </a:lnTo>
                <a:lnTo>
                  <a:pt x="539942" y="1907"/>
                </a:lnTo>
                <a:lnTo>
                  <a:pt x="616825" y="1907"/>
                </a:lnTo>
                <a:lnTo>
                  <a:pt x="617643" y="25081"/>
                </a:lnTo>
                <a:lnTo>
                  <a:pt x="614371" y="25081"/>
                </a:lnTo>
                <a:cubicBezTo>
                  <a:pt x="613371" y="20083"/>
                  <a:pt x="612212" y="16358"/>
                  <a:pt x="610895" y="13905"/>
                </a:cubicBezTo>
                <a:cubicBezTo>
                  <a:pt x="609578" y="11450"/>
                  <a:pt x="607533" y="9814"/>
                  <a:pt x="604761" y="8996"/>
                </a:cubicBezTo>
                <a:cubicBezTo>
                  <a:pt x="601989" y="8178"/>
                  <a:pt x="597968" y="7724"/>
                  <a:pt x="592697" y="7634"/>
                </a:cubicBezTo>
                <a:lnTo>
                  <a:pt x="585336" y="7634"/>
                </a:lnTo>
                <a:lnTo>
                  <a:pt x="585336" y="77291"/>
                </a:lnTo>
                <a:cubicBezTo>
                  <a:pt x="585426" y="80562"/>
                  <a:pt x="585767" y="83060"/>
                  <a:pt x="586357" y="84787"/>
                </a:cubicBezTo>
                <a:cubicBezTo>
                  <a:pt x="586948" y="86513"/>
                  <a:pt x="588175" y="87695"/>
                  <a:pt x="590037" y="88331"/>
                </a:cubicBezTo>
                <a:cubicBezTo>
                  <a:pt x="591901" y="88968"/>
                  <a:pt x="594695" y="89377"/>
                  <a:pt x="598421" y="8955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ENCRYPT">
            <a:extLst xmlns:a="http://schemas.openxmlformats.org/drawingml/2006/main">
              <a:ext uri="{FF2B5EF4-FFF2-40B4-BE49-F238E27FC236}">
                <a16:creationId xmlns:a16="http://schemas.microsoft.com/office/drawing/2014/main" id="{F4FB30BB-3CDE-4B9A-B5AE-203845BC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084" y="1046854"/>
            <a:ext cx="617643" cy="94057"/>
          </a:xfrm>
          <a:custGeom xmlns:a="http://schemas.openxmlformats.org/drawingml/2006/main">
            <a:pathLst>
              <a:path w="617643" h="94057" fill="none">
                <a:moveTo>
                  <a:pt x="79745" y="69110"/>
                </a:moveTo>
                <a:lnTo>
                  <a:pt x="73611" y="92148"/>
                </a:lnTo>
                <a:lnTo>
                  <a:pt x="0" y="92148"/>
                </a:lnTo>
                <a:lnTo>
                  <a:pt x="0" y="89558"/>
                </a:lnTo>
                <a:cubicBezTo>
                  <a:pt x="3273" y="89377"/>
                  <a:pt x="5749" y="88945"/>
                  <a:pt x="7430" y="88265"/>
                </a:cubicBezTo>
                <a:cubicBezTo>
                  <a:pt x="9112" y="87582"/>
                  <a:pt x="10248" y="86401"/>
                  <a:pt x="10839" y="84720"/>
                </a:cubicBezTo>
                <a:cubicBezTo>
                  <a:pt x="11430" y="83038"/>
                  <a:pt x="11770" y="80562"/>
                  <a:pt x="11860" y="77291"/>
                </a:cubicBezTo>
                <a:lnTo>
                  <a:pt x="11860" y="16767"/>
                </a:lnTo>
                <a:cubicBezTo>
                  <a:pt x="11770" y="13494"/>
                  <a:pt x="11430" y="11018"/>
                  <a:pt x="10839" y="9337"/>
                </a:cubicBezTo>
                <a:cubicBezTo>
                  <a:pt x="10248" y="7655"/>
                  <a:pt x="9135" y="6474"/>
                  <a:pt x="7498" y="5793"/>
                </a:cubicBezTo>
                <a:cubicBezTo>
                  <a:pt x="5862" y="5111"/>
                  <a:pt x="3363" y="4679"/>
                  <a:pt x="0" y="4497"/>
                </a:cubicBezTo>
                <a:lnTo>
                  <a:pt x="0" y="1907"/>
                </a:lnTo>
                <a:lnTo>
                  <a:pt x="72384" y="1907"/>
                </a:lnTo>
                <a:lnTo>
                  <a:pt x="72794" y="21401"/>
                </a:lnTo>
                <a:lnTo>
                  <a:pt x="69384" y="21401"/>
                </a:lnTo>
                <a:cubicBezTo>
                  <a:pt x="68658" y="17312"/>
                  <a:pt x="67704" y="14267"/>
                  <a:pt x="66522" y="12268"/>
                </a:cubicBezTo>
                <a:cubicBezTo>
                  <a:pt x="65341" y="10268"/>
                  <a:pt x="63387" y="8928"/>
                  <a:pt x="60661" y="8247"/>
                </a:cubicBezTo>
                <a:cubicBezTo>
                  <a:pt x="57935" y="7565"/>
                  <a:pt x="53936" y="7179"/>
                  <a:pt x="48666" y="7089"/>
                </a:cubicBezTo>
                <a:lnTo>
                  <a:pt x="30262" y="7089"/>
                </a:lnTo>
                <a:cubicBezTo>
                  <a:pt x="28354" y="7089"/>
                  <a:pt x="27149" y="7338"/>
                  <a:pt x="26649" y="7837"/>
                </a:cubicBezTo>
                <a:cubicBezTo>
                  <a:pt x="26150" y="8337"/>
                  <a:pt x="25855" y="9632"/>
                  <a:pt x="25765" y="11723"/>
                </a:cubicBezTo>
                <a:lnTo>
                  <a:pt x="25765" y="41985"/>
                </a:lnTo>
                <a:lnTo>
                  <a:pt x="46756" y="41985"/>
                </a:lnTo>
                <a:cubicBezTo>
                  <a:pt x="50574" y="41893"/>
                  <a:pt x="53459" y="41530"/>
                  <a:pt x="55413" y="40895"/>
                </a:cubicBezTo>
                <a:cubicBezTo>
                  <a:pt x="57367" y="40258"/>
                  <a:pt x="58775" y="39031"/>
                  <a:pt x="59638" y="37213"/>
                </a:cubicBezTo>
                <a:cubicBezTo>
                  <a:pt x="60501" y="35395"/>
                  <a:pt x="61206" y="32669"/>
                  <a:pt x="61751" y="29035"/>
                </a:cubicBezTo>
                <a:lnTo>
                  <a:pt x="64888" y="29035"/>
                </a:lnTo>
                <a:lnTo>
                  <a:pt x="64888" y="60659"/>
                </a:lnTo>
                <a:lnTo>
                  <a:pt x="61751" y="60659"/>
                </a:lnTo>
                <a:cubicBezTo>
                  <a:pt x="61206" y="56933"/>
                  <a:pt x="60501" y="54162"/>
                  <a:pt x="59638" y="52345"/>
                </a:cubicBezTo>
                <a:cubicBezTo>
                  <a:pt x="58775" y="50527"/>
                  <a:pt x="57367" y="49300"/>
                  <a:pt x="55413" y="48664"/>
                </a:cubicBezTo>
                <a:cubicBezTo>
                  <a:pt x="53459" y="48027"/>
                  <a:pt x="50574" y="47664"/>
                  <a:pt x="46756" y="47574"/>
                </a:cubicBezTo>
                <a:lnTo>
                  <a:pt x="25765" y="47574"/>
                </a:lnTo>
                <a:lnTo>
                  <a:pt x="25765" y="81243"/>
                </a:lnTo>
                <a:cubicBezTo>
                  <a:pt x="25765" y="82969"/>
                  <a:pt x="25969" y="84218"/>
                  <a:pt x="26378" y="84991"/>
                </a:cubicBezTo>
                <a:cubicBezTo>
                  <a:pt x="26788" y="85763"/>
                  <a:pt x="27991" y="86263"/>
                  <a:pt x="29989" y="86490"/>
                </a:cubicBezTo>
                <a:cubicBezTo>
                  <a:pt x="31989" y="86718"/>
                  <a:pt x="35352" y="86922"/>
                  <a:pt x="40077" y="87104"/>
                </a:cubicBezTo>
                <a:lnTo>
                  <a:pt x="43757" y="87104"/>
                </a:lnTo>
                <a:cubicBezTo>
                  <a:pt x="50301" y="87014"/>
                  <a:pt x="55526" y="86492"/>
                  <a:pt x="59434" y="85538"/>
                </a:cubicBezTo>
                <a:cubicBezTo>
                  <a:pt x="63341" y="84582"/>
                  <a:pt x="66522" y="82810"/>
                  <a:pt x="68975" y="80221"/>
                </a:cubicBezTo>
                <a:cubicBezTo>
                  <a:pt x="71429" y="77631"/>
                  <a:pt x="73747" y="73927"/>
                  <a:pt x="75928" y="69110"/>
                </a:cubicBezTo>
                <a:lnTo>
                  <a:pt x="79745" y="69110"/>
                </a:lnTo>
                <a:close/>
                <a:moveTo>
                  <a:pt x="178982" y="1907"/>
                </a:moveTo>
                <a:lnTo>
                  <a:pt x="178982" y="4497"/>
                </a:lnTo>
                <a:cubicBezTo>
                  <a:pt x="175437" y="4770"/>
                  <a:pt x="172756" y="5384"/>
                  <a:pt x="170938" y="6338"/>
                </a:cubicBezTo>
                <a:cubicBezTo>
                  <a:pt x="169122" y="7292"/>
                  <a:pt x="167895" y="8950"/>
                  <a:pt x="167259" y="11313"/>
                </a:cubicBezTo>
                <a:cubicBezTo>
                  <a:pt x="166622" y="13676"/>
                  <a:pt x="166213" y="17220"/>
                  <a:pt x="166031" y="21946"/>
                </a:cubicBezTo>
                <a:lnTo>
                  <a:pt x="166031" y="93648"/>
                </a:lnTo>
                <a:lnTo>
                  <a:pt x="163714" y="93648"/>
                </a:lnTo>
                <a:lnTo>
                  <a:pt x="103463" y="18674"/>
                </a:lnTo>
                <a:lnTo>
                  <a:pt x="103463" y="72109"/>
                </a:lnTo>
                <a:cubicBezTo>
                  <a:pt x="103555" y="76745"/>
                  <a:pt x="103941" y="80289"/>
                  <a:pt x="104622" y="82742"/>
                </a:cubicBezTo>
                <a:cubicBezTo>
                  <a:pt x="105304" y="85195"/>
                  <a:pt x="106553" y="86899"/>
                  <a:pt x="108370" y="87855"/>
                </a:cubicBezTo>
                <a:cubicBezTo>
                  <a:pt x="110188" y="88809"/>
                  <a:pt x="112823" y="89377"/>
                  <a:pt x="116276" y="89558"/>
                </a:cubicBezTo>
                <a:lnTo>
                  <a:pt x="116276" y="92148"/>
                </a:lnTo>
                <a:lnTo>
                  <a:pt x="84242" y="92148"/>
                </a:lnTo>
                <a:lnTo>
                  <a:pt x="84242" y="89558"/>
                </a:lnTo>
                <a:cubicBezTo>
                  <a:pt x="87968" y="89285"/>
                  <a:pt x="90762" y="88717"/>
                  <a:pt x="92624" y="87855"/>
                </a:cubicBezTo>
                <a:cubicBezTo>
                  <a:pt x="94488" y="86991"/>
                  <a:pt x="95738" y="85355"/>
                  <a:pt x="96375" y="82948"/>
                </a:cubicBezTo>
                <a:cubicBezTo>
                  <a:pt x="97011" y="80539"/>
                  <a:pt x="97374" y="76927"/>
                  <a:pt x="97464" y="72109"/>
                </a:cubicBezTo>
                <a:lnTo>
                  <a:pt x="97464" y="11995"/>
                </a:lnTo>
                <a:cubicBezTo>
                  <a:pt x="95648" y="9814"/>
                  <a:pt x="94126" y="8201"/>
                  <a:pt x="92899" y="7157"/>
                </a:cubicBezTo>
                <a:cubicBezTo>
                  <a:pt x="91672" y="6112"/>
                  <a:pt x="90422" y="5407"/>
                  <a:pt x="89149" y="5044"/>
                </a:cubicBezTo>
                <a:cubicBezTo>
                  <a:pt x="87877" y="4679"/>
                  <a:pt x="86242" y="4497"/>
                  <a:pt x="84242" y="4497"/>
                </a:cubicBezTo>
                <a:lnTo>
                  <a:pt x="84242" y="1907"/>
                </a:lnTo>
                <a:lnTo>
                  <a:pt x="107552" y="1907"/>
                </a:lnTo>
                <a:lnTo>
                  <a:pt x="160033" y="67885"/>
                </a:lnTo>
                <a:lnTo>
                  <a:pt x="160033" y="21946"/>
                </a:lnTo>
                <a:cubicBezTo>
                  <a:pt x="159943" y="17130"/>
                  <a:pt x="159556" y="13518"/>
                  <a:pt x="158874" y="11109"/>
                </a:cubicBezTo>
                <a:cubicBezTo>
                  <a:pt x="158193" y="8701"/>
                  <a:pt x="156944" y="7042"/>
                  <a:pt x="155126" y="6134"/>
                </a:cubicBezTo>
                <a:cubicBezTo>
                  <a:pt x="153308" y="5224"/>
                  <a:pt x="150582" y="4679"/>
                  <a:pt x="146948" y="4497"/>
                </a:cubicBezTo>
                <a:lnTo>
                  <a:pt x="146948" y="1907"/>
                </a:lnTo>
                <a:lnTo>
                  <a:pt x="178982" y="1907"/>
                </a:lnTo>
                <a:close/>
                <a:moveTo>
                  <a:pt x="265541" y="30670"/>
                </a:moveTo>
                <a:lnTo>
                  <a:pt x="262407" y="30670"/>
                </a:lnTo>
                <a:cubicBezTo>
                  <a:pt x="261134" y="26217"/>
                  <a:pt x="259861" y="22809"/>
                  <a:pt x="258588" y="20446"/>
                </a:cubicBezTo>
                <a:cubicBezTo>
                  <a:pt x="257316" y="18083"/>
                  <a:pt x="255590" y="15811"/>
                  <a:pt x="253411" y="13630"/>
                </a:cubicBezTo>
                <a:cubicBezTo>
                  <a:pt x="247775" y="8178"/>
                  <a:pt x="241005" y="5452"/>
                  <a:pt x="233099" y="5452"/>
                </a:cubicBezTo>
                <a:cubicBezTo>
                  <a:pt x="226556" y="5452"/>
                  <a:pt x="220853" y="7110"/>
                  <a:pt x="215992" y="10427"/>
                </a:cubicBezTo>
                <a:cubicBezTo>
                  <a:pt x="211130" y="13744"/>
                  <a:pt x="207358" y="18447"/>
                  <a:pt x="204676" y="24536"/>
                </a:cubicBezTo>
                <a:cubicBezTo>
                  <a:pt x="201996" y="30624"/>
                  <a:pt x="200656" y="37804"/>
                  <a:pt x="200656" y="46074"/>
                </a:cubicBezTo>
                <a:cubicBezTo>
                  <a:pt x="200656" y="53616"/>
                  <a:pt x="201678" y="60341"/>
                  <a:pt x="203722" y="66248"/>
                </a:cubicBezTo>
                <a:cubicBezTo>
                  <a:pt x="205767" y="72155"/>
                  <a:pt x="208653" y="76790"/>
                  <a:pt x="212379" y="80153"/>
                </a:cubicBezTo>
                <a:cubicBezTo>
                  <a:pt x="218377" y="85423"/>
                  <a:pt x="225738" y="88059"/>
                  <a:pt x="234462" y="88059"/>
                </a:cubicBezTo>
                <a:cubicBezTo>
                  <a:pt x="240096" y="88059"/>
                  <a:pt x="245321" y="86968"/>
                  <a:pt x="250137" y="84787"/>
                </a:cubicBezTo>
                <a:cubicBezTo>
                  <a:pt x="254954" y="82606"/>
                  <a:pt x="259862" y="79107"/>
                  <a:pt x="264861" y="74291"/>
                </a:cubicBezTo>
                <a:lnTo>
                  <a:pt x="267313" y="76743"/>
                </a:lnTo>
                <a:cubicBezTo>
                  <a:pt x="263224" y="82287"/>
                  <a:pt x="257930" y="86559"/>
                  <a:pt x="251433" y="89558"/>
                </a:cubicBezTo>
                <a:cubicBezTo>
                  <a:pt x="244936" y="92558"/>
                  <a:pt x="237825" y="94057"/>
                  <a:pt x="230100" y="94057"/>
                </a:cubicBezTo>
                <a:cubicBezTo>
                  <a:pt x="221103" y="94057"/>
                  <a:pt x="213197" y="92126"/>
                  <a:pt x="206380" y="88265"/>
                </a:cubicBezTo>
                <a:cubicBezTo>
                  <a:pt x="199564" y="84401"/>
                  <a:pt x="194271" y="78994"/>
                  <a:pt x="190499" y="72043"/>
                </a:cubicBezTo>
                <a:cubicBezTo>
                  <a:pt x="186729" y="65090"/>
                  <a:pt x="184844" y="56979"/>
                  <a:pt x="184844" y="47709"/>
                </a:cubicBezTo>
                <a:cubicBezTo>
                  <a:pt x="184844" y="32442"/>
                  <a:pt x="189751" y="20446"/>
                  <a:pt x="199566" y="11723"/>
                </a:cubicBezTo>
                <a:cubicBezTo>
                  <a:pt x="203837" y="7997"/>
                  <a:pt x="208675" y="5112"/>
                  <a:pt x="214082" y="3068"/>
                </a:cubicBezTo>
                <a:cubicBezTo>
                  <a:pt x="219490" y="1023"/>
                  <a:pt x="224966" y="0"/>
                  <a:pt x="230510" y="0"/>
                </a:cubicBezTo>
                <a:cubicBezTo>
                  <a:pt x="233689" y="0"/>
                  <a:pt x="236961" y="272"/>
                  <a:pt x="240323" y="817"/>
                </a:cubicBezTo>
                <a:cubicBezTo>
                  <a:pt x="243686" y="1362"/>
                  <a:pt x="247049" y="2226"/>
                  <a:pt x="250411" y="3407"/>
                </a:cubicBezTo>
                <a:cubicBezTo>
                  <a:pt x="252592" y="4134"/>
                  <a:pt x="254365" y="4497"/>
                  <a:pt x="255728" y="4497"/>
                </a:cubicBezTo>
                <a:cubicBezTo>
                  <a:pt x="258726" y="4497"/>
                  <a:pt x="260634" y="2998"/>
                  <a:pt x="261452" y="0"/>
                </a:cubicBezTo>
                <a:lnTo>
                  <a:pt x="264314" y="0"/>
                </a:lnTo>
                <a:lnTo>
                  <a:pt x="265541" y="30670"/>
                </a:lnTo>
                <a:close/>
                <a:moveTo>
                  <a:pt x="362052" y="89558"/>
                </a:moveTo>
                <a:lnTo>
                  <a:pt x="362052" y="92148"/>
                </a:lnTo>
                <a:lnTo>
                  <a:pt x="340106" y="92148"/>
                </a:lnTo>
                <a:lnTo>
                  <a:pt x="307662" y="50163"/>
                </a:lnTo>
                <a:lnTo>
                  <a:pt x="300029" y="50436"/>
                </a:lnTo>
                <a:lnTo>
                  <a:pt x="300029" y="77291"/>
                </a:lnTo>
                <a:cubicBezTo>
                  <a:pt x="300120" y="80562"/>
                  <a:pt x="300439" y="83038"/>
                  <a:pt x="300984" y="84720"/>
                </a:cubicBezTo>
                <a:cubicBezTo>
                  <a:pt x="301528" y="86401"/>
                  <a:pt x="302664" y="87559"/>
                  <a:pt x="304391" y="88196"/>
                </a:cubicBezTo>
                <a:cubicBezTo>
                  <a:pt x="306118" y="88831"/>
                  <a:pt x="308754" y="89285"/>
                  <a:pt x="312299" y="89558"/>
                </a:cubicBezTo>
                <a:lnTo>
                  <a:pt x="312299" y="92148"/>
                </a:lnTo>
                <a:lnTo>
                  <a:pt x="274538" y="92148"/>
                </a:lnTo>
                <a:lnTo>
                  <a:pt x="274538" y="89558"/>
                </a:lnTo>
                <a:cubicBezTo>
                  <a:pt x="277991" y="89285"/>
                  <a:pt x="280513" y="88808"/>
                  <a:pt x="282103" y="88127"/>
                </a:cubicBezTo>
                <a:cubicBezTo>
                  <a:pt x="283694" y="87445"/>
                  <a:pt x="284762" y="86173"/>
                  <a:pt x="285307" y="84310"/>
                </a:cubicBezTo>
                <a:cubicBezTo>
                  <a:pt x="285853" y="82447"/>
                  <a:pt x="286126" y="79607"/>
                  <a:pt x="286126" y="75791"/>
                </a:cubicBezTo>
                <a:lnTo>
                  <a:pt x="286126" y="16767"/>
                </a:lnTo>
                <a:cubicBezTo>
                  <a:pt x="286126" y="13404"/>
                  <a:pt x="285853" y="10928"/>
                  <a:pt x="285307" y="9337"/>
                </a:cubicBezTo>
                <a:cubicBezTo>
                  <a:pt x="284762" y="7747"/>
                  <a:pt x="283671" y="6633"/>
                  <a:pt x="282035" y="5997"/>
                </a:cubicBezTo>
                <a:cubicBezTo>
                  <a:pt x="280400" y="5360"/>
                  <a:pt x="277901" y="4860"/>
                  <a:pt x="274538" y="4497"/>
                </a:cubicBezTo>
                <a:lnTo>
                  <a:pt x="274538" y="1907"/>
                </a:lnTo>
                <a:lnTo>
                  <a:pt x="312161" y="1907"/>
                </a:lnTo>
                <a:cubicBezTo>
                  <a:pt x="318614" y="1907"/>
                  <a:pt x="324475" y="2725"/>
                  <a:pt x="329746" y="4362"/>
                </a:cubicBezTo>
                <a:cubicBezTo>
                  <a:pt x="335016" y="5997"/>
                  <a:pt x="338924" y="8223"/>
                  <a:pt x="341469" y="11041"/>
                </a:cubicBezTo>
                <a:cubicBezTo>
                  <a:pt x="345013" y="14948"/>
                  <a:pt x="346785" y="19901"/>
                  <a:pt x="346785" y="25900"/>
                </a:cubicBezTo>
                <a:cubicBezTo>
                  <a:pt x="346785" y="32169"/>
                  <a:pt x="344831" y="37099"/>
                  <a:pt x="340924" y="40689"/>
                </a:cubicBezTo>
                <a:cubicBezTo>
                  <a:pt x="337016" y="44279"/>
                  <a:pt x="330745" y="46937"/>
                  <a:pt x="322112" y="48664"/>
                </a:cubicBezTo>
                <a:lnTo>
                  <a:pt x="350194" y="83152"/>
                </a:lnTo>
                <a:cubicBezTo>
                  <a:pt x="352192" y="85423"/>
                  <a:pt x="354032" y="87014"/>
                  <a:pt x="355712" y="87923"/>
                </a:cubicBezTo>
                <a:cubicBezTo>
                  <a:pt x="357394" y="88832"/>
                  <a:pt x="359508" y="89377"/>
                  <a:pt x="362052" y="89558"/>
                </a:cubicBezTo>
                <a:moveTo>
                  <a:pt x="300029" y="11858"/>
                </a:moveTo>
                <a:lnTo>
                  <a:pt x="300029" y="45392"/>
                </a:lnTo>
                <a:cubicBezTo>
                  <a:pt x="304391" y="45302"/>
                  <a:pt x="307958" y="45120"/>
                  <a:pt x="310730" y="44847"/>
                </a:cubicBezTo>
                <a:cubicBezTo>
                  <a:pt x="313502" y="44574"/>
                  <a:pt x="315910" y="44119"/>
                  <a:pt x="317954" y="43484"/>
                </a:cubicBezTo>
                <a:cubicBezTo>
                  <a:pt x="320000" y="42848"/>
                  <a:pt x="322067" y="41939"/>
                  <a:pt x="324157" y="40757"/>
                </a:cubicBezTo>
                <a:cubicBezTo>
                  <a:pt x="326611" y="39485"/>
                  <a:pt x="328520" y="37485"/>
                  <a:pt x="329883" y="34759"/>
                </a:cubicBezTo>
                <a:cubicBezTo>
                  <a:pt x="331246" y="32033"/>
                  <a:pt x="331928" y="28988"/>
                  <a:pt x="331928" y="25626"/>
                </a:cubicBezTo>
                <a:cubicBezTo>
                  <a:pt x="331928" y="19173"/>
                  <a:pt x="329905" y="14448"/>
                  <a:pt x="325860" y="11450"/>
                </a:cubicBezTo>
                <a:cubicBezTo>
                  <a:pt x="321817" y="8451"/>
                  <a:pt x="315524" y="6951"/>
                  <a:pt x="306982" y="6951"/>
                </a:cubicBezTo>
                <a:cubicBezTo>
                  <a:pt x="304256" y="6951"/>
                  <a:pt x="302415" y="7292"/>
                  <a:pt x="301460" y="7975"/>
                </a:cubicBezTo>
                <a:cubicBezTo>
                  <a:pt x="300506" y="8656"/>
                  <a:pt x="300029" y="9950"/>
                  <a:pt x="300029" y="11858"/>
                </a:cubicBezTo>
                <a:close/>
                <a:moveTo>
                  <a:pt x="458972" y="1907"/>
                </a:moveTo>
                <a:lnTo>
                  <a:pt x="458972" y="4497"/>
                </a:lnTo>
                <a:cubicBezTo>
                  <a:pt x="456699" y="4679"/>
                  <a:pt x="454654" y="5224"/>
                  <a:pt x="452836" y="6134"/>
                </a:cubicBezTo>
                <a:cubicBezTo>
                  <a:pt x="451019" y="7042"/>
                  <a:pt x="449156" y="8587"/>
                  <a:pt x="447247" y="10768"/>
                </a:cubicBezTo>
                <a:cubicBezTo>
                  <a:pt x="445339" y="12949"/>
                  <a:pt x="442976" y="16039"/>
                  <a:pt x="440160" y="20037"/>
                </a:cubicBezTo>
                <a:lnTo>
                  <a:pt x="419986" y="50845"/>
                </a:lnTo>
                <a:lnTo>
                  <a:pt x="419986" y="77291"/>
                </a:lnTo>
                <a:cubicBezTo>
                  <a:pt x="420076" y="80743"/>
                  <a:pt x="420440" y="83333"/>
                  <a:pt x="421076" y="85059"/>
                </a:cubicBezTo>
                <a:cubicBezTo>
                  <a:pt x="421713" y="86786"/>
                  <a:pt x="423030" y="87944"/>
                  <a:pt x="425028" y="88535"/>
                </a:cubicBezTo>
                <a:cubicBezTo>
                  <a:pt x="427028" y="89126"/>
                  <a:pt x="430027" y="89467"/>
                  <a:pt x="434026" y="89558"/>
                </a:cubicBezTo>
                <a:lnTo>
                  <a:pt x="434026" y="92148"/>
                </a:lnTo>
                <a:lnTo>
                  <a:pt x="392314" y="92148"/>
                </a:lnTo>
                <a:lnTo>
                  <a:pt x="392314" y="89558"/>
                </a:lnTo>
                <a:cubicBezTo>
                  <a:pt x="396493" y="89377"/>
                  <a:pt x="399537" y="88990"/>
                  <a:pt x="401445" y="88400"/>
                </a:cubicBezTo>
                <a:cubicBezTo>
                  <a:pt x="403355" y="87809"/>
                  <a:pt x="404605" y="86560"/>
                  <a:pt x="405195" y="84652"/>
                </a:cubicBezTo>
                <a:cubicBezTo>
                  <a:pt x="405786" y="82742"/>
                  <a:pt x="406082" y="79789"/>
                  <a:pt x="406082" y="75791"/>
                </a:cubicBezTo>
                <a:lnTo>
                  <a:pt x="406082" y="52071"/>
                </a:lnTo>
                <a:lnTo>
                  <a:pt x="388225" y="25900"/>
                </a:lnTo>
                <a:cubicBezTo>
                  <a:pt x="384862" y="21083"/>
                  <a:pt x="382090" y="17266"/>
                  <a:pt x="379909" y="14450"/>
                </a:cubicBezTo>
                <a:cubicBezTo>
                  <a:pt x="377728" y="11632"/>
                  <a:pt x="375933" y="9519"/>
                  <a:pt x="374524" y="8110"/>
                </a:cubicBezTo>
                <a:cubicBezTo>
                  <a:pt x="373115" y="6701"/>
                  <a:pt x="371774" y="5770"/>
                  <a:pt x="370501" y="5316"/>
                </a:cubicBezTo>
                <a:cubicBezTo>
                  <a:pt x="369230" y="4862"/>
                  <a:pt x="367776" y="4588"/>
                  <a:pt x="366141" y="4497"/>
                </a:cubicBezTo>
                <a:lnTo>
                  <a:pt x="366141" y="1907"/>
                </a:lnTo>
                <a:lnTo>
                  <a:pt x="404309" y="1907"/>
                </a:lnTo>
                <a:lnTo>
                  <a:pt x="404309" y="4497"/>
                </a:lnTo>
                <a:cubicBezTo>
                  <a:pt x="403583" y="4588"/>
                  <a:pt x="402901" y="4634"/>
                  <a:pt x="402265" y="4634"/>
                </a:cubicBezTo>
                <a:cubicBezTo>
                  <a:pt x="401628" y="4634"/>
                  <a:pt x="401173" y="4634"/>
                  <a:pt x="400900" y="4634"/>
                </a:cubicBezTo>
                <a:cubicBezTo>
                  <a:pt x="396721" y="4906"/>
                  <a:pt x="394631" y="6223"/>
                  <a:pt x="394631" y="8586"/>
                </a:cubicBezTo>
                <a:cubicBezTo>
                  <a:pt x="394631" y="10314"/>
                  <a:pt x="395404" y="12314"/>
                  <a:pt x="396948" y="14585"/>
                </a:cubicBezTo>
                <a:lnTo>
                  <a:pt x="417122" y="44847"/>
                </a:lnTo>
                <a:lnTo>
                  <a:pt x="436616" y="14040"/>
                </a:lnTo>
                <a:cubicBezTo>
                  <a:pt x="437887" y="12132"/>
                  <a:pt x="438523" y="10451"/>
                  <a:pt x="438523" y="8996"/>
                </a:cubicBezTo>
                <a:cubicBezTo>
                  <a:pt x="438523" y="7360"/>
                  <a:pt x="437842" y="6224"/>
                  <a:pt x="436479" y="5589"/>
                </a:cubicBezTo>
                <a:cubicBezTo>
                  <a:pt x="435115" y="4952"/>
                  <a:pt x="432662" y="4588"/>
                  <a:pt x="429117" y="4497"/>
                </a:cubicBezTo>
                <a:lnTo>
                  <a:pt x="429117" y="1907"/>
                </a:lnTo>
                <a:lnTo>
                  <a:pt x="458972" y="1907"/>
                </a:lnTo>
                <a:close/>
                <a:moveTo>
                  <a:pt x="463199" y="4497"/>
                </a:moveTo>
                <a:lnTo>
                  <a:pt x="463199" y="1907"/>
                </a:lnTo>
                <a:lnTo>
                  <a:pt x="499185" y="1907"/>
                </a:lnTo>
                <a:cubicBezTo>
                  <a:pt x="505637" y="1907"/>
                  <a:pt x="511589" y="2793"/>
                  <a:pt x="517042" y="4566"/>
                </a:cubicBezTo>
                <a:cubicBezTo>
                  <a:pt x="522494" y="6338"/>
                  <a:pt x="526584" y="8724"/>
                  <a:pt x="529311" y="11723"/>
                </a:cubicBezTo>
                <a:cubicBezTo>
                  <a:pt x="533037" y="15721"/>
                  <a:pt x="534900" y="20673"/>
                  <a:pt x="534900" y="26580"/>
                </a:cubicBezTo>
                <a:cubicBezTo>
                  <a:pt x="534900" y="31033"/>
                  <a:pt x="533741" y="35214"/>
                  <a:pt x="531423" y="39123"/>
                </a:cubicBezTo>
                <a:cubicBezTo>
                  <a:pt x="529106" y="43030"/>
                  <a:pt x="525902" y="46074"/>
                  <a:pt x="521813" y="48254"/>
                </a:cubicBezTo>
                <a:cubicBezTo>
                  <a:pt x="516269" y="51345"/>
                  <a:pt x="508317" y="52890"/>
                  <a:pt x="497958" y="52890"/>
                </a:cubicBezTo>
                <a:cubicBezTo>
                  <a:pt x="496231" y="52890"/>
                  <a:pt x="494687" y="52845"/>
                  <a:pt x="493323" y="52755"/>
                </a:cubicBezTo>
                <a:cubicBezTo>
                  <a:pt x="491960" y="52663"/>
                  <a:pt x="490370" y="52572"/>
                  <a:pt x="488552" y="52480"/>
                </a:cubicBezTo>
                <a:lnTo>
                  <a:pt x="488552" y="77291"/>
                </a:lnTo>
                <a:cubicBezTo>
                  <a:pt x="488643" y="80652"/>
                  <a:pt x="489007" y="83196"/>
                  <a:pt x="489642" y="84924"/>
                </a:cubicBezTo>
                <a:cubicBezTo>
                  <a:pt x="490278" y="86650"/>
                  <a:pt x="491506" y="87832"/>
                  <a:pt x="493323" y="88468"/>
                </a:cubicBezTo>
                <a:cubicBezTo>
                  <a:pt x="495141" y="89103"/>
                  <a:pt x="497822" y="89467"/>
                  <a:pt x="501367" y="89558"/>
                </a:cubicBezTo>
                <a:lnTo>
                  <a:pt x="501367" y="92148"/>
                </a:lnTo>
                <a:lnTo>
                  <a:pt x="463199" y="92148"/>
                </a:lnTo>
                <a:lnTo>
                  <a:pt x="463199" y="89558"/>
                </a:lnTo>
                <a:cubicBezTo>
                  <a:pt x="466652" y="89195"/>
                  <a:pt x="469173" y="88695"/>
                  <a:pt x="470764" y="88059"/>
                </a:cubicBezTo>
                <a:cubicBezTo>
                  <a:pt x="472354" y="87422"/>
                  <a:pt x="473399" y="86173"/>
                  <a:pt x="473898" y="84310"/>
                </a:cubicBezTo>
                <a:cubicBezTo>
                  <a:pt x="474399" y="82447"/>
                  <a:pt x="474649" y="79607"/>
                  <a:pt x="474649" y="75791"/>
                </a:cubicBezTo>
                <a:lnTo>
                  <a:pt x="474649" y="16767"/>
                </a:lnTo>
                <a:cubicBezTo>
                  <a:pt x="474649" y="13404"/>
                  <a:pt x="474376" y="10928"/>
                  <a:pt x="473830" y="9337"/>
                </a:cubicBezTo>
                <a:cubicBezTo>
                  <a:pt x="473285" y="7747"/>
                  <a:pt x="472217" y="6633"/>
                  <a:pt x="470627" y="5997"/>
                </a:cubicBezTo>
                <a:cubicBezTo>
                  <a:pt x="469036" y="5360"/>
                  <a:pt x="466560" y="4860"/>
                  <a:pt x="463199" y="4497"/>
                </a:cubicBezTo>
                <a:moveTo>
                  <a:pt x="488552" y="11586"/>
                </a:moveTo>
                <a:lnTo>
                  <a:pt x="488552" y="47029"/>
                </a:lnTo>
                <a:cubicBezTo>
                  <a:pt x="490097" y="47119"/>
                  <a:pt x="491437" y="47210"/>
                  <a:pt x="492573" y="47301"/>
                </a:cubicBezTo>
                <a:cubicBezTo>
                  <a:pt x="493710" y="47391"/>
                  <a:pt x="494960" y="47436"/>
                  <a:pt x="496323" y="47436"/>
                </a:cubicBezTo>
                <a:cubicBezTo>
                  <a:pt x="512135" y="47436"/>
                  <a:pt x="520041" y="40757"/>
                  <a:pt x="520041" y="27398"/>
                </a:cubicBezTo>
                <a:cubicBezTo>
                  <a:pt x="520041" y="20401"/>
                  <a:pt x="517860" y="15244"/>
                  <a:pt x="513497" y="11927"/>
                </a:cubicBezTo>
                <a:cubicBezTo>
                  <a:pt x="509136" y="8610"/>
                  <a:pt x="502366" y="6951"/>
                  <a:pt x="493186" y="6951"/>
                </a:cubicBezTo>
                <a:cubicBezTo>
                  <a:pt x="491370" y="6951"/>
                  <a:pt x="490143" y="7270"/>
                  <a:pt x="489507" y="7906"/>
                </a:cubicBezTo>
                <a:cubicBezTo>
                  <a:pt x="488870" y="8543"/>
                  <a:pt x="488552" y="9769"/>
                  <a:pt x="488552" y="11586"/>
                </a:cubicBezTo>
                <a:close/>
                <a:moveTo>
                  <a:pt x="598421" y="89558"/>
                </a:moveTo>
                <a:lnTo>
                  <a:pt x="598421" y="92148"/>
                </a:lnTo>
                <a:lnTo>
                  <a:pt x="558619" y="92148"/>
                </a:lnTo>
                <a:lnTo>
                  <a:pt x="558619" y="89558"/>
                </a:lnTo>
                <a:cubicBezTo>
                  <a:pt x="562435" y="89285"/>
                  <a:pt x="565252" y="88831"/>
                  <a:pt x="567070" y="88196"/>
                </a:cubicBezTo>
                <a:cubicBezTo>
                  <a:pt x="568888" y="87559"/>
                  <a:pt x="570069" y="86310"/>
                  <a:pt x="570614" y="84448"/>
                </a:cubicBezTo>
                <a:cubicBezTo>
                  <a:pt x="571159" y="82584"/>
                  <a:pt x="571431" y="79698"/>
                  <a:pt x="571431" y="75791"/>
                </a:cubicBezTo>
                <a:lnTo>
                  <a:pt x="571431" y="7634"/>
                </a:lnTo>
                <a:lnTo>
                  <a:pt x="564070" y="7634"/>
                </a:lnTo>
                <a:cubicBezTo>
                  <a:pt x="558891" y="7724"/>
                  <a:pt x="554916" y="8178"/>
                  <a:pt x="552144" y="8996"/>
                </a:cubicBezTo>
                <a:cubicBezTo>
                  <a:pt x="549372" y="9814"/>
                  <a:pt x="547326" y="11450"/>
                  <a:pt x="546008" y="13905"/>
                </a:cubicBezTo>
                <a:cubicBezTo>
                  <a:pt x="544690" y="16358"/>
                  <a:pt x="543487" y="20083"/>
                  <a:pt x="542397" y="25081"/>
                </a:cubicBezTo>
                <a:lnTo>
                  <a:pt x="539125" y="25081"/>
                </a:lnTo>
                <a:lnTo>
                  <a:pt x="539942" y="1907"/>
                </a:lnTo>
                <a:lnTo>
                  <a:pt x="616825" y="1907"/>
                </a:lnTo>
                <a:lnTo>
                  <a:pt x="617643" y="25081"/>
                </a:lnTo>
                <a:lnTo>
                  <a:pt x="614371" y="25081"/>
                </a:lnTo>
                <a:cubicBezTo>
                  <a:pt x="613371" y="20083"/>
                  <a:pt x="612212" y="16358"/>
                  <a:pt x="610895" y="13905"/>
                </a:cubicBezTo>
                <a:cubicBezTo>
                  <a:pt x="609578" y="11450"/>
                  <a:pt x="607533" y="9814"/>
                  <a:pt x="604761" y="8996"/>
                </a:cubicBezTo>
                <a:cubicBezTo>
                  <a:pt x="601989" y="8178"/>
                  <a:pt x="597968" y="7724"/>
                  <a:pt x="592697" y="7634"/>
                </a:cubicBezTo>
                <a:lnTo>
                  <a:pt x="585336" y="7634"/>
                </a:lnTo>
                <a:lnTo>
                  <a:pt x="585336" y="77291"/>
                </a:lnTo>
                <a:cubicBezTo>
                  <a:pt x="585426" y="80562"/>
                  <a:pt x="585767" y="83060"/>
                  <a:pt x="586357" y="84787"/>
                </a:cubicBezTo>
                <a:cubicBezTo>
                  <a:pt x="586948" y="86513"/>
                  <a:pt x="588175" y="87695"/>
                  <a:pt x="590037" y="88331"/>
                </a:cubicBezTo>
                <a:cubicBezTo>
                  <a:pt x="591901" y="88968"/>
                  <a:pt x="594695" y="89377"/>
                  <a:pt x="598421" y="8955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920" cap="flat">
            <a:solidFill>
              <a:srgbClr val="FFFFFF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87DD4-22FB-44C1-A7A9-A2AE8913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768" y="1361959"/>
            <a:ext cx="1019004" cy="339348"/>
          </a:xfrm>
          <a:custGeom xmlns:a="http://schemas.openxmlformats.org/drawingml/2006/main">
            <a:pathLst>
              <a:path w="1019004" h="339348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1501A-AEEA-48CF-8048-42B48DD4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768" y="1361959"/>
            <a:ext cx="1019004" cy="339348"/>
          </a:xfrm>
          <a:custGeom xmlns:a="http://schemas.openxmlformats.org/drawingml/2006/main">
            <a:pathLst>
              <a:path w="1019004" h="339348" fill="none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4A7EBB"/>
            </a:solidFill>
            <a:round/>
          </a:ln>
        </p:spPr>
      </p:sp>
      <p:sp>
        <p:nvSpPr>
          <p:cNvPr id="101" name="Text MAC">
            <a:extLst xmlns:a="http://schemas.openxmlformats.org/drawingml/2006/main">
              <a:ext uri="{FF2B5EF4-FFF2-40B4-BE49-F238E27FC236}">
                <a16:creationId xmlns:a16="http://schemas.microsoft.com/office/drawing/2014/main" id="{9C571568-D77E-4FD6-945F-EE7EE20D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7329" y="1484286"/>
            <a:ext cx="305596" cy="93925"/>
          </a:xfrm>
          <a:custGeom xmlns:a="http://schemas.openxmlformats.org/drawingml/2006/main">
            <a:pathLst>
              <a:path w="305596" h="93925">
                <a:moveTo>
                  <a:pt x="115842" y="1905"/>
                </a:moveTo>
                <a:lnTo>
                  <a:pt x="115842" y="4491"/>
                </a:lnTo>
                <a:cubicBezTo>
                  <a:pt x="112574" y="4672"/>
                  <a:pt x="110101" y="5103"/>
                  <a:pt x="108421" y="5785"/>
                </a:cubicBezTo>
                <a:cubicBezTo>
                  <a:pt x="106743" y="6465"/>
                  <a:pt x="105609" y="7644"/>
                  <a:pt x="105019" y="9324"/>
                </a:cubicBezTo>
                <a:cubicBezTo>
                  <a:pt x="104429" y="11002"/>
                  <a:pt x="104089" y="13475"/>
                  <a:pt x="103999" y="16743"/>
                </a:cubicBezTo>
                <a:lnTo>
                  <a:pt x="103999" y="77182"/>
                </a:lnTo>
                <a:cubicBezTo>
                  <a:pt x="104089" y="80448"/>
                  <a:pt x="104429" y="82921"/>
                  <a:pt x="105019" y="84601"/>
                </a:cubicBezTo>
                <a:cubicBezTo>
                  <a:pt x="105609" y="86279"/>
                  <a:pt x="106743" y="87459"/>
                  <a:pt x="108421" y="88140"/>
                </a:cubicBezTo>
                <a:cubicBezTo>
                  <a:pt x="110101" y="88820"/>
                  <a:pt x="112574" y="89251"/>
                  <a:pt x="115842" y="89432"/>
                </a:cubicBezTo>
                <a:lnTo>
                  <a:pt x="115842" y="92018"/>
                </a:lnTo>
                <a:lnTo>
                  <a:pt x="77726" y="92018"/>
                </a:lnTo>
                <a:lnTo>
                  <a:pt x="77726" y="89432"/>
                </a:lnTo>
                <a:cubicBezTo>
                  <a:pt x="81357" y="89160"/>
                  <a:pt x="84034" y="88706"/>
                  <a:pt x="85758" y="88072"/>
                </a:cubicBezTo>
                <a:cubicBezTo>
                  <a:pt x="87482" y="87436"/>
                  <a:pt x="88639" y="86166"/>
                  <a:pt x="89229" y="84260"/>
                </a:cubicBezTo>
                <a:cubicBezTo>
                  <a:pt x="89819" y="82354"/>
                  <a:pt x="90114" y="79495"/>
                  <a:pt x="90114" y="75684"/>
                </a:cubicBezTo>
                <a:lnTo>
                  <a:pt x="90114" y="14020"/>
                </a:lnTo>
                <a:lnTo>
                  <a:pt x="55267" y="92018"/>
                </a:lnTo>
                <a:lnTo>
                  <a:pt x="53362" y="92018"/>
                </a:lnTo>
                <a:lnTo>
                  <a:pt x="19194" y="17150"/>
                </a:lnTo>
                <a:lnTo>
                  <a:pt x="19194" y="72008"/>
                </a:lnTo>
                <a:cubicBezTo>
                  <a:pt x="19286" y="76637"/>
                  <a:pt x="19671" y="80176"/>
                  <a:pt x="20351" y="82626"/>
                </a:cubicBezTo>
                <a:cubicBezTo>
                  <a:pt x="21032" y="85075"/>
                  <a:pt x="22280" y="86777"/>
                  <a:pt x="24094" y="87731"/>
                </a:cubicBezTo>
                <a:cubicBezTo>
                  <a:pt x="25909" y="88684"/>
                  <a:pt x="28541" y="89251"/>
                  <a:pt x="31989" y="89432"/>
                </a:cubicBezTo>
                <a:lnTo>
                  <a:pt x="31989" y="92018"/>
                </a:lnTo>
                <a:lnTo>
                  <a:pt x="0" y="92018"/>
                </a:lnTo>
                <a:lnTo>
                  <a:pt x="0" y="89432"/>
                </a:lnTo>
                <a:cubicBezTo>
                  <a:pt x="3721" y="89160"/>
                  <a:pt x="6511" y="88593"/>
                  <a:pt x="8371" y="87731"/>
                </a:cubicBezTo>
                <a:cubicBezTo>
                  <a:pt x="10232" y="86869"/>
                  <a:pt x="11480" y="85235"/>
                  <a:pt x="12116" y="82831"/>
                </a:cubicBezTo>
                <a:cubicBezTo>
                  <a:pt x="12751" y="80426"/>
                  <a:pt x="13114" y="76818"/>
                  <a:pt x="13204" y="72008"/>
                </a:cubicBezTo>
                <a:lnTo>
                  <a:pt x="13204" y="16743"/>
                </a:lnTo>
                <a:cubicBezTo>
                  <a:pt x="13114" y="13294"/>
                  <a:pt x="12774" y="10730"/>
                  <a:pt x="12184" y="9052"/>
                </a:cubicBezTo>
                <a:cubicBezTo>
                  <a:pt x="11594" y="7372"/>
                  <a:pt x="10392" y="6237"/>
                  <a:pt x="8576" y="5648"/>
                </a:cubicBezTo>
                <a:cubicBezTo>
                  <a:pt x="6761" y="5058"/>
                  <a:pt x="3994" y="4672"/>
                  <a:pt x="274" y="4491"/>
                </a:cubicBezTo>
                <a:lnTo>
                  <a:pt x="274" y="1905"/>
                </a:lnTo>
                <a:lnTo>
                  <a:pt x="27226" y="1905"/>
                </a:lnTo>
                <a:lnTo>
                  <a:pt x="58669" y="70647"/>
                </a:lnTo>
                <a:lnTo>
                  <a:pt x="88753" y="1905"/>
                </a:lnTo>
                <a:lnTo>
                  <a:pt x="115842" y="1905"/>
                </a:lnTo>
                <a:close/>
                <a:moveTo>
                  <a:pt x="216026" y="89432"/>
                </a:moveTo>
                <a:lnTo>
                  <a:pt x="216026" y="92018"/>
                </a:lnTo>
                <a:lnTo>
                  <a:pt x="181317" y="92018"/>
                </a:lnTo>
                <a:lnTo>
                  <a:pt x="181317" y="89432"/>
                </a:lnTo>
                <a:cubicBezTo>
                  <a:pt x="184946" y="89341"/>
                  <a:pt x="187441" y="88978"/>
                  <a:pt x="188802" y="88344"/>
                </a:cubicBezTo>
                <a:cubicBezTo>
                  <a:pt x="190163" y="87708"/>
                  <a:pt x="190844" y="86529"/>
                  <a:pt x="190844" y="84805"/>
                </a:cubicBezTo>
                <a:cubicBezTo>
                  <a:pt x="190844" y="82627"/>
                  <a:pt x="189982" y="79586"/>
                  <a:pt x="188258" y="75684"/>
                </a:cubicBezTo>
                <a:lnTo>
                  <a:pt x="182677" y="62615"/>
                </a:lnTo>
                <a:lnTo>
                  <a:pt x="147014" y="62615"/>
                </a:lnTo>
                <a:lnTo>
                  <a:pt x="140751" y="78542"/>
                </a:lnTo>
                <a:cubicBezTo>
                  <a:pt x="140026" y="80448"/>
                  <a:pt x="139663" y="82217"/>
                  <a:pt x="139663" y="83851"/>
                </a:cubicBezTo>
                <a:cubicBezTo>
                  <a:pt x="139663" y="85848"/>
                  <a:pt x="140389" y="87278"/>
                  <a:pt x="141840" y="88140"/>
                </a:cubicBezTo>
                <a:cubicBezTo>
                  <a:pt x="143292" y="89002"/>
                  <a:pt x="145652" y="89432"/>
                  <a:pt x="148918" y="89432"/>
                </a:cubicBezTo>
                <a:lnTo>
                  <a:pt x="148918" y="92018"/>
                </a:lnTo>
                <a:lnTo>
                  <a:pt x="121966" y="92018"/>
                </a:lnTo>
                <a:lnTo>
                  <a:pt x="121966" y="89432"/>
                </a:lnTo>
                <a:cubicBezTo>
                  <a:pt x="123600" y="89341"/>
                  <a:pt x="125007" y="89046"/>
                  <a:pt x="126187" y="88548"/>
                </a:cubicBezTo>
                <a:cubicBezTo>
                  <a:pt x="127367" y="88048"/>
                  <a:pt x="128501" y="87072"/>
                  <a:pt x="129589" y="85621"/>
                </a:cubicBezTo>
                <a:cubicBezTo>
                  <a:pt x="130678" y="84168"/>
                  <a:pt x="131948" y="81967"/>
                  <a:pt x="133401" y="79018"/>
                </a:cubicBezTo>
                <a:cubicBezTo>
                  <a:pt x="134853" y="76069"/>
                  <a:pt x="136669" y="72099"/>
                  <a:pt x="138847" y="67108"/>
                </a:cubicBezTo>
                <a:lnTo>
                  <a:pt x="167159" y="272"/>
                </a:lnTo>
                <a:lnTo>
                  <a:pt x="169882" y="272"/>
                </a:lnTo>
                <a:lnTo>
                  <a:pt x="203776" y="77589"/>
                </a:lnTo>
                <a:cubicBezTo>
                  <a:pt x="205410" y="80947"/>
                  <a:pt x="206748" y="83443"/>
                  <a:pt x="207791" y="85077"/>
                </a:cubicBezTo>
                <a:cubicBezTo>
                  <a:pt x="208835" y="86709"/>
                  <a:pt x="209970" y="87798"/>
                  <a:pt x="211195" y="88344"/>
                </a:cubicBezTo>
                <a:cubicBezTo>
                  <a:pt x="212421" y="88888"/>
                  <a:pt x="214031" y="89251"/>
                  <a:pt x="216026" y="89432"/>
                </a:cubicBezTo>
                <a:moveTo>
                  <a:pt x="149328" y="57034"/>
                </a:moveTo>
                <a:lnTo>
                  <a:pt x="180772" y="57034"/>
                </a:lnTo>
                <a:lnTo>
                  <a:pt x="164980" y="19601"/>
                </a:lnTo>
                <a:lnTo>
                  <a:pt x="149328" y="57034"/>
                </a:lnTo>
                <a:close/>
                <a:moveTo>
                  <a:pt x="303827" y="30626"/>
                </a:moveTo>
                <a:lnTo>
                  <a:pt x="300697" y="30626"/>
                </a:lnTo>
                <a:cubicBezTo>
                  <a:pt x="299426" y="26180"/>
                  <a:pt x="298154" y="22777"/>
                  <a:pt x="296883" y="20418"/>
                </a:cubicBezTo>
                <a:cubicBezTo>
                  <a:pt x="295613" y="18058"/>
                  <a:pt x="293890" y="15789"/>
                  <a:pt x="291713" y="13611"/>
                </a:cubicBezTo>
                <a:cubicBezTo>
                  <a:pt x="286086" y="8166"/>
                  <a:pt x="279325" y="5444"/>
                  <a:pt x="271431" y="5444"/>
                </a:cubicBezTo>
                <a:cubicBezTo>
                  <a:pt x="264896" y="5444"/>
                  <a:pt x="259202" y="7100"/>
                  <a:pt x="254347" y="10412"/>
                </a:cubicBezTo>
                <a:cubicBezTo>
                  <a:pt x="249492" y="13725"/>
                  <a:pt x="245726" y="18421"/>
                  <a:pt x="243048" y="24501"/>
                </a:cubicBezTo>
                <a:cubicBezTo>
                  <a:pt x="240371" y="30581"/>
                  <a:pt x="239033" y="37751"/>
                  <a:pt x="239033" y="46009"/>
                </a:cubicBezTo>
                <a:cubicBezTo>
                  <a:pt x="239033" y="53541"/>
                  <a:pt x="240053" y="60256"/>
                  <a:pt x="242094" y="66155"/>
                </a:cubicBezTo>
                <a:cubicBezTo>
                  <a:pt x="244137" y="72054"/>
                  <a:pt x="247018" y="76682"/>
                  <a:pt x="250739" y="80040"/>
                </a:cubicBezTo>
                <a:cubicBezTo>
                  <a:pt x="256729" y="85303"/>
                  <a:pt x="264080" y="87935"/>
                  <a:pt x="272791" y="87935"/>
                </a:cubicBezTo>
                <a:cubicBezTo>
                  <a:pt x="278417" y="87935"/>
                  <a:pt x="283635" y="86846"/>
                  <a:pt x="288444" y="84668"/>
                </a:cubicBezTo>
                <a:cubicBezTo>
                  <a:pt x="293255" y="82489"/>
                  <a:pt x="298156" y="78996"/>
                  <a:pt x="303148" y="74187"/>
                </a:cubicBezTo>
                <a:lnTo>
                  <a:pt x="305596" y="76636"/>
                </a:lnTo>
                <a:cubicBezTo>
                  <a:pt x="301513" y="82172"/>
                  <a:pt x="296227" y="86437"/>
                  <a:pt x="289738" y="89432"/>
                </a:cubicBezTo>
                <a:cubicBezTo>
                  <a:pt x="283251" y="92428"/>
                  <a:pt x="276150" y="93925"/>
                  <a:pt x="268436" y="93925"/>
                </a:cubicBezTo>
                <a:cubicBezTo>
                  <a:pt x="259452" y="93925"/>
                  <a:pt x="251556" y="91997"/>
                  <a:pt x="244749" y="88140"/>
                </a:cubicBezTo>
                <a:cubicBezTo>
                  <a:pt x="237943" y="84283"/>
                  <a:pt x="232657" y="78883"/>
                  <a:pt x="228890" y="71941"/>
                </a:cubicBezTo>
                <a:cubicBezTo>
                  <a:pt x="225125" y="64998"/>
                  <a:pt x="223243" y="56899"/>
                  <a:pt x="223243" y="47642"/>
                </a:cubicBezTo>
                <a:cubicBezTo>
                  <a:pt x="223243" y="32396"/>
                  <a:pt x="228143" y="20418"/>
                  <a:pt x="237944" y="11706"/>
                </a:cubicBezTo>
                <a:cubicBezTo>
                  <a:pt x="242209" y="7986"/>
                  <a:pt x="247041" y="5105"/>
                  <a:pt x="252440" y="3064"/>
                </a:cubicBezTo>
                <a:cubicBezTo>
                  <a:pt x="257841" y="1021"/>
                  <a:pt x="263309" y="0"/>
                  <a:pt x="268845" y="0"/>
                </a:cubicBezTo>
                <a:cubicBezTo>
                  <a:pt x="272020" y="0"/>
                  <a:pt x="275287" y="272"/>
                  <a:pt x="278644" y="816"/>
                </a:cubicBezTo>
                <a:cubicBezTo>
                  <a:pt x="282002" y="1360"/>
                  <a:pt x="285360" y="2222"/>
                  <a:pt x="288718" y="3402"/>
                </a:cubicBezTo>
                <a:cubicBezTo>
                  <a:pt x="290896" y="4128"/>
                  <a:pt x="292666" y="4491"/>
                  <a:pt x="294027" y="4491"/>
                </a:cubicBezTo>
                <a:cubicBezTo>
                  <a:pt x="297021" y="4491"/>
                  <a:pt x="298926" y="2994"/>
                  <a:pt x="299743" y="0"/>
                </a:cubicBezTo>
                <a:lnTo>
                  <a:pt x="302601" y="0"/>
                </a:lnTo>
                <a:lnTo>
                  <a:pt x="303827" y="3062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MAC">
            <a:extLst xmlns:a="http://schemas.openxmlformats.org/drawingml/2006/main">
              <a:ext uri="{FF2B5EF4-FFF2-40B4-BE49-F238E27FC236}">
                <a16:creationId xmlns:a16="http://schemas.microsoft.com/office/drawing/2014/main" id="{32F32401-F063-4115-B1EF-EE4BF1F9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7329" y="1484286"/>
            <a:ext cx="305596" cy="93925"/>
          </a:xfrm>
          <a:custGeom xmlns:a="http://schemas.openxmlformats.org/drawingml/2006/main">
            <a:pathLst>
              <a:path w="305596" h="93925" fill="none">
                <a:moveTo>
                  <a:pt x="115842" y="1905"/>
                </a:moveTo>
                <a:lnTo>
                  <a:pt x="115842" y="4491"/>
                </a:lnTo>
                <a:cubicBezTo>
                  <a:pt x="112574" y="4672"/>
                  <a:pt x="110101" y="5103"/>
                  <a:pt x="108421" y="5785"/>
                </a:cubicBezTo>
                <a:cubicBezTo>
                  <a:pt x="106743" y="6465"/>
                  <a:pt x="105609" y="7644"/>
                  <a:pt x="105019" y="9324"/>
                </a:cubicBezTo>
                <a:cubicBezTo>
                  <a:pt x="104429" y="11002"/>
                  <a:pt x="104089" y="13475"/>
                  <a:pt x="103999" y="16743"/>
                </a:cubicBezTo>
                <a:lnTo>
                  <a:pt x="103999" y="77182"/>
                </a:lnTo>
                <a:cubicBezTo>
                  <a:pt x="104089" y="80448"/>
                  <a:pt x="104429" y="82921"/>
                  <a:pt x="105019" y="84601"/>
                </a:cubicBezTo>
                <a:cubicBezTo>
                  <a:pt x="105609" y="86279"/>
                  <a:pt x="106743" y="87459"/>
                  <a:pt x="108421" y="88140"/>
                </a:cubicBezTo>
                <a:cubicBezTo>
                  <a:pt x="110101" y="88820"/>
                  <a:pt x="112574" y="89251"/>
                  <a:pt x="115842" y="89432"/>
                </a:cubicBezTo>
                <a:lnTo>
                  <a:pt x="115842" y="92018"/>
                </a:lnTo>
                <a:lnTo>
                  <a:pt x="77726" y="92018"/>
                </a:lnTo>
                <a:lnTo>
                  <a:pt x="77726" y="89432"/>
                </a:lnTo>
                <a:cubicBezTo>
                  <a:pt x="81357" y="89160"/>
                  <a:pt x="84034" y="88706"/>
                  <a:pt x="85758" y="88072"/>
                </a:cubicBezTo>
                <a:cubicBezTo>
                  <a:pt x="87482" y="87436"/>
                  <a:pt x="88639" y="86166"/>
                  <a:pt x="89229" y="84260"/>
                </a:cubicBezTo>
                <a:cubicBezTo>
                  <a:pt x="89819" y="82354"/>
                  <a:pt x="90114" y="79495"/>
                  <a:pt x="90114" y="75684"/>
                </a:cubicBezTo>
                <a:lnTo>
                  <a:pt x="90114" y="14020"/>
                </a:lnTo>
                <a:lnTo>
                  <a:pt x="55267" y="92018"/>
                </a:lnTo>
                <a:lnTo>
                  <a:pt x="53362" y="92018"/>
                </a:lnTo>
                <a:lnTo>
                  <a:pt x="19194" y="17150"/>
                </a:lnTo>
                <a:lnTo>
                  <a:pt x="19194" y="72008"/>
                </a:lnTo>
                <a:cubicBezTo>
                  <a:pt x="19286" y="76637"/>
                  <a:pt x="19671" y="80176"/>
                  <a:pt x="20351" y="82626"/>
                </a:cubicBezTo>
                <a:cubicBezTo>
                  <a:pt x="21032" y="85075"/>
                  <a:pt x="22280" y="86777"/>
                  <a:pt x="24094" y="87731"/>
                </a:cubicBezTo>
                <a:cubicBezTo>
                  <a:pt x="25909" y="88684"/>
                  <a:pt x="28541" y="89251"/>
                  <a:pt x="31989" y="89432"/>
                </a:cubicBezTo>
                <a:lnTo>
                  <a:pt x="31989" y="92018"/>
                </a:lnTo>
                <a:lnTo>
                  <a:pt x="0" y="92018"/>
                </a:lnTo>
                <a:lnTo>
                  <a:pt x="0" y="89432"/>
                </a:lnTo>
                <a:cubicBezTo>
                  <a:pt x="3721" y="89160"/>
                  <a:pt x="6511" y="88593"/>
                  <a:pt x="8371" y="87731"/>
                </a:cubicBezTo>
                <a:cubicBezTo>
                  <a:pt x="10232" y="86869"/>
                  <a:pt x="11480" y="85235"/>
                  <a:pt x="12116" y="82831"/>
                </a:cubicBezTo>
                <a:cubicBezTo>
                  <a:pt x="12751" y="80426"/>
                  <a:pt x="13114" y="76818"/>
                  <a:pt x="13204" y="72008"/>
                </a:cubicBezTo>
                <a:lnTo>
                  <a:pt x="13204" y="16743"/>
                </a:lnTo>
                <a:cubicBezTo>
                  <a:pt x="13114" y="13294"/>
                  <a:pt x="12774" y="10730"/>
                  <a:pt x="12184" y="9052"/>
                </a:cubicBezTo>
                <a:cubicBezTo>
                  <a:pt x="11594" y="7372"/>
                  <a:pt x="10392" y="6237"/>
                  <a:pt x="8576" y="5648"/>
                </a:cubicBezTo>
                <a:cubicBezTo>
                  <a:pt x="6761" y="5058"/>
                  <a:pt x="3994" y="4672"/>
                  <a:pt x="274" y="4491"/>
                </a:cubicBezTo>
                <a:lnTo>
                  <a:pt x="274" y="1905"/>
                </a:lnTo>
                <a:lnTo>
                  <a:pt x="27226" y="1905"/>
                </a:lnTo>
                <a:lnTo>
                  <a:pt x="58669" y="70647"/>
                </a:lnTo>
                <a:lnTo>
                  <a:pt x="88753" y="1905"/>
                </a:lnTo>
                <a:lnTo>
                  <a:pt x="115842" y="1905"/>
                </a:lnTo>
                <a:close/>
                <a:moveTo>
                  <a:pt x="216026" y="89432"/>
                </a:moveTo>
                <a:lnTo>
                  <a:pt x="216026" y="92018"/>
                </a:lnTo>
                <a:lnTo>
                  <a:pt x="181317" y="92018"/>
                </a:lnTo>
                <a:lnTo>
                  <a:pt x="181317" y="89432"/>
                </a:lnTo>
                <a:cubicBezTo>
                  <a:pt x="184946" y="89341"/>
                  <a:pt x="187441" y="88978"/>
                  <a:pt x="188802" y="88344"/>
                </a:cubicBezTo>
                <a:cubicBezTo>
                  <a:pt x="190163" y="87708"/>
                  <a:pt x="190844" y="86529"/>
                  <a:pt x="190844" y="84805"/>
                </a:cubicBezTo>
                <a:cubicBezTo>
                  <a:pt x="190844" y="82627"/>
                  <a:pt x="189982" y="79586"/>
                  <a:pt x="188258" y="75684"/>
                </a:cubicBezTo>
                <a:lnTo>
                  <a:pt x="182677" y="62615"/>
                </a:lnTo>
                <a:lnTo>
                  <a:pt x="147014" y="62615"/>
                </a:lnTo>
                <a:lnTo>
                  <a:pt x="140751" y="78542"/>
                </a:lnTo>
                <a:cubicBezTo>
                  <a:pt x="140026" y="80448"/>
                  <a:pt x="139663" y="82217"/>
                  <a:pt x="139663" y="83851"/>
                </a:cubicBezTo>
                <a:cubicBezTo>
                  <a:pt x="139663" y="85848"/>
                  <a:pt x="140389" y="87278"/>
                  <a:pt x="141840" y="88140"/>
                </a:cubicBezTo>
                <a:cubicBezTo>
                  <a:pt x="143292" y="89002"/>
                  <a:pt x="145652" y="89432"/>
                  <a:pt x="148918" y="89432"/>
                </a:cubicBezTo>
                <a:lnTo>
                  <a:pt x="148918" y="92018"/>
                </a:lnTo>
                <a:lnTo>
                  <a:pt x="121966" y="92018"/>
                </a:lnTo>
                <a:lnTo>
                  <a:pt x="121966" y="89432"/>
                </a:lnTo>
                <a:cubicBezTo>
                  <a:pt x="123600" y="89341"/>
                  <a:pt x="125007" y="89046"/>
                  <a:pt x="126187" y="88548"/>
                </a:cubicBezTo>
                <a:cubicBezTo>
                  <a:pt x="127367" y="88048"/>
                  <a:pt x="128501" y="87072"/>
                  <a:pt x="129589" y="85621"/>
                </a:cubicBezTo>
                <a:cubicBezTo>
                  <a:pt x="130678" y="84168"/>
                  <a:pt x="131948" y="81967"/>
                  <a:pt x="133401" y="79018"/>
                </a:cubicBezTo>
                <a:cubicBezTo>
                  <a:pt x="134853" y="76069"/>
                  <a:pt x="136669" y="72099"/>
                  <a:pt x="138847" y="67108"/>
                </a:cubicBezTo>
                <a:lnTo>
                  <a:pt x="167159" y="272"/>
                </a:lnTo>
                <a:lnTo>
                  <a:pt x="169882" y="272"/>
                </a:lnTo>
                <a:lnTo>
                  <a:pt x="203776" y="77589"/>
                </a:lnTo>
                <a:cubicBezTo>
                  <a:pt x="205410" y="80947"/>
                  <a:pt x="206748" y="83443"/>
                  <a:pt x="207791" y="85077"/>
                </a:cubicBezTo>
                <a:cubicBezTo>
                  <a:pt x="208835" y="86709"/>
                  <a:pt x="209970" y="87798"/>
                  <a:pt x="211195" y="88344"/>
                </a:cubicBezTo>
                <a:cubicBezTo>
                  <a:pt x="212421" y="88888"/>
                  <a:pt x="214031" y="89251"/>
                  <a:pt x="216026" y="89432"/>
                </a:cubicBezTo>
                <a:moveTo>
                  <a:pt x="149328" y="57034"/>
                </a:moveTo>
                <a:lnTo>
                  <a:pt x="180772" y="57034"/>
                </a:lnTo>
                <a:lnTo>
                  <a:pt x="164980" y="19601"/>
                </a:lnTo>
                <a:lnTo>
                  <a:pt x="149328" y="57034"/>
                </a:lnTo>
                <a:close/>
                <a:moveTo>
                  <a:pt x="303827" y="30626"/>
                </a:moveTo>
                <a:lnTo>
                  <a:pt x="300697" y="30626"/>
                </a:lnTo>
                <a:cubicBezTo>
                  <a:pt x="299426" y="26180"/>
                  <a:pt x="298154" y="22777"/>
                  <a:pt x="296883" y="20418"/>
                </a:cubicBezTo>
                <a:cubicBezTo>
                  <a:pt x="295613" y="18058"/>
                  <a:pt x="293890" y="15789"/>
                  <a:pt x="291713" y="13611"/>
                </a:cubicBezTo>
                <a:cubicBezTo>
                  <a:pt x="286086" y="8166"/>
                  <a:pt x="279325" y="5444"/>
                  <a:pt x="271431" y="5444"/>
                </a:cubicBezTo>
                <a:cubicBezTo>
                  <a:pt x="264896" y="5444"/>
                  <a:pt x="259202" y="7100"/>
                  <a:pt x="254347" y="10412"/>
                </a:cubicBezTo>
                <a:cubicBezTo>
                  <a:pt x="249492" y="13725"/>
                  <a:pt x="245726" y="18421"/>
                  <a:pt x="243048" y="24501"/>
                </a:cubicBezTo>
                <a:cubicBezTo>
                  <a:pt x="240371" y="30581"/>
                  <a:pt x="239033" y="37751"/>
                  <a:pt x="239033" y="46009"/>
                </a:cubicBezTo>
                <a:cubicBezTo>
                  <a:pt x="239033" y="53541"/>
                  <a:pt x="240053" y="60256"/>
                  <a:pt x="242094" y="66155"/>
                </a:cubicBezTo>
                <a:cubicBezTo>
                  <a:pt x="244137" y="72054"/>
                  <a:pt x="247018" y="76682"/>
                  <a:pt x="250739" y="80040"/>
                </a:cubicBezTo>
                <a:cubicBezTo>
                  <a:pt x="256729" y="85303"/>
                  <a:pt x="264080" y="87935"/>
                  <a:pt x="272791" y="87935"/>
                </a:cubicBezTo>
                <a:cubicBezTo>
                  <a:pt x="278417" y="87935"/>
                  <a:pt x="283635" y="86846"/>
                  <a:pt x="288444" y="84668"/>
                </a:cubicBezTo>
                <a:cubicBezTo>
                  <a:pt x="293255" y="82489"/>
                  <a:pt x="298156" y="78996"/>
                  <a:pt x="303148" y="74187"/>
                </a:cubicBezTo>
                <a:lnTo>
                  <a:pt x="305596" y="76636"/>
                </a:lnTo>
                <a:cubicBezTo>
                  <a:pt x="301513" y="82172"/>
                  <a:pt x="296227" y="86437"/>
                  <a:pt x="289738" y="89432"/>
                </a:cubicBezTo>
                <a:cubicBezTo>
                  <a:pt x="283251" y="92428"/>
                  <a:pt x="276150" y="93925"/>
                  <a:pt x="268436" y="93925"/>
                </a:cubicBezTo>
                <a:cubicBezTo>
                  <a:pt x="259452" y="93925"/>
                  <a:pt x="251556" y="91997"/>
                  <a:pt x="244749" y="88140"/>
                </a:cubicBezTo>
                <a:cubicBezTo>
                  <a:pt x="237943" y="84283"/>
                  <a:pt x="232657" y="78883"/>
                  <a:pt x="228890" y="71941"/>
                </a:cubicBezTo>
                <a:cubicBezTo>
                  <a:pt x="225125" y="64998"/>
                  <a:pt x="223243" y="56899"/>
                  <a:pt x="223243" y="47642"/>
                </a:cubicBezTo>
                <a:cubicBezTo>
                  <a:pt x="223243" y="32396"/>
                  <a:pt x="228143" y="20418"/>
                  <a:pt x="237944" y="11706"/>
                </a:cubicBezTo>
                <a:cubicBezTo>
                  <a:pt x="242209" y="7986"/>
                  <a:pt x="247041" y="5105"/>
                  <a:pt x="252440" y="3064"/>
                </a:cubicBezTo>
                <a:cubicBezTo>
                  <a:pt x="257841" y="1021"/>
                  <a:pt x="263309" y="0"/>
                  <a:pt x="268845" y="0"/>
                </a:cubicBezTo>
                <a:cubicBezTo>
                  <a:pt x="272020" y="0"/>
                  <a:pt x="275287" y="272"/>
                  <a:pt x="278644" y="816"/>
                </a:cubicBezTo>
                <a:cubicBezTo>
                  <a:pt x="282002" y="1360"/>
                  <a:pt x="285360" y="2222"/>
                  <a:pt x="288718" y="3402"/>
                </a:cubicBezTo>
                <a:cubicBezTo>
                  <a:pt x="290896" y="4128"/>
                  <a:pt x="292666" y="4491"/>
                  <a:pt x="294027" y="4491"/>
                </a:cubicBezTo>
                <a:cubicBezTo>
                  <a:pt x="297021" y="4491"/>
                  <a:pt x="298926" y="2994"/>
                  <a:pt x="299743" y="0"/>
                </a:cubicBezTo>
                <a:lnTo>
                  <a:pt x="302601" y="0"/>
                </a:lnTo>
                <a:lnTo>
                  <a:pt x="303827" y="306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20" cap="flat">
            <a:solidFill>
              <a:srgbClr val="FFFFFF"/>
            </a:solidFill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A687FD-A239-41EE-A4ED-27823B84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108" y="1885360"/>
            <a:ext cx="3623550" cy="317300"/>
          </a:xfrm>
          <a:custGeom xmlns:a="http://schemas.openxmlformats.org/drawingml/2006/main">
            <a:pathLst>
              <a:path w="3623550" h="317300">
                <a:moveTo>
                  <a:pt x="0" y="317300"/>
                </a:moveTo>
                <a:lnTo>
                  <a:pt x="0" y="0"/>
                </a:lnTo>
                <a:lnTo>
                  <a:pt x="3623550" y="0"/>
                </a:lnTo>
                <a:lnTo>
                  <a:pt x="3623550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B87B1-07FF-49D0-88A6-748F3A35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108" y="1885360"/>
            <a:ext cx="3623550" cy="317300"/>
          </a:xfrm>
          <a:custGeom xmlns:a="http://schemas.openxmlformats.org/drawingml/2006/main">
            <a:pathLst>
              <a:path w="3623550" h="317300" fill="none">
                <a:moveTo>
                  <a:pt x="0" y="317300"/>
                </a:moveTo>
                <a:lnTo>
                  <a:pt x="3623550" y="317300"/>
                </a:lnTo>
                <a:lnTo>
                  <a:pt x="3623550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05" name="Text EncryptedPacket">
            <a:extLst xmlns:a="http://schemas.openxmlformats.org/drawingml/2006/main">
              <a:ext uri="{FF2B5EF4-FFF2-40B4-BE49-F238E27FC236}">
                <a16:creationId xmlns:a16="http://schemas.microsoft.com/office/drawing/2014/main" id="{EFD96AA8-E017-403E-A02D-BEF0AF76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0130" y="1995675"/>
            <a:ext cx="953623" cy="122820"/>
          </a:xfrm>
          <a:custGeom xmlns:a="http://schemas.openxmlformats.org/drawingml/2006/main">
            <a:pathLst>
              <a:path w="953623" h="122820">
                <a:moveTo>
                  <a:pt x="79745" y="70065"/>
                </a:moveTo>
                <a:lnTo>
                  <a:pt x="73611" y="93103"/>
                </a:lnTo>
                <a:lnTo>
                  <a:pt x="0" y="93103"/>
                </a:lnTo>
                <a:lnTo>
                  <a:pt x="0" y="90513"/>
                </a:lnTo>
                <a:cubicBezTo>
                  <a:pt x="3273" y="90331"/>
                  <a:pt x="5749" y="89900"/>
                  <a:pt x="7430" y="89219"/>
                </a:cubicBezTo>
                <a:cubicBezTo>
                  <a:pt x="9112" y="88537"/>
                  <a:pt x="10248" y="87356"/>
                  <a:pt x="10839" y="85675"/>
                </a:cubicBezTo>
                <a:cubicBezTo>
                  <a:pt x="11430" y="83993"/>
                  <a:pt x="11770" y="81516"/>
                  <a:pt x="11860" y="78245"/>
                </a:cubicBezTo>
                <a:lnTo>
                  <a:pt x="11860" y="17722"/>
                </a:lnTo>
                <a:cubicBezTo>
                  <a:pt x="11770" y="14449"/>
                  <a:pt x="11430" y="11972"/>
                  <a:pt x="10839" y="10292"/>
                </a:cubicBezTo>
                <a:cubicBezTo>
                  <a:pt x="10248" y="8610"/>
                  <a:pt x="9135" y="7428"/>
                  <a:pt x="7498" y="6748"/>
                </a:cubicBezTo>
                <a:cubicBezTo>
                  <a:pt x="5862" y="6065"/>
                  <a:pt x="3363" y="5633"/>
                  <a:pt x="0" y="5452"/>
                </a:cubicBezTo>
                <a:lnTo>
                  <a:pt x="0" y="2862"/>
                </a:lnTo>
                <a:lnTo>
                  <a:pt x="72384" y="2862"/>
                </a:lnTo>
                <a:lnTo>
                  <a:pt x="72794" y="22356"/>
                </a:lnTo>
                <a:lnTo>
                  <a:pt x="69384" y="22356"/>
                </a:lnTo>
                <a:cubicBezTo>
                  <a:pt x="68658" y="18267"/>
                  <a:pt x="67704" y="15222"/>
                  <a:pt x="66522" y="13223"/>
                </a:cubicBezTo>
                <a:cubicBezTo>
                  <a:pt x="65341" y="11223"/>
                  <a:pt x="63387" y="9883"/>
                  <a:pt x="60661" y="9202"/>
                </a:cubicBezTo>
                <a:cubicBezTo>
                  <a:pt x="57935" y="8520"/>
                  <a:pt x="53936" y="8133"/>
                  <a:pt x="48666" y="8043"/>
                </a:cubicBezTo>
                <a:lnTo>
                  <a:pt x="30262" y="8043"/>
                </a:lnTo>
                <a:cubicBezTo>
                  <a:pt x="28354" y="8043"/>
                  <a:pt x="27149" y="8293"/>
                  <a:pt x="26649" y="8792"/>
                </a:cubicBezTo>
                <a:cubicBezTo>
                  <a:pt x="26150" y="9291"/>
                  <a:pt x="25855" y="10586"/>
                  <a:pt x="25765" y="12678"/>
                </a:cubicBezTo>
                <a:lnTo>
                  <a:pt x="25765" y="42939"/>
                </a:lnTo>
                <a:lnTo>
                  <a:pt x="46756" y="42939"/>
                </a:lnTo>
                <a:cubicBezTo>
                  <a:pt x="50574" y="42848"/>
                  <a:pt x="53459" y="42485"/>
                  <a:pt x="55413" y="41849"/>
                </a:cubicBezTo>
                <a:cubicBezTo>
                  <a:pt x="57367" y="41213"/>
                  <a:pt x="58775" y="39986"/>
                  <a:pt x="59638" y="38168"/>
                </a:cubicBezTo>
                <a:cubicBezTo>
                  <a:pt x="60501" y="36350"/>
                  <a:pt x="61206" y="33624"/>
                  <a:pt x="61751" y="29989"/>
                </a:cubicBezTo>
                <a:lnTo>
                  <a:pt x="64888" y="29989"/>
                </a:lnTo>
                <a:lnTo>
                  <a:pt x="64888" y="61614"/>
                </a:lnTo>
                <a:lnTo>
                  <a:pt x="61751" y="61614"/>
                </a:lnTo>
                <a:cubicBezTo>
                  <a:pt x="61206" y="57888"/>
                  <a:pt x="60501" y="55116"/>
                  <a:pt x="59638" y="53300"/>
                </a:cubicBezTo>
                <a:cubicBezTo>
                  <a:pt x="58775" y="51482"/>
                  <a:pt x="57367" y="50255"/>
                  <a:pt x="55413" y="49618"/>
                </a:cubicBezTo>
                <a:cubicBezTo>
                  <a:pt x="53459" y="48982"/>
                  <a:pt x="50574" y="48618"/>
                  <a:pt x="46756" y="48528"/>
                </a:cubicBezTo>
                <a:lnTo>
                  <a:pt x="25765" y="48528"/>
                </a:lnTo>
                <a:lnTo>
                  <a:pt x="25765" y="82197"/>
                </a:lnTo>
                <a:cubicBezTo>
                  <a:pt x="25765" y="83924"/>
                  <a:pt x="25969" y="85173"/>
                  <a:pt x="26378" y="85945"/>
                </a:cubicBezTo>
                <a:cubicBezTo>
                  <a:pt x="26788" y="86718"/>
                  <a:pt x="27991" y="87218"/>
                  <a:pt x="29989" y="87445"/>
                </a:cubicBezTo>
                <a:cubicBezTo>
                  <a:pt x="31989" y="87672"/>
                  <a:pt x="35352" y="87877"/>
                  <a:pt x="40077" y="88059"/>
                </a:cubicBezTo>
                <a:lnTo>
                  <a:pt x="43757" y="88059"/>
                </a:lnTo>
                <a:cubicBezTo>
                  <a:pt x="50301" y="87969"/>
                  <a:pt x="55526" y="87446"/>
                  <a:pt x="59434" y="86492"/>
                </a:cubicBezTo>
                <a:cubicBezTo>
                  <a:pt x="63341" y="85537"/>
                  <a:pt x="66522" y="83765"/>
                  <a:pt x="68975" y="81176"/>
                </a:cubicBezTo>
                <a:cubicBezTo>
                  <a:pt x="71429" y="78586"/>
                  <a:pt x="73747" y="74882"/>
                  <a:pt x="75928" y="70065"/>
                </a:cubicBezTo>
                <a:lnTo>
                  <a:pt x="79745" y="70065"/>
                </a:lnTo>
                <a:close/>
                <a:moveTo>
                  <a:pt x="84108" y="93103"/>
                </a:moveTo>
                <a:lnTo>
                  <a:pt x="84108" y="91058"/>
                </a:lnTo>
                <a:cubicBezTo>
                  <a:pt x="87561" y="90876"/>
                  <a:pt x="89809" y="90127"/>
                  <a:pt x="90854" y="88810"/>
                </a:cubicBezTo>
                <a:cubicBezTo>
                  <a:pt x="91899" y="87491"/>
                  <a:pt x="92468" y="84833"/>
                  <a:pt x="92559" y="80835"/>
                </a:cubicBezTo>
                <a:lnTo>
                  <a:pt x="92559" y="47029"/>
                </a:lnTo>
                <a:cubicBezTo>
                  <a:pt x="92559" y="43666"/>
                  <a:pt x="92195" y="41372"/>
                  <a:pt x="91467" y="40146"/>
                </a:cubicBezTo>
                <a:cubicBezTo>
                  <a:pt x="90741" y="38919"/>
                  <a:pt x="89423" y="38305"/>
                  <a:pt x="87515" y="38305"/>
                </a:cubicBezTo>
                <a:cubicBezTo>
                  <a:pt x="85789" y="38305"/>
                  <a:pt x="84562" y="38487"/>
                  <a:pt x="83836" y="38850"/>
                </a:cubicBezTo>
                <a:lnTo>
                  <a:pt x="83836" y="36533"/>
                </a:lnTo>
                <a:cubicBezTo>
                  <a:pt x="87562" y="35442"/>
                  <a:pt x="90788" y="34442"/>
                  <a:pt x="93514" y="33534"/>
                </a:cubicBezTo>
                <a:cubicBezTo>
                  <a:pt x="96240" y="32624"/>
                  <a:pt x="99285" y="31578"/>
                  <a:pt x="102647" y="30397"/>
                </a:cubicBezTo>
                <a:lnTo>
                  <a:pt x="103600" y="30672"/>
                </a:lnTo>
                <a:lnTo>
                  <a:pt x="103600" y="41440"/>
                </a:lnTo>
                <a:cubicBezTo>
                  <a:pt x="106691" y="38532"/>
                  <a:pt x="109326" y="36283"/>
                  <a:pt x="111506" y="34692"/>
                </a:cubicBezTo>
                <a:cubicBezTo>
                  <a:pt x="113687" y="33102"/>
                  <a:pt x="115687" y="31988"/>
                  <a:pt x="117505" y="31352"/>
                </a:cubicBezTo>
                <a:cubicBezTo>
                  <a:pt x="119323" y="30715"/>
                  <a:pt x="121276" y="30397"/>
                  <a:pt x="123366" y="30397"/>
                </a:cubicBezTo>
                <a:cubicBezTo>
                  <a:pt x="128455" y="30397"/>
                  <a:pt x="132408" y="32192"/>
                  <a:pt x="135224" y="35782"/>
                </a:cubicBezTo>
                <a:cubicBezTo>
                  <a:pt x="138042" y="39372"/>
                  <a:pt x="139451" y="44393"/>
                  <a:pt x="139451" y="50845"/>
                </a:cubicBezTo>
                <a:lnTo>
                  <a:pt x="139451" y="82062"/>
                </a:lnTo>
                <a:cubicBezTo>
                  <a:pt x="139542" y="85423"/>
                  <a:pt x="140110" y="87672"/>
                  <a:pt x="141154" y="88810"/>
                </a:cubicBezTo>
                <a:cubicBezTo>
                  <a:pt x="142200" y="89945"/>
                  <a:pt x="144404" y="90695"/>
                  <a:pt x="147766" y="91058"/>
                </a:cubicBezTo>
                <a:lnTo>
                  <a:pt x="147766" y="93103"/>
                </a:lnTo>
                <a:lnTo>
                  <a:pt x="119412" y="93103"/>
                </a:lnTo>
                <a:lnTo>
                  <a:pt x="119412" y="91058"/>
                </a:lnTo>
                <a:cubicBezTo>
                  <a:pt x="122775" y="90876"/>
                  <a:pt x="125024" y="90036"/>
                  <a:pt x="126159" y="88537"/>
                </a:cubicBezTo>
                <a:cubicBezTo>
                  <a:pt x="127297" y="87037"/>
                  <a:pt x="127910" y="84060"/>
                  <a:pt x="128000" y="79608"/>
                </a:cubicBezTo>
                <a:lnTo>
                  <a:pt x="128000" y="51118"/>
                </a:lnTo>
                <a:cubicBezTo>
                  <a:pt x="128000" y="42303"/>
                  <a:pt x="124683" y="37895"/>
                  <a:pt x="118050" y="37895"/>
                </a:cubicBezTo>
                <a:cubicBezTo>
                  <a:pt x="115778" y="37895"/>
                  <a:pt x="113666" y="38418"/>
                  <a:pt x="111712" y="39464"/>
                </a:cubicBezTo>
                <a:cubicBezTo>
                  <a:pt x="109758" y="40508"/>
                  <a:pt x="107191" y="42575"/>
                  <a:pt x="104010" y="45664"/>
                </a:cubicBezTo>
                <a:lnTo>
                  <a:pt x="104010" y="83969"/>
                </a:lnTo>
                <a:cubicBezTo>
                  <a:pt x="104010" y="86424"/>
                  <a:pt x="104668" y="88174"/>
                  <a:pt x="105986" y="89219"/>
                </a:cubicBezTo>
                <a:cubicBezTo>
                  <a:pt x="107303" y="90263"/>
                  <a:pt x="109643" y="90876"/>
                  <a:pt x="113006" y="91058"/>
                </a:cubicBezTo>
                <a:lnTo>
                  <a:pt x="113006" y="93103"/>
                </a:lnTo>
                <a:lnTo>
                  <a:pt x="84108" y="93103"/>
                </a:lnTo>
                <a:close/>
                <a:moveTo>
                  <a:pt x="204064" y="71837"/>
                </a:moveTo>
                <a:lnTo>
                  <a:pt x="205973" y="73064"/>
                </a:lnTo>
                <a:cubicBezTo>
                  <a:pt x="203974" y="77063"/>
                  <a:pt x="202201" y="80176"/>
                  <a:pt x="200657" y="82403"/>
                </a:cubicBezTo>
                <a:cubicBezTo>
                  <a:pt x="199112" y="84629"/>
                  <a:pt x="197431" y="86514"/>
                  <a:pt x="195613" y="88059"/>
                </a:cubicBezTo>
                <a:cubicBezTo>
                  <a:pt x="190615" y="92330"/>
                  <a:pt x="185117" y="94465"/>
                  <a:pt x="179118" y="94465"/>
                </a:cubicBezTo>
                <a:cubicBezTo>
                  <a:pt x="174121" y="94465"/>
                  <a:pt x="169668" y="93171"/>
                  <a:pt x="165761" y="90582"/>
                </a:cubicBezTo>
                <a:cubicBezTo>
                  <a:pt x="161853" y="87991"/>
                  <a:pt x="158786" y="84402"/>
                  <a:pt x="156559" y="79814"/>
                </a:cubicBezTo>
                <a:cubicBezTo>
                  <a:pt x="154332" y="75224"/>
                  <a:pt x="153218" y="70020"/>
                  <a:pt x="153218" y="64203"/>
                </a:cubicBezTo>
                <a:cubicBezTo>
                  <a:pt x="153218" y="53025"/>
                  <a:pt x="156763" y="44301"/>
                  <a:pt x="163851" y="38031"/>
                </a:cubicBezTo>
                <a:cubicBezTo>
                  <a:pt x="169668" y="32942"/>
                  <a:pt x="176075" y="30397"/>
                  <a:pt x="183072" y="30397"/>
                </a:cubicBezTo>
                <a:cubicBezTo>
                  <a:pt x="186888" y="30397"/>
                  <a:pt x="190387" y="31034"/>
                  <a:pt x="193568" y="32306"/>
                </a:cubicBezTo>
                <a:cubicBezTo>
                  <a:pt x="196749" y="33578"/>
                  <a:pt x="199294" y="35282"/>
                  <a:pt x="201202" y="37419"/>
                </a:cubicBezTo>
                <a:cubicBezTo>
                  <a:pt x="203110" y="39555"/>
                  <a:pt x="204064" y="41895"/>
                  <a:pt x="204064" y="44439"/>
                </a:cubicBezTo>
                <a:cubicBezTo>
                  <a:pt x="204064" y="45984"/>
                  <a:pt x="203450" y="47324"/>
                  <a:pt x="202223" y="48460"/>
                </a:cubicBezTo>
                <a:cubicBezTo>
                  <a:pt x="200997" y="49595"/>
                  <a:pt x="199475" y="50163"/>
                  <a:pt x="197657" y="50163"/>
                </a:cubicBezTo>
                <a:cubicBezTo>
                  <a:pt x="194476" y="50163"/>
                  <a:pt x="192295" y="48074"/>
                  <a:pt x="191114" y="43894"/>
                </a:cubicBezTo>
                <a:lnTo>
                  <a:pt x="190296" y="40895"/>
                </a:lnTo>
                <a:cubicBezTo>
                  <a:pt x="189660" y="38350"/>
                  <a:pt x="188774" y="36624"/>
                  <a:pt x="187638" y="35716"/>
                </a:cubicBezTo>
                <a:cubicBezTo>
                  <a:pt x="186502" y="34806"/>
                  <a:pt x="184708" y="34351"/>
                  <a:pt x="182255" y="34351"/>
                </a:cubicBezTo>
                <a:cubicBezTo>
                  <a:pt x="176711" y="34351"/>
                  <a:pt x="172235" y="36532"/>
                  <a:pt x="168827" y="40895"/>
                </a:cubicBezTo>
                <a:cubicBezTo>
                  <a:pt x="165419" y="45256"/>
                  <a:pt x="163716" y="50981"/>
                  <a:pt x="163716" y="58069"/>
                </a:cubicBezTo>
                <a:cubicBezTo>
                  <a:pt x="163716" y="63250"/>
                  <a:pt x="164602" y="67840"/>
                  <a:pt x="166374" y="71839"/>
                </a:cubicBezTo>
                <a:cubicBezTo>
                  <a:pt x="168146" y="75837"/>
                  <a:pt x="170622" y="78972"/>
                  <a:pt x="173802" y="81245"/>
                </a:cubicBezTo>
                <a:cubicBezTo>
                  <a:pt x="176983" y="83516"/>
                  <a:pt x="180664" y="84652"/>
                  <a:pt x="184845" y="84652"/>
                </a:cubicBezTo>
                <a:cubicBezTo>
                  <a:pt x="188752" y="84652"/>
                  <a:pt x="192114" y="83698"/>
                  <a:pt x="194930" y="81790"/>
                </a:cubicBezTo>
                <a:cubicBezTo>
                  <a:pt x="197748" y="79880"/>
                  <a:pt x="200793" y="76563"/>
                  <a:pt x="204064" y="71837"/>
                </a:cubicBezTo>
                <a:close/>
                <a:moveTo>
                  <a:pt x="211017" y="93103"/>
                </a:moveTo>
                <a:lnTo>
                  <a:pt x="211017" y="91058"/>
                </a:lnTo>
                <a:cubicBezTo>
                  <a:pt x="213925" y="90513"/>
                  <a:pt x="216037" y="89991"/>
                  <a:pt x="217354" y="89492"/>
                </a:cubicBezTo>
                <a:cubicBezTo>
                  <a:pt x="218672" y="88991"/>
                  <a:pt x="219535" y="88150"/>
                  <a:pt x="219944" y="86969"/>
                </a:cubicBezTo>
                <a:cubicBezTo>
                  <a:pt x="220353" y="85787"/>
                  <a:pt x="220603" y="84015"/>
                  <a:pt x="220695" y="81652"/>
                </a:cubicBezTo>
                <a:lnTo>
                  <a:pt x="220695" y="47574"/>
                </a:lnTo>
                <a:cubicBezTo>
                  <a:pt x="220695" y="44574"/>
                  <a:pt x="220354" y="42462"/>
                  <a:pt x="219672" y="41236"/>
                </a:cubicBezTo>
                <a:cubicBezTo>
                  <a:pt x="218991" y="40009"/>
                  <a:pt x="217787" y="39395"/>
                  <a:pt x="216061" y="39395"/>
                </a:cubicBezTo>
                <a:cubicBezTo>
                  <a:pt x="214606" y="39395"/>
                  <a:pt x="213016" y="39577"/>
                  <a:pt x="211289" y="39940"/>
                </a:cubicBezTo>
                <a:lnTo>
                  <a:pt x="211289" y="37758"/>
                </a:lnTo>
                <a:cubicBezTo>
                  <a:pt x="215287" y="36487"/>
                  <a:pt x="218740" y="35306"/>
                  <a:pt x="221648" y="34216"/>
                </a:cubicBezTo>
                <a:cubicBezTo>
                  <a:pt x="224557" y="33125"/>
                  <a:pt x="227829" y="31852"/>
                  <a:pt x="231463" y="30397"/>
                </a:cubicBezTo>
                <a:lnTo>
                  <a:pt x="232145" y="30672"/>
                </a:lnTo>
                <a:lnTo>
                  <a:pt x="232145" y="43212"/>
                </a:lnTo>
                <a:cubicBezTo>
                  <a:pt x="235508" y="38304"/>
                  <a:pt x="238370" y="34942"/>
                  <a:pt x="240732" y="33124"/>
                </a:cubicBezTo>
                <a:cubicBezTo>
                  <a:pt x="243094" y="31306"/>
                  <a:pt x="245685" y="30397"/>
                  <a:pt x="248502" y="30397"/>
                </a:cubicBezTo>
                <a:cubicBezTo>
                  <a:pt x="250865" y="30397"/>
                  <a:pt x="252705" y="31034"/>
                  <a:pt x="254023" y="32306"/>
                </a:cubicBezTo>
                <a:cubicBezTo>
                  <a:pt x="255341" y="33578"/>
                  <a:pt x="256001" y="35350"/>
                  <a:pt x="256001" y="37623"/>
                </a:cubicBezTo>
                <a:cubicBezTo>
                  <a:pt x="256001" y="39531"/>
                  <a:pt x="255523" y="41031"/>
                  <a:pt x="254568" y="42122"/>
                </a:cubicBezTo>
                <a:cubicBezTo>
                  <a:pt x="253614" y="43212"/>
                  <a:pt x="252319" y="43757"/>
                  <a:pt x="250684" y="43757"/>
                </a:cubicBezTo>
                <a:cubicBezTo>
                  <a:pt x="249775" y="43757"/>
                  <a:pt x="248911" y="43552"/>
                  <a:pt x="248093" y="43143"/>
                </a:cubicBezTo>
                <a:cubicBezTo>
                  <a:pt x="247276" y="42734"/>
                  <a:pt x="246322" y="42030"/>
                  <a:pt x="245231" y="41030"/>
                </a:cubicBezTo>
                <a:cubicBezTo>
                  <a:pt x="243777" y="39667"/>
                  <a:pt x="242596" y="38985"/>
                  <a:pt x="241686" y="38985"/>
                </a:cubicBezTo>
                <a:cubicBezTo>
                  <a:pt x="240415" y="38985"/>
                  <a:pt x="239029" y="39622"/>
                  <a:pt x="237528" y="40895"/>
                </a:cubicBezTo>
                <a:cubicBezTo>
                  <a:pt x="236029" y="42166"/>
                  <a:pt x="234757" y="43666"/>
                  <a:pt x="233712" y="45394"/>
                </a:cubicBezTo>
                <a:cubicBezTo>
                  <a:pt x="232667" y="47120"/>
                  <a:pt x="232145" y="48710"/>
                  <a:pt x="232145" y="50163"/>
                </a:cubicBezTo>
                <a:lnTo>
                  <a:pt x="232145" y="80835"/>
                </a:lnTo>
                <a:cubicBezTo>
                  <a:pt x="232327" y="84833"/>
                  <a:pt x="233167" y="87491"/>
                  <a:pt x="234666" y="88810"/>
                </a:cubicBezTo>
                <a:cubicBezTo>
                  <a:pt x="236167" y="90127"/>
                  <a:pt x="239188" y="90876"/>
                  <a:pt x="243731" y="91058"/>
                </a:cubicBezTo>
                <a:lnTo>
                  <a:pt x="243731" y="93103"/>
                </a:lnTo>
                <a:lnTo>
                  <a:pt x="211017" y="93103"/>
                </a:lnTo>
                <a:close/>
                <a:moveTo>
                  <a:pt x="320069" y="31762"/>
                </a:moveTo>
                <a:lnTo>
                  <a:pt x="320069" y="33806"/>
                </a:lnTo>
                <a:cubicBezTo>
                  <a:pt x="318433" y="33988"/>
                  <a:pt x="317160" y="34511"/>
                  <a:pt x="316250" y="35374"/>
                </a:cubicBezTo>
                <a:cubicBezTo>
                  <a:pt x="315342" y="36237"/>
                  <a:pt x="314433" y="37759"/>
                  <a:pt x="313525" y="39940"/>
                </a:cubicBezTo>
                <a:lnTo>
                  <a:pt x="292532" y="95557"/>
                </a:lnTo>
                <a:cubicBezTo>
                  <a:pt x="288806" y="105462"/>
                  <a:pt x="285194" y="112482"/>
                  <a:pt x="281695" y="116617"/>
                </a:cubicBezTo>
                <a:cubicBezTo>
                  <a:pt x="278197" y="120752"/>
                  <a:pt x="274130" y="122820"/>
                  <a:pt x="269496" y="122820"/>
                </a:cubicBezTo>
                <a:cubicBezTo>
                  <a:pt x="266588" y="122820"/>
                  <a:pt x="264179" y="122069"/>
                  <a:pt x="262270" y="120569"/>
                </a:cubicBezTo>
                <a:cubicBezTo>
                  <a:pt x="260362" y="119070"/>
                  <a:pt x="259408" y="117185"/>
                  <a:pt x="259408" y="114913"/>
                </a:cubicBezTo>
                <a:cubicBezTo>
                  <a:pt x="259408" y="113187"/>
                  <a:pt x="259976" y="111755"/>
                  <a:pt x="261111" y="110618"/>
                </a:cubicBezTo>
                <a:cubicBezTo>
                  <a:pt x="262247" y="109483"/>
                  <a:pt x="263633" y="108915"/>
                  <a:pt x="265269" y="108915"/>
                </a:cubicBezTo>
                <a:cubicBezTo>
                  <a:pt x="267451" y="108915"/>
                  <a:pt x="269813" y="109415"/>
                  <a:pt x="272358" y="110414"/>
                </a:cubicBezTo>
                <a:cubicBezTo>
                  <a:pt x="273721" y="111051"/>
                  <a:pt x="274903" y="111369"/>
                  <a:pt x="275902" y="111369"/>
                </a:cubicBezTo>
                <a:cubicBezTo>
                  <a:pt x="276902" y="111369"/>
                  <a:pt x="278038" y="110801"/>
                  <a:pt x="279309" y="109664"/>
                </a:cubicBezTo>
                <a:cubicBezTo>
                  <a:pt x="280582" y="108528"/>
                  <a:pt x="281719" y="107097"/>
                  <a:pt x="282718" y="105370"/>
                </a:cubicBezTo>
                <a:cubicBezTo>
                  <a:pt x="283537" y="103917"/>
                  <a:pt x="284354" y="102191"/>
                  <a:pt x="285171" y="100191"/>
                </a:cubicBezTo>
                <a:cubicBezTo>
                  <a:pt x="285989" y="98192"/>
                  <a:pt x="286693" y="96283"/>
                  <a:pt x="287284" y="94465"/>
                </a:cubicBezTo>
                <a:cubicBezTo>
                  <a:pt x="287875" y="92649"/>
                  <a:pt x="288170" y="91376"/>
                  <a:pt x="288170" y="90648"/>
                </a:cubicBezTo>
                <a:cubicBezTo>
                  <a:pt x="288170" y="89648"/>
                  <a:pt x="287647" y="87922"/>
                  <a:pt x="286602" y="85469"/>
                </a:cubicBezTo>
                <a:cubicBezTo>
                  <a:pt x="285558" y="83016"/>
                  <a:pt x="284082" y="80108"/>
                  <a:pt x="282173" y="76746"/>
                </a:cubicBezTo>
                <a:cubicBezTo>
                  <a:pt x="281809" y="76018"/>
                  <a:pt x="281513" y="75427"/>
                  <a:pt x="281285" y="74973"/>
                </a:cubicBezTo>
                <a:cubicBezTo>
                  <a:pt x="281059" y="74519"/>
                  <a:pt x="280537" y="73382"/>
                  <a:pt x="279719" y="71564"/>
                </a:cubicBezTo>
                <a:lnTo>
                  <a:pt x="264179" y="38031"/>
                </a:lnTo>
                <a:cubicBezTo>
                  <a:pt x="263088" y="35669"/>
                  <a:pt x="260771" y="34215"/>
                  <a:pt x="257228" y="33669"/>
                </a:cubicBezTo>
                <a:lnTo>
                  <a:pt x="257228" y="31762"/>
                </a:lnTo>
                <a:lnTo>
                  <a:pt x="285308" y="31762"/>
                </a:lnTo>
                <a:lnTo>
                  <a:pt x="285308" y="33806"/>
                </a:lnTo>
                <a:cubicBezTo>
                  <a:pt x="282400" y="33896"/>
                  <a:pt x="280356" y="34215"/>
                  <a:pt x="279174" y="34761"/>
                </a:cubicBezTo>
                <a:cubicBezTo>
                  <a:pt x="277993" y="35306"/>
                  <a:pt x="277402" y="36214"/>
                  <a:pt x="277402" y="37486"/>
                </a:cubicBezTo>
                <a:cubicBezTo>
                  <a:pt x="277402" y="38849"/>
                  <a:pt x="277856" y="40576"/>
                  <a:pt x="278764" y="42667"/>
                </a:cubicBezTo>
                <a:lnTo>
                  <a:pt x="294441" y="77153"/>
                </a:lnTo>
                <a:lnTo>
                  <a:pt x="307664" y="39530"/>
                </a:lnTo>
                <a:cubicBezTo>
                  <a:pt x="308027" y="38714"/>
                  <a:pt x="308209" y="37941"/>
                  <a:pt x="308209" y="37213"/>
                </a:cubicBezTo>
                <a:cubicBezTo>
                  <a:pt x="308209" y="34942"/>
                  <a:pt x="306028" y="33806"/>
                  <a:pt x="301665" y="33806"/>
                </a:cubicBezTo>
                <a:lnTo>
                  <a:pt x="301665" y="31762"/>
                </a:lnTo>
                <a:lnTo>
                  <a:pt x="320069" y="31762"/>
                </a:lnTo>
                <a:close/>
                <a:moveTo>
                  <a:pt x="324158" y="122682"/>
                </a:moveTo>
                <a:lnTo>
                  <a:pt x="324158" y="120365"/>
                </a:lnTo>
                <a:cubicBezTo>
                  <a:pt x="328156" y="119912"/>
                  <a:pt x="330745" y="119139"/>
                  <a:pt x="331927" y="118048"/>
                </a:cubicBezTo>
                <a:cubicBezTo>
                  <a:pt x="333108" y="116958"/>
                  <a:pt x="333699" y="114595"/>
                  <a:pt x="333699" y="110959"/>
                </a:cubicBezTo>
                <a:lnTo>
                  <a:pt x="333699" y="47164"/>
                </a:lnTo>
                <a:cubicBezTo>
                  <a:pt x="333699" y="43984"/>
                  <a:pt x="333358" y="41895"/>
                  <a:pt x="332676" y="40895"/>
                </a:cubicBezTo>
                <a:cubicBezTo>
                  <a:pt x="331995" y="39895"/>
                  <a:pt x="330473" y="39395"/>
                  <a:pt x="328110" y="39395"/>
                </a:cubicBezTo>
                <a:cubicBezTo>
                  <a:pt x="327474" y="39395"/>
                  <a:pt x="326906" y="39395"/>
                  <a:pt x="326406" y="39395"/>
                </a:cubicBezTo>
                <a:cubicBezTo>
                  <a:pt x="325907" y="39395"/>
                  <a:pt x="325339" y="39440"/>
                  <a:pt x="324703" y="39530"/>
                </a:cubicBezTo>
                <a:lnTo>
                  <a:pt x="324703" y="37350"/>
                </a:lnTo>
                <a:cubicBezTo>
                  <a:pt x="328429" y="36169"/>
                  <a:pt x="331723" y="35078"/>
                  <a:pt x="334585" y="34079"/>
                </a:cubicBezTo>
                <a:cubicBezTo>
                  <a:pt x="337448" y="33079"/>
                  <a:pt x="340697" y="31852"/>
                  <a:pt x="344332" y="30397"/>
                </a:cubicBezTo>
                <a:lnTo>
                  <a:pt x="345149" y="30672"/>
                </a:lnTo>
                <a:lnTo>
                  <a:pt x="345149" y="41167"/>
                </a:lnTo>
                <a:cubicBezTo>
                  <a:pt x="348149" y="37441"/>
                  <a:pt x="351216" y="34715"/>
                  <a:pt x="354351" y="32989"/>
                </a:cubicBezTo>
                <a:cubicBezTo>
                  <a:pt x="357486" y="31261"/>
                  <a:pt x="360962" y="30397"/>
                  <a:pt x="364778" y="30397"/>
                </a:cubicBezTo>
                <a:cubicBezTo>
                  <a:pt x="369232" y="30397"/>
                  <a:pt x="373163" y="31647"/>
                  <a:pt x="376570" y="34147"/>
                </a:cubicBezTo>
                <a:cubicBezTo>
                  <a:pt x="379978" y="36646"/>
                  <a:pt x="382659" y="40077"/>
                  <a:pt x="384613" y="44439"/>
                </a:cubicBezTo>
                <a:cubicBezTo>
                  <a:pt x="386567" y="48800"/>
                  <a:pt x="387544" y="53798"/>
                  <a:pt x="387544" y="59434"/>
                </a:cubicBezTo>
                <a:cubicBezTo>
                  <a:pt x="387544" y="65976"/>
                  <a:pt x="386294" y="71905"/>
                  <a:pt x="383794" y="77222"/>
                </a:cubicBezTo>
                <a:cubicBezTo>
                  <a:pt x="381295" y="82538"/>
                  <a:pt x="377887" y="86741"/>
                  <a:pt x="373570" y="89831"/>
                </a:cubicBezTo>
                <a:cubicBezTo>
                  <a:pt x="369255" y="92920"/>
                  <a:pt x="364371" y="94465"/>
                  <a:pt x="358917" y="94465"/>
                </a:cubicBezTo>
                <a:cubicBezTo>
                  <a:pt x="356100" y="94465"/>
                  <a:pt x="353715" y="94056"/>
                  <a:pt x="351762" y="93238"/>
                </a:cubicBezTo>
                <a:cubicBezTo>
                  <a:pt x="349808" y="92421"/>
                  <a:pt x="347604" y="90876"/>
                  <a:pt x="345149" y="88604"/>
                </a:cubicBezTo>
                <a:lnTo>
                  <a:pt x="345149" y="110005"/>
                </a:lnTo>
                <a:cubicBezTo>
                  <a:pt x="345241" y="112914"/>
                  <a:pt x="345559" y="115095"/>
                  <a:pt x="346104" y="116548"/>
                </a:cubicBezTo>
                <a:cubicBezTo>
                  <a:pt x="346649" y="118003"/>
                  <a:pt x="347785" y="118957"/>
                  <a:pt x="349511" y="119410"/>
                </a:cubicBezTo>
                <a:cubicBezTo>
                  <a:pt x="351239" y="119865"/>
                  <a:pt x="353783" y="120138"/>
                  <a:pt x="357145" y="120230"/>
                </a:cubicBezTo>
                <a:lnTo>
                  <a:pt x="357145" y="122682"/>
                </a:lnTo>
                <a:lnTo>
                  <a:pt x="324158" y="122682"/>
                </a:lnTo>
                <a:moveTo>
                  <a:pt x="345149" y="47574"/>
                </a:moveTo>
                <a:lnTo>
                  <a:pt x="345149" y="81107"/>
                </a:lnTo>
                <a:cubicBezTo>
                  <a:pt x="345149" y="82470"/>
                  <a:pt x="345876" y="83833"/>
                  <a:pt x="347329" y="85197"/>
                </a:cubicBezTo>
                <a:cubicBezTo>
                  <a:pt x="348784" y="86560"/>
                  <a:pt x="350625" y="87718"/>
                  <a:pt x="352852" y="88672"/>
                </a:cubicBezTo>
                <a:cubicBezTo>
                  <a:pt x="355079" y="89626"/>
                  <a:pt x="357237" y="90103"/>
                  <a:pt x="359327" y="90103"/>
                </a:cubicBezTo>
                <a:cubicBezTo>
                  <a:pt x="364234" y="90103"/>
                  <a:pt x="368210" y="87763"/>
                  <a:pt x="371253" y="83083"/>
                </a:cubicBezTo>
                <a:cubicBezTo>
                  <a:pt x="374298" y="78403"/>
                  <a:pt x="375821" y="72337"/>
                  <a:pt x="375821" y="64885"/>
                </a:cubicBezTo>
                <a:cubicBezTo>
                  <a:pt x="375821" y="56889"/>
                  <a:pt x="374298" y="50505"/>
                  <a:pt x="371253" y="45735"/>
                </a:cubicBezTo>
                <a:cubicBezTo>
                  <a:pt x="368210" y="40963"/>
                  <a:pt x="364143" y="38578"/>
                  <a:pt x="359054" y="38578"/>
                </a:cubicBezTo>
                <a:cubicBezTo>
                  <a:pt x="356964" y="38578"/>
                  <a:pt x="354851" y="39032"/>
                  <a:pt x="352714" y="39940"/>
                </a:cubicBezTo>
                <a:cubicBezTo>
                  <a:pt x="350579" y="40848"/>
                  <a:pt x="348784" y="42007"/>
                  <a:pt x="347329" y="43416"/>
                </a:cubicBezTo>
                <a:cubicBezTo>
                  <a:pt x="345876" y="44825"/>
                  <a:pt x="345149" y="46211"/>
                  <a:pt x="345149" y="47574"/>
                </a:cubicBezTo>
                <a:close/>
                <a:moveTo>
                  <a:pt x="426939" y="31762"/>
                </a:moveTo>
                <a:lnTo>
                  <a:pt x="426939" y="36123"/>
                </a:lnTo>
                <a:lnTo>
                  <a:pt x="413171" y="36123"/>
                </a:lnTo>
                <a:lnTo>
                  <a:pt x="413171" y="75109"/>
                </a:lnTo>
                <a:cubicBezTo>
                  <a:pt x="413171" y="79380"/>
                  <a:pt x="413716" y="82492"/>
                  <a:pt x="414806" y="84446"/>
                </a:cubicBezTo>
                <a:cubicBezTo>
                  <a:pt x="415897" y="86400"/>
                  <a:pt x="417715" y="87376"/>
                  <a:pt x="420260" y="87376"/>
                </a:cubicBezTo>
                <a:cubicBezTo>
                  <a:pt x="421805" y="87376"/>
                  <a:pt x="423190" y="87013"/>
                  <a:pt x="424416" y="86286"/>
                </a:cubicBezTo>
                <a:cubicBezTo>
                  <a:pt x="425643" y="85560"/>
                  <a:pt x="426984" y="84333"/>
                  <a:pt x="428438" y="82607"/>
                </a:cubicBezTo>
                <a:lnTo>
                  <a:pt x="430211" y="84107"/>
                </a:lnTo>
                <a:cubicBezTo>
                  <a:pt x="425848" y="91012"/>
                  <a:pt x="420395" y="94465"/>
                  <a:pt x="413851" y="94465"/>
                </a:cubicBezTo>
                <a:cubicBezTo>
                  <a:pt x="405764" y="94465"/>
                  <a:pt x="401721" y="88694"/>
                  <a:pt x="401721" y="77153"/>
                </a:cubicBezTo>
                <a:lnTo>
                  <a:pt x="401721" y="36123"/>
                </a:lnTo>
                <a:lnTo>
                  <a:pt x="394495" y="36123"/>
                </a:lnTo>
                <a:cubicBezTo>
                  <a:pt x="394132" y="35850"/>
                  <a:pt x="393950" y="35532"/>
                  <a:pt x="393950" y="35169"/>
                </a:cubicBezTo>
                <a:cubicBezTo>
                  <a:pt x="393950" y="34442"/>
                  <a:pt x="394722" y="33579"/>
                  <a:pt x="396267" y="32579"/>
                </a:cubicBezTo>
                <a:cubicBezTo>
                  <a:pt x="398267" y="31398"/>
                  <a:pt x="400448" y="29467"/>
                  <a:pt x="402811" y="26786"/>
                </a:cubicBezTo>
                <a:cubicBezTo>
                  <a:pt x="405174" y="24104"/>
                  <a:pt x="408309" y="19901"/>
                  <a:pt x="412216" y="14177"/>
                </a:cubicBezTo>
                <a:cubicBezTo>
                  <a:pt x="412853" y="14177"/>
                  <a:pt x="413171" y="14768"/>
                  <a:pt x="413171" y="15949"/>
                </a:cubicBezTo>
                <a:lnTo>
                  <a:pt x="413171" y="31762"/>
                </a:lnTo>
                <a:lnTo>
                  <a:pt x="426939" y="31762"/>
                </a:lnTo>
                <a:close/>
                <a:moveTo>
                  <a:pt x="485280" y="70747"/>
                </a:moveTo>
                <a:lnTo>
                  <a:pt x="487460" y="71702"/>
                </a:lnTo>
                <a:cubicBezTo>
                  <a:pt x="484644" y="79062"/>
                  <a:pt x="480759" y="84696"/>
                  <a:pt x="475806" y="88604"/>
                </a:cubicBezTo>
                <a:cubicBezTo>
                  <a:pt x="470853" y="92511"/>
                  <a:pt x="465105" y="94465"/>
                  <a:pt x="458563" y="94465"/>
                </a:cubicBezTo>
                <a:cubicBezTo>
                  <a:pt x="450748" y="94465"/>
                  <a:pt x="444545" y="91717"/>
                  <a:pt x="439955" y="86220"/>
                </a:cubicBezTo>
                <a:cubicBezTo>
                  <a:pt x="435367" y="80722"/>
                  <a:pt x="433073" y="73292"/>
                  <a:pt x="433073" y="63931"/>
                </a:cubicBezTo>
                <a:cubicBezTo>
                  <a:pt x="433073" y="58297"/>
                  <a:pt x="433959" y="53185"/>
                  <a:pt x="435731" y="48597"/>
                </a:cubicBezTo>
                <a:cubicBezTo>
                  <a:pt x="437503" y="44007"/>
                  <a:pt x="439979" y="40303"/>
                  <a:pt x="443159" y="37486"/>
                </a:cubicBezTo>
                <a:cubicBezTo>
                  <a:pt x="448429" y="32760"/>
                  <a:pt x="454564" y="30397"/>
                  <a:pt x="461562" y="30397"/>
                </a:cubicBezTo>
                <a:cubicBezTo>
                  <a:pt x="468923" y="30397"/>
                  <a:pt x="474738" y="32987"/>
                  <a:pt x="479009" y="38168"/>
                </a:cubicBezTo>
                <a:cubicBezTo>
                  <a:pt x="480736" y="40349"/>
                  <a:pt x="482008" y="42644"/>
                  <a:pt x="482826" y="45053"/>
                </a:cubicBezTo>
                <a:cubicBezTo>
                  <a:pt x="483644" y="47460"/>
                  <a:pt x="484326" y="50891"/>
                  <a:pt x="484871" y="55344"/>
                </a:cubicBezTo>
                <a:lnTo>
                  <a:pt x="442886" y="55344"/>
                </a:lnTo>
                <a:cubicBezTo>
                  <a:pt x="443068" y="59524"/>
                  <a:pt x="443431" y="62909"/>
                  <a:pt x="443976" y="65499"/>
                </a:cubicBezTo>
                <a:cubicBezTo>
                  <a:pt x="444522" y="68089"/>
                  <a:pt x="445386" y="70702"/>
                  <a:pt x="446568" y="73336"/>
                </a:cubicBezTo>
                <a:cubicBezTo>
                  <a:pt x="450565" y="81152"/>
                  <a:pt x="456427" y="85059"/>
                  <a:pt x="464152" y="85059"/>
                </a:cubicBezTo>
                <a:cubicBezTo>
                  <a:pt x="468514" y="85059"/>
                  <a:pt x="472308" y="83969"/>
                  <a:pt x="475534" y="81790"/>
                </a:cubicBezTo>
                <a:cubicBezTo>
                  <a:pt x="478760" y="79608"/>
                  <a:pt x="482009" y="75927"/>
                  <a:pt x="485280" y="70747"/>
                </a:cubicBezTo>
                <a:moveTo>
                  <a:pt x="443159" y="50981"/>
                </a:moveTo>
                <a:lnTo>
                  <a:pt x="470968" y="50981"/>
                </a:lnTo>
                <a:cubicBezTo>
                  <a:pt x="470058" y="45075"/>
                  <a:pt x="468650" y="40986"/>
                  <a:pt x="466741" y="38715"/>
                </a:cubicBezTo>
                <a:cubicBezTo>
                  <a:pt x="464833" y="36442"/>
                  <a:pt x="461789" y="35306"/>
                  <a:pt x="457608" y="35306"/>
                </a:cubicBezTo>
                <a:cubicBezTo>
                  <a:pt x="453427" y="35306"/>
                  <a:pt x="450156" y="36578"/>
                  <a:pt x="447793" y="39123"/>
                </a:cubicBezTo>
                <a:cubicBezTo>
                  <a:pt x="445431" y="41667"/>
                  <a:pt x="443887" y="45620"/>
                  <a:pt x="443159" y="50981"/>
                </a:cubicBezTo>
                <a:close/>
                <a:moveTo>
                  <a:pt x="556301" y="85197"/>
                </a:moveTo>
                <a:lnTo>
                  <a:pt x="556301" y="87376"/>
                </a:lnTo>
                <a:lnTo>
                  <a:pt x="536262" y="94465"/>
                </a:lnTo>
                <a:lnTo>
                  <a:pt x="535717" y="94057"/>
                </a:lnTo>
                <a:lnTo>
                  <a:pt x="535717" y="85332"/>
                </a:lnTo>
                <a:cubicBezTo>
                  <a:pt x="533446" y="88513"/>
                  <a:pt x="530924" y="90831"/>
                  <a:pt x="528152" y="92285"/>
                </a:cubicBezTo>
                <a:cubicBezTo>
                  <a:pt x="525380" y="93738"/>
                  <a:pt x="522086" y="94465"/>
                  <a:pt x="518270" y="94465"/>
                </a:cubicBezTo>
                <a:cubicBezTo>
                  <a:pt x="513271" y="94465"/>
                  <a:pt x="508863" y="93239"/>
                  <a:pt x="505046" y="90786"/>
                </a:cubicBezTo>
                <a:cubicBezTo>
                  <a:pt x="501230" y="88331"/>
                  <a:pt x="498276" y="84901"/>
                  <a:pt x="496185" y="80494"/>
                </a:cubicBezTo>
                <a:cubicBezTo>
                  <a:pt x="494095" y="76086"/>
                  <a:pt x="493050" y="70974"/>
                  <a:pt x="493050" y="65158"/>
                </a:cubicBezTo>
                <a:cubicBezTo>
                  <a:pt x="493050" y="58706"/>
                  <a:pt x="494323" y="52844"/>
                  <a:pt x="496867" y="47574"/>
                </a:cubicBezTo>
                <a:cubicBezTo>
                  <a:pt x="499412" y="42303"/>
                  <a:pt x="502842" y="38123"/>
                  <a:pt x="507159" y="35033"/>
                </a:cubicBezTo>
                <a:cubicBezTo>
                  <a:pt x="511476" y="31942"/>
                  <a:pt x="516224" y="30397"/>
                  <a:pt x="521405" y="30397"/>
                </a:cubicBezTo>
                <a:cubicBezTo>
                  <a:pt x="524131" y="30397"/>
                  <a:pt x="526562" y="30829"/>
                  <a:pt x="528697" y="31693"/>
                </a:cubicBezTo>
                <a:cubicBezTo>
                  <a:pt x="530833" y="32557"/>
                  <a:pt x="533173" y="34079"/>
                  <a:pt x="535717" y="36258"/>
                </a:cubicBezTo>
                <a:lnTo>
                  <a:pt x="535717" y="14995"/>
                </a:lnTo>
                <a:cubicBezTo>
                  <a:pt x="535717" y="12177"/>
                  <a:pt x="535308" y="10314"/>
                  <a:pt x="534490" y="9406"/>
                </a:cubicBezTo>
                <a:cubicBezTo>
                  <a:pt x="533673" y="8497"/>
                  <a:pt x="531993" y="8043"/>
                  <a:pt x="529448" y="8043"/>
                </a:cubicBezTo>
                <a:cubicBezTo>
                  <a:pt x="528902" y="8043"/>
                  <a:pt x="528401" y="8043"/>
                  <a:pt x="527946" y="8043"/>
                </a:cubicBezTo>
                <a:cubicBezTo>
                  <a:pt x="527493" y="8043"/>
                  <a:pt x="526994" y="8088"/>
                  <a:pt x="526449" y="8179"/>
                </a:cubicBezTo>
                <a:lnTo>
                  <a:pt x="526449" y="5997"/>
                </a:lnTo>
                <a:cubicBezTo>
                  <a:pt x="530811" y="4817"/>
                  <a:pt x="534423" y="3817"/>
                  <a:pt x="537286" y="2999"/>
                </a:cubicBezTo>
                <a:cubicBezTo>
                  <a:pt x="540148" y="2181"/>
                  <a:pt x="543215" y="1181"/>
                  <a:pt x="546487" y="0"/>
                </a:cubicBezTo>
                <a:lnTo>
                  <a:pt x="547168" y="272"/>
                </a:lnTo>
                <a:lnTo>
                  <a:pt x="547168" y="77563"/>
                </a:lnTo>
                <a:cubicBezTo>
                  <a:pt x="547168" y="80652"/>
                  <a:pt x="547554" y="82720"/>
                  <a:pt x="548326" y="83766"/>
                </a:cubicBezTo>
                <a:cubicBezTo>
                  <a:pt x="549099" y="84810"/>
                  <a:pt x="550712" y="85332"/>
                  <a:pt x="553166" y="85332"/>
                </a:cubicBezTo>
                <a:cubicBezTo>
                  <a:pt x="553438" y="85332"/>
                  <a:pt x="553801" y="85332"/>
                  <a:pt x="554256" y="85332"/>
                </a:cubicBezTo>
                <a:cubicBezTo>
                  <a:pt x="554711" y="85332"/>
                  <a:pt x="555393" y="85287"/>
                  <a:pt x="556301" y="85197"/>
                </a:cubicBezTo>
                <a:moveTo>
                  <a:pt x="535717" y="79198"/>
                </a:moveTo>
                <a:lnTo>
                  <a:pt x="535717" y="47846"/>
                </a:lnTo>
                <a:cubicBezTo>
                  <a:pt x="535717" y="45393"/>
                  <a:pt x="535081" y="43144"/>
                  <a:pt x="533808" y="41099"/>
                </a:cubicBezTo>
                <a:cubicBezTo>
                  <a:pt x="532536" y="39053"/>
                  <a:pt x="530833" y="37395"/>
                  <a:pt x="528697" y="36123"/>
                </a:cubicBezTo>
                <a:cubicBezTo>
                  <a:pt x="526562" y="34850"/>
                  <a:pt x="524268" y="34214"/>
                  <a:pt x="521815" y="34214"/>
                </a:cubicBezTo>
                <a:cubicBezTo>
                  <a:pt x="516634" y="34214"/>
                  <a:pt x="512499" y="36532"/>
                  <a:pt x="509409" y="41167"/>
                </a:cubicBezTo>
                <a:cubicBezTo>
                  <a:pt x="506320" y="45801"/>
                  <a:pt x="504775" y="51981"/>
                  <a:pt x="504775" y="59706"/>
                </a:cubicBezTo>
                <a:cubicBezTo>
                  <a:pt x="504775" y="68066"/>
                  <a:pt x="506502" y="74768"/>
                  <a:pt x="509954" y="79811"/>
                </a:cubicBezTo>
                <a:cubicBezTo>
                  <a:pt x="513407" y="84855"/>
                  <a:pt x="517951" y="87376"/>
                  <a:pt x="523587" y="87376"/>
                </a:cubicBezTo>
                <a:cubicBezTo>
                  <a:pt x="527858" y="87376"/>
                  <a:pt x="531129" y="86013"/>
                  <a:pt x="533400" y="83287"/>
                </a:cubicBezTo>
                <a:cubicBezTo>
                  <a:pt x="534945" y="81561"/>
                  <a:pt x="535717" y="80198"/>
                  <a:pt x="535717" y="79198"/>
                </a:cubicBezTo>
                <a:close/>
                <a:moveTo>
                  <a:pt x="592011" y="5452"/>
                </a:moveTo>
                <a:lnTo>
                  <a:pt x="592011" y="2862"/>
                </a:lnTo>
                <a:lnTo>
                  <a:pt x="627997" y="2862"/>
                </a:lnTo>
                <a:cubicBezTo>
                  <a:pt x="634449" y="2862"/>
                  <a:pt x="640401" y="3748"/>
                  <a:pt x="645853" y="5520"/>
                </a:cubicBezTo>
                <a:cubicBezTo>
                  <a:pt x="651306" y="7292"/>
                  <a:pt x="655396" y="9678"/>
                  <a:pt x="658123" y="12678"/>
                </a:cubicBezTo>
                <a:cubicBezTo>
                  <a:pt x="661849" y="16675"/>
                  <a:pt x="663712" y="21628"/>
                  <a:pt x="663712" y="27535"/>
                </a:cubicBezTo>
                <a:cubicBezTo>
                  <a:pt x="663712" y="31988"/>
                  <a:pt x="662553" y="36168"/>
                  <a:pt x="660234" y="40077"/>
                </a:cubicBezTo>
                <a:cubicBezTo>
                  <a:pt x="657917" y="43985"/>
                  <a:pt x="654714" y="47029"/>
                  <a:pt x="650625" y="49209"/>
                </a:cubicBezTo>
                <a:cubicBezTo>
                  <a:pt x="645081" y="52299"/>
                  <a:pt x="637129" y="53845"/>
                  <a:pt x="626769" y="53845"/>
                </a:cubicBezTo>
                <a:cubicBezTo>
                  <a:pt x="625043" y="53845"/>
                  <a:pt x="623498" y="53800"/>
                  <a:pt x="622135" y="53710"/>
                </a:cubicBezTo>
                <a:cubicBezTo>
                  <a:pt x="620772" y="53618"/>
                  <a:pt x="619182" y="53527"/>
                  <a:pt x="617364" y="53435"/>
                </a:cubicBezTo>
                <a:lnTo>
                  <a:pt x="617364" y="78245"/>
                </a:lnTo>
                <a:cubicBezTo>
                  <a:pt x="617455" y="81607"/>
                  <a:pt x="617819" y="84151"/>
                  <a:pt x="618454" y="85879"/>
                </a:cubicBezTo>
                <a:cubicBezTo>
                  <a:pt x="619090" y="87605"/>
                  <a:pt x="620317" y="88787"/>
                  <a:pt x="622135" y="89423"/>
                </a:cubicBezTo>
                <a:cubicBezTo>
                  <a:pt x="623953" y="90058"/>
                  <a:pt x="626634" y="90422"/>
                  <a:pt x="630179" y="90513"/>
                </a:cubicBezTo>
                <a:lnTo>
                  <a:pt x="630179" y="93103"/>
                </a:lnTo>
                <a:lnTo>
                  <a:pt x="592011" y="93103"/>
                </a:lnTo>
                <a:lnTo>
                  <a:pt x="592011" y="90513"/>
                </a:lnTo>
                <a:cubicBezTo>
                  <a:pt x="595463" y="90150"/>
                  <a:pt x="597985" y="89650"/>
                  <a:pt x="599576" y="89013"/>
                </a:cubicBezTo>
                <a:cubicBezTo>
                  <a:pt x="601166" y="88377"/>
                  <a:pt x="602211" y="87128"/>
                  <a:pt x="602710" y="85265"/>
                </a:cubicBezTo>
                <a:cubicBezTo>
                  <a:pt x="603211" y="83402"/>
                  <a:pt x="603461" y="80562"/>
                  <a:pt x="603461" y="76746"/>
                </a:cubicBezTo>
                <a:lnTo>
                  <a:pt x="603461" y="17722"/>
                </a:lnTo>
                <a:cubicBezTo>
                  <a:pt x="603461" y="14359"/>
                  <a:pt x="603188" y="11882"/>
                  <a:pt x="602642" y="10292"/>
                </a:cubicBezTo>
                <a:cubicBezTo>
                  <a:pt x="602097" y="8701"/>
                  <a:pt x="601029" y="7588"/>
                  <a:pt x="599438" y="6951"/>
                </a:cubicBezTo>
                <a:cubicBezTo>
                  <a:pt x="597848" y="6315"/>
                  <a:pt x="595372" y="5815"/>
                  <a:pt x="592011" y="5452"/>
                </a:cubicBezTo>
                <a:moveTo>
                  <a:pt x="617364" y="12540"/>
                </a:moveTo>
                <a:lnTo>
                  <a:pt x="617364" y="47983"/>
                </a:lnTo>
                <a:cubicBezTo>
                  <a:pt x="618908" y="48074"/>
                  <a:pt x="620249" y="48164"/>
                  <a:pt x="621384" y="48256"/>
                </a:cubicBezTo>
                <a:cubicBezTo>
                  <a:pt x="622521" y="48346"/>
                  <a:pt x="623771" y="48391"/>
                  <a:pt x="625135" y="48391"/>
                </a:cubicBezTo>
                <a:cubicBezTo>
                  <a:pt x="640947" y="48391"/>
                  <a:pt x="648853" y="41712"/>
                  <a:pt x="648853" y="28352"/>
                </a:cubicBezTo>
                <a:cubicBezTo>
                  <a:pt x="648853" y="21355"/>
                  <a:pt x="646672" y="16198"/>
                  <a:pt x="642309" y="12881"/>
                </a:cubicBezTo>
                <a:cubicBezTo>
                  <a:pt x="637948" y="9565"/>
                  <a:pt x="631178" y="7906"/>
                  <a:pt x="621998" y="7906"/>
                </a:cubicBezTo>
                <a:cubicBezTo>
                  <a:pt x="620181" y="7906"/>
                  <a:pt x="618955" y="8224"/>
                  <a:pt x="618318" y="8861"/>
                </a:cubicBezTo>
                <a:cubicBezTo>
                  <a:pt x="617682" y="9497"/>
                  <a:pt x="617364" y="10724"/>
                  <a:pt x="617364" y="12540"/>
                </a:cubicBezTo>
                <a:close/>
                <a:moveTo>
                  <a:pt x="725810" y="84107"/>
                </a:moveTo>
                <a:lnTo>
                  <a:pt x="725810" y="87651"/>
                </a:lnTo>
                <a:cubicBezTo>
                  <a:pt x="723447" y="90195"/>
                  <a:pt x="721402" y="91968"/>
                  <a:pt x="719676" y="92967"/>
                </a:cubicBezTo>
                <a:cubicBezTo>
                  <a:pt x="717949" y="93966"/>
                  <a:pt x="715905" y="94465"/>
                  <a:pt x="713542" y="94465"/>
                </a:cubicBezTo>
                <a:cubicBezTo>
                  <a:pt x="710724" y="94465"/>
                  <a:pt x="708657" y="93716"/>
                  <a:pt x="707339" y="92217"/>
                </a:cubicBezTo>
                <a:cubicBezTo>
                  <a:pt x="706022" y="90718"/>
                  <a:pt x="705181" y="88150"/>
                  <a:pt x="704816" y="84514"/>
                </a:cubicBezTo>
                <a:cubicBezTo>
                  <a:pt x="700637" y="88059"/>
                  <a:pt x="697025" y="90603"/>
                  <a:pt x="693980" y="92148"/>
                </a:cubicBezTo>
                <a:cubicBezTo>
                  <a:pt x="690936" y="93693"/>
                  <a:pt x="687914" y="94465"/>
                  <a:pt x="684915" y="94465"/>
                </a:cubicBezTo>
                <a:cubicBezTo>
                  <a:pt x="680734" y="94465"/>
                  <a:pt x="677304" y="93102"/>
                  <a:pt x="674623" y="90376"/>
                </a:cubicBezTo>
                <a:cubicBezTo>
                  <a:pt x="671943" y="87650"/>
                  <a:pt x="670602" y="84151"/>
                  <a:pt x="670602" y="79880"/>
                </a:cubicBezTo>
                <a:cubicBezTo>
                  <a:pt x="670602" y="77609"/>
                  <a:pt x="671057" y="75405"/>
                  <a:pt x="671965" y="73270"/>
                </a:cubicBezTo>
                <a:cubicBezTo>
                  <a:pt x="672875" y="71133"/>
                  <a:pt x="674056" y="69383"/>
                  <a:pt x="675509" y="68020"/>
                </a:cubicBezTo>
                <a:cubicBezTo>
                  <a:pt x="676964" y="66748"/>
                  <a:pt x="678350" y="65636"/>
                  <a:pt x="679667" y="64682"/>
                </a:cubicBezTo>
                <a:cubicBezTo>
                  <a:pt x="680984" y="63728"/>
                  <a:pt x="682574" y="62796"/>
                  <a:pt x="684437" y="61888"/>
                </a:cubicBezTo>
                <a:cubicBezTo>
                  <a:pt x="686300" y="60979"/>
                  <a:pt x="688823" y="59842"/>
                  <a:pt x="692004" y="58479"/>
                </a:cubicBezTo>
                <a:cubicBezTo>
                  <a:pt x="695185" y="57116"/>
                  <a:pt x="699410" y="55389"/>
                  <a:pt x="704681" y="53298"/>
                </a:cubicBezTo>
                <a:lnTo>
                  <a:pt x="704681" y="44984"/>
                </a:lnTo>
                <a:cubicBezTo>
                  <a:pt x="704681" y="37441"/>
                  <a:pt x="701228" y="33669"/>
                  <a:pt x="694321" y="33669"/>
                </a:cubicBezTo>
                <a:cubicBezTo>
                  <a:pt x="691594" y="33669"/>
                  <a:pt x="689277" y="34328"/>
                  <a:pt x="687369" y="35647"/>
                </a:cubicBezTo>
                <a:cubicBezTo>
                  <a:pt x="685461" y="36964"/>
                  <a:pt x="684507" y="38532"/>
                  <a:pt x="684507" y="40350"/>
                </a:cubicBezTo>
                <a:cubicBezTo>
                  <a:pt x="684507" y="41258"/>
                  <a:pt x="684643" y="42348"/>
                  <a:pt x="684915" y="43620"/>
                </a:cubicBezTo>
                <a:cubicBezTo>
                  <a:pt x="685006" y="44074"/>
                  <a:pt x="685074" y="44483"/>
                  <a:pt x="685119" y="44847"/>
                </a:cubicBezTo>
                <a:cubicBezTo>
                  <a:pt x="685165" y="45210"/>
                  <a:pt x="685187" y="45528"/>
                  <a:pt x="685187" y="45801"/>
                </a:cubicBezTo>
                <a:cubicBezTo>
                  <a:pt x="685187" y="47256"/>
                  <a:pt x="684574" y="48574"/>
                  <a:pt x="683347" y="49756"/>
                </a:cubicBezTo>
                <a:cubicBezTo>
                  <a:pt x="682121" y="50937"/>
                  <a:pt x="680690" y="51528"/>
                  <a:pt x="679054" y="51528"/>
                </a:cubicBezTo>
                <a:cubicBezTo>
                  <a:pt x="677417" y="51528"/>
                  <a:pt x="676031" y="50937"/>
                  <a:pt x="674896" y="49756"/>
                </a:cubicBezTo>
                <a:cubicBezTo>
                  <a:pt x="673760" y="48574"/>
                  <a:pt x="673192" y="47210"/>
                  <a:pt x="673192" y="45664"/>
                </a:cubicBezTo>
                <a:cubicBezTo>
                  <a:pt x="673192" y="42756"/>
                  <a:pt x="674214" y="40167"/>
                  <a:pt x="676258" y="37895"/>
                </a:cubicBezTo>
                <a:cubicBezTo>
                  <a:pt x="678303" y="35624"/>
                  <a:pt x="681052" y="33807"/>
                  <a:pt x="684505" y="32444"/>
                </a:cubicBezTo>
                <a:cubicBezTo>
                  <a:pt x="687959" y="31079"/>
                  <a:pt x="691822" y="30397"/>
                  <a:pt x="696093" y="30397"/>
                </a:cubicBezTo>
                <a:cubicBezTo>
                  <a:pt x="704271" y="30397"/>
                  <a:pt x="709906" y="32896"/>
                  <a:pt x="712997" y="37895"/>
                </a:cubicBezTo>
                <a:cubicBezTo>
                  <a:pt x="713995" y="39532"/>
                  <a:pt x="714699" y="41440"/>
                  <a:pt x="715108" y="43622"/>
                </a:cubicBezTo>
                <a:cubicBezTo>
                  <a:pt x="715517" y="45801"/>
                  <a:pt x="715722" y="48664"/>
                  <a:pt x="715722" y="52208"/>
                </a:cubicBezTo>
                <a:lnTo>
                  <a:pt x="715722" y="78790"/>
                </a:lnTo>
                <a:cubicBezTo>
                  <a:pt x="715722" y="81788"/>
                  <a:pt x="716017" y="83856"/>
                  <a:pt x="716608" y="84993"/>
                </a:cubicBezTo>
                <a:cubicBezTo>
                  <a:pt x="717199" y="86128"/>
                  <a:pt x="718266" y="86696"/>
                  <a:pt x="719811" y="86696"/>
                </a:cubicBezTo>
                <a:cubicBezTo>
                  <a:pt x="721720" y="86696"/>
                  <a:pt x="723720" y="85833"/>
                  <a:pt x="725810" y="84107"/>
                </a:cubicBezTo>
                <a:moveTo>
                  <a:pt x="704681" y="76336"/>
                </a:moveTo>
                <a:lnTo>
                  <a:pt x="704681" y="56570"/>
                </a:lnTo>
                <a:cubicBezTo>
                  <a:pt x="696684" y="59387"/>
                  <a:pt x="691027" y="62228"/>
                  <a:pt x="687710" y="65091"/>
                </a:cubicBezTo>
                <a:cubicBezTo>
                  <a:pt x="684394" y="67953"/>
                  <a:pt x="682689" y="71429"/>
                  <a:pt x="682598" y="75518"/>
                </a:cubicBezTo>
                <a:lnTo>
                  <a:pt x="682598" y="76063"/>
                </a:lnTo>
                <a:cubicBezTo>
                  <a:pt x="682598" y="78971"/>
                  <a:pt x="683438" y="81448"/>
                  <a:pt x="685119" y="83493"/>
                </a:cubicBezTo>
                <a:cubicBezTo>
                  <a:pt x="686801" y="85537"/>
                  <a:pt x="688823" y="86559"/>
                  <a:pt x="691186" y="86559"/>
                </a:cubicBezTo>
                <a:cubicBezTo>
                  <a:pt x="694276" y="86559"/>
                  <a:pt x="697593" y="85559"/>
                  <a:pt x="701137" y="83560"/>
                </a:cubicBezTo>
                <a:cubicBezTo>
                  <a:pt x="702590" y="82743"/>
                  <a:pt x="703544" y="81835"/>
                  <a:pt x="703999" y="80835"/>
                </a:cubicBezTo>
                <a:cubicBezTo>
                  <a:pt x="704454" y="79835"/>
                  <a:pt x="704681" y="78335"/>
                  <a:pt x="704681" y="76336"/>
                </a:cubicBezTo>
                <a:close/>
                <a:moveTo>
                  <a:pt x="780275" y="71837"/>
                </a:moveTo>
                <a:lnTo>
                  <a:pt x="782184" y="73064"/>
                </a:lnTo>
                <a:cubicBezTo>
                  <a:pt x="780185" y="77063"/>
                  <a:pt x="778413" y="80176"/>
                  <a:pt x="776868" y="82403"/>
                </a:cubicBezTo>
                <a:cubicBezTo>
                  <a:pt x="775323" y="84629"/>
                  <a:pt x="773642" y="86514"/>
                  <a:pt x="771824" y="88059"/>
                </a:cubicBezTo>
                <a:cubicBezTo>
                  <a:pt x="766826" y="92330"/>
                  <a:pt x="761328" y="94465"/>
                  <a:pt x="755329" y="94465"/>
                </a:cubicBezTo>
                <a:cubicBezTo>
                  <a:pt x="750332" y="94465"/>
                  <a:pt x="745879" y="93171"/>
                  <a:pt x="741972" y="90582"/>
                </a:cubicBezTo>
                <a:cubicBezTo>
                  <a:pt x="738064" y="87991"/>
                  <a:pt x="734997" y="84402"/>
                  <a:pt x="732770" y="79814"/>
                </a:cubicBezTo>
                <a:cubicBezTo>
                  <a:pt x="730543" y="75224"/>
                  <a:pt x="729429" y="70020"/>
                  <a:pt x="729429" y="64203"/>
                </a:cubicBezTo>
                <a:cubicBezTo>
                  <a:pt x="729429" y="53025"/>
                  <a:pt x="732974" y="44301"/>
                  <a:pt x="740062" y="38031"/>
                </a:cubicBezTo>
                <a:cubicBezTo>
                  <a:pt x="745879" y="32942"/>
                  <a:pt x="752286" y="30397"/>
                  <a:pt x="759284" y="30397"/>
                </a:cubicBezTo>
                <a:cubicBezTo>
                  <a:pt x="763100" y="30397"/>
                  <a:pt x="766598" y="31034"/>
                  <a:pt x="769779" y="32306"/>
                </a:cubicBezTo>
                <a:cubicBezTo>
                  <a:pt x="772960" y="33578"/>
                  <a:pt x="775505" y="35282"/>
                  <a:pt x="777413" y="37419"/>
                </a:cubicBezTo>
                <a:cubicBezTo>
                  <a:pt x="779321" y="39555"/>
                  <a:pt x="780275" y="41895"/>
                  <a:pt x="780275" y="44439"/>
                </a:cubicBezTo>
                <a:cubicBezTo>
                  <a:pt x="780275" y="45984"/>
                  <a:pt x="779661" y="47324"/>
                  <a:pt x="778434" y="48460"/>
                </a:cubicBezTo>
                <a:cubicBezTo>
                  <a:pt x="777208" y="49595"/>
                  <a:pt x="775686" y="50163"/>
                  <a:pt x="773868" y="50163"/>
                </a:cubicBezTo>
                <a:cubicBezTo>
                  <a:pt x="770687" y="50163"/>
                  <a:pt x="768506" y="48074"/>
                  <a:pt x="767325" y="43894"/>
                </a:cubicBezTo>
                <a:lnTo>
                  <a:pt x="766507" y="40895"/>
                </a:lnTo>
                <a:cubicBezTo>
                  <a:pt x="765871" y="38350"/>
                  <a:pt x="764985" y="36624"/>
                  <a:pt x="763849" y="35716"/>
                </a:cubicBezTo>
                <a:cubicBezTo>
                  <a:pt x="762713" y="34806"/>
                  <a:pt x="760919" y="34351"/>
                  <a:pt x="758466" y="34351"/>
                </a:cubicBezTo>
                <a:cubicBezTo>
                  <a:pt x="752922" y="34351"/>
                  <a:pt x="748446" y="36532"/>
                  <a:pt x="745038" y="40895"/>
                </a:cubicBezTo>
                <a:cubicBezTo>
                  <a:pt x="741631" y="45256"/>
                  <a:pt x="739927" y="50981"/>
                  <a:pt x="739927" y="58069"/>
                </a:cubicBezTo>
                <a:cubicBezTo>
                  <a:pt x="739927" y="63250"/>
                  <a:pt x="740813" y="67840"/>
                  <a:pt x="742585" y="71839"/>
                </a:cubicBezTo>
                <a:cubicBezTo>
                  <a:pt x="744358" y="75837"/>
                  <a:pt x="746833" y="78972"/>
                  <a:pt x="750013" y="81245"/>
                </a:cubicBezTo>
                <a:cubicBezTo>
                  <a:pt x="753194" y="83516"/>
                  <a:pt x="756875" y="84652"/>
                  <a:pt x="761056" y="84652"/>
                </a:cubicBezTo>
                <a:cubicBezTo>
                  <a:pt x="764963" y="84652"/>
                  <a:pt x="768325" y="83698"/>
                  <a:pt x="771142" y="81790"/>
                </a:cubicBezTo>
                <a:cubicBezTo>
                  <a:pt x="773959" y="79880"/>
                  <a:pt x="777004" y="76563"/>
                  <a:pt x="780275" y="71837"/>
                </a:cubicBezTo>
                <a:close/>
                <a:moveTo>
                  <a:pt x="787440" y="93103"/>
                </a:moveTo>
                <a:lnTo>
                  <a:pt x="787440" y="91058"/>
                </a:lnTo>
                <a:cubicBezTo>
                  <a:pt x="790711" y="90513"/>
                  <a:pt x="793051" y="90013"/>
                  <a:pt x="794460" y="89558"/>
                </a:cubicBezTo>
                <a:cubicBezTo>
                  <a:pt x="795869" y="89103"/>
                  <a:pt x="796755" y="88331"/>
                  <a:pt x="797118" y="87241"/>
                </a:cubicBezTo>
                <a:cubicBezTo>
                  <a:pt x="797481" y="86151"/>
                  <a:pt x="797663" y="84379"/>
                  <a:pt x="797663" y="81925"/>
                </a:cubicBezTo>
                <a:lnTo>
                  <a:pt x="797663" y="16222"/>
                </a:lnTo>
                <a:cubicBezTo>
                  <a:pt x="797663" y="12949"/>
                  <a:pt x="797277" y="10745"/>
                  <a:pt x="796504" y="9610"/>
                </a:cubicBezTo>
                <a:cubicBezTo>
                  <a:pt x="795732" y="8474"/>
                  <a:pt x="794164" y="7906"/>
                  <a:pt x="791802" y="7906"/>
                </a:cubicBezTo>
                <a:cubicBezTo>
                  <a:pt x="791165" y="7906"/>
                  <a:pt x="790506" y="7929"/>
                  <a:pt x="789823" y="7975"/>
                </a:cubicBezTo>
                <a:cubicBezTo>
                  <a:pt x="789143" y="8020"/>
                  <a:pt x="788348" y="8088"/>
                  <a:pt x="787440" y="8179"/>
                </a:cubicBezTo>
                <a:lnTo>
                  <a:pt x="787440" y="5997"/>
                </a:lnTo>
                <a:lnTo>
                  <a:pt x="791529" y="4907"/>
                </a:lnTo>
                <a:cubicBezTo>
                  <a:pt x="795527" y="3817"/>
                  <a:pt x="798730" y="2931"/>
                  <a:pt x="801139" y="2251"/>
                </a:cubicBezTo>
                <a:cubicBezTo>
                  <a:pt x="803547" y="1568"/>
                  <a:pt x="806024" y="818"/>
                  <a:pt x="808568" y="0"/>
                </a:cubicBezTo>
                <a:lnTo>
                  <a:pt x="809113" y="272"/>
                </a:lnTo>
                <a:lnTo>
                  <a:pt x="809113" y="57524"/>
                </a:lnTo>
                <a:lnTo>
                  <a:pt x="827788" y="40895"/>
                </a:lnTo>
                <a:cubicBezTo>
                  <a:pt x="829879" y="38985"/>
                  <a:pt x="830924" y="37395"/>
                  <a:pt x="830924" y="36123"/>
                </a:cubicBezTo>
                <a:cubicBezTo>
                  <a:pt x="830924" y="35215"/>
                  <a:pt x="830446" y="34602"/>
                  <a:pt x="829491" y="34285"/>
                </a:cubicBezTo>
                <a:cubicBezTo>
                  <a:pt x="828537" y="33966"/>
                  <a:pt x="826743" y="33760"/>
                  <a:pt x="824108" y="33669"/>
                </a:cubicBezTo>
                <a:lnTo>
                  <a:pt x="824108" y="31762"/>
                </a:lnTo>
                <a:lnTo>
                  <a:pt x="851915" y="31762"/>
                </a:lnTo>
                <a:lnTo>
                  <a:pt x="851915" y="33806"/>
                </a:lnTo>
                <a:cubicBezTo>
                  <a:pt x="849734" y="33715"/>
                  <a:pt x="847758" y="33851"/>
                  <a:pt x="845985" y="34216"/>
                </a:cubicBezTo>
                <a:cubicBezTo>
                  <a:pt x="844215" y="34579"/>
                  <a:pt x="842329" y="35352"/>
                  <a:pt x="840330" y="36533"/>
                </a:cubicBezTo>
                <a:cubicBezTo>
                  <a:pt x="838330" y="37714"/>
                  <a:pt x="835922" y="39464"/>
                  <a:pt x="833104" y="41781"/>
                </a:cubicBezTo>
                <a:cubicBezTo>
                  <a:pt x="830288" y="44098"/>
                  <a:pt x="826744" y="47165"/>
                  <a:pt x="822473" y="50981"/>
                </a:cubicBezTo>
                <a:lnTo>
                  <a:pt x="818519" y="54662"/>
                </a:lnTo>
                <a:lnTo>
                  <a:pt x="839375" y="81107"/>
                </a:lnTo>
                <a:cubicBezTo>
                  <a:pt x="842283" y="84560"/>
                  <a:pt x="844918" y="87037"/>
                  <a:pt x="847281" y="88537"/>
                </a:cubicBezTo>
                <a:cubicBezTo>
                  <a:pt x="849644" y="90036"/>
                  <a:pt x="852325" y="90876"/>
                  <a:pt x="855325" y="91058"/>
                </a:cubicBezTo>
                <a:lnTo>
                  <a:pt x="855325" y="93103"/>
                </a:lnTo>
                <a:lnTo>
                  <a:pt x="825608" y="93103"/>
                </a:lnTo>
                <a:lnTo>
                  <a:pt x="825608" y="91058"/>
                </a:lnTo>
                <a:lnTo>
                  <a:pt x="828197" y="91058"/>
                </a:lnTo>
                <a:cubicBezTo>
                  <a:pt x="830105" y="91058"/>
                  <a:pt x="831059" y="90376"/>
                  <a:pt x="831059" y="89013"/>
                </a:cubicBezTo>
                <a:cubicBezTo>
                  <a:pt x="831059" y="88377"/>
                  <a:pt x="830559" y="87423"/>
                  <a:pt x="829560" y="86151"/>
                </a:cubicBezTo>
                <a:cubicBezTo>
                  <a:pt x="829378" y="85970"/>
                  <a:pt x="829173" y="85720"/>
                  <a:pt x="828946" y="85402"/>
                </a:cubicBezTo>
                <a:cubicBezTo>
                  <a:pt x="828720" y="85084"/>
                  <a:pt x="828470" y="84742"/>
                  <a:pt x="828197" y="84379"/>
                </a:cubicBezTo>
                <a:lnTo>
                  <a:pt x="809113" y="58887"/>
                </a:lnTo>
                <a:lnTo>
                  <a:pt x="809113" y="83969"/>
                </a:lnTo>
                <a:cubicBezTo>
                  <a:pt x="809205" y="86514"/>
                  <a:pt x="809773" y="88263"/>
                  <a:pt x="810817" y="89217"/>
                </a:cubicBezTo>
                <a:cubicBezTo>
                  <a:pt x="811862" y="90171"/>
                  <a:pt x="813793" y="90739"/>
                  <a:pt x="816610" y="90921"/>
                </a:cubicBezTo>
                <a:lnTo>
                  <a:pt x="819336" y="91058"/>
                </a:lnTo>
                <a:lnTo>
                  <a:pt x="819336" y="93103"/>
                </a:lnTo>
                <a:lnTo>
                  <a:pt x="787440" y="93103"/>
                </a:lnTo>
                <a:close/>
                <a:moveTo>
                  <a:pt x="911016" y="70747"/>
                </a:moveTo>
                <a:lnTo>
                  <a:pt x="913196" y="71702"/>
                </a:lnTo>
                <a:cubicBezTo>
                  <a:pt x="910380" y="79062"/>
                  <a:pt x="906495" y="84696"/>
                  <a:pt x="901542" y="88604"/>
                </a:cubicBezTo>
                <a:cubicBezTo>
                  <a:pt x="896589" y="92511"/>
                  <a:pt x="890841" y="94465"/>
                  <a:pt x="884299" y="94465"/>
                </a:cubicBezTo>
                <a:cubicBezTo>
                  <a:pt x="876484" y="94465"/>
                  <a:pt x="870281" y="91717"/>
                  <a:pt x="865691" y="86220"/>
                </a:cubicBezTo>
                <a:cubicBezTo>
                  <a:pt x="861103" y="80722"/>
                  <a:pt x="858808" y="73292"/>
                  <a:pt x="858808" y="63931"/>
                </a:cubicBezTo>
                <a:cubicBezTo>
                  <a:pt x="858808" y="58297"/>
                  <a:pt x="859694" y="53185"/>
                  <a:pt x="861467" y="48597"/>
                </a:cubicBezTo>
                <a:cubicBezTo>
                  <a:pt x="863239" y="44007"/>
                  <a:pt x="865715" y="40303"/>
                  <a:pt x="868894" y="37486"/>
                </a:cubicBezTo>
                <a:cubicBezTo>
                  <a:pt x="874165" y="32760"/>
                  <a:pt x="880300" y="30397"/>
                  <a:pt x="887298" y="30397"/>
                </a:cubicBezTo>
                <a:cubicBezTo>
                  <a:pt x="894658" y="30397"/>
                  <a:pt x="900474" y="32987"/>
                  <a:pt x="904745" y="38168"/>
                </a:cubicBezTo>
                <a:cubicBezTo>
                  <a:pt x="906471" y="40349"/>
                  <a:pt x="907744" y="42644"/>
                  <a:pt x="908562" y="45053"/>
                </a:cubicBezTo>
                <a:cubicBezTo>
                  <a:pt x="909380" y="47460"/>
                  <a:pt x="910062" y="50891"/>
                  <a:pt x="910607" y="55344"/>
                </a:cubicBezTo>
                <a:lnTo>
                  <a:pt x="868622" y="55344"/>
                </a:lnTo>
                <a:cubicBezTo>
                  <a:pt x="868803" y="59524"/>
                  <a:pt x="869167" y="62909"/>
                  <a:pt x="869712" y="65499"/>
                </a:cubicBezTo>
                <a:cubicBezTo>
                  <a:pt x="870258" y="68089"/>
                  <a:pt x="871122" y="70702"/>
                  <a:pt x="872303" y="73336"/>
                </a:cubicBezTo>
                <a:cubicBezTo>
                  <a:pt x="876301" y="81152"/>
                  <a:pt x="882163" y="85059"/>
                  <a:pt x="889888" y="85059"/>
                </a:cubicBezTo>
                <a:cubicBezTo>
                  <a:pt x="894250" y="85059"/>
                  <a:pt x="898044" y="83969"/>
                  <a:pt x="901269" y="81790"/>
                </a:cubicBezTo>
                <a:cubicBezTo>
                  <a:pt x="904496" y="79608"/>
                  <a:pt x="907745" y="75927"/>
                  <a:pt x="911016" y="70747"/>
                </a:cubicBezTo>
                <a:moveTo>
                  <a:pt x="868894" y="50981"/>
                </a:moveTo>
                <a:lnTo>
                  <a:pt x="896704" y="50981"/>
                </a:lnTo>
                <a:cubicBezTo>
                  <a:pt x="895794" y="45075"/>
                  <a:pt x="894385" y="40986"/>
                  <a:pt x="892477" y="38715"/>
                </a:cubicBezTo>
                <a:cubicBezTo>
                  <a:pt x="890569" y="36442"/>
                  <a:pt x="887525" y="35306"/>
                  <a:pt x="883344" y="35306"/>
                </a:cubicBezTo>
                <a:cubicBezTo>
                  <a:pt x="879163" y="35306"/>
                  <a:pt x="875891" y="36578"/>
                  <a:pt x="873529" y="39123"/>
                </a:cubicBezTo>
                <a:cubicBezTo>
                  <a:pt x="871167" y="41667"/>
                  <a:pt x="869622" y="45620"/>
                  <a:pt x="868894" y="50981"/>
                </a:cubicBezTo>
                <a:close/>
                <a:moveTo>
                  <a:pt x="950352" y="31762"/>
                </a:moveTo>
                <a:lnTo>
                  <a:pt x="950352" y="36123"/>
                </a:lnTo>
                <a:lnTo>
                  <a:pt x="936584" y="36123"/>
                </a:lnTo>
                <a:lnTo>
                  <a:pt x="936584" y="75109"/>
                </a:lnTo>
                <a:cubicBezTo>
                  <a:pt x="936584" y="79380"/>
                  <a:pt x="937129" y="82492"/>
                  <a:pt x="938219" y="84446"/>
                </a:cubicBezTo>
                <a:cubicBezTo>
                  <a:pt x="939310" y="86400"/>
                  <a:pt x="941128" y="87376"/>
                  <a:pt x="943673" y="87376"/>
                </a:cubicBezTo>
                <a:cubicBezTo>
                  <a:pt x="945217" y="87376"/>
                  <a:pt x="946603" y="87013"/>
                  <a:pt x="947828" y="86286"/>
                </a:cubicBezTo>
                <a:cubicBezTo>
                  <a:pt x="949056" y="85560"/>
                  <a:pt x="950397" y="84333"/>
                  <a:pt x="951851" y="82607"/>
                </a:cubicBezTo>
                <a:lnTo>
                  <a:pt x="953623" y="84107"/>
                </a:lnTo>
                <a:cubicBezTo>
                  <a:pt x="949261" y="91012"/>
                  <a:pt x="943808" y="94465"/>
                  <a:pt x="937264" y="94465"/>
                </a:cubicBezTo>
                <a:cubicBezTo>
                  <a:pt x="929177" y="94465"/>
                  <a:pt x="925134" y="88694"/>
                  <a:pt x="925134" y="77153"/>
                </a:cubicBezTo>
                <a:lnTo>
                  <a:pt x="925134" y="36123"/>
                </a:lnTo>
                <a:lnTo>
                  <a:pt x="917908" y="36123"/>
                </a:lnTo>
                <a:cubicBezTo>
                  <a:pt x="917544" y="35850"/>
                  <a:pt x="917363" y="35532"/>
                  <a:pt x="917363" y="35169"/>
                </a:cubicBezTo>
                <a:cubicBezTo>
                  <a:pt x="917363" y="34442"/>
                  <a:pt x="918135" y="33579"/>
                  <a:pt x="919680" y="32579"/>
                </a:cubicBezTo>
                <a:cubicBezTo>
                  <a:pt x="921679" y="31398"/>
                  <a:pt x="923861" y="29467"/>
                  <a:pt x="926224" y="26786"/>
                </a:cubicBezTo>
                <a:cubicBezTo>
                  <a:pt x="928586" y="24104"/>
                  <a:pt x="931722" y="19901"/>
                  <a:pt x="935629" y="14177"/>
                </a:cubicBezTo>
                <a:cubicBezTo>
                  <a:pt x="936266" y="14177"/>
                  <a:pt x="936584" y="14768"/>
                  <a:pt x="936584" y="15949"/>
                </a:cubicBezTo>
                <a:lnTo>
                  <a:pt x="936584" y="31762"/>
                </a:lnTo>
                <a:lnTo>
                  <a:pt x="950352" y="317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D0405-DCF9-47ED-A14E-F2BE1C13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4762" y="1885360"/>
            <a:ext cx="1019004" cy="317300"/>
          </a:xfrm>
          <a:custGeom xmlns:a="http://schemas.openxmlformats.org/drawingml/2006/main">
            <a:pathLst>
              <a:path w="1019004" h="317300">
                <a:moveTo>
                  <a:pt x="0" y="317300"/>
                </a:moveTo>
                <a:lnTo>
                  <a:pt x="0" y="0"/>
                </a:lnTo>
                <a:lnTo>
                  <a:pt x="1019004" y="0"/>
                </a:lnTo>
                <a:lnTo>
                  <a:pt x="1019004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01E37-9DE5-4916-90F3-D5A3B5B4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4762" y="1885360"/>
            <a:ext cx="1019004" cy="317300"/>
          </a:xfrm>
          <a:custGeom xmlns:a="http://schemas.openxmlformats.org/drawingml/2006/main">
            <a:pathLst>
              <a:path w="1019004" h="317300" fill="none">
                <a:moveTo>
                  <a:pt x="0" y="317300"/>
                </a:moveTo>
                <a:lnTo>
                  <a:pt x="1019004" y="317300"/>
                </a:lnTo>
                <a:lnTo>
                  <a:pt x="1019004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08" name="Text MAC">
            <a:extLst xmlns:a="http://schemas.openxmlformats.org/drawingml/2006/main">
              <a:ext uri="{FF2B5EF4-FFF2-40B4-BE49-F238E27FC236}">
                <a16:creationId xmlns:a16="http://schemas.microsoft.com/office/drawing/2014/main" id="{8F053E44-198F-420F-ADD0-C92A1911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2042" y="1996630"/>
            <a:ext cx="304254" cy="94057"/>
          </a:xfrm>
          <a:custGeom xmlns:a="http://schemas.openxmlformats.org/drawingml/2006/main">
            <a:pathLst>
              <a:path w="304254" h="94057">
                <a:moveTo>
                  <a:pt x="116005" y="1907"/>
                </a:moveTo>
                <a:lnTo>
                  <a:pt x="116005" y="4497"/>
                </a:lnTo>
                <a:cubicBezTo>
                  <a:pt x="112733" y="4679"/>
                  <a:pt x="110256" y="5111"/>
                  <a:pt x="108574" y="5793"/>
                </a:cubicBezTo>
                <a:cubicBezTo>
                  <a:pt x="106893" y="6474"/>
                  <a:pt x="105757" y="7655"/>
                  <a:pt x="105167" y="9337"/>
                </a:cubicBezTo>
                <a:cubicBezTo>
                  <a:pt x="104576" y="11018"/>
                  <a:pt x="104235" y="13494"/>
                  <a:pt x="104145" y="16767"/>
                </a:cubicBezTo>
                <a:lnTo>
                  <a:pt x="104145" y="77291"/>
                </a:lnTo>
                <a:cubicBezTo>
                  <a:pt x="104235" y="80562"/>
                  <a:pt x="104576" y="83038"/>
                  <a:pt x="105167" y="84720"/>
                </a:cubicBezTo>
                <a:cubicBezTo>
                  <a:pt x="105757" y="86401"/>
                  <a:pt x="106893" y="87582"/>
                  <a:pt x="108574" y="88265"/>
                </a:cubicBezTo>
                <a:cubicBezTo>
                  <a:pt x="110256" y="88945"/>
                  <a:pt x="112733" y="89377"/>
                  <a:pt x="116005" y="89558"/>
                </a:cubicBezTo>
                <a:lnTo>
                  <a:pt x="116005" y="92148"/>
                </a:lnTo>
                <a:lnTo>
                  <a:pt x="77835" y="92148"/>
                </a:lnTo>
                <a:lnTo>
                  <a:pt x="77835" y="89558"/>
                </a:lnTo>
                <a:cubicBezTo>
                  <a:pt x="81471" y="89285"/>
                  <a:pt x="84152" y="88831"/>
                  <a:pt x="85879" y="88196"/>
                </a:cubicBezTo>
                <a:cubicBezTo>
                  <a:pt x="87605" y="87559"/>
                  <a:pt x="88764" y="86287"/>
                  <a:pt x="89354" y="84379"/>
                </a:cubicBezTo>
                <a:cubicBezTo>
                  <a:pt x="89945" y="82470"/>
                  <a:pt x="90241" y="79607"/>
                  <a:pt x="90241" y="75791"/>
                </a:cubicBezTo>
                <a:lnTo>
                  <a:pt x="90241" y="14040"/>
                </a:lnTo>
                <a:lnTo>
                  <a:pt x="55344" y="92148"/>
                </a:lnTo>
                <a:lnTo>
                  <a:pt x="53437" y="92148"/>
                </a:lnTo>
                <a:lnTo>
                  <a:pt x="19221" y="17175"/>
                </a:lnTo>
                <a:lnTo>
                  <a:pt x="19221" y="72109"/>
                </a:lnTo>
                <a:cubicBezTo>
                  <a:pt x="19313" y="76745"/>
                  <a:pt x="19699" y="80289"/>
                  <a:pt x="20380" y="82742"/>
                </a:cubicBezTo>
                <a:cubicBezTo>
                  <a:pt x="21062" y="85195"/>
                  <a:pt x="22311" y="86899"/>
                  <a:pt x="24128" y="87855"/>
                </a:cubicBezTo>
                <a:cubicBezTo>
                  <a:pt x="25946" y="88809"/>
                  <a:pt x="28581" y="89377"/>
                  <a:pt x="32034" y="89558"/>
                </a:cubicBezTo>
                <a:lnTo>
                  <a:pt x="32034" y="92148"/>
                </a:lnTo>
                <a:lnTo>
                  <a:pt x="0" y="92148"/>
                </a:lnTo>
                <a:lnTo>
                  <a:pt x="0" y="89558"/>
                </a:lnTo>
                <a:cubicBezTo>
                  <a:pt x="3726" y="89285"/>
                  <a:pt x="6520" y="88717"/>
                  <a:pt x="8382" y="87855"/>
                </a:cubicBezTo>
                <a:cubicBezTo>
                  <a:pt x="10246" y="86991"/>
                  <a:pt x="11496" y="85355"/>
                  <a:pt x="12133" y="82948"/>
                </a:cubicBezTo>
                <a:cubicBezTo>
                  <a:pt x="12769" y="80539"/>
                  <a:pt x="13132" y="76927"/>
                  <a:pt x="13223" y="72109"/>
                </a:cubicBezTo>
                <a:lnTo>
                  <a:pt x="13223" y="16767"/>
                </a:lnTo>
                <a:cubicBezTo>
                  <a:pt x="13132" y="13313"/>
                  <a:pt x="12792" y="10745"/>
                  <a:pt x="12201" y="9065"/>
                </a:cubicBezTo>
                <a:cubicBezTo>
                  <a:pt x="11611" y="7383"/>
                  <a:pt x="10406" y="6246"/>
                  <a:pt x="8588" y="5656"/>
                </a:cubicBezTo>
                <a:cubicBezTo>
                  <a:pt x="6770" y="5065"/>
                  <a:pt x="3999" y="4679"/>
                  <a:pt x="275" y="4497"/>
                </a:cubicBezTo>
                <a:lnTo>
                  <a:pt x="275" y="1907"/>
                </a:lnTo>
                <a:lnTo>
                  <a:pt x="27265" y="1907"/>
                </a:lnTo>
                <a:lnTo>
                  <a:pt x="58752" y="70747"/>
                </a:lnTo>
                <a:lnTo>
                  <a:pt x="88878" y="1907"/>
                </a:lnTo>
                <a:lnTo>
                  <a:pt x="116005" y="1907"/>
                </a:lnTo>
                <a:close/>
                <a:moveTo>
                  <a:pt x="215786" y="89558"/>
                </a:moveTo>
                <a:lnTo>
                  <a:pt x="215786" y="92148"/>
                </a:lnTo>
                <a:lnTo>
                  <a:pt x="181027" y="92148"/>
                </a:lnTo>
                <a:lnTo>
                  <a:pt x="181027" y="89558"/>
                </a:lnTo>
                <a:cubicBezTo>
                  <a:pt x="184661" y="89467"/>
                  <a:pt x="187160" y="89103"/>
                  <a:pt x="188523" y="88468"/>
                </a:cubicBezTo>
                <a:cubicBezTo>
                  <a:pt x="189886" y="87832"/>
                  <a:pt x="190568" y="86650"/>
                  <a:pt x="190568" y="84924"/>
                </a:cubicBezTo>
                <a:cubicBezTo>
                  <a:pt x="190568" y="82743"/>
                  <a:pt x="189705" y="79698"/>
                  <a:pt x="187978" y="75791"/>
                </a:cubicBezTo>
                <a:lnTo>
                  <a:pt x="182389" y="62704"/>
                </a:lnTo>
                <a:lnTo>
                  <a:pt x="146676" y="62704"/>
                </a:lnTo>
                <a:lnTo>
                  <a:pt x="140405" y="78653"/>
                </a:lnTo>
                <a:cubicBezTo>
                  <a:pt x="139678" y="80561"/>
                  <a:pt x="139315" y="82333"/>
                  <a:pt x="139315" y="83969"/>
                </a:cubicBezTo>
                <a:cubicBezTo>
                  <a:pt x="139315" y="85969"/>
                  <a:pt x="140041" y="87401"/>
                  <a:pt x="141495" y="88265"/>
                </a:cubicBezTo>
                <a:cubicBezTo>
                  <a:pt x="142949" y="89127"/>
                  <a:pt x="145312" y="89558"/>
                  <a:pt x="148583" y="89558"/>
                </a:cubicBezTo>
                <a:lnTo>
                  <a:pt x="148583" y="92148"/>
                </a:lnTo>
                <a:lnTo>
                  <a:pt x="121593" y="92148"/>
                </a:lnTo>
                <a:lnTo>
                  <a:pt x="121593" y="89558"/>
                </a:lnTo>
                <a:cubicBezTo>
                  <a:pt x="123229" y="89467"/>
                  <a:pt x="124638" y="89171"/>
                  <a:pt x="125820" y="88672"/>
                </a:cubicBezTo>
                <a:cubicBezTo>
                  <a:pt x="127001" y="88172"/>
                  <a:pt x="128137" y="87195"/>
                  <a:pt x="129227" y="85742"/>
                </a:cubicBezTo>
                <a:cubicBezTo>
                  <a:pt x="130317" y="84287"/>
                  <a:pt x="131589" y="82083"/>
                  <a:pt x="133044" y="79129"/>
                </a:cubicBezTo>
                <a:cubicBezTo>
                  <a:pt x="134498" y="76176"/>
                  <a:pt x="136316" y="72200"/>
                  <a:pt x="138497" y="67203"/>
                </a:cubicBezTo>
                <a:lnTo>
                  <a:pt x="166850" y="272"/>
                </a:lnTo>
                <a:lnTo>
                  <a:pt x="169577" y="272"/>
                </a:lnTo>
                <a:lnTo>
                  <a:pt x="203518" y="77698"/>
                </a:lnTo>
                <a:cubicBezTo>
                  <a:pt x="205154" y="81061"/>
                  <a:pt x="206494" y="83560"/>
                  <a:pt x="207539" y="85197"/>
                </a:cubicBezTo>
                <a:cubicBezTo>
                  <a:pt x="208584" y="86831"/>
                  <a:pt x="209720" y="87922"/>
                  <a:pt x="210948" y="88468"/>
                </a:cubicBezTo>
                <a:cubicBezTo>
                  <a:pt x="212175" y="89013"/>
                  <a:pt x="213788" y="89377"/>
                  <a:pt x="215786" y="89558"/>
                </a:cubicBezTo>
                <a:moveTo>
                  <a:pt x="148993" y="57115"/>
                </a:moveTo>
                <a:lnTo>
                  <a:pt x="180482" y="57115"/>
                </a:lnTo>
                <a:lnTo>
                  <a:pt x="164668" y="19629"/>
                </a:lnTo>
                <a:lnTo>
                  <a:pt x="148993" y="57115"/>
                </a:lnTo>
                <a:close/>
                <a:moveTo>
                  <a:pt x="302482" y="30670"/>
                </a:moveTo>
                <a:lnTo>
                  <a:pt x="299347" y="30670"/>
                </a:lnTo>
                <a:cubicBezTo>
                  <a:pt x="298075" y="26217"/>
                  <a:pt x="296802" y="22809"/>
                  <a:pt x="295529" y="20446"/>
                </a:cubicBezTo>
                <a:cubicBezTo>
                  <a:pt x="294257" y="18083"/>
                  <a:pt x="292531" y="15811"/>
                  <a:pt x="290352" y="13630"/>
                </a:cubicBezTo>
                <a:cubicBezTo>
                  <a:pt x="284716" y="8178"/>
                  <a:pt x="277946" y="5452"/>
                  <a:pt x="270040" y="5452"/>
                </a:cubicBezTo>
                <a:cubicBezTo>
                  <a:pt x="263497" y="5452"/>
                  <a:pt x="257794" y="7110"/>
                  <a:pt x="252932" y="10427"/>
                </a:cubicBezTo>
                <a:cubicBezTo>
                  <a:pt x="248071" y="13744"/>
                  <a:pt x="244299" y="18447"/>
                  <a:pt x="241617" y="24536"/>
                </a:cubicBezTo>
                <a:cubicBezTo>
                  <a:pt x="238937" y="30624"/>
                  <a:pt x="237597" y="37804"/>
                  <a:pt x="237597" y="46074"/>
                </a:cubicBezTo>
                <a:cubicBezTo>
                  <a:pt x="237597" y="53616"/>
                  <a:pt x="238619" y="60341"/>
                  <a:pt x="240663" y="66248"/>
                </a:cubicBezTo>
                <a:cubicBezTo>
                  <a:pt x="242708" y="72155"/>
                  <a:pt x="245594" y="76790"/>
                  <a:pt x="249319" y="80153"/>
                </a:cubicBezTo>
                <a:cubicBezTo>
                  <a:pt x="255318" y="85423"/>
                  <a:pt x="262679" y="88059"/>
                  <a:pt x="271403" y="88059"/>
                </a:cubicBezTo>
                <a:cubicBezTo>
                  <a:pt x="277037" y="88059"/>
                  <a:pt x="282262" y="86968"/>
                  <a:pt x="287078" y="84787"/>
                </a:cubicBezTo>
                <a:cubicBezTo>
                  <a:pt x="291895" y="82606"/>
                  <a:pt x="296803" y="79107"/>
                  <a:pt x="301802" y="74291"/>
                </a:cubicBezTo>
                <a:lnTo>
                  <a:pt x="304254" y="76743"/>
                </a:lnTo>
                <a:cubicBezTo>
                  <a:pt x="300165" y="82287"/>
                  <a:pt x="294871" y="86559"/>
                  <a:pt x="288373" y="89558"/>
                </a:cubicBezTo>
                <a:cubicBezTo>
                  <a:pt x="281877" y="92558"/>
                  <a:pt x="274766" y="94057"/>
                  <a:pt x="267041" y="94057"/>
                </a:cubicBezTo>
                <a:cubicBezTo>
                  <a:pt x="258044" y="94057"/>
                  <a:pt x="250138" y="92126"/>
                  <a:pt x="243321" y="88265"/>
                </a:cubicBezTo>
                <a:cubicBezTo>
                  <a:pt x="236505" y="84401"/>
                  <a:pt x="231212" y="78994"/>
                  <a:pt x="227440" y="72043"/>
                </a:cubicBezTo>
                <a:cubicBezTo>
                  <a:pt x="223670" y="65090"/>
                  <a:pt x="221785" y="56979"/>
                  <a:pt x="221785" y="47709"/>
                </a:cubicBezTo>
                <a:cubicBezTo>
                  <a:pt x="221785" y="32442"/>
                  <a:pt x="226692" y="20446"/>
                  <a:pt x="236507" y="11723"/>
                </a:cubicBezTo>
                <a:cubicBezTo>
                  <a:pt x="240778" y="7997"/>
                  <a:pt x="245616" y="5112"/>
                  <a:pt x="251023" y="3068"/>
                </a:cubicBezTo>
                <a:cubicBezTo>
                  <a:pt x="256431" y="1023"/>
                  <a:pt x="261907" y="0"/>
                  <a:pt x="267451" y="0"/>
                </a:cubicBezTo>
                <a:cubicBezTo>
                  <a:pt x="270630" y="0"/>
                  <a:pt x="273902" y="272"/>
                  <a:pt x="277264" y="817"/>
                </a:cubicBezTo>
                <a:cubicBezTo>
                  <a:pt x="280627" y="1362"/>
                  <a:pt x="283990" y="2226"/>
                  <a:pt x="287352" y="3407"/>
                </a:cubicBezTo>
                <a:cubicBezTo>
                  <a:pt x="289533" y="4134"/>
                  <a:pt x="291306" y="4497"/>
                  <a:pt x="292669" y="4497"/>
                </a:cubicBezTo>
                <a:cubicBezTo>
                  <a:pt x="295667" y="4497"/>
                  <a:pt x="297575" y="2998"/>
                  <a:pt x="298393" y="0"/>
                </a:cubicBezTo>
                <a:lnTo>
                  <a:pt x="301255" y="0"/>
                </a:lnTo>
                <a:lnTo>
                  <a:pt x="302482" y="306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374D3-D1C1-42F2-83F2-07453E61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4636" y="28576"/>
            <a:ext cx="10" cy="2266112"/>
          </a:xfrm>
          <a:custGeom xmlns:a="http://schemas.openxmlformats.org/drawingml/2006/main">
            <a:pathLst>
              <a:path w="1" h="2266112" fill="none">
                <a:moveTo>
                  <a:pt x="0" y="226611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D7B00-974B-4B6C-A36B-FEEF7DB5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700" y="2300402"/>
            <a:ext cx="6815623" cy="10"/>
          </a:xfrm>
          <a:custGeom xmlns:a="http://schemas.openxmlformats.org/drawingml/2006/main">
            <a:pathLst>
              <a:path w="6815623" h="1" fill="none">
                <a:moveTo>
                  <a:pt x="0" y="0"/>
                </a:moveTo>
                <a:lnTo>
                  <a:pt x="6815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111" name="Text (b)Encrypt-then-MAC[">
            <a:extLst xmlns:a="http://schemas.openxmlformats.org/drawingml/2006/main">
              <a:ext uri="{FF2B5EF4-FFF2-40B4-BE49-F238E27FC236}">
                <a16:creationId xmlns:a16="http://schemas.microsoft.com/office/drawing/2014/main" id="{8375AF81-14CD-4210-9C0E-571B2D29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184" y="2509724"/>
            <a:ext cx="2660698" cy="230787"/>
          </a:xfrm>
          <a:custGeom xmlns:a="http://schemas.openxmlformats.org/drawingml/2006/main">
            <a:pathLst>
              <a:path w="2660698" h="230787">
                <a:moveTo>
                  <a:pt x="64553" y="1837"/>
                </a:moveTo>
                <a:cubicBezTo>
                  <a:pt x="45213" y="14137"/>
                  <a:pt x="37373" y="20799"/>
                  <a:pt x="27703" y="32586"/>
                </a:cubicBezTo>
                <a:cubicBezTo>
                  <a:pt x="9148" y="54874"/>
                  <a:pt x="0" y="80497"/>
                  <a:pt x="0" y="110475"/>
                </a:cubicBezTo>
                <a:cubicBezTo>
                  <a:pt x="0" y="143014"/>
                  <a:pt x="9670" y="168121"/>
                  <a:pt x="32667" y="194257"/>
                </a:cubicBezTo>
                <a:cubicBezTo>
                  <a:pt x="43382" y="206556"/>
                  <a:pt x="50177" y="212194"/>
                  <a:pt x="63768" y="220392"/>
                </a:cubicBezTo>
                <a:lnTo>
                  <a:pt x="66902" y="216291"/>
                </a:lnTo>
                <a:cubicBezTo>
                  <a:pt x="45998" y="200148"/>
                  <a:pt x="38681" y="191184"/>
                  <a:pt x="31623" y="171965"/>
                </a:cubicBezTo>
                <a:cubicBezTo>
                  <a:pt x="25350" y="154802"/>
                  <a:pt x="22475" y="135328"/>
                  <a:pt x="22475" y="109705"/>
                </a:cubicBezTo>
                <a:cubicBezTo>
                  <a:pt x="22475" y="82804"/>
                  <a:pt x="25872" y="61794"/>
                  <a:pt x="32931" y="45910"/>
                </a:cubicBezTo>
                <a:cubicBezTo>
                  <a:pt x="40248" y="30021"/>
                  <a:pt x="48088" y="20799"/>
                  <a:pt x="66902" y="5939"/>
                </a:cubicBezTo>
                <a:lnTo>
                  <a:pt x="64553" y="1837"/>
                </a:lnTo>
                <a:close/>
                <a:moveTo>
                  <a:pt x="114470" y="512"/>
                </a:moveTo>
                <a:lnTo>
                  <a:pt x="113162" y="0"/>
                </a:lnTo>
                <a:cubicBezTo>
                  <a:pt x="102184" y="3843"/>
                  <a:pt x="95130" y="5892"/>
                  <a:pt x="82847" y="9223"/>
                </a:cubicBezTo>
                <a:lnTo>
                  <a:pt x="75267" y="11275"/>
                </a:lnTo>
                <a:lnTo>
                  <a:pt x="75267" y="15372"/>
                </a:lnTo>
                <a:cubicBezTo>
                  <a:pt x="76834" y="15118"/>
                  <a:pt x="77879" y="15118"/>
                  <a:pt x="79709" y="15118"/>
                </a:cubicBezTo>
                <a:cubicBezTo>
                  <a:pt x="90165" y="15118"/>
                  <a:pt x="92514" y="17421"/>
                  <a:pt x="92514" y="28184"/>
                </a:cubicBezTo>
                <a:lnTo>
                  <a:pt x="92514" y="161096"/>
                </a:lnTo>
                <a:cubicBezTo>
                  <a:pt x="92514" y="169032"/>
                  <a:pt x="114729" y="177485"/>
                  <a:pt x="135637" y="177485"/>
                </a:cubicBezTo>
                <a:cubicBezTo>
                  <a:pt x="170135" y="177485"/>
                  <a:pt x="196789" y="149317"/>
                  <a:pt x="196789" y="112704"/>
                </a:cubicBezTo>
                <a:cubicBezTo>
                  <a:pt x="196789" y="81213"/>
                  <a:pt x="176930" y="57134"/>
                  <a:pt x="150794" y="57134"/>
                </a:cubicBezTo>
                <a:cubicBezTo>
                  <a:pt x="134851" y="57134"/>
                  <a:pt x="119694" y="66360"/>
                  <a:pt x="114470" y="78910"/>
                </a:cubicBezTo>
                <a:lnTo>
                  <a:pt x="114470" y="512"/>
                </a:lnTo>
                <a:moveTo>
                  <a:pt x="114470" y="92480"/>
                </a:moveTo>
                <a:cubicBezTo>
                  <a:pt x="114470" y="82495"/>
                  <a:pt x="126752" y="73276"/>
                  <a:pt x="140342" y="73276"/>
                </a:cubicBezTo>
                <a:cubicBezTo>
                  <a:pt x="160724" y="73276"/>
                  <a:pt x="173791" y="93246"/>
                  <a:pt x="173791" y="124483"/>
                </a:cubicBezTo>
                <a:cubicBezTo>
                  <a:pt x="173791" y="152902"/>
                  <a:pt x="161246" y="169287"/>
                  <a:pt x="139820" y="169287"/>
                </a:cubicBezTo>
                <a:cubicBezTo>
                  <a:pt x="126230" y="169287"/>
                  <a:pt x="114470" y="163399"/>
                  <a:pt x="114470" y="156999"/>
                </a:cubicBezTo>
                <a:lnTo>
                  <a:pt x="114470" y="92480"/>
                </a:lnTo>
                <a:close/>
                <a:moveTo>
                  <a:pt x="215085" y="220392"/>
                </a:moveTo>
                <a:cubicBezTo>
                  <a:pt x="234425" y="208092"/>
                  <a:pt x="242265" y="201431"/>
                  <a:pt x="251931" y="189643"/>
                </a:cubicBezTo>
                <a:cubicBezTo>
                  <a:pt x="270490" y="167355"/>
                  <a:pt x="279634" y="141732"/>
                  <a:pt x="279634" y="111758"/>
                </a:cubicBezTo>
                <a:cubicBezTo>
                  <a:pt x="279634" y="78961"/>
                  <a:pt x="269964" y="54108"/>
                  <a:pt x="246966" y="27973"/>
                </a:cubicBezTo>
                <a:cubicBezTo>
                  <a:pt x="236251" y="15673"/>
                  <a:pt x="229456" y="10040"/>
                  <a:pt x="215866" y="1837"/>
                </a:cubicBezTo>
                <a:lnTo>
                  <a:pt x="212732" y="5939"/>
                </a:lnTo>
                <a:cubicBezTo>
                  <a:pt x="233640" y="22081"/>
                  <a:pt x="240694" y="31049"/>
                  <a:pt x="248011" y="50265"/>
                </a:cubicBezTo>
                <a:cubicBezTo>
                  <a:pt x="254284" y="67432"/>
                  <a:pt x="257159" y="86901"/>
                  <a:pt x="257159" y="112524"/>
                </a:cubicBezTo>
                <a:cubicBezTo>
                  <a:pt x="257159" y="139171"/>
                  <a:pt x="253762" y="160435"/>
                  <a:pt x="246707" y="176066"/>
                </a:cubicBezTo>
                <a:cubicBezTo>
                  <a:pt x="239390" y="192208"/>
                  <a:pt x="231550" y="201431"/>
                  <a:pt x="212732" y="216291"/>
                </a:cubicBezTo>
                <a:lnTo>
                  <a:pt x="215085" y="220392"/>
                </a:lnTo>
                <a:close/>
                <a:moveTo>
                  <a:pt x="575212" y="131669"/>
                </a:moveTo>
                <a:lnTo>
                  <a:pt x="567894" y="131669"/>
                </a:lnTo>
                <a:cubicBezTo>
                  <a:pt x="554826" y="159352"/>
                  <a:pt x="543589" y="165506"/>
                  <a:pt x="506216" y="165506"/>
                </a:cubicBezTo>
                <a:lnTo>
                  <a:pt x="499162" y="165506"/>
                </a:lnTo>
                <a:cubicBezTo>
                  <a:pt x="486353" y="165506"/>
                  <a:pt x="475379" y="164224"/>
                  <a:pt x="473549" y="162429"/>
                </a:cubicBezTo>
                <a:cubicBezTo>
                  <a:pt x="472241" y="161659"/>
                  <a:pt x="471718" y="158840"/>
                  <a:pt x="471718" y="154481"/>
                </a:cubicBezTo>
                <a:lnTo>
                  <a:pt x="471718" y="91162"/>
                </a:lnTo>
                <a:lnTo>
                  <a:pt x="511966" y="91162"/>
                </a:lnTo>
                <a:cubicBezTo>
                  <a:pt x="533396" y="91162"/>
                  <a:pt x="537316" y="94497"/>
                  <a:pt x="540714" y="115773"/>
                </a:cubicBezTo>
                <a:lnTo>
                  <a:pt x="546723" y="115773"/>
                </a:lnTo>
                <a:lnTo>
                  <a:pt x="546723" y="56325"/>
                </a:lnTo>
                <a:lnTo>
                  <a:pt x="540714" y="56325"/>
                </a:lnTo>
                <a:cubicBezTo>
                  <a:pt x="538883" y="66826"/>
                  <a:pt x="537839" y="70669"/>
                  <a:pt x="534963" y="74254"/>
                </a:cubicBezTo>
                <a:cubicBezTo>
                  <a:pt x="531566" y="78609"/>
                  <a:pt x="524248" y="80661"/>
                  <a:pt x="511966" y="80661"/>
                </a:cubicBezTo>
                <a:lnTo>
                  <a:pt x="471718" y="80661"/>
                </a:lnTo>
                <a:lnTo>
                  <a:pt x="471718" y="23789"/>
                </a:lnTo>
                <a:cubicBezTo>
                  <a:pt x="471718" y="16616"/>
                  <a:pt x="473285" y="15079"/>
                  <a:pt x="480344" y="15079"/>
                </a:cubicBezTo>
                <a:lnTo>
                  <a:pt x="515623" y="15079"/>
                </a:lnTo>
                <a:cubicBezTo>
                  <a:pt x="545156" y="15079"/>
                  <a:pt x="550906" y="18922"/>
                  <a:pt x="555349" y="41977"/>
                </a:cubicBezTo>
                <a:lnTo>
                  <a:pt x="561881" y="41977"/>
                </a:lnTo>
                <a:lnTo>
                  <a:pt x="561099" y="5340"/>
                </a:lnTo>
                <a:lnTo>
                  <a:pt x="422326" y="5340"/>
                </a:lnTo>
                <a:lnTo>
                  <a:pt x="422326" y="10212"/>
                </a:lnTo>
                <a:cubicBezTo>
                  <a:pt x="441667" y="11748"/>
                  <a:pt x="445064" y="15333"/>
                  <a:pt x="445064" y="33274"/>
                </a:cubicBezTo>
                <a:lnTo>
                  <a:pt x="445064" y="147053"/>
                </a:lnTo>
                <a:cubicBezTo>
                  <a:pt x="445064" y="164990"/>
                  <a:pt x="441404" y="168837"/>
                  <a:pt x="422326" y="170115"/>
                </a:cubicBezTo>
                <a:lnTo>
                  <a:pt x="422326" y="174983"/>
                </a:lnTo>
                <a:lnTo>
                  <a:pt x="563448" y="174983"/>
                </a:lnTo>
                <a:lnTo>
                  <a:pt x="575212" y="131669"/>
                </a:lnTo>
                <a:close/>
                <a:moveTo>
                  <a:pt x="583050" y="73022"/>
                </a:moveTo>
                <a:cubicBezTo>
                  <a:pt x="584617" y="72252"/>
                  <a:pt x="587233" y="71998"/>
                  <a:pt x="590108" y="71998"/>
                </a:cubicBezTo>
                <a:cubicBezTo>
                  <a:pt x="597425" y="71998"/>
                  <a:pt x="599774" y="75841"/>
                  <a:pt x="599774" y="88391"/>
                </a:cubicBezTo>
                <a:lnTo>
                  <a:pt x="599774" y="151928"/>
                </a:lnTo>
                <a:cubicBezTo>
                  <a:pt x="599774" y="166530"/>
                  <a:pt x="596899" y="170115"/>
                  <a:pt x="583572" y="171140"/>
                </a:cubicBezTo>
                <a:lnTo>
                  <a:pt x="583572" y="174983"/>
                </a:lnTo>
                <a:lnTo>
                  <a:pt x="638977" y="174983"/>
                </a:lnTo>
                <a:lnTo>
                  <a:pt x="638977" y="171140"/>
                </a:lnTo>
                <a:cubicBezTo>
                  <a:pt x="625646" y="170115"/>
                  <a:pt x="621727" y="167042"/>
                  <a:pt x="621727" y="157820"/>
                </a:cubicBezTo>
                <a:lnTo>
                  <a:pt x="621727" y="85830"/>
                </a:lnTo>
                <a:cubicBezTo>
                  <a:pt x="634272" y="74301"/>
                  <a:pt x="640022" y="71228"/>
                  <a:pt x="648648" y="71228"/>
                </a:cubicBezTo>
                <a:cubicBezTo>
                  <a:pt x="661452" y="71228"/>
                  <a:pt x="667725" y="79168"/>
                  <a:pt x="667725" y="96077"/>
                </a:cubicBezTo>
                <a:lnTo>
                  <a:pt x="667725" y="149622"/>
                </a:lnTo>
                <a:cubicBezTo>
                  <a:pt x="667725" y="165760"/>
                  <a:pt x="664327" y="170115"/>
                  <a:pt x="651260" y="171140"/>
                </a:cubicBezTo>
                <a:lnTo>
                  <a:pt x="651260" y="174983"/>
                </a:lnTo>
                <a:lnTo>
                  <a:pt x="705620" y="174983"/>
                </a:lnTo>
                <a:lnTo>
                  <a:pt x="705620" y="171140"/>
                </a:lnTo>
                <a:cubicBezTo>
                  <a:pt x="692812" y="169861"/>
                  <a:pt x="689677" y="166784"/>
                  <a:pt x="689677" y="154235"/>
                </a:cubicBezTo>
                <a:lnTo>
                  <a:pt x="689677" y="95565"/>
                </a:lnTo>
                <a:cubicBezTo>
                  <a:pt x="689677" y="71486"/>
                  <a:pt x="678177" y="57134"/>
                  <a:pt x="658840" y="57134"/>
                </a:cubicBezTo>
                <a:cubicBezTo>
                  <a:pt x="646817" y="57134"/>
                  <a:pt x="638714" y="61493"/>
                  <a:pt x="620945" y="77890"/>
                </a:cubicBezTo>
                <a:lnTo>
                  <a:pt x="620945" y="57650"/>
                </a:lnTo>
                <a:lnTo>
                  <a:pt x="619115" y="57134"/>
                </a:lnTo>
                <a:cubicBezTo>
                  <a:pt x="606310" y="61747"/>
                  <a:pt x="597425" y="64566"/>
                  <a:pt x="583050" y="68667"/>
                </a:cubicBezTo>
                <a:lnTo>
                  <a:pt x="583050" y="73022"/>
                </a:lnTo>
                <a:close/>
                <a:moveTo>
                  <a:pt x="813552" y="134973"/>
                </a:moveTo>
                <a:cubicBezTo>
                  <a:pt x="801007" y="152894"/>
                  <a:pt x="791600" y="159040"/>
                  <a:pt x="776701" y="159040"/>
                </a:cubicBezTo>
                <a:cubicBezTo>
                  <a:pt x="752919" y="159040"/>
                  <a:pt x="736194" y="138558"/>
                  <a:pt x="736194" y="109115"/>
                </a:cubicBezTo>
                <a:cubicBezTo>
                  <a:pt x="736194" y="82745"/>
                  <a:pt x="750570" y="64566"/>
                  <a:pt x="771737" y="64566"/>
                </a:cubicBezTo>
                <a:cubicBezTo>
                  <a:pt x="781144" y="64566"/>
                  <a:pt x="784541" y="67381"/>
                  <a:pt x="787157" y="76854"/>
                </a:cubicBezTo>
                <a:lnTo>
                  <a:pt x="788724" y="82487"/>
                </a:lnTo>
                <a:cubicBezTo>
                  <a:pt x="790814" y="89657"/>
                  <a:pt x="795520" y="94267"/>
                  <a:pt x="801007" y="94267"/>
                </a:cubicBezTo>
                <a:cubicBezTo>
                  <a:pt x="807802" y="94267"/>
                  <a:pt x="813552" y="89399"/>
                  <a:pt x="813552" y="83511"/>
                </a:cubicBezTo>
                <a:cubicBezTo>
                  <a:pt x="813552" y="69175"/>
                  <a:pt x="795256" y="57134"/>
                  <a:pt x="773304" y="57134"/>
                </a:cubicBezTo>
                <a:cubicBezTo>
                  <a:pt x="760499" y="57134"/>
                  <a:pt x="747172" y="62259"/>
                  <a:pt x="736457" y="71478"/>
                </a:cubicBezTo>
                <a:cubicBezTo>
                  <a:pt x="723390" y="82745"/>
                  <a:pt x="716072" y="100154"/>
                  <a:pt x="716072" y="120378"/>
                </a:cubicBezTo>
                <a:cubicBezTo>
                  <a:pt x="716072" y="153664"/>
                  <a:pt x="736717" y="177485"/>
                  <a:pt x="765727" y="177485"/>
                </a:cubicBezTo>
                <a:cubicBezTo>
                  <a:pt x="777487" y="177485"/>
                  <a:pt x="787939" y="173388"/>
                  <a:pt x="797350" y="165443"/>
                </a:cubicBezTo>
                <a:cubicBezTo>
                  <a:pt x="804404" y="159294"/>
                  <a:pt x="809369" y="152382"/>
                  <a:pt x="817209" y="137275"/>
                </a:cubicBezTo>
                <a:lnTo>
                  <a:pt x="813552" y="134973"/>
                </a:lnTo>
                <a:close/>
                <a:moveTo>
                  <a:pt x="827401" y="75071"/>
                </a:moveTo>
                <a:cubicBezTo>
                  <a:pt x="831062" y="74301"/>
                  <a:pt x="833415" y="74043"/>
                  <a:pt x="836549" y="74043"/>
                </a:cubicBezTo>
                <a:cubicBezTo>
                  <a:pt x="843081" y="74043"/>
                  <a:pt x="845434" y="78144"/>
                  <a:pt x="845434" y="89415"/>
                </a:cubicBezTo>
                <a:lnTo>
                  <a:pt x="845434" y="153465"/>
                </a:lnTo>
                <a:cubicBezTo>
                  <a:pt x="845434" y="166272"/>
                  <a:pt x="843603" y="168067"/>
                  <a:pt x="826879" y="171140"/>
                </a:cubicBezTo>
                <a:lnTo>
                  <a:pt x="826879" y="174983"/>
                </a:lnTo>
                <a:lnTo>
                  <a:pt x="889602" y="174983"/>
                </a:lnTo>
                <a:lnTo>
                  <a:pt x="889602" y="171140"/>
                </a:lnTo>
                <a:cubicBezTo>
                  <a:pt x="871828" y="170373"/>
                  <a:pt x="867386" y="166530"/>
                  <a:pt x="867386" y="151928"/>
                </a:cubicBezTo>
                <a:lnTo>
                  <a:pt x="867386" y="94282"/>
                </a:lnTo>
                <a:cubicBezTo>
                  <a:pt x="867386" y="86084"/>
                  <a:pt x="878623" y="73276"/>
                  <a:pt x="885682" y="73276"/>
                </a:cubicBezTo>
                <a:cubicBezTo>
                  <a:pt x="887249" y="73276"/>
                  <a:pt x="889602" y="74559"/>
                  <a:pt x="892477" y="77119"/>
                </a:cubicBezTo>
                <a:cubicBezTo>
                  <a:pt x="896656" y="80704"/>
                  <a:pt x="899531" y="82241"/>
                  <a:pt x="902929" y="82241"/>
                </a:cubicBezTo>
                <a:cubicBezTo>
                  <a:pt x="909201" y="82241"/>
                  <a:pt x="913121" y="77886"/>
                  <a:pt x="913121" y="70716"/>
                </a:cubicBezTo>
                <a:cubicBezTo>
                  <a:pt x="913121" y="62259"/>
                  <a:pt x="907634" y="57134"/>
                  <a:pt x="898749" y="57134"/>
                </a:cubicBezTo>
                <a:cubicBezTo>
                  <a:pt x="887771" y="57134"/>
                  <a:pt x="880195" y="63029"/>
                  <a:pt x="867386" y="81217"/>
                </a:cubicBezTo>
                <a:lnTo>
                  <a:pt x="867386" y="57650"/>
                </a:lnTo>
                <a:lnTo>
                  <a:pt x="866082" y="57134"/>
                </a:lnTo>
                <a:cubicBezTo>
                  <a:pt x="852229" y="62771"/>
                  <a:pt x="842822" y="66102"/>
                  <a:pt x="827401" y="70970"/>
                </a:cubicBezTo>
                <a:lnTo>
                  <a:pt x="827401" y="75071"/>
                </a:lnTo>
                <a:close/>
                <a:moveTo>
                  <a:pt x="1036735" y="59636"/>
                </a:moveTo>
                <a:lnTo>
                  <a:pt x="1001455" y="59636"/>
                </a:lnTo>
                <a:lnTo>
                  <a:pt x="1001455" y="63483"/>
                </a:lnTo>
                <a:cubicBezTo>
                  <a:pt x="1009817" y="63483"/>
                  <a:pt x="1014001" y="65786"/>
                  <a:pt x="1014001" y="69887"/>
                </a:cubicBezTo>
                <a:cubicBezTo>
                  <a:pt x="1014001" y="70911"/>
                  <a:pt x="1013737" y="72447"/>
                  <a:pt x="1012952" y="74242"/>
                </a:cubicBezTo>
                <a:lnTo>
                  <a:pt x="987602" y="144954"/>
                </a:lnTo>
                <a:lnTo>
                  <a:pt x="957550" y="80134"/>
                </a:lnTo>
                <a:cubicBezTo>
                  <a:pt x="955979" y="76549"/>
                  <a:pt x="954934" y="73218"/>
                  <a:pt x="954934" y="70399"/>
                </a:cubicBezTo>
                <a:cubicBezTo>
                  <a:pt x="954934" y="65786"/>
                  <a:pt x="958854" y="63995"/>
                  <a:pt x="970092" y="63483"/>
                </a:cubicBezTo>
                <a:lnTo>
                  <a:pt x="970092" y="59636"/>
                </a:lnTo>
                <a:lnTo>
                  <a:pt x="916258" y="59636"/>
                </a:lnTo>
                <a:lnTo>
                  <a:pt x="916258" y="63225"/>
                </a:lnTo>
                <a:cubicBezTo>
                  <a:pt x="923053" y="64249"/>
                  <a:pt x="927495" y="67068"/>
                  <a:pt x="929585" y="71423"/>
                </a:cubicBezTo>
                <a:lnTo>
                  <a:pt x="959377" y="134453"/>
                </a:lnTo>
                <a:lnTo>
                  <a:pt x="960162" y="136501"/>
                </a:lnTo>
                <a:lnTo>
                  <a:pt x="964082" y="144187"/>
                </a:lnTo>
                <a:cubicBezTo>
                  <a:pt x="971400" y="156999"/>
                  <a:pt x="975583" y="166221"/>
                  <a:pt x="975583" y="170065"/>
                </a:cubicBezTo>
                <a:cubicBezTo>
                  <a:pt x="975583" y="173908"/>
                  <a:pt x="969569" y="190046"/>
                  <a:pt x="965127" y="197732"/>
                </a:cubicBezTo>
                <a:cubicBezTo>
                  <a:pt x="961470" y="204394"/>
                  <a:pt x="955720" y="209261"/>
                  <a:pt x="952059" y="209261"/>
                </a:cubicBezTo>
                <a:cubicBezTo>
                  <a:pt x="950492" y="209261"/>
                  <a:pt x="948139" y="208749"/>
                  <a:pt x="945527" y="207471"/>
                </a:cubicBezTo>
                <a:cubicBezTo>
                  <a:pt x="940563" y="205676"/>
                  <a:pt x="936120" y="204652"/>
                  <a:pt x="931678" y="204652"/>
                </a:cubicBezTo>
                <a:cubicBezTo>
                  <a:pt x="925665" y="204652"/>
                  <a:pt x="920441" y="209778"/>
                  <a:pt x="920441" y="215923"/>
                </a:cubicBezTo>
                <a:cubicBezTo>
                  <a:pt x="920441" y="224380"/>
                  <a:pt x="928803" y="230787"/>
                  <a:pt x="939777" y="230787"/>
                </a:cubicBezTo>
                <a:cubicBezTo>
                  <a:pt x="957287" y="230787"/>
                  <a:pt x="969833" y="216439"/>
                  <a:pt x="983945" y="179545"/>
                </a:cubicBezTo>
                <a:lnTo>
                  <a:pt x="1024189" y="75012"/>
                </a:lnTo>
                <a:cubicBezTo>
                  <a:pt x="1027587" y="66810"/>
                  <a:pt x="1030462" y="64249"/>
                  <a:pt x="1036735" y="63483"/>
                </a:cubicBezTo>
                <a:lnTo>
                  <a:pt x="1036735" y="59636"/>
                </a:lnTo>
                <a:close/>
                <a:moveTo>
                  <a:pt x="1045619" y="74238"/>
                </a:moveTo>
                <a:cubicBezTo>
                  <a:pt x="1047972" y="73984"/>
                  <a:pt x="1049802" y="73984"/>
                  <a:pt x="1052155" y="73984"/>
                </a:cubicBezTo>
                <a:cubicBezTo>
                  <a:pt x="1061040" y="73984"/>
                  <a:pt x="1062870" y="76545"/>
                  <a:pt x="1062870" y="88586"/>
                </a:cubicBezTo>
                <a:lnTo>
                  <a:pt x="1062870" y="208495"/>
                </a:lnTo>
                <a:cubicBezTo>
                  <a:pt x="1062870" y="221819"/>
                  <a:pt x="1059995" y="224638"/>
                  <a:pt x="1044575" y="226174"/>
                </a:cubicBezTo>
                <a:lnTo>
                  <a:pt x="1044575" y="230529"/>
                </a:lnTo>
                <a:lnTo>
                  <a:pt x="1107820" y="230529"/>
                </a:lnTo>
                <a:lnTo>
                  <a:pt x="1107820" y="225920"/>
                </a:lnTo>
                <a:cubicBezTo>
                  <a:pt x="1088220" y="225662"/>
                  <a:pt x="1084823" y="222843"/>
                  <a:pt x="1084823" y="206701"/>
                </a:cubicBezTo>
                <a:lnTo>
                  <a:pt x="1084823" y="166472"/>
                </a:lnTo>
                <a:cubicBezTo>
                  <a:pt x="1093970" y="174924"/>
                  <a:pt x="1100239" y="177485"/>
                  <a:pt x="1111217" y="177485"/>
                </a:cubicBezTo>
                <a:cubicBezTo>
                  <a:pt x="1142054" y="177485"/>
                  <a:pt x="1166096" y="148804"/>
                  <a:pt x="1166096" y="111680"/>
                </a:cubicBezTo>
                <a:cubicBezTo>
                  <a:pt x="1166096" y="79934"/>
                  <a:pt x="1147805" y="57134"/>
                  <a:pt x="1122455" y="57134"/>
                </a:cubicBezTo>
                <a:cubicBezTo>
                  <a:pt x="1107820" y="57134"/>
                  <a:pt x="1096319" y="63542"/>
                  <a:pt x="1084823" y="77373"/>
                </a:cubicBezTo>
                <a:lnTo>
                  <a:pt x="1084823" y="57650"/>
                </a:lnTo>
                <a:lnTo>
                  <a:pt x="1083255" y="57134"/>
                </a:lnTo>
                <a:cubicBezTo>
                  <a:pt x="1069143" y="62517"/>
                  <a:pt x="1059995" y="65848"/>
                  <a:pt x="1045619" y="70203"/>
                </a:cubicBezTo>
                <a:lnTo>
                  <a:pt x="1045619" y="74238"/>
                </a:lnTo>
                <a:moveTo>
                  <a:pt x="1084823" y="89407"/>
                </a:moveTo>
                <a:cubicBezTo>
                  <a:pt x="1084823" y="81725"/>
                  <a:pt x="1099458" y="72510"/>
                  <a:pt x="1111477" y="72510"/>
                </a:cubicBezTo>
                <a:cubicBezTo>
                  <a:pt x="1130817" y="72510"/>
                  <a:pt x="1143622" y="91968"/>
                  <a:pt x="1143622" y="121668"/>
                </a:cubicBezTo>
                <a:cubicBezTo>
                  <a:pt x="1143622" y="150087"/>
                  <a:pt x="1130817" y="169287"/>
                  <a:pt x="1112003" y="169287"/>
                </a:cubicBezTo>
                <a:cubicBezTo>
                  <a:pt x="1099717" y="169287"/>
                  <a:pt x="1084823" y="160072"/>
                  <a:pt x="1084823" y="152390"/>
                </a:cubicBezTo>
                <a:lnTo>
                  <a:pt x="1084823" y="89407"/>
                </a:lnTo>
                <a:close/>
                <a:moveTo>
                  <a:pt x="1240580" y="59636"/>
                </a:moveTo>
                <a:lnTo>
                  <a:pt x="1214185" y="59636"/>
                </a:lnTo>
                <a:lnTo>
                  <a:pt x="1214185" y="29916"/>
                </a:lnTo>
                <a:cubicBezTo>
                  <a:pt x="1214185" y="27355"/>
                  <a:pt x="1213926" y="26585"/>
                  <a:pt x="1212355" y="26585"/>
                </a:cubicBezTo>
                <a:cubicBezTo>
                  <a:pt x="1210528" y="28891"/>
                  <a:pt x="1208957" y="31198"/>
                  <a:pt x="1207131" y="33759"/>
                </a:cubicBezTo>
                <a:cubicBezTo>
                  <a:pt x="1197197" y="47853"/>
                  <a:pt x="1185960" y="60152"/>
                  <a:pt x="1181781" y="61176"/>
                </a:cubicBezTo>
                <a:cubicBezTo>
                  <a:pt x="1178906" y="62967"/>
                  <a:pt x="1177334" y="64761"/>
                  <a:pt x="1177334" y="66044"/>
                </a:cubicBezTo>
                <a:cubicBezTo>
                  <a:pt x="1177334" y="66814"/>
                  <a:pt x="1177598" y="67326"/>
                  <a:pt x="1178383" y="67838"/>
                </a:cubicBezTo>
                <a:lnTo>
                  <a:pt x="1192233" y="67838"/>
                </a:lnTo>
                <a:lnTo>
                  <a:pt x="1192233" y="144950"/>
                </a:lnTo>
                <a:cubicBezTo>
                  <a:pt x="1192233" y="166468"/>
                  <a:pt x="1200072" y="177485"/>
                  <a:pt x="1215493" y="177485"/>
                </a:cubicBezTo>
                <a:cubicBezTo>
                  <a:pt x="1228298" y="177485"/>
                  <a:pt x="1238227" y="171339"/>
                  <a:pt x="1246852" y="158015"/>
                </a:cubicBezTo>
                <a:lnTo>
                  <a:pt x="1243455" y="155197"/>
                </a:lnTo>
                <a:cubicBezTo>
                  <a:pt x="1237968" y="161600"/>
                  <a:pt x="1233525" y="164165"/>
                  <a:pt x="1227775" y="164165"/>
                </a:cubicBezTo>
                <a:cubicBezTo>
                  <a:pt x="1218105" y="164165"/>
                  <a:pt x="1214185" y="157245"/>
                  <a:pt x="1214185" y="141107"/>
                </a:cubicBezTo>
                <a:lnTo>
                  <a:pt x="1214185" y="67838"/>
                </a:lnTo>
                <a:lnTo>
                  <a:pt x="1240580" y="67838"/>
                </a:lnTo>
                <a:lnTo>
                  <a:pt x="1240580" y="59636"/>
                </a:lnTo>
                <a:close/>
                <a:moveTo>
                  <a:pt x="1256782" y="109178"/>
                </a:moveTo>
                <a:lnTo>
                  <a:pt x="1256782" y="125320"/>
                </a:lnTo>
                <a:lnTo>
                  <a:pt x="1321072" y="125320"/>
                </a:lnTo>
                <a:lnTo>
                  <a:pt x="1321072" y="109178"/>
                </a:lnTo>
                <a:lnTo>
                  <a:pt x="1256782" y="109178"/>
                </a:lnTo>
                <a:close/>
                <a:moveTo>
                  <a:pt x="1400258" y="59636"/>
                </a:moveTo>
                <a:lnTo>
                  <a:pt x="1373863" y="59636"/>
                </a:lnTo>
                <a:lnTo>
                  <a:pt x="1373863" y="29916"/>
                </a:lnTo>
                <a:cubicBezTo>
                  <a:pt x="1373863" y="27355"/>
                  <a:pt x="1373604" y="26585"/>
                  <a:pt x="1372033" y="26585"/>
                </a:cubicBezTo>
                <a:cubicBezTo>
                  <a:pt x="1370206" y="28891"/>
                  <a:pt x="1368635" y="31198"/>
                  <a:pt x="1366809" y="33759"/>
                </a:cubicBezTo>
                <a:cubicBezTo>
                  <a:pt x="1356876" y="47853"/>
                  <a:pt x="1345638" y="60152"/>
                  <a:pt x="1341459" y="61176"/>
                </a:cubicBezTo>
                <a:cubicBezTo>
                  <a:pt x="1338584" y="62967"/>
                  <a:pt x="1337013" y="64761"/>
                  <a:pt x="1337013" y="66044"/>
                </a:cubicBezTo>
                <a:cubicBezTo>
                  <a:pt x="1337013" y="66814"/>
                  <a:pt x="1337276" y="67326"/>
                  <a:pt x="1338061" y="67838"/>
                </a:cubicBezTo>
                <a:lnTo>
                  <a:pt x="1351911" y="67838"/>
                </a:lnTo>
                <a:lnTo>
                  <a:pt x="1351911" y="144950"/>
                </a:lnTo>
                <a:cubicBezTo>
                  <a:pt x="1351911" y="166468"/>
                  <a:pt x="1359751" y="177485"/>
                  <a:pt x="1375171" y="177485"/>
                </a:cubicBezTo>
                <a:cubicBezTo>
                  <a:pt x="1387976" y="177485"/>
                  <a:pt x="1397905" y="171339"/>
                  <a:pt x="1406531" y="158015"/>
                </a:cubicBezTo>
                <a:lnTo>
                  <a:pt x="1403133" y="155197"/>
                </a:lnTo>
                <a:cubicBezTo>
                  <a:pt x="1397646" y="161600"/>
                  <a:pt x="1393204" y="164165"/>
                  <a:pt x="1387453" y="164165"/>
                </a:cubicBezTo>
                <a:cubicBezTo>
                  <a:pt x="1377783" y="164165"/>
                  <a:pt x="1373863" y="157245"/>
                  <a:pt x="1373863" y="141107"/>
                </a:cubicBezTo>
                <a:lnTo>
                  <a:pt x="1373863" y="67838"/>
                </a:lnTo>
                <a:lnTo>
                  <a:pt x="1400258" y="67838"/>
                </a:lnTo>
                <a:lnTo>
                  <a:pt x="1400258" y="59636"/>
                </a:lnTo>
                <a:close/>
                <a:moveTo>
                  <a:pt x="1447301" y="87112"/>
                </a:moveTo>
                <a:cubicBezTo>
                  <a:pt x="1458275" y="75329"/>
                  <a:pt x="1466115" y="70970"/>
                  <a:pt x="1476308" y="70970"/>
                </a:cubicBezTo>
                <a:cubicBezTo>
                  <a:pt x="1489375" y="70970"/>
                  <a:pt x="1495907" y="80196"/>
                  <a:pt x="1495907" y="98129"/>
                </a:cubicBezTo>
                <a:lnTo>
                  <a:pt x="1495907" y="148851"/>
                </a:lnTo>
                <a:cubicBezTo>
                  <a:pt x="1495907" y="166272"/>
                  <a:pt x="1493295" y="169603"/>
                  <a:pt x="1478138" y="171140"/>
                </a:cubicBezTo>
                <a:lnTo>
                  <a:pt x="1478138" y="174983"/>
                </a:lnTo>
                <a:lnTo>
                  <a:pt x="1533543" y="174983"/>
                </a:lnTo>
                <a:lnTo>
                  <a:pt x="1533543" y="171140"/>
                </a:lnTo>
                <a:cubicBezTo>
                  <a:pt x="1519431" y="168579"/>
                  <a:pt x="1517860" y="166530"/>
                  <a:pt x="1517860" y="148851"/>
                </a:cubicBezTo>
                <a:lnTo>
                  <a:pt x="1517860" y="97871"/>
                </a:lnTo>
                <a:cubicBezTo>
                  <a:pt x="1517860" y="70970"/>
                  <a:pt x="1506886" y="57134"/>
                  <a:pt x="1485715" y="57134"/>
                </a:cubicBezTo>
                <a:cubicBezTo>
                  <a:pt x="1470298" y="57134"/>
                  <a:pt x="1459320" y="63284"/>
                  <a:pt x="1447301" y="78656"/>
                </a:cubicBezTo>
                <a:lnTo>
                  <a:pt x="1447301" y="770"/>
                </a:lnTo>
                <a:lnTo>
                  <a:pt x="1445993" y="0"/>
                </a:lnTo>
                <a:cubicBezTo>
                  <a:pt x="1437108" y="3073"/>
                  <a:pt x="1430573" y="5125"/>
                  <a:pt x="1415938" y="9223"/>
                </a:cubicBezTo>
                <a:lnTo>
                  <a:pt x="1408883" y="11275"/>
                </a:lnTo>
                <a:lnTo>
                  <a:pt x="1408883" y="15372"/>
                </a:lnTo>
                <a:cubicBezTo>
                  <a:pt x="1409928" y="15118"/>
                  <a:pt x="1410714" y="15118"/>
                  <a:pt x="1412018" y="15118"/>
                </a:cubicBezTo>
                <a:cubicBezTo>
                  <a:pt x="1423255" y="15118"/>
                  <a:pt x="1425349" y="17167"/>
                  <a:pt x="1425349" y="28184"/>
                </a:cubicBezTo>
                <a:lnTo>
                  <a:pt x="1425349" y="148851"/>
                </a:lnTo>
                <a:cubicBezTo>
                  <a:pt x="1425349" y="166784"/>
                  <a:pt x="1423777" y="169091"/>
                  <a:pt x="1408620" y="171140"/>
                </a:cubicBezTo>
                <a:lnTo>
                  <a:pt x="1408620" y="174983"/>
                </a:lnTo>
                <a:lnTo>
                  <a:pt x="1465070" y="174983"/>
                </a:lnTo>
                <a:lnTo>
                  <a:pt x="1465070" y="171140"/>
                </a:lnTo>
                <a:cubicBezTo>
                  <a:pt x="1449913" y="169603"/>
                  <a:pt x="1447301" y="166530"/>
                  <a:pt x="1447301" y="148851"/>
                </a:cubicBezTo>
                <a:lnTo>
                  <a:pt x="1447301" y="87112"/>
                </a:lnTo>
                <a:close/>
                <a:moveTo>
                  <a:pt x="1643564" y="132893"/>
                </a:moveTo>
                <a:cubicBezTo>
                  <a:pt x="1631023" y="152374"/>
                  <a:pt x="1619782" y="159810"/>
                  <a:pt x="1603057" y="159810"/>
                </a:cubicBezTo>
                <a:cubicBezTo>
                  <a:pt x="1588163" y="159810"/>
                  <a:pt x="1576926" y="152374"/>
                  <a:pt x="1569345" y="137764"/>
                </a:cubicBezTo>
                <a:cubicBezTo>
                  <a:pt x="1564640" y="128021"/>
                  <a:pt x="1562813" y="119561"/>
                  <a:pt x="1562291" y="103923"/>
                </a:cubicBezTo>
                <a:lnTo>
                  <a:pt x="1642783" y="103923"/>
                </a:lnTo>
                <a:cubicBezTo>
                  <a:pt x="1640689" y="87300"/>
                  <a:pt x="1638077" y="79895"/>
                  <a:pt x="1631546" y="71724"/>
                </a:cubicBezTo>
                <a:cubicBezTo>
                  <a:pt x="1623702" y="62517"/>
                  <a:pt x="1611683" y="57134"/>
                  <a:pt x="1598093" y="57134"/>
                </a:cubicBezTo>
                <a:cubicBezTo>
                  <a:pt x="1585025" y="57134"/>
                  <a:pt x="1572743" y="61747"/>
                  <a:pt x="1562813" y="70446"/>
                </a:cubicBezTo>
                <a:cubicBezTo>
                  <a:pt x="1550527" y="80916"/>
                  <a:pt x="1543473" y="99056"/>
                  <a:pt x="1543473" y="120073"/>
                </a:cubicBezTo>
                <a:cubicBezTo>
                  <a:pt x="1543473" y="155451"/>
                  <a:pt x="1562291" y="177485"/>
                  <a:pt x="1592342" y="177485"/>
                </a:cubicBezTo>
                <a:cubicBezTo>
                  <a:pt x="1617170" y="177485"/>
                  <a:pt x="1636769" y="162371"/>
                  <a:pt x="1647748" y="134687"/>
                </a:cubicBezTo>
                <a:lnTo>
                  <a:pt x="1643564" y="132893"/>
                </a:lnTo>
                <a:moveTo>
                  <a:pt x="1562813" y="95725"/>
                </a:moveTo>
                <a:cubicBezTo>
                  <a:pt x="1565684" y="75810"/>
                  <a:pt x="1574573" y="66360"/>
                  <a:pt x="1590512" y="66360"/>
                </a:cubicBezTo>
                <a:cubicBezTo>
                  <a:pt x="1606455" y="66360"/>
                  <a:pt x="1612727" y="73511"/>
                  <a:pt x="1616125" y="95725"/>
                </a:cubicBezTo>
                <a:lnTo>
                  <a:pt x="1562813" y="95725"/>
                </a:lnTo>
                <a:close/>
                <a:moveTo>
                  <a:pt x="1656893" y="73022"/>
                </a:moveTo>
                <a:cubicBezTo>
                  <a:pt x="1658460" y="72252"/>
                  <a:pt x="1661076" y="71998"/>
                  <a:pt x="1663952" y="71998"/>
                </a:cubicBezTo>
                <a:cubicBezTo>
                  <a:pt x="1671269" y="71998"/>
                  <a:pt x="1673618" y="75841"/>
                  <a:pt x="1673618" y="88391"/>
                </a:cubicBezTo>
                <a:lnTo>
                  <a:pt x="1673618" y="151928"/>
                </a:lnTo>
                <a:cubicBezTo>
                  <a:pt x="1673618" y="166530"/>
                  <a:pt x="1670743" y="170115"/>
                  <a:pt x="1657416" y="171140"/>
                </a:cubicBezTo>
                <a:lnTo>
                  <a:pt x="1657416" y="174983"/>
                </a:lnTo>
                <a:lnTo>
                  <a:pt x="1712821" y="174983"/>
                </a:lnTo>
                <a:lnTo>
                  <a:pt x="1712821" y="171140"/>
                </a:lnTo>
                <a:cubicBezTo>
                  <a:pt x="1699490" y="170115"/>
                  <a:pt x="1695570" y="167042"/>
                  <a:pt x="1695570" y="157820"/>
                </a:cubicBezTo>
                <a:lnTo>
                  <a:pt x="1695570" y="85830"/>
                </a:lnTo>
                <a:cubicBezTo>
                  <a:pt x="1708116" y="74301"/>
                  <a:pt x="1713866" y="71228"/>
                  <a:pt x="1722491" y="71228"/>
                </a:cubicBezTo>
                <a:cubicBezTo>
                  <a:pt x="1735296" y="71228"/>
                  <a:pt x="1741569" y="79168"/>
                  <a:pt x="1741569" y="96077"/>
                </a:cubicBezTo>
                <a:lnTo>
                  <a:pt x="1741569" y="149622"/>
                </a:lnTo>
                <a:cubicBezTo>
                  <a:pt x="1741569" y="165760"/>
                  <a:pt x="1738171" y="170115"/>
                  <a:pt x="1725103" y="171140"/>
                </a:cubicBezTo>
                <a:lnTo>
                  <a:pt x="1725103" y="174983"/>
                </a:lnTo>
                <a:lnTo>
                  <a:pt x="1779464" y="174983"/>
                </a:lnTo>
                <a:lnTo>
                  <a:pt x="1779464" y="171140"/>
                </a:lnTo>
                <a:cubicBezTo>
                  <a:pt x="1766655" y="169861"/>
                  <a:pt x="1763521" y="166784"/>
                  <a:pt x="1763521" y="154235"/>
                </a:cubicBezTo>
                <a:lnTo>
                  <a:pt x="1763521" y="95565"/>
                </a:lnTo>
                <a:cubicBezTo>
                  <a:pt x="1763521" y="71486"/>
                  <a:pt x="1752020" y="57134"/>
                  <a:pt x="1732684" y="57134"/>
                </a:cubicBezTo>
                <a:cubicBezTo>
                  <a:pt x="1720661" y="57134"/>
                  <a:pt x="1712558" y="61493"/>
                  <a:pt x="1694789" y="77890"/>
                </a:cubicBezTo>
                <a:lnTo>
                  <a:pt x="1694789" y="57650"/>
                </a:lnTo>
                <a:lnTo>
                  <a:pt x="1692958" y="57134"/>
                </a:lnTo>
                <a:cubicBezTo>
                  <a:pt x="1680154" y="61747"/>
                  <a:pt x="1671269" y="64566"/>
                  <a:pt x="1656893" y="68667"/>
                </a:cubicBezTo>
                <a:lnTo>
                  <a:pt x="1656893" y="73022"/>
                </a:lnTo>
                <a:close/>
                <a:moveTo>
                  <a:pt x="1793573" y="109178"/>
                </a:moveTo>
                <a:lnTo>
                  <a:pt x="1793573" y="125320"/>
                </a:lnTo>
                <a:lnTo>
                  <a:pt x="1857863" y="125320"/>
                </a:lnTo>
                <a:lnTo>
                  <a:pt x="1857863" y="109178"/>
                </a:lnTo>
                <a:lnTo>
                  <a:pt x="1793573" y="109178"/>
                </a:lnTo>
                <a:close/>
                <a:moveTo>
                  <a:pt x="2046552" y="28149"/>
                </a:moveTo>
                <a:lnTo>
                  <a:pt x="2046552" y="144234"/>
                </a:lnTo>
                <a:cubicBezTo>
                  <a:pt x="2046552" y="165502"/>
                  <a:pt x="2043413" y="168837"/>
                  <a:pt x="2022769" y="170115"/>
                </a:cubicBezTo>
                <a:lnTo>
                  <a:pt x="2022769" y="174983"/>
                </a:lnTo>
                <a:lnTo>
                  <a:pt x="2095944" y="174983"/>
                </a:lnTo>
                <a:lnTo>
                  <a:pt x="2095944" y="170115"/>
                </a:lnTo>
                <a:cubicBezTo>
                  <a:pt x="2076866" y="168837"/>
                  <a:pt x="2073210" y="165248"/>
                  <a:pt x="2073210" y="147053"/>
                </a:cubicBezTo>
                <a:lnTo>
                  <a:pt x="2073210" y="33274"/>
                </a:lnTo>
                <a:cubicBezTo>
                  <a:pt x="2073210" y="15079"/>
                  <a:pt x="2076607" y="11748"/>
                  <a:pt x="2095944" y="10212"/>
                </a:cubicBezTo>
                <a:lnTo>
                  <a:pt x="2095944" y="5340"/>
                </a:lnTo>
                <a:lnTo>
                  <a:pt x="2043936" y="5340"/>
                </a:lnTo>
                <a:lnTo>
                  <a:pt x="1986182" y="134754"/>
                </a:lnTo>
                <a:lnTo>
                  <a:pt x="1925812" y="5340"/>
                </a:lnTo>
                <a:lnTo>
                  <a:pt x="1874067" y="5340"/>
                </a:lnTo>
                <a:lnTo>
                  <a:pt x="1874067" y="10212"/>
                </a:lnTo>
                <a:cubicBezTo>
                  <a:pt x="1895497" y="11490"/>
                  <a:pt x="1898895" y="14567"/>
                  <a:pt x="1898895" y="33274"/>
                </a:cubicBezTo>
                <a:lnTo>
                  <a:pt x="1898895" y="137314"/>
                </a:lnTo>
                <a:cubicBezTo>
                  <a:pt x="1898895" y="163712"/>
                  <a:pt x="1895234" y="168579"/>
                  <a:pt x="1873545" y="170115"/>
                </a:cubicBezTo>
                <a:lnTo>
                  <a:pt x="1873545" y="174983"/>
                </a:lnTo>
                <a:lnTo>
                  <a:pt x="1934959" y="174983"/>
                </a:lnTo>
                <a:lnTo>
                  <a:pt x="1934959" y="170115"/>
                </a:lnTo>
                <a:cubicBezTo>
                  <a:pt x="1914837" y="169091"/>
                  <a:pt x="1910395" y="163199"/>
                  <a:pt x="1910395" y="137314"/>
                </a:cubicBezTo>
                <a:lnTo>
                  <a:pt x="1910395" y="34040"/>
                </a:lnTo>
                <a:lnTo>
                  <a:pt x="1975989" y="174983"/>
                </a:lnTo>
                <a:lnTo>
                  <a:pt x="1979650" y="174983"/>
                </a:lnTo>
                <a:lnTo>
                  <a:pt x="2046552" y="28149"/>
                </a:lnTo>
                <a:close/>
                <a:moveTo>
                  <a:pt x="2287244" y="170115"/>
                </a:moveTo>
                <a:cubicBezTo>
                  <a:pt x="2275484" y="169349"/>
                  <a:pt x="2272872" y="166788"/>
                  <a:pt x="2263724" y="147843"/>
                </a:cubicBezTo>
                <a:lnTo>
                  <a:pt x="2198649" y="2338"/>
                </a:lnTo>
                <a:lnTo>
                  <a:pt x="2193425" y="2338"/>
                </a:lnTo>
                <a:lnTo>
                  <a:pt x="2139064" y="128131"/>
                </a:lnTo>
                <a:cubicBezTo>
                  <a:pt x="2122340" y="165510"/>
                  <a:pt x="2119201" y="169603"/>
                  <a:pt x="2106660" y="170115"/>
                </a:cubicBezTo>
                <a:lnTo>
                  <a:pt x="2106660" y="174983"/>
                </a:lnTo>
                <a:lnTo>
                  <a:pt x="2158405" y="174983"/>
                </a:lnTo>
                <a:lnTo>
                  <a:pt x="2158405" y="170115"/>
                </a:lnTo>
                <a:cubicBezTo>
                  <a:pt x="2145859" y="170115"/>
                  <a:pt x="2140631" y="166788"/>
                  <a:pt x="2140631" y="159622"/>
                </a:cubicBezTo>
                <a:cubicBezTo>
                  <a:pt x="2140631" y="156549"/>
                  <a:pt x="2141417" y="152964"/>
                  <a:pt x="2142725" y="149637"/>
                </a:cubicBezTo>
                <a:lnTo>
                  <a:pt x="2154744" y="119682"/>
                </a:lnTo>
                <a:lnTo>
                  <a:pt x="2223217" y="119682"/>
                </a:lnTo>
                <a:lnTo>
                  <a:pt x="2233932" y="144262"/>
                </a:lnTo>
                <a:cubicBezTo>
                  <a:pt x="2237066" y="151174"/>
                  <a:pt x="2238897" y="157828"/>
                  <a:pt x="2238897" y="161413"/>
                </a:cubicBezTo>
                <a:cubicBezTo>
                  <a:pt x="2238897" y="167813"/>
                  <a:pt x="2234455" y="169861"/>
                  <a:pt x="2220601" y="170115"/>
                </a:cubicBezTo>
                <a:lnTo>
                  <a:pt x="2220601" y="174983"/>
                </a:lnTo>
                <a:lnTo>
                  <a:pt x="2287244" y="174983"/>
                </a:lnTo>
                <a:lnTo>
                  <a:pt x="2287244" y="170115"/>
                </a:lnTo>
                <a:moveTo>
                  <a:pt x="2159186" y="109178"/>
                </a:moveTo>
                <a:lnTo>
                  <a:pt x="2189242" y="38720"/>
                </a:lnTo>
                <a:lnTo>
                  <a:pt x="2219556" y="109178"/>
                </a:lnTo>
                <a:lnTo>
                  <a:pt x="2159186" y="109178"/>
                </a:lnTo>
                <a:close/>
                <a:moveTo>
                  <a:pt x="2443264" y="59702"/>
                </a:moveTo>
                <a:lnTo>
                  <a:pt x="2440911" y="1837"/>
                </a:lnTo>
                <a:lnTo>
                  <a:pt x="2435424" y="1837"/>
                </a:lnTo>
                <a:cubicBezTo>
                  <a:pt x="2433857" y="7221"/>
                  <a:pt x="2429674" y="10294"/>
                  <a:pt x="2424446" y="10294"/>
                </a:cubicBezTo>
                <a:cubicBezTo>
                  <a:pt x="2422093" y="10294"/>
                  <a:pt x="2418173" y="9528"/>
                  <a:pt x="2414253" y="7987"/>
                </a:cubicBezTo>
                <a:cubicBezTo>
                  <a:pt x="2401449" y="3890"/>
                  <a:pt x="2388381" y="1837"/>
                  <a:pt x="2376099" y="1837"/>
                </a:cubicBezTo>
                <a:cubicBezTo>
                  <a:pt x="2354669" y="1837"/>
                  <a:pt x="2332980" y="9782"/>
                  <a:pt x="2316774" y="23864"/>
                </a:cubicBezTo>
                <a:cubicBezTo>
                  <a:pt x="2298482" y="39736"/>
                  <a:pt x="2288552" y="63542"/>
                  <a:pt x="2288552" y="91698"/>
                </a:cubicBezTo>
                <a:cubicBezTo>
                  <a:pt x="2288552" y="115507"/>
                  <a:pt x="2296392" y="137522"/>
                  <a:pt x="2309719" y="152112"/>
                </a:cubicBezTo>
                <a:cubicBezTo>
                  <a:pt x="2325399" y="168751"/>
                  <a:pt x="2349441" y="178486"/>
                  <a:pt x="2375317" y="178486"/>
                </a:cubicBezTo>
                <a:cubicBezTo>
                  <a:pt x="2404846" y="178486"/>
                  <a:pt x="2430719" y="166702"/>
                  <a:pt x="2446662" y="145966"/>
                </a:cubicBezTo>
                <a:lnTo>
                  <a:pt x="2441956" y="141361"/>
                </a:lnTo>
                <a:cubicBezTo>
                  <a:pt x="2422620" y="159536"/>
                  <a:pt x="2405369" y="167214"/>
                  <a:pt x="2383680" y="167214"/>
                </a:cubicBezTo>
                <a:cubicBezTo>
                  <a:pt x="2367214" y="167214"/>
                  <a:pt x="2352579" y="162093"/>
                  <a:pt x="2341342" y="152366"/>
                </a:cubicBezTo>
                <a:cubicBezTo>
                  <a:pt x="2326966" y="139824"/>
                  <a:pt x="2318867" y="116785"/>
                  <a:pt x="2318867" y="88371"/>
                </a:cubicBezTo>
                <a:cubicBezTo>
                  <a:pt x="2318867" y="42039"/>
                  <a:pt x="2343172" y="12088"/>
                  <a:pt x="2381064" y="12088"/>
                </a:cubicBezTo>
                <a:cubicBezTo>
                  <a:pt x="2395962" y="12088"/>
                  <a:pt x="2409552" y="17464"/>
                  <a:pt x="2420004" y="27703"/>
                </a:cubicBezTo>
                <a:cubicBezTo>
                  <a:pt x="2428366" y="35893"/>
                  <a:pt x="2432286" y="43063"/>
                  <a:pt x="2437255" y="59702"/>
                </a:cubicBezTo>
                <a:lnTo>
                  <a:pt x="2443264" y="59702"/>
                </a:lnTo>
                <a:close/>
                <a:moveTo>
                  <a:pt x="2660698" y="208511"/>
                </a:moveTo>
                <a:lnTo>
                  <a:pt x="2638224" y="208511"/>
                </a:lnTo>
                <a:cubicBezTo>
                  <a:pt x="2629598" y="208511"/>
                  <a:pt x="2625415" y="204156"/>
                  <a:pt x="2625415" y="195191"/>
                </a:cubicBezTo>
                <a:lnTo>
                  <a:pt x="2625415" y="23019"/>
                </a:lnTo>
                <a:cubicBezTo>
                  <a:pt x="2625415" y="15079"/>
                  <a:pt x="2628813" y="11748"/>
                  <a:pt x="2637179" y="11748"/>
                </a:cubicBezTo>
                <a:lnTo>
                  <a:pt x="2660698" y="11748"/>
                </a:lnTo>
                <a:lnTo>
                  <a:pt x="2660698" y="5340"/>
                </a:lnTo>
                <a:lnTo>
                  <a:pt x="2605556" y="5340"/>
                </a:lnTo>
                <a:lnTo>
                  <a:pt x="2605556" y="214919"/>
                </a:lnTo>
                <a:lnTo>
                  <a:pt x="2660698" y="214919"/>
                </a:lnTo>
                <a:lnTo>
                  <a:pt x="2660698" y="2085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36">
            <a:extLst xmlns:a="http://schemas.openxmlformats.org/drawingml/2006/main">
              <a:ext uri="{FF2B5EF4-FFF2-40B4-BE49-F238E27FC236}">
                <a16:creationId xmlns:a16="http://schemas.microsoft.com/office/drawing/2014/main" id="{E9F60924-AF42-461D-A6AA-809EE354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007" y="2509275"/>
            <a:ext cx="241736" cy="178935"/>
          </a:xfrm>
          <a:custGeom xmlns:a="http://schemas.openxmlformats.org/drawingml/2006/main">
            <a:pathLst>
              <a:path w="241736" h="178935">
                <a:moveTo>
                  <a:pt x="28747" y="90873"/>
                </a:moveTo>
                <a:cubicBezTo>
                  <a:pt x="44164" y="90873"/>
                  <a:pt x="50173" y="91385"/>
                  <a:pt x="56446" y="93688"/>
                </a:cubicBezTo>
                <a:cubicBezTo>
                  <a:pt x="72652" y="99318"/>
                  <a:pt x="82845" y="113912"/>
                  <a:pt x="82845" y="131571"/>
                </a:cubicBezTo>
                <a:cubicBezTo>
                  <a:pt x="82845" y="153074"/>
                  <a:pt x="67947" y="169713"/>
                  <a:pt x="48606" y="169713"/>
                </a:cubicBezTo>
                <a:cubicBezTo>
                  <a:pt x="41552" y="169713"/>
                  <a:pt x="36324" y="167922"/>
                  <a:pt x="26654" y="161776"/>
                </a:cubicBezTo>
                <a:cubicBezTo>
                  <a:pt x="18814" y="157171"/>
                  <a:pt x="14372" y="155380"/>
                  <a:pt x="9929" y="155380"/>
                </a:cubicBezTo>
                <a:cubicBezTo>
                  <a:pt x="3920" y="155380"/>
                  <a:pt x="0" y="158961"/>
                  <a:pt x="0" y="164337"/>
                </a:cubicBezTo>
                <a:cubicBezTo>
                  <a:pt x="0" y="173302"/>
                  <a:pt x="11237" y="178935"/>
                  <a:pt x="29529" y="178935"/>
                </a:cubicBezTo>
                <a:cubicBezTo>
                  <a:pt x="49651" y="178935"/>
                  <a:pt x="70300" y="172277"/>
                  <a:pt x="82582" y="161776"/>
                </a:cubicBezTo>
                <a:cubicBezTo>
                  <a:pt x="94864" y="151283"/>
                  <a:pt x="101659" y="136435"/>
                  <a:pt x="101659" y="119288"/>
                </a:cubicBezTo>
                <a:cubicBezTo>
                  <a:pt x="101659" y="106230"/>
                  <a:pt x="97480" y="94200"/>
                  <a:pt x="89899" y="86264"/>
                </a:cubicBezTo>
                <a:cubicBezTo>
                  <a:pt x="84671" y="80634"/>
                  <a:pt x="79707" y="77561"/>
                  <a:pt x="68206" y="72698"/>
                </a:cubicBezTo>
                <a:cubicBezTo>
                  <a:pt x="86238" y="60668"/>
                  <a:pt x="92774" y="51195"/>
                  <a:pt x="92774" y="37371"/>
                </a:cubicBezTo>
                <a:cubicBezTo>
                  <a:pt x="92774" y="16639"/>
                  <a:pt x="76050" y="2287"/>
                  <a:pt x="52004" y="2287"/>
                </a:cubicBezTo>
                <a:cubicBezTo>
                  <a:pt x="38936" y="2287"/>
                  <a:pt x="27439" y="6646"/>
                  <a:pt x="18032" y="14844"/>
                </a:cubicBezTo>
                <a:cubicBezTo>
                  <a:pt x="10189" y="21757"/>
                  <a:pt x="6269" y="28414"/>
                  <a:pt x="522" y="43771"/>
                </a:cubicBezTo>
                <a:lnTo>
                  <a:pt x="4442" y="44795"/>
                </a:lnTo>
                <a:cubicBezTo>
                  <a:pt x="15157" y="26108"/>
                  <a:pt x="26917" y="17663"/>
                  <a:pt x="43382" y="17663"/>
                </a:cubicBezTo>
                <a:cubicBezTo>
                  <a:pt x="60366" y="17663"/>
                  <a:pt x="72130" y="28927"/>
                  <a:pt x="72130" y="45053"/>
                </a:cubicBezTo>
                <a:cubicBezTo>
                  <a:pt x="72130" y="54268"/>
                  <a:pt x="68206" y="63483"/>
                  <a:pt x="61674" y="69883"/>
                </a:cubicBezTo>
                <a:cubicBezTo>
                  <a:pt x="53834" y="77561"/>
                  <a:pt x="46517" y="81400"/>
                  <a:pt x="28747" y="87546"/>
                </a:cubicBezTo>
                <a:lnTo>
                  <a:pt x="28747" y="90873"/>
                </a:lnTo>
                <a:close/>
                <a:moveTo>
                  <a:pt x="235990" y="0"/>
                </a:moveTo>
                <a:cubicBezTo>
                  <a:pt x="206193" y="2565"/>
                  <a:pt x="191036" y="7432"/>
                  <a:pt x="171959" y="20498"/>
                </a:cubicBezTo>
                <a:cubicBezTo>
                  <a:pt x="143734" y="40225"/>
                  <a:pt x="128317" y="69437"/>
                  <a:pt x="128317" y="103794"/>
                </a:cubicBezTo>
                <a:cubicBezTo>
                  <a:pt x="128317" y="126110"/>
                  <a:pt x="135372" y="148679"/>
                  <a:pt x="146609" y="161503"/>
                </a:cubicBezTo>
                <a:cubicBezTo>
                  <a:pt x="156542" y="172789"/>
                  <a:pt x="170655" y="178935"/>
                  <a:pt x="186857" y="178935"/>
                </a:cubicBezTo>
                <a:cubicBezTo>
                  <a:pt x="219261" y="178935"/>
                  <a:pt x="241736" y="154579"/>
                  <a:pt x="241736" y="119186"/>
                </a:cubicBezTo>
                <a:cubicBezTo>
                  <a:pt x="241736" y="86354"/>
                  <a:pt x="222659" y="65590"/>
                  <a:pt x="192607" y="65590"/>
                </a:cubicBezTo>
                <a:cubicBezTo>
                  <a:pt x="181107" y="65590"/>
                  <a:pt x="175620" y="67385"/>
                  <a:pt x="159154" y="77123"/>
                </a:cubicBezTo>
                <a:cubicBezTo>
                  <a:pt x="166209" y="38435"/>
                  <a:pt x="195482" y="10763"/>
                  <a:pt x="236512" y="4101"/>
                </a:cubicBezTo>
                <a:lnTo>
                  <a:pt x="235990" y="0"/>
                </a:lnTo>
                <a:moveTo>
                  <a:pt x="182674" y="77377"/>
                </a:moveTo>
                <a:cubicBezTo>
                  <a:pt x="205149" y="77377"/>
                  <a:pt x="218216" y="95846"/>
                  <a:pt x="218216" y="127904"/>
                </a:cubicBezTo>
                <a:cubicBezTo>
                  <a:pt x="218216" y="156119"/>
                  <a:pt x="208024" y="171761"/>
                  <a:pt x="189732" y="171761"/>
                </a:cubicBezTo>
                <a:cubicBezTo>
                  <a:pt x="166735" y="171761"/>
                  <a:pt x="152622" y="147655"/>
                  <a:pt x="152622" y="107899"/>
                </a:cubicBezTo>
                <a:cubicBezTo>
                  <a:pt x="152622" y="94818"/>
                  <a:pt x="154712" y="87636"/>
                  <a:pt x="159940" y="83789"/>
                </a:cubicBezTo>
                <a:cubicBezTo>
                  <a:pt x="165427" y="79684"/>
                  <a:pt x="173526" y="77377"/>
                  <a:pt x="182674" y="77377"/>
                </a:cubicBezTo>
                <a:close/>
              </a:path>
            </a:pathLst>
          </a:custGeom>
          <a:solidFill xmlns:a="http://schemas.openxmlformats.org/drawingml/2006/main">
            <a:srgbClr val="B3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,Sec.1.5](diagrambasedon[">
            <a:extLst xmlns:a="http://schemas.openxmlformats.org/drawingml/2006/main">
              <a:ext uri="{FF2B5EF4-FFF2-40B4-BE49-F238E27FC236}">
                <a16:creationId xmlns:a16="http://schemas.microsoft.com/office/drawing/2014/main" id="{929075D3-D2C9-4486-AAD9-FAECA211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744" y="2508407"/>
            <a:ext cx="3539581" cy="232191"/>
          </a:xfrm>
          <a:custGeom xmlns:a="http://schemas.openxmlformats.org/drawingml/2006/main">
            <a:pathLst>
              <a:path w="3539581" h="232191">
                <a:moveTo>
                  <a:pt x="7054" y="212416"/>
                </a:moveTo>
                <a:cubicBezTo>
                  <a:pt x="24564" y="203960"/>
                  <a:pt x="36324" y="188334"/>
                  <a:pt x="36324" y="172958"/>
                </a:cubicBezTo>
                <a:cubicBezTo>
                  <a:pt x="36324" y="160150"/>
                  <a:pt x="27176" y="150157"/>
                  <a:pt x="15417" y="150157"/>
                </a:cubicBezTo>
                <a:cubicBezTo>
                  <a:pt x="6269" y="150157"/>
                  <a:pt x="0" y="156049"/>
                  <a:pt x="0" y="164759"/>
                </a:cubicBezTo>
                <a:cubicBezTo>
                  <a:pt x="0" y="172934"/>
                  <a:pt x="6009" y="177801"/>
                  <a:pt x="15417" y="177801"/>
                </a:cubicBezTo>
                <a:cubicBezTo>
                  <a:pt x="16984" y="177801"/>
                  <a:pt x="18814" y="177547"/>
                  <a:pt x="20381" y="177289"/>
                </a:cubicBezTo>
                <a:cubicBezTo>
                  <a:pt x="22212" y="176801"/>
                  <a:pt x="22212" y="176801"/>
                  <a:pt x="22475" y="176801"/>
                </a:cubicBezTo>
                <a:cubicBezTo>
                  <a:pt x="24564" y="176801"/>
                  <a:pt x="26132" y="178341"/>
                  <a:pt x="26132" y="180390"/>
                </a:cubicBezTo>
                <a:cubicBezTo>
                  <a:pt x="26132" y="188588"/>
                  <a:pt x="18814" y="198068"/>
                  <a:pt x="4702" y="207549"/>
                </a:cubicBezTo>
                <a:lnTo>
                  <a:pt x="7054" y="212416"/>
                </a:lnTo>
                <a:close/>
                <a:moveTo>
                  <a:pt x="294266" y="3073"/>
                </a:moveTo>
                <a:lnTo>
                  <a:pt x="288779" y="3073"/>
                </a:lnTo>
                <a:cubicBezTo>
                  <a:pt x="287734" y="8965"/>
                  <a:pt x="284859" y="11783"/>
                  <a:pt x="280416" y="11783"/>
                </a:cubicBezTo>
                <a:cubicBezTo>
                  <a:pt x="277800" y="11783"/>
                  <a:pt x="273358" y="10759"/>
                  <a:pt x="268916" y="8710"/>
                </a:cubicBezTo>
                <a:cubicBezTo>
                  <a:pt x="259245" y="5207"/>
                  <a:pt x="249575" y="3155"/>
                  <a:pt x="241213" y="3155"/>
                </a:cubicBezTo>
                <a:cubicBezTo>
                  <a:pt x="229976" y="3155"/>
                  <a:pt x="218479" y="7514"/>
                  <a:pt x="209854" y="14942"/>
                </a:cubicBezTo>
                <a:cubicBezTo>
                  <a:pt x="200706" y="22879"/>
                  <a:pt x="196004" y="33630"/>
                  <a:pt x="196004" y="46942"/>
                </a:cubicBezTo>
                <a:cubicBezTo>
                  <a:pt x="196004" y="67420"/>
                  <a:pt x="207501" y="81752"/>
                  <a:pt x="236771" y="96859"/>
                </a:cubicBezTo>
                <a:cubicBezTo>
                  <a:pt x="255589" y="106585"/>
                  <a:pt x="269179" y="117079"/>
                  <a:pt x="275711" y="126809"/>
                </a:cubicBezTo>
                <a:cubicBezTo>
                  <a:pt x="278064" y="130136"/>
                  <a:pt x="279371" y="135512"/>
                  <a:pt x="279371" y="141654"/>
                </a:cubicBezTo>
                <a:cubicBezTo>
                  <a:pt x="279371" y="158805"/>
                  <a:pt x="266304" y="170581"/>
                  <a:pt x="247226" y="170581"/>
                </a:cubicBezTo>
                <a:cubicBezTo>
                  <a:pt x="223966" y="170581"/>
                  <a:pt x="207501" y="156502"/>
                  <a:pt x="194433" y="125273"/>
                </a:cubicBezTo>
                <a:lnTo>
                  <a:pt x="188424" y="125273"/>
                </a:lnTo>
                <a:lnTo>
                  <a:pt x="196263" y="179549"/>
                </a:lnTo>
                <a:lnTo>
                  <a:pt x="202014" y="179549"/>
                </a:lnTo>
                <a:cubicBezTo>
                  <a:pt x="202273" y="174764"/>
                  <a:pt x="205411" y="171179"/>
                  <a:pt x="209331" y="171179"/>
                </a:cubicBezTo>
                <a:cubicBezTo>
                  <a:pt x="212206" y="171179"/>
                  <a:pt x="216649" y="172203"/>
                  <a:pt x="221613" y="173997"/>
                </a:cubicBezTo>
                <a:cubicBezTo>
                  <a:pt x="231543" y="177755"/>
                  <a:pt x="241999" y="179803"/>
                  <a:pt x="252450" y="179803"/>
                </a:cubicBezTo>
                <a:cubicBezTo>
                  <a:pt x="282506" y="179803"/>
                  <a:pt x="305766" y="159575"/>
                  <a:pt x="305766" y="133205"/>
                </a:cubicBezTo>
                <a:cubicBezTo>
                  <a:pt x="305766" y="112215"/>
                  <a:pt x="291390" y="95576"/>
                  <a:pt x="256893" y="77401"/>
                </a:cubicBezTo>
                <a:cubicBezTo>
                  <a:pt x="229453" y="62556"/>
                  <a:pt x="218479" y="51293"/>
                  <a:pt x="218479" y="37469"/>
                </a:cubicBezTo>
                <a:cubicBezTo>
                  <a:pt x="218479" y="23391"/>
                  <a:pt x="229453" y="13660"/>
                  <a:pt x="245655" y="13660"/>
                </a:cubicBezTo>
                <a:cubicBezTo>
                  <a:pt x="257419" y="13660"/>
                  <a:pt x="268393" y="18527"/>
                  <a:pt x="277541" y="27742"/>
                </a:cubicBezTo>
                <a:cubicBezTo>
                  <a:pt x="285640" y="35932"/>
                  <a:pt x="289301" y="42587"/>
                  <a:pt x="293484" y="57693"/>
                </a:cubicBezTo>
                <a:lnTo>
                  <a:pt x="300016" y="57693"/>
                </a:lnTo>
                <a:lnTo>
                  <a:pt x="294266" y="3073"/>
                </a:lnTo>
                <a:close/>
                <a:moveTo>
                  <a:pt x="429377" y="134210"/>
                </a:moveTo>
                <a:cubicBezTo>
                  <a:pt x="416836" y="153691"/>
                  <a:pt x="405595" y="161127"/>
                  <a:pt x="388870" y="161127"/>
                </a:cubicBezTo>
                <a:cubicBezTo>
                  <a:pt x="373976" y="161127"/>
                  <a:pt x="362739" y="153691"/>
                  <a:pt x="355158" y="139081"/>
                </a:cubicBezTo>
                <a:cubicBezTo>
                  <a:pt x="350453" y="129339"/>
                  <a:pt x="348626" y="120879"/>
                  <a:pt x="348104" y="105241"/>
                </a:cubicBezTo>
                <a:lnTo>
                  <a:pt x="428596" y="105241"/>
                </a:lnTo>
                <a:cubicBezTo>
                  <a:pt x="426502" y="88617"/>
                  <a:pt x="423890" y="81213"/>
                  <a:pt x="417358" y="73042"/>
                </a:cubicBezTo>
                <a:cubicBezTo>
                  <a:pt x="409515" y="63835"/>
                  <a:pt x="397496" y="58451"/>
                  <a:pt x="383905" y="58451"/>
                </a:cubicBezTo>
                <a:cubicBezTo>
                  <a:pt x="370838" y="58451"/>
                  <a:pt x="358556" y="63065"/>
                  <a:pt x="348626" y="71763"/>
                </a:cubicBezTo>
                <a:cubicBezTo>
                  <a:pt x="336340" y="82233"/>
                  <a:pt x="329286" y="100373"/>
                  <a:pt x="329286" y="121391"/>
                </a:cubicBezTo>
                <a:cubicBezTo>
                  <a:pt x="329286" y="156768"/>
                  <a:pt x="348104" y="178802"/>
                  <a:pt x="378155" y="178802"/>
                </a:cubicBezTo>
                <a:cubicBezTo>
                  <a:pt x="402983" y="178802"/>
                  <a:pt x="422582" y="163688"/>
                  <a:pt x="433561" y="136005"/>
                </a:cubicBezTo>
                <a:lnTo>
                  <a:pt x="429377" y="134210"/>
                </a:lnTo>
                <a:moveTo>
                  <a:pt x="348626" y="97042"/>
                </a:moveTo>
                <a:cubicBezTo>
                  <a:pt x="351497" y="77127"/>
                  <a:pt x="360386" y="67678"/>
                  <a:pt x="376325" y="67678"/>
                </a:cubicBezTo>
                <a:cubicBezTo>
                  <a:pt x="392268" y="67678"/>
                  <a:pt x="398540" y="74828"/>
                  <a:pt x="401938" y="97042"/>
                </a:cubicBezTo>
                <a:lnTo>
                  <a:pt x="348626" y="97042"/>
                </a:lnTo>
                <a:close/>
                <a:moveTo>
                  <a:pt x="542800" y="136290"/>
                </a:moveTo>
                <a:cubicBezTo>
                  <a:pt x="530255" y="154211"/>
                  <a:pt x="520848" y="160357"/>
                  <a:pt x="505949" y="160357"/>
                </a:cubicBezTo>
                <a:cubicBezTo>
                  <a:pt x="482167" y="160357"/>
                  <a:pt x="465442" y="139875"/>
                  <a:pt x="465442" y="110432"/>
                </a:cubicBezTo>
                <a:cubicBezTo>
                  <a:pt x="465442" y="84063"/>
                  <a:pt x="479818" y="65883"/>
                  <a:pt x="500985" y="65883"/>
                </a:cubicBezTo>
                <a:cubicBezTo>
                  <a:pt x="510392" y="65883"/>
                  <a:pt x="513789" y="68698"/>
                  <a:pt x="516405" y="78171"/>
                </a:cubicBezTo>
                <a:lnTo>
                  <a:pt x="517972" y="83805"/>
                </a:lnTo>
                <a:cubicBezTo>
                  <a:pt x="520062" y="90975"/>
                  <a:pt x="524768" y="95584"/>
                  <a:pt x="530255" y="95584"/>
                </a:cubicBezTo>
                <a:cubicBezTo>
                  <a:pt x="537050" y="95584"/>
                  <a:pt x="542800" y="90717"/>
                  <a:pt x="542800" y="84829"/>
                </a:cubicBezTo>
                <a:cubicBezTo>
                  <a:pt x="542800" y="70493"/>
                  <a:pt x="524504" y="58451"/>
                  <a:pt x="502552" y="58451"/>
                </a:cubicBezTo>
                <a:cubicBezTo>
                  <a:pt x="489747" y="58451"/>
                  <a:pt x="476420" y="63577"/>
                  <a:pt x="465705" y="72795"/>
                </a:cubicBezTo>
                <a:cubicBezTo>
                  <a:pt x="452638" y="84063"/>
                  <a:pt x="445320" y="101472"/>
                  <a:pt x="445320" y="121696"/>
                </a:cubicBezTo>
                <a:cubicBezTo>
                  <a:pt x="445320" y="154982"/>
                  <a:pt x="465965" y="178802"/>
                  <a:pt x="494975" y="178802"/>
                </a:cubicBezTo>
                <a:cubicBezTo>
                  <a:pt x="506735" y="178802"/>
                  <a:pt x="517187" y="174705"/>
                  <a:pt x="526598" y="166761"/>
                </a:cubicBezTo>
                <a:cubicBezTo>
                  <a:pt x="533652" y="160611"/>
                  <a:pt x="538617" y="153699"/>
                  <a:pt x="546457" y="138593"/>
                </a:cubicBezTo>
                <a:lnTo>
                  <a:pt x="542800" y="136290"/>
                </a:lnTo>
                <a:close/>
                <a:moveTo>
                  <a:pt x="587490" y="150615"/>
                </a:moveTo>
                <a:cubicBezTo>
                  <a:pt x="579646" y="150615"/>
                  <a:pt x="573114" y="157276"/>
                  <a:pt x="573114" y="165221"/>
                </a:cubicBezTo>
                <a:cubicBezTo>
                  <a:pt x="573114" y="172649"/>
                  <a:pt x="579646" y="179053"/>
                  <a:pt x="587227" y="179053"/>
                </a:cubicBezTo>
                <a:cubicBezTo>
                  <a:pt x="595330" y="179053"/>
                  <a:pt x="602125" y="172649"/>
                  <a:pt x="602125" y="165221"/>
                </a:cubicBezTo>
                <a:cubicBezTo>
                  <a:pt x="602125" y="157276"/>
                  <a:pt x="595330" y="150615"/>
                  <a:pt x="587490" y="150615"/>
                </a:cubicBezTo>
                <a:close/>
                <a:moveTo>
                  <a:pt x="823218" y="3155"/>
                </a:moveTo>
                <a:lnTo>
                  <a:pt x="776175" y="26425"/>
                </a:lnTo>
                <a:lnTo>
                  <a:pt x="776175" y="30013"/>
                </a:lnTo>
                <a:cubicBezTo>
                  <a:pt x="779310" y="28731"/>
                  <a:pt x="782185" y="27707"/>
                  <a:pt x="783230" y="27195"/>
                </a:cubicBezTo>
                <a:cubicBezTo>
                  <a:pt x="787935" y="25404"/>
                  <a:pt x="792377" y="24384"/>
                  <a:pt x="794993" y="24384"/>
                </a:cubicBezTo>
                <a:cubicBezTo>
                  <a:pt x="800480" y="24384"/>
                  <a:pt x="802833" y="28219"/>
                  <a:pt x="802833" y="36417"/>
                </a:cubicBezTo>
                <a:lnTo>
                  <a:pt x="802833" y="152476"/>
                </a:lnTo>
                <a:cubicBezTo>
                  <a:pt x="802833" y="160932"/>
                  <a:pt x="800740" y="166824"/>
                  <a:pt x="796560" y="169130"/>
                </a:cubicBezTo>
                <a:cubicBezTo>
                  <a:pt x="792641" y="171433"/>
                  <a:pt x="788980" y="172203"/>
                  <a:pt x="778006" y="172457"/>
                </a:cubicBezTo>
                <a:lnTo>
                  <a:pt x="778006" y="176300"/>
                </a:lnTo>
                <a:lnTo>
                  <a:pt x="850135" y="176300"/>
                </a:lnTo>
                <a:lnTo>
                  <a:pt x="850135" y="172457"/>
                </a:lnTo>
                <a:cubicBezTo>
                  <a:pt x="829487" y="172203"/>
                  <a:pt x="825308" y="169642"/>
                  <a:pt x="825308" y="157343"/>
                </a:cubicBezTo>
                <a:lnTo>
                  <a:pt x="825308" y="3671"/>
                </a:lnTo>
                <a:lnTo>
                  <a:pt x="823218" y="3155"/>
                </a:lnTo>
                <a:close/>
                <a:moveTo>
                  <a:pt x="910506" y="150615"/>
                </a:moveTo>
                <a:cubicBezTo>
                  <a:pt x="902662" y="150615"/>
                  <a:pt x="896130" y="157276"/>
                  <a:pt x="896130" y="165221"/>
                </a:cubicBezTo>
                <a:cubicBezTo>
                  <a:pt x="896130" y="172649"/>
                  <a:pt x="902662" y="179053"/>
                  <a:pt x="910243" y="179053"/>
                </a:cubicBezTo>
                <a:cubicBezTo>
                  <a:pt x="918346" y="179053"/>
                  <a:pt x="925141" y="172649"/>
                  <a:pt x="925141" y="165221"/>
                </a:cubicBezTo>
                <a:cubicBezTo>
                  <a:pt x="925141" y="157276"/>
                  <a:pt x="918346" y="150615"/>
                  <a:pt x="910506" y="150615"/>
                </a:cubicBezTo>
                <a:close/>
                <a:moveTo>
                  <a:pt x="990476" y="26901"/>
                </a:moveTo>
                <a:lnTo>
                  <a:pt x="1041698" y="26901"/>
                </a:lnTo>
                <a:cubicBezTo>
                  <a:pt x="1045877" y="26901"/>
                  <a:pt x="1046922" y="26389"/>
                  <a:pt x="1047708" y="24595"/>
                </a:cubicBezTo>
                <a:lnTo>
                  <a:pt x="1057637" y="1791"/>
                </a:lnTo>
                <a:lnTo>
                  <a:pt x="1055288" y="0"/>
                </a:lnTo>
                <a:cubicBezTo>
                  <a:pt x="1051364" y="5380"/>
                  <a:pt x="1048752" y="6658"/>
                  <a:pt x="1043265" y="6658"/>
                </a:cubicBezTo>
                <a:lnTo>
                  <a:pt x="988646" y="6658"/>
                </a:lnTo>
                <a:lnTo>
                  <a:pt x="960157" y="67365"/>
                </a:lnTo>
                <a:cubicBezTo>
                  <a:pt x="959898" y="67877"/>
                  <a:pt x="959898" y="68135"/>
                  <a:pt x="959898" y="68647"/>
                </a:cubicBezTo>
                <a:cubicBezTo>
                  <a:pt x="959898" y="69926"/>
                  <a:pt x="960943" y="70696"/>
                  <a:pt x="963032" y="70696"/>
                </a:cubicBezTo>
                <a:cubicBezTo>
                  <a:pt x="971395" y="70696"/>
                  <a:pt x="981851" y="72490"/>
                  <a:pt x="992566" y="75817"/>
                </a:cubicBezTo>
                <a:cubicBezTo>
                  <a:pt x="1022617" y="85294"/>
                  <a:pt x="1036470" y="101175"/>
                  <a:pt x="1036470" y="126528"/>
                </a:cubicBezTo>
                <a:cubicBezTo>
                  <a:pt x="1036470" y="151115"/>
                  <a:pt x="1020527" y="170326"/>
                  <a:pt x="1000142" y="170326"/>
                </a:cubicBezTo>
                <a:cubicBezTo>
                  <a:pt x="994918" y="170326"/>
                  <a:pt x="990476" y="168532"/>
                  <a:pt x="982632" y="162898"/>
                </a:cubicBezTo>
                <a:cubicBezTo>
                  <a:pt x="974270" y="157007"/>
                  <a:pt x="968260" y="154446"/>
                  <a:pt x="962773" y="154446"/>
                </a:cubicBezTo>
                <a:cubicBezTo>
                  <a:pt x="955193" y="154446"/>
                  <a:pt x="951536" y="157519"/>
                  <a:pt x="951536" y="163923"/>
                </a:cubicBezTo>
                <a:cubicBezTo>
                  <a:pt x="951536" y="173657"/>
                  <a:pt x="963818" y="179803"/>
                  <a:pt x="983418" y="179803"/>
                </a:cubicBezTo>
                <a:cubicBezTo>
                  <a:pt x="1005370" y="179803"/>
                  <a:pt x="1024188" y="172887"/>
                  <a:pt x="1037256" y="159825"/>
                </a:cubicBezTo>
                <a:cubicBezTo>
                  <a:pt x="1049275" y="148300"/>
                  <a:pt x="1054762" y="133702"/>
                  <a:pt x="1054762" y="114236"/>
                </a:cubicBezTo>
                <a:cubicBezTo>
                  <a:pt x="1054762" y="95795"/>
                  <a:pt x="1049797" y="84016"/>
                  <a:pt x="1036730" y="71208"/>
                </a:cubicBezTo>
                <a:cubicBezTo>
                  <a:pt x="1025233" y="59941"/>
                  <a:pt x="1010335" y="54049"/>
                  <a:pt x="979498" y="48670"/>
                </a:cubicBezTo>
                <a:lnTo>
                  <a:pt x="990476" y="26901"/>
                </a:lnTo>
                <a:close/>
                <a:moveTo>
                  <a:pt x="1082727" y="209828"/>
                </a:moveTo>
                <a:lnTo>
                  <a:pt x="1082727" y="216236"/>
                </a:lnTo>
                <a:lnTo>
                  <a:pt x="1137870" y="216236"/>
                </a:lnTo>
                <a:lnTo>
                  <a:pt x="1137870" y="6658"/>
                </a:lnTo>
                <a:lnTo>
                  <a:pt x="1082727" y="6658"/>
                </a:lnTo>
                <a:lnTo>
                  <a:pt x="1082727" y="13066"/>
                </a:lnTo>
                <a:lnTo>
                  <a:pt x="1105202" y="13066"/>
                </a:lnTo>
                <a:cubicBezTo>
                  <a:pt x="1113828" y="13066"/>
                  <a:pt x="1118007" y="17421"/>
                  <a:pt x="1118007" y="26389"/>
                </a:cubicBezTo>
                <a:lnTo>
                  <a:pt x="1118007" y="198557"/>
                </a:lnTo>
                <a:cubicBezTo>
                  <a:pt x="1118007" y="206501"/>
                  <a:pt x="1114350" y="209828"/>
                  <a:pt x="1106247" y="209828"/>
                </a:cubicBezTo>
                <a:lnTo>
                  <a:pt x="1082727" y="209828"/>
                </a:lnTo>
                <a:close/>
                <a:moveTo>
                  <a:pt x="1364713" y="3155"/>
                </a:moveTo>
                <a:cubicBezTo>
                  <a:pt x="1345372" y="15454"/>
                  <a:pt x="1337532" y="22116"/>
                  <a:pt x="1327862" y="33903"/>
                </a:cubicBezTo>
                <a:cubicBezTo>
                  <a:pt x="1309307" y="56192"/>
                  <a:pt x="1300159" y="81815"/>
                  <a:pt x="1300159" y="111793"/>
                </a:cubicBezTo>
                <a:cubicBezTo>
                  <a:pt x="1300159" y="144332"/>
                  <a:pt x="1309830" y="169439"/>
                  <a:pt x="1332827" y="195574"/>
                </a:cubicBezTo>
                <a:cubicBezTo>
                  <a:pt x="1343542" y="207874"/>
                  <a:pt x="1350337" y="213511"/>
                  <a:pt x="1363927" y="221709"/>
                </a:cubicBezTo>
                <a:lnTo>
                  <a:pt x="1367061" y="217608"/>
                </a:lnTo>
                <a:cubicBezTo>
                  <a:pt x="1346158" y="201466"/>
                  <a:pt x="1338840" y="192501"/>
                  <a:pt x="1331782" y="173282"/>
                </a:cubicBezTo>
                <a:cubicBezTo>
                  <a:pt x="1325509" y="156119"/>
                  <a:pt x="1322634" y="136646"/>
                  <a:pt x="1322634" y="111023"/>
                </a:cubicBezTo>
                <a:cubicBezTo>
                  <a:pt x="1322634" y="84121"/>
                  <a:pt x="1326032" y="63112"/>
                  <a:pt x="1333090" y="47227"/>
                </a:cubicBezTo>
                <a:cubicBezTo>
                  <a:pt x="1340408" y="31339"/>
                  <a:pt x="1348247" y="22116"/>
                  <a:pt x="1367061" y="7256"/>
                </a:cubicBezTo>
                <a:lnTo>
                  <a:pt x="1364713" y="3155"/>
                </a:lnTo>
                <a:close/>
                <a:moveTo>
                  <a:pt x="1464544" y="178802"/>
                </a:moveTo>
                <a:lnTo>
                  <a:pt x="1502962" y="165483"/>
                </a:lnTo>
                <a:lnTo>
                  <a:pt x="1502962" y="161385"/>
                </a:lnTo>
                <a:cubicBezTo>
                  <a:pt x="1498256" y="161639"/>
                  <a:pt x="1497734" y="161639"/>
                  <a:pt x="1496948" y="161639"/>
                </a:cubicBezTo>
                <a:cubicBezTo>
                  <a:pt x="1487541" y="161639"/>
                  <a:pt x="1485452" y="158825"/>
                  <a:pt x="1485452" y="147045"/>
                </a:cubicBezTo>
                <a:lnTo>
                  <a:pt x="1485452" y="1830"/>
                </a:lnTo>
                <a:lnTo>
                  <a:pt x="1484144" y="1318"/>
                </a:lnTo>
                <a:cubicBezTo>
                  <a:pt x="1471598" y="5673"/>
                  <a:pt x="1462455" y="8233"/>
                  <a:pt x="1445726" y="12593"/>
                </a:cubicBezTo>
                <a:lnTo>
                  <a:pt x="1445726" y="16690"/>
                </a:lnTo>
                <a:cubicBezTo>
                  <a:pt x="1447820" y="16436"/>
                  <a:pt x="1449387" y="16436"/>
                  <a:pt x="1451476" y="16436"/>
                </a:cubicBezTo>
                <a:cubicBezTo>
                  <a:pt x="1461147" y="16436"/>
                  <a:pt x="1463499" y="18996"/>
                  <a:pt x="1463499" y="29501"/>
                </a:cubicBezTo>
                <a:lnTo>
                  <a:pt x="1463499" y="69468"/>
                </a:lnTo>
                <a:cubicBezTo>
                  <a:pt x="1453566" y="61270"/>
                  <a:pt x="1446512" y="58451"/>
                  <a:pt x="1436056" y="58451"/>
                </a:cubicBezTo>
                <a:cubicBezTo>
                  <a:pt x="1406004" y="58451"/>
                  <a:pt x="1381699" y="87390"/>
                  <a:pt x="1381699" y="123748"/>
                </a:cubicBezTo>
                <a:cubicBezTo>
                  <a:pt x="1381699" y="156518"/>
                  <a:pt x="1401299" y="178802"/>
                  <a:pt x="1430046" y="178802"/>
                </a:cubicBezTo>
                <a:cubicBezTo>
                  <a:pt x="1444681" y="178802"/>
                  <a:pt x="1454615" y="173681"/>
                  <a:pt x="1463499" y="161639"/>
                </a:cubicBezTo>
                <a:lnTo>
                  <a:pt x="1463499" y="178036"/>
                </a:lnTo>
                <a:lnTo>
                  <a:pt x="1464544" y="178802"/>
                </a:lnTo>
                <a:moveTo>
                  <a:pt x="1463499" y="150118"/>
                </a:moveTo>
                <a:cubicBezTo>
                  <a:pt x="1463499" y="151913"/>
                  <a:pt x="1461669" y="154985"/>
                  <a:pt x="1459057" y="157800"/>
                </a:cubicBezTo>
                <a:cubicBezTo>
                  <a:pt x="1454352" y="162922"/>
                  <a:pt x="1447820" y="165483"/>
                  <a:pt x="1440239" y="165483"/>
                </a:cubicBezTo>
                <a:cubicBezTo>
                  <a:pt x="1418550" y="165483"/>
                  <a:pt x="1404174" y="144997"/>
                  <a:pt x="1404174" y="113505"/>
                </a:cubicBezTo>
                <a:cubicBezTo>
                  <a:pt x="1404174" y="84575"/>
                  <a:pt x="1416979" y="65629"/>
                  <a:pt x="1436841" y="65629"/>
                </a:cubicBezTo>
                <a:cubicBezTo>
                  <a:pt x="1450695" y="65629"/>
                  <a:pt x="1463499" y="77659"/>
                  <a:pt x="1463499" y="91229"/>
                </a:cubicBezTo>
                <a:lnTo>
                  <a:pt x="1463499" y="150118"/>
                </a:lnTo>
                <a:close/>
                <a:moveTo>
                  <a:pt x="1551046" y="58451"/>
                </a:moveTo>
                <a:lnTo>
                  <a:pt x="1510539" y="72463"/>
                </a:lnTo>
                <a:lnTo>
                  <a:pt x="1510539" y="76310"/>
                </a:lnTo>
                <a:lnTo>
                  <a:pt x="1512632" y="76052"/>
                </a:lnTo>
                <a:cubicBezTo>
                  <a:pt x="1515767" y="75540"/>
                  <a:pt x="1519164" y="75282"/>
                  <a:pt x="1521517" y="75282"/>
                </a:cubicBezTo>
                <a:cubicBezTo>
                  <a:pt x="1527790" y="75282"/>
                  <a:pt x="1530138" y="79383"/>
                  <a:pt x="1530138" y="90666"/>
                </a:cubicBezTo>
                <a:lnTo>
                  <a:pt x="1530138" y="150153"/>
                </a:lnTo>
                <a:cubicBezTo>
                  <a:pt x="1530138" y="168614"/>
                  <a:pt x="1527526" y="171433"/>
                  <a:pt x="1509494" y="172457"/>
                </a:cubicBezTo>
                <a:lnTo>
                  <a:pt x="1509494" y="176300"/>
                </a:lnTo>
                <a:lnTo>
                  <a:pt x="1571431" y="176300"/>
                </a:lnTo>
                <a:lnTo>
                  <a:pt x="1571431" y="172457"/>
                </a:lnTo>
                <a:cubicBezTo>
                  <a:pt x="1554184" y="171179"/>
                  <a:pt x="1552091" y="168614"/>
                  <a:pt x="1552091" y="150153"/>
                </a:cubicBezTo>
                <a:lnTo>
                  <a:pt x="1552091" y="59222"/>
                </a:lnTo>
                <a:lnTo>
                  <a:pt x="1551046" y="58451"/>
                </a:lnTo>
                <a:moveTo>
                  <a:pt x="1538764" y="1404"/>
                </a:moveTo>
                <a:cubicBezTo>
                  <a:pt x="1531709" y="1404"/>
                  <a:pt x="1525696" y="7299"/>
                  <a:pt x="1525696" y="14473"/>
                </a:cubicBezTo>
                <a:cubicBezTo>
                  <a:pt x="1525696" y="21647"/>
                  <a:pt x="1531446" y="27539"/>
                  <a:pt x="1538764" y="27539"/>
                </a:cubicBezTo>
                <a:cubicBezTo>
                  <a:pt x="1546344" y="27539"/>
                  <a:pt x="1552354" y="21901"/>
                  <a:pt x="1552354" y="14473"/>
                </a:cubicBezTo>
                <a:cubicBezTo>
                  <a:pt x="1552354" y="7299"/>
                  <a:pt x="1546344" y="1404"/>
                  <a:pt x="1538764" y="1404"/>
                </a:cubicBezTo>
                <a:close/>
                <a:moveTo>
                  <a:pt x="1693475" y="159337"/>
                </a:moveTo>
                <a:cubicBezTo>
                  <a:pt x="1689033" y="162918"/>
                  <a:pt x="1685899" y="164200"/>
                  <a:pt x="1681979" y="164200"/>
                </a:cubicBezTo>
                <a:cubicBezTo>
                  <a:pt x="1675969" y="164200"/>
                  <a:pt x="1674139" y="160615"/>
                  <a:pt x="1674139" y="149352"/>
                </a:cubicBezTo>
                <a:lnTo>
                  <a:pt x="1674139" y="99423"/>
                </a:lnTo>
                <a:cubicBezTo>
                  <a:pt x="1674139" y="86107"/>
                  <a:pt x="1672831" y="78683"/>
                  <a:pt x="1668911" y="72537"/>
                </a:cubicBezTo>
                <a:cubicBezTo>
                  <a:pt x="1663161" y="63323"/>
                  <a:pt x="1651923" y="58451"/>
                  <a:pt x="1636507" y="58451"/>
                </a:cubicBezTo>
                <a:cubicBezTo>
                  <a:pt x="1611938" y="58451"/>
                  <a:pt x="1592602" y="71001"/>
                  <a:pt x="1592602" y="87132"/>
                </a:cubicBezTo>
                <a:cubicBezTo>
                  <a:pt x="1592602" y="93023"/>
                  <a:pt x="1597826" y="98141"/>
                  <a:pt x="1603839" y="98141"/>
                </a:cubicBezTo>
                <a:cubicBezTo>
                  <a:pt x="1610108" y="98141"/>
                  <a:pt x="1615599" y="93023"/>
                  <a:pt x="1615599" y="87390"/>
                </a:cubicBezTo>
                <a:cubicBezTo>
                  <a:pt x="1615599" y="86365"/>
                  <a:pt x="1615336" y="85083"/>
                  <a:pt x="1615077" y="83293"/>
                </a:cubicBezTo>
                <a:cubicBezTo>
                  <a:pt x="1614554" y="80990"/>
                  <a:pt x="1614291" y="78941"/>
                  <a:pt x="1614291" y="77147"/>
                </a:cubicBezTo>
                <a:cubicBezTo>
                  <a:pt x="1614291" y="70235"/>
                  <a:pt x="1622653" y="64601"/>
                  <a:pt x="1633109" y="64601"/>
                </a:cubicBezTo>
                <a:cubicBezTo>
                  <a:pt x="1645914" y="64601"/>
                  <a:pt x="1652968" y="72025"/>
                  <a:pt x="1652968" y="85853"/>
                </a:cubicBezTo>
                <a:lnTo>
                  <a:pt x="1652968" y="101472"/>
                </a:lnTo>
                <a:cubicBezTo>
                  <a:pt x="1612724" y="117345"/>
                  <a:pt x="1608282" y="119393"/>
                  <a:pt x="1597044" y="129124"/>
                </a:cubicBezTo>
                <a:cubicBezTo>
                  <a:pt x="1591294" y="134245"/>
                  <a:pt x="1587633" y="142948"/>
                  <a:pt x="1587633" y="151397"/>
                </a:cubicBezTo>
                <a:cubicBezTo>
                  <a:pt x="1587633" y="167531"/>
                  <a:pt x="1599134" y="178802"/>
                  <a:pt x="1615077" y="178802"/>
                </a:cubicBezTo>
                <a:cubicBezTo>
                  <a:pt x="1626573" y="178802"/>
                  <a:pt x="1637288" y="173423"/>
                  <a:pt x="1653231" y="160099"/>
                </a:cubicBezTo>
                <a:cubicBezTo>
                  <a:pt x="1654539" y="173423"/>
                  <a:pt x="1659241" y="178802"/>
                  <a:pt x="1669956" y="178802"/>
                </a:cubicBezTo>
                <a:cubicBezTo>
                  <a:pt x="1678840" y="178802"/>
                  <a:pt x="1684331" y="175729"/>
                  <a:pt x="1693475" y="165995"/>
                </a:cubicBezTo>
                <a:lnTo>
                  <a:pt x="1693475" y="159337"/>
                </a:lnTo>
                <a:moveTo>
                  <a:pt x="1652968" y="144727"/>
                </a:moveTo>
                <a:cubicBezTo>
                  <a:pt x="1652968" y="152671"/>
                  <a:pt x="1651664" y="154978"/>
                  <a:pt x="1646173" y="158051"/>
                </a:cubicBezTo>
                <a:cubicBezTo>
                  <a:pt x="1639904" y="161639"/>
                  <a:pt x="1632587" y="163942"/>
                  <a:pt x="1627096" y="163942"/>
                </a:cubicBezTo>
                <a:cubicBezTo>
                  <a:pt x="1617952" y="163942"/>
                  <a:pt x="1610634" y="155232"/>
                  <a:pt x="1610634" y="144215"/>
                </a:cubicBezTo>
                <a:lnTo>
                  <a:pt x="1610634" y="143190"/>
                </a:lnTo>
                <a:cubicBezTo>
                  <a:pt x="1610634" y="128072"/>
                  <a:pt x="1621345" y="118850"/>
                  <a:pt x="1652968" y="107575"/>
                </a:cubicBezTo>
                <a:lnTo>
                  <a:pt x="1652968" y="144727"/>
                </a:lnTo>
                <a:close/>
                <a:moveTo>
                  <a:pt x="1816827" y="76951"/>
                </a:moveTo>
                <a:lnTo>
                  <a:pt x="1816827" y="66959"/>
                </a:lnTo>
                <a:lnTo>
                  <a:pt x="1796705" y="66959"/>
                </a:lnTo>
                <a:cubicBezTo>
                  <a:pt x="1791477" y="66959"/>
                  <a:pt x="1787557" y="66161"/>
                  <a:pt x="1782333" y="64347"/>
                </a:cubicBezTo>
                <a:lnTo>
                  <a:pt x="1776583" y="62298"/>
                </a:lnTo>
                <a:cubicBezTo>
                  <a:pt x="1769525" y="59734"/>
                  <a:pt x="1762471" y="58451"/>
                  <a:pt x="1755676" y="58451"/>
                </a:cubicBezTo>
                <a:cubicBezTo>
                  <a:pt x="1731370" y="58451"/>
                  <a:pt x="1712030" y="76951"/>
                  <a:pt x="1712030" y="100260"/>
                </a:cubicBezTo>
                <a:cubicBezTo>
                  <a:pt x="1712030" y="116398"/>
                  <a:pt x="1719088" y="126129"/>
                  <a:pt x="1736335" y="134582"/>
                </a:cubicBezTo>
                <a:cubicBezTo>
                  <a:pt x="1731370" y="139195"/>
                  <a:pt x="1726669" y="143542"/>
                  <a:pt x="1725098" y="144821"/>
                </a:cubicBezTo>
                <a:cubicBezTo>
                  <a:pt x="1716476" y="152237"/>
                  <a:pt x="1713079" y="157355"/>
                  <a:pt x="1713079" y="162468"/>
                </a:cubicBezTo>
                <a:cubicBezTo>
                  <a:pt x="1713079" y="167840"/>
                  <a:pt x="1716213" y="170909"/>
                  <a:pt x="1726928" y="176034"/>
                </a:cubicBezTo>
                <a:cubicBezTo>
                  <a:pt x="1708373" y="189370"/>
                  <a:pt x="1701319" y="197838"/>
                  <a:pt x="1701319" y="207326"/>
                </a:cubicBezTo>
                <a:cubicBezTo>
                  <a:pt x="1701319" y="220916"/>
                  <a:pt x="1721700" y="232191"/>
                  <a:pt x="1746528" y="232191"/>
                </a:cubicBezTo>
                <a:cubicBezTo>
                  <a:pt x="1766127" y="232191"/>
                  <a:pt x="1786513" y="225529"/>
                  <a:pt x="1800103" y="214766"/>
                </a:cubicBezTo>
                <a:cubicBezTo>
                  <a:pt x="1810036" y="206814"/>
                  <a:pt x="1814478" y="198604"/>
                  <a:pt x="1814478" y="188858"/>
                </a:cubicBezTo>
                <a:cubicBezTo>
                  <a:pt x="1814478" y="172958"/>
                  <a:pt x="1802192" y="162214"/>
                  <a:pt x="1782856" y="161448"/>
                </a:cubicBezTo>
                <a:lnTo>
                  <a:pt x="1749144" y="159911"/>
                </a:lnTo>
                <a:cubicBezTo>
                  <a:pt x="1735290" y="159399"/>
                  <a:pt x="1728758" y="157097"/>
                  <a:pt x="1728758" y="153007"/>
                </a:cubicBezTo>
                <a:cubicBezTo>
                  <a:pt x="1728758" y="147890"/>
                  <a:pt x="1737380" y="138937"/>
                  <a:pt x="1744438" y="136888"/>
                </a:cubicBezTo>
                <a:cubicBezTo>
                  <a:pt x="1746791" y="137146"/>
                  <a:pt x="1748621" y="137400"/>
                  <a:pt x="1749403" y="137400"/>
                </a:cubicBezTo>
                <a:cubicBezTo>
                  <a:pt x="1754368" y="137913"/>
                  <a:pt x="1757765" y="138171"/>
                  <a:pt x="1759336" y="138171"/>
                </a:cubicBezTo>
                <a:cubicBezTo>
                  <a:pt x="1769003" y="138171"/>
                  <a:pt x="1779458" y="134328"/>
                  <a:pt x="1787557" y="127412"/>
                </a:cubicBezTo>
                <a:cubicBezTo>
                  <a:pt x="1796183" y="120238"/>
                  <a:pt x="1800103" y="111273"/>
                  <a:pt x="1800103" y="98469"/>
                </a:cubicBezTo>
                <a:cubicBezTo>
                  <a:pt x="1800103" y="91041"/>
                  <a:pt x="1798795" y="85150"/>
                  <a:pt x="1795138" y="76951"/>
                </a:cubicBezTo>
                <a:lnTo>
                  <a:pt x="1816827" y="76951"/>
                </a:lnTo>
                <a:moveTo>
                  <a:pt x="1732415" y="176801"/>
                </a:moveTo>
                <a:cubicBezTo>
                  <a:pt x="1741041" y="178599"/>
                  <a:pt x="1761948" y="180135"/>
                  <a:pt x="1774753" y="180135"/>
                </a:cubicBezTo>
                <a:cubicBezTo>
                  <a:pt x="1798536" y="180135"/>
                  <a:pt x="1807161" y="183470"/>
                  <a:pt x="1807161" y="192705"/>
                </a:cubicBezTo>
                <a:cubicBezTo>
                  <a:pt x="1807161" y="207584"/>
                  <a:pt x="1787298" y="217585"/>
                  <a:pt x="1757765" y="217585"/>
                </a:cubicBezTo>
                <a:cubicBezTo>
                  <a:pt x="1734768" y="217585"/>
                  <a:pt x="1719611" y="210149"/>
                  <a:pt x="1719611" y="198862"/>
                </a:cubicBezTo>
                <a:cubicBezTo>
                  <a:pt x="1719611" y="192963"/>
                  <a:pt x="1721441" y="189628"/>
                  <a:pt x="1732415" y="176801"/>
                </a:cubicBezTo>
                <a:moveTo>
                  <a:pt x="1733723" y="89759"/>
                </a:moveTo>
                <a:cubicBezTo>
                  <a:pt x="1733723" y="74649"/>
                  <a:pt x="1741041" y="65629"/>
                  <a:pt x="1753064" y="65629"/>
                </a:cubicBezTo>
                <a:cubicBezTo>
                  <a:pt x="1761163" y="65629"/>
                  <a:pt x="1767958" y="70035"/>
                  <a:pt x="1772141" y="77721"/>
                </a:cubicBezTo>
                <a:cubicBezTo>
                  <a:pt x="1776842" y="86686"/>
                  <a:pt x="1779981" y="98469"/>
                  <a:pt x="1779981" y="108458"/>
                </a:cubicBezTo>
                <a:cubicBezTo>
                  <a:pt x="1779981" y="122798"/>
                  <a:pt x="1772400" y="131763"/>
                  <a:pt x="1760381" y="131763"/>
                </a:cubicBezTo>
                <a:cubicBezTo>
                  <a:pt x="1744701" y="131763"/>
                  <a:pt x="1733723" y="115116"/>
                  <a:pt x="1733723" y="90529"/>
                </a:cubicBezTo>
                <a:lnTo>
                  <a:pt x="1733723" y="89759"/>
                </a:lnTo>
                <a:close/>
                <a:moveTo>
                  <a:pt x="1826497" y="76388"/>
                </a:moveTo>
                <a:cubicBezTo>
                  <a:pt x="1830158" y="75618"/>
                  <a:pt x="1832511" y="75360"/>
                  <a:pt x="1835645" y="75360"/>
                </a:cubicBezTo>
                <a:cubicBezTo>
                  <a:pt x="1842177" y="75360"/>
                  <a:pt x="1844530" y="79461"/>
                  <a:pt x="1844530" y="90732"/>
                </a:cubicBezTo>
                <a:lnTo>
                  <a:pt x="1844530" y="154782"/>
                </a:lnTo>
                <a:cubicBezTo>
                  <a:pt x="1844530" y="167590"/>
                  <a:pt x="1842699" y="169384"/>
                  <a:pt x="1825975" y="172457"/>
                </a:cubicBezTo>
                <a:lnTo>
                  <a:pt x="1825975" y="176300"/>
                </a:lnTo>
                <a:lnTo>
                  <a:pt x="1888698" y="176300"/>
                </a:lnTo>
                <a:lnTo>
                  <a:pt x="1888698" y="172457"/>
                </a:lnTo>
                <a:cubicBezTo>
                  <a:pt x="1870925" y="171691"/>
                  <a:pt x="1866482" y="167848"/>
                  <a:pt x="1866482" y="153246"/>
                </a:cubicBezTo>
                <a:lnTo>
                  <a:pt x="1866482" y="95600"/>
                </a:lnTo>
                <a:cubicBezTo>
                  <a:pt x="1866482" y="87401"/>
                  <a:pt x="1877720" y="74594"/>
                  <a:pt x="1884778" y="74594"/>
                </a:cubicBezTo>
                <a:cubicBezTo>
                  <a:pt x="1886345" y="74594"/>
                  <a:pt x="1888698" y="75876"/>
                  <a:pt x="1891573" y="78437"/>
                </a:cubicBezTo>
                <a:cubicBezTo>
                  <a:pt x="1895752" y="82022"/>
                  <a:pt x="1898627" y="83558"/>
                  <a:pt x="1902025" y="83558"/>
                </a:cubicBezTo>
                <a:cubicBezTo>
                  <a:pt x="1908297" y="83558"/>
                  <a:pt x="1912217" y="79203"/>
                  <a:pt x="1912217" y="72033"/>
                </a:cubicBezTo>
                <a:cubicBezTo>
                  <a:pt x="1912217" y="63577"/>
                  <a:pt x="1906730" y="58451"/>
                  <a:pt x="1897846" y="58451"/>
                </a:cubicBezTo>
                <a:cubicBezTo>
                  <a:pt x="1886867" y="58451"/>
                  <a:pt x="1879291" y="64347"/>
                  <a:pt x="1866482" y="82534"/>
                </a:cubicBezTo>
                <a:lnTo>
                  <a:pt x="1866482" y="58967"/>
                </a:lnTo>
                <a:lnTo>
                  <a:pt x="1865178" y="58451"/>
                </a:lnTo>
                <a:cubicBezTo>
                  <a:pt x="1851325" y="64089"/>
                  <a:pt x="1841918" y="67420"/>
                  <a:pt x="1826497" y="72287"/>
                </a:cubicBezTo>
                <a:lnTo>
                  <a:pt x="1826497" y="76388"/>
                </a:lnTo>
                <a:close/>
                <a:moveTo>
                  <a:pt x="2027206" y="159337"/>
                </a:moveTo>
                <a:cubicBezTo>
                  <a:pt x="2022764" y="162918"/>
                  <a:pt x="2019629" y="164200"/>
                  <a:pt x="2015709" y="164200"/>
                </a:cubicBezTo>
                <a:cubicBezTo>
                  <a:pt x="2009700" y="164200"/>
                  <a:pt x="2007869" y="160615"/>
                  <a:pt x="2007869" y="149352"/>
                </a:cubicBezTo>
                <a:lnTo>
                  <a:pt x="2007869" y="99423"/>
                </a:lnTo>
                <a:cubicBezTo>
                  <a:pt x="2007869" y="86107"/>
                  <a:pt x="2006561" y="78683"/>
                  <a:pt x="2002641" y="72537"/>
                </a:cubicBezTo>
                <a:cubicBezTo>
                  <a:pt x="1996891" y="63323"/>
                  <a:pt x="1985654" y="58451"/>
                  <a:pt x="1970237" y="58451"/>
                </a:cubicBezTo>
                <a:cubicBezTo>
                  <a:pt x="1945669" y="58451"/>
                  <a:pt x="1926332" y="71001"/>
                  <a:pt x="1926332" y="87132"/>
                </a:cubicBezTo>
                <a:cubicBezTo>
                  <a:pt x="1926332" y="93023"/>
                  <a:pt x="1931556" y="98141"/>
                  <a:pt x="1937570" y="98141"/>
                </a:cubicBezTo>
                <a:cubicBezTo>
                  <a:pt x="1943839" y="98141"/>
                  <a:pt x="1949330" y="93023"/>
                  <a:pt x="1949330" y="87390"/>
                </a:cubicBezTo>
                <a:cubicBezTo>
                  <a:pt x="1949330" y="86365"/>
                  <a:pt x="1949066" y="85083"/>
                  <a:pt x="1948807" y="83293"/>
                </a:cubicBezTo>
                <a:cubicBezTo>
                  <a:pt x="1948285" y="80990"/>
                  <a:pt x="1948022" y="78941"/>
                  <a:pt x="1948022" y="77147"/>
                </a:cubicBezTo>
                <a:cubicBezTo>
                  <a:pt x="1948022" y="70235"/>
                  <a:pt x="1956384" y="64601"/>
                  <a:pt x="1966840" y="64601"/>
                </a:cubicBezTo>
                <a:cubicBezTo>
                  <a:pt x="1979644" y="64601"/>
                  <a:pt x="1986699" y="72025"/>
                  <a:pt x="1986699" y="85853"/>
                </a:cubicBezTo>
                <a:lnTo>
                  <a:pt x="1986699" y="101472"/>
                </a:lnTo>
                <a:cubicBezTo>
                  <a:pt x="1946455" y="117345"/>
                  <a:pt x="1942012" y="119393"/>
                  <a:pt x="1930775" y="129124"/>
                </a:cubicBezTo>
                <a:cubicBezTo>
                  <a:pt x="1925025" y="134245"/>
                  <a:pt x="1921364" y="142948"/>
                  <a:pt x="1921364" y="151397"/>
                </a:cubicBezTo>
                <a:cubicBezTo>
                  <a:pt x="1921364" y="167531"/>
                  <a:pt x="1932864" y="178802"/>
                  <a:pt x="1948807" y="178802"/>
                </a:cubicBezTo>
                <a:cubicBezTo>
                  <a:pt x="1960304" y="178802"/>
                  <a:pt x="1971019" y="173423"/>
                  <a:pt x="1986962" y="160099"/>
                </a:cubicBezTo>
                <a:cubicBezTo>
                  <a:pt x="1988270" y="173423"/>
                  <a:pt x="1992971" y="178802"/>
                  <a:pt x="2003686" y="178802"/>
                </a:cubicBezTo>
                <a:cubicBezTo>
                  <a:pt x="2012571" y="178802"/>
                  <a:pt x="2018062" y="175729"/>
                  <a:pt x="2027206" y="165995"/>
                </a:cubicBezTo>
                <a:lnTo>
                  <a:pt x="2027206" y="159337"/>
                </a:lnTo>
                <a:moveTo>
                  <a:pt x="1986699" y="144727"/>
                </a:moveTo>
                <a:cubicBezTo>
                  <a:pt x="1986699" y="152671"/>
                  <a:pt x="1985395" y="154978"/>
                  <a:pt x="1979904" y="158051"/>
                </a:cubicBezTo>
                <a:cubicBezTo>
                  <a:pt x="1973635" y="161639"/>
                  <a:pt x="1966317" y="163942"/>
                  <a:pt x="1960826" y="163942"/>
                </a:cubicBezTo>
                <a:cubicBezTo>
                  <a:pt x="1951682" y="163942"/>
                  <a:pt x="1944365" y="155232"/>
                  <a:pt x="1944365" y="144215"/>
                </a:cubicBezTo>
                <a:lnTo>
                  <a:pt x="1944365" y="143190"/>
                </a:lnTo>
                <a:cubicBezTo>
                  <a:pt x="1944365" y="128072"/>
                  <a:pt x="1955076" y="118850"/>
                  <a:pt x="1986699" y="107575"/>
                </a:cubicBezTo>
                <a:lnTo>
                  <a:pt x="1986699" y="144727"/>
                </a:lnTo>
                <a:close/>
                <a:moveTo>
                  <a:pt x="2032697" y="74340"/>
                </a:moveTo>
                <a:cubicBezTo>
                  <a:pt x="2036094" y="73570"/>
                  <a:pt x="2038184" y="73315"/>
                  <a:pt x="2041059" y="73315"/>
                </a:cubicBezTo>
                <a:cubicBezTo>
                  <a:pt x="2047854" y="73315"/>
                  <a:pt x="2050207" y="77413"/>
                  <a:pt x="2050207" y="89708"/>
                </a:cubicBezTo>
                <a:lnTo>
                  <a:pt x="2050207" y="154524"/>
                </a:lnTo>
                <a:cubicBezTo>
                  <a:pt x="2050207" y="168360"/>
                  <a:pt x="2046546" y="172203"/>
                  <a:pt x="2031911" y="172457"/>
                </a:cubicBezTo>
                <a:lnTo>
                  <a:pt x="2031911" y="176300"/>
                </a:lnTo>
                <a:lnTo>
                  <a:pt x="2089929" y="176300"/>
                </a:lnTo>
                <a:lnTo>
                  <a:pt x="2089929" y="172457"/>
                </a:lnTo>
                <a:cubicBezTo>
                  <a:pt x="2076079" y="171945"/>
                  <a:pt x="2072159" y="169130"/>
                  <a:pt x="2072159" y="159137"/>
                </a:cubicBezTo>
                <a:lnTo>
                  <a:pt x="2072159" y="86893"/>
                </a:lnTo>
                <a:cubicBezTo>
                  <a:pt x="2072159" y="86381"/>
                  <a:pt x="2074249" y="83816"/>
                  <a:pt x="2076079" y="82026"/>
                </a:cubicBezTo>
                <a:cubicBezTo>
                  <a:pt x="2082611" y="76130"/>
                  <a:pt x="2093848" y="71775"/>
                  <a:pt x="2102996" y="71775"/>
                </a:cubicBezTo>
                <a:cubicBezTo>
                  <a:pt x="2114493" y="71775"/>
                  <a:pt x="2120243" y="80743"/>
                  <a:pt x="2120243" y="98677"/>
                </a:cubicBezTo>
                <a:lnTo>
                  <a:pt x="2120243" y="154270"/>
                </a:lnTo>
                <a:cubicBezTo>
                  <a:pt x="2120243" y="168618"/>
                  <a:pt x="2117368" y="171433"/>
                  <a:pt x="2102474" y="172457"/>
                </a:cubicBezTo>
                <a:lnTo>
                  <a:pt x="2102474" y="176300"/>
                </a:lnTo>
                <a:lnTo>
                  <a:pt x="2161014" y="176300"/>
                </a:lnTo>
                <a:lnTo>
                  <a:pt x="2161014" y="172457"/>
                </a:lnTo>
                <a:cubicBezTo>
                  <a:pt x="2146115" y="172203"/>
                  <a:pt x="2142196" y="167848"/>
                  <a:pt x="2142196" y="151963"/>
                </a:cubicBezTo>
                <a:lnTo>
                  <a:pt x="2142196" y="87405"/>
                </a:lnTo>
                <a:cubicBezTo>
                  <a:pt x="2150035" y="76388"/>
                  <a:pt x="2158661" y="71775"/>
                  <a:pt x="2170684" y="71775"/>
                </a:cubicBezTo>
                <a:cubicBezTo>
                  <a:pt x="2185578" y="71775"/>
                  <a:pt x="2190283" y="78695"/>
                  <a:pt x="2190283" y="99959"/>
                </a:cubicBezTo>
                <a:lnTo>
                  <a:pt x="2190283" y="154012"/>
                </a:lnTo>
                <a:cubicBezTo>
                  <a:pt x="2190283" y="168618"/>
                  <a:pt x="2188194" y="170667"/>
                  <a:pt x="2173037" y="172457"/>
                </a:cubicBezTo>
                <a:lnTo>
                  <a:pt x="2173037" y="176300"/>
                </a:lnTo>
                <a:lnTo>
                  <a:pt x="2230268" y="176300"/>
                </a:lnTo>
                <a:lnTo>
                  <a:pt x="2230268" y="172457"/>
                </a:lnTo>
                <a:lnTo>
                  <a:pt x="2223473" y="171945"/>
                </a:lnTo>
                <a:cubicBezTo>
                  <a:pt x="2215633" y="171433"/>
                  <a:pt x="2212236" y="166824"/>
                  <a:pt x="2212236" y="156831"/>
                </a:cubicBezTo>
                <a:lnTo>
                  <a:pt x="2212236" y="104056"/>
                </a:lnTo>
                <a:cubicBezTo>
                  <a:pt x="2212236" y="73828"/>
                  <a:pt x="2202043" y="58451"/>
                  <a:pt x="2181921" y="58451"/>
                </a:cubicBezTo>
                <a:cubicBezTo>
                  <a:pt x="2166764" y="58451"/>
                  <a:pt x="2153433" y="65113"/>
                  <a:pt x="2139320" y="79973"/>
                </a:cubicBezTo>
                <a:cubicBezTo>
                  <a:pt x="2134619" y="65371"/>
                  <a:pt x="2125734" y="58451"/>
                  <a:pt x="2111622" y="58451"/>
                </a:cubicBezTo>
                <a:cubicBezTo>
                  <a:pt x="2100121" y="58451"/>
                  <a:pt x="2092804" y="62040"/>
                  <a:pt x="2071110" y="78183"/>
                </a:cubicBezTo>
                <a:lnTo>
                  <a:pt x="2071110" y="58967"/>
                </a:lnTo>
                <a:lnTo>
                  <a:pt x="2069284" y="58451"/>
                </a:lnTo>
                <a:cubicBezTo>
                  <a:pt x="2055953" y="63323"/>
                  <a:pt x="2047068" y="66141"/>
                  <a:pt x="2032697" y="69984"/>
                </a:cubicBezTo>
                <a:lnTo>
                  <a:pt x="2032697" y="74340"/>
                </a:lnTo>
                <a:close/>
                <a:moveTo>
                  <a:pt x="2400925" y="1830"/>
                </a:moveTo>
                <a:lnTo>
                  <a:pt x="2399617" y="1318"/>
                </a:lnTo>
                <a:cubicBezTo>
                  <a:pt x="2388639" y="5161"/>
                  <a:pt x="2381585" y="7209"/>
                  <a:pt x="2369303" y="10540"/>
                </a:cubicBezTo>
                <a:lnTo>
                  <a:pt x="2361722" y="12593"/>
                </a:lnTo>
                <a:lnTo>
                  <a:pt x="2361722" y="16690"/>
                </a:lnTo>
                <a:cubicBezTo>
                  <a:pt x="2363289" y="16436"/>
                  <a:pt x="2364334" y="16436"/>
                  <a:pt x="2366164" y="16436"/>
                </a:cubicBezTo>
                <a:cubicBezTo>
                  <a:pt x="2376620" y="16436"/>
                  <a:pt x="2378969" y="18738"/>
                  <a:pt x="2378969" y="29501"/>
                </a:cubicBezTo>
                <a:lnTo>
                  <a:pt x="2378969" y="162414"/>
                </a:lnTo>
                <a:cubicBezTo>
                  <a:pt x="2378969" y="170350"/>
                  <a:pt x="2401184" y="178802"/>
                  <a:pt x="2422092" y="178802"/>
                </a:cubicBezTo>
                <a:cubicBezTo>
                  <a:pt x="2456590" y="178802"/>
                  <a:pt x="2483244" y="150634"/>
                  <a:pt x="2483244" y="114021"/>
                </a:cubicBezTo>
                <a:cubicBezTo>
                  <a:pt x="2483244" y="82530"/>
                  <a:pt x="2463385" y="58451"/>
                  <a:pt x="2437249" y="58451"/>
                </a:cubicBezTo>
                <a:cubicBezTo>
                  <a:pt x="2421306" y="58451"/>
                  <a:pt x="2406149" y="67678"/>
                  <a:pt x="2400925" y="80227"/>
                </a:cubicBezTo>
                <a:lnTo>
                  <a:pt x="2400925" y="1830"/>
                </a:lnTo>
                <a:moveTo>
                  <a:pt x="2400925" y="93797"/>
                </a:moveTo>
                <a:cubicBezTo>
                  <a:pt x="2400925" y="83812"/>
                  <a:pt x="2413207" y="74594"/>
                  <a:pt x="2426797" y="74594"/>
                </a:cubicBezTo>
                <a:cubicBezTo>
                  <a:pt x="2447179" y="74594"/>
                  <a:pt x="2460246" y="94564"/>
                  <a:pt x="2460246" y="125801"/>
                </a:cubicBezTo>
                <a:cubicBezTo>
                  <a:pt x="2460246" y="154219"/>
                  <a:pt x="2447701" y="170604"/>
                  <a:pt x="2426275" y="170604"/>
                </a:cubicBezTo>
                <a:cubicBezTo>
                  <a:pt x="2412685" y="170604"/>
                  <a:pt x="2400925" y="164716"/>
                  <a:pt x="2400925" y="158316"/>
                </a:cubicBezTo>
                <a:lnTo>
                  <a:pt x="2400925" y="93797"/>
                </a:lnTo>
                <a:close/>
                <a:moveTo>
                  <a:pt x="2607118" y="159337"/>
                </a:moveTo>
                <a:cubicBezTo>
                  <a:pt x="2602676" y="162918"/>
                  <a:pt x="2599542" y="164200"/>
                  <a:pt x="2595622" y="164200"/>
                </a:cubicBezTo>
                <a:cubicBezTo>
                  <a:pt x="2589612" y="164200"/>
                  <a:pt x="2587782" y="160615"/>
                  <a:pt x="2587782" y="149352"/>
                </a:cubicBezTo>
                <a:lnTo>
                  <a:pt x="2587782" y="99423"/>
                </a:lnTo>
                <a:cubicBezTo>
                  <a:pt x="2587782" y="86107"/>
                  <a:pt x="2586474" y="78683"/>
                  <a:pt x="2582554" y="72537"/>
                </a:cubicBezTo>
                <a:cubicBezTo>
                  <a:pt x="2576804" y="63323"/>
                  <a:pt x="2565566" y="58451"/>
                  <a:pt x="2550150" y="58451"/>
                </a:cubicBezTo>
                <a:cubicBezTo>
                  <a:pt x="2525581" y="58451"/>
                  <a:pt x="2506245" y="71001"/>
                  <a:pt x="2506245" y="87132"/>
                </a:cubicBezTo>
                <a:cubicBezTo>
                  <a:pt x="2506245" y="93023"/>
                  <a:pt x="2511469" y="98141"/>
                  <a:pt x="2517482" y="98141"/>
                </a:cubicBezTo>
                <a:cubicBezTo>
                  <a:pt x="2523751" y="98141"/>
                  <a:pt x="2529242" y="93023"/>
                  <a:pt x="2529242" y="87390"/>
                </a:cubicBezTo>
                <a:cubicBezTo>
                  <a:pt x="2529242" y="86365"/>
                  <a:pt x="2528979" y="85083"/>
                  <a:pt x="2528720" y="83293"/>
                </a:cubicBezTo>
                <a:cubicBezTo>
                  <a:pt x="2528197" y="80990"/>
                  <a:pt x="2527934" y="78941"/>
                  <a:pt x="2527934" y="77147"/>
                </a:cubicBezTo>
                <a:cubicBezTo>
                  <a:pt x="2527934" y="70235"/>
                  <a:pt x="2536296" y="64601"/>
                  <a:pt x="2546752" y="64601"/>
                </a:cubicBezTo>
                <a:cubicBezTo>
                  <a:pt x="2559557" y="64601"/>
                  <a:pt x="2566611" y="72025"/>
                  <a:pt x="2566611" y="85853"/>
                </a:cubicBezTo>
                <a:lnTo>
                  <a:pt x="2566611" y="101472"/>
                </a:lnTo>
                <a:cubicBezTo>
                  <a:pt x="2526367" y="117345"/>
                  <a:pt x="2521925" y="119393"/>
                  <a:pt x="2510687" y="129124"/>
                </a:cubicBezTo>
                <a:cubicBezTo>
                  <a:pt x="2504937" y="134245"/>
                  <a:pt x="2501276" y="142948"/>
                  <a:pt x="2501276" y="151397"/>
                </a:cubicBezTo>
                <a:cubicBezTo>
                  <a:pt x="2501276" y="167531"/>
                  <a:pt x="2512777" y="178802"/>
                  <a:pt x="2528720" y="178802"/>
                </a:cubicBezTo>
                <a:cubicBezTo>
                  <a:pt x="2540216" y="178802"/>
                  <a:pt x="2550931" y="173423"/>
                  <a:pt x="2566874" y="160099"/>
                </a:cubicBezTo>
                <a:cubicBezTo>
                  <a:pt x="2568182" y="173423"/>
                  <a:pt x="2572884" y="178802"/>
                  <a:pt x="2583599" y="178802"/>
                </a:cubicBezTo>
                <a:cubicBezTo>
                  <a:pt x="2592483" y="178802"/>
                  <a:pt x="2597974" y="175729"/>
                  <a:pt x="2607118" y="165995"/>
                </a:cubicBezTo>
                <a:lnTo>
                  <a:pt x="2607118" y="159337"/>
                </a:lnTo>
                <a:moveTo>
                  <a:pt x="2566611" y="144727"/>
                </a:moveTo>
                <a:cubicBezTo>
                  <a:pt x="2566611" y="152671"/>
                  <a:pt x="2565307" y="154978"/>
                  <a:pt x="2559816" y="158051"/>
                </a:cubicBezTo>
                <a:cubicBezTo>
                  <a:pt x="2553547" y="161639"/>
                  <a:pt x="2546230" y="163942"/>
                  <a:pt x="2540739" y="163942"/>
                </a:cubicBezTo>
                <a:cubicBezTo>
                  <a:pt x="2531595" y="163942"/>
                  <a:pt x="2524277" y="155232"/>
                  <a:pt x="2524277" y="144215"/>
                </a:cubicBezTo>
                <a:lnTo>
                  <a:pt x="2524277" y="143190"/>
                </a:lnTo>
                <a:cubicBezTo>
                  <a:pt x="2524277" y="128072"/>
                  <a:pt x="2534988" y="118850"/>
                  <a:pt x="2566611" y="107575"/>
                </a:cubicBezTo>
                <a:lnTo>
                  <a:pt x="2566611" y="144727"/>
                </a:lnTo>
                <a:close/>
                <a:moveTo>
                  <a:pt x="2689963" y="95799"/>
                </a:moveTo>
                <a:lnTo>
                  <a:pt x="2688918" y="60953"/>
                </a:lnTo>
                <a:lnTo>
                  <a:pt x="2686043" y="60953"/>
                </a:lnTo>
                <a:lnTo>
                  <a:pt x="2685521" y="61470"/>
                </a:lnTo>
                <a:cubicBezTo>
                  <a:pt x="2683168" y="63260"/>
                  <a:pt x="2682909" y="63518"/>
                  <a:pt x="2681864" y="63518"/>
                </a:cubicBezTo>
                <a:cubicBezTo>
                  <a:pt x="2680297" y="63518"/>
                  <a:pt x="2677681" y="63006"/>
                  <a:pt x="2674806" y="61724"/>
                </a:cubicBezTo>
                <a:cubicBezTo>
                  <a:pt x="2669055" y="59730"/>
                  <a:pt x="2663309" y="58702"/>
                  <a:pt x="2656514" y="58702"/>
                </a:cubicBezTo>
                <a:cubicBezTo>
                  <a:pt x="2635866" y="58702"/>
                  <a:pt x="2620971" y="71767"/>
                  <a:pt x="2620971" y="90205"/>
                </a:cubicBezTo>
                <a:cubicBezTo>
                  <a:pt x="2620971" y="104541"/>
                  <a:pt x="2629334" y="114784"/>
                  <a:pt x="2651549" y="127075"/>
                </a:cubicBezTo>
                <a:lnTo>
                  <a:pt x="2666707" y="135528"/>
                </a:lnTo>
                <a:cubicBezTo>
                  <a:pt x="2675850" y="140649"/>
                  <a:pt x="2680297" y="146795"/>
                  <a:pt x="2680297" y="154731"/>
                </a:cubicBezTo>
                <a:cubicBezTo>
                  <a:pt x="2680297" y="165999"/>
                  <a:pt x="2671931" y="173169"/>
                  <a:pt x="2658604" y="173169"/>
                </a:cubicBezTo>
                <a:cubicBezTo>
                  <a:pt x="2649719" y="173169"/>
                  <a:pt x="2641616" y="169838"/>
                  <a:pt x="2636651" y="164204"/>
                </a:cubicBezTo>
                <a:cubicBezTo>
                  <a:pt x="2631164" y="157804"/>
                  <a:pt x="2628811" y="151913"/>
                  <a:pt x="2625414" y="137318"/>
                </a:cubicBezTo>
                <a:lnTo>
                  <a:pt x="2621231" y="137318"/>
                </a:lnTo>
                <a:lnTo>
                  <a:pt x="2621231" y="177266"/>
                </a:lnTo>
                <a:lnTo>
                  <a:pt x="2624628" y="177266"/>
                </a:lnTo>
                <a:cubicBezTo>
                  <a:pt x="2626459" y="174705"/>
                  <a:pt x="2627503" y="174193"/>
                  <a:pt x="2630642" y="174193"/>
                </a:cubicBezTo>
                <a:cubicBezTo>
                  <a:pt x="2632994" y="174252"/>
                  <a:pt x="2636651" y="174764"/>
                  <a:pt x="2642661" y="176300"/>
                </a:cubicBezTo>
                <a:cubicBezTo>
                  <a:pt x="2649978" y="177778"/>
                  <a:pt x="2657036" y="178802"/>
                  <a:pt x="2661738" y="178802"/>
                </a:cubicBezTo>
                <a:cubicBezTo>
                  <a:pt x="2681864" y="178802"/>
                  <a:pt x="2698588" y="163950"/>
                  <a:pt x="2698588" y="146025"/>
                </a:cubicBezTo>
                <a:cubicBezTo>
                  <a:pt x="2698588" y="133221"/>
                  <a:pt x="2692316" y="124773"/>
                  <a:pt x="2676636" y="115554"/>
                </a:cubicBezTo>
                <a:lnTo>
                  <a:pt x="2648411" y="99165"/>
                </a:lnTo>
                <a:cubicBezTo>
                  <a:pt x="2641094" y="95068"/>
                  <a:pt x="2637174" y="88668"/>
                  <a:pt x="2637174" y="81752"/>
                </a:cubicBezTo>
                <a:cubicBezTo>
                  <a:pt x="2637174" y="71509"/>
                  <a:pt x="2645277" y="64339"/>
                  <a:pt x="2657296" y="64339"/>
                </a:cubicBezTo>
                <a:cubicBezTo>
                  <a:pt x="2672194" y="64339"/>
                  <a:pt x="2680034" y="73046"/>
                  <a:pt x="2686043" y="95838"/>
                </a:cubicBezTo>
                <a:lnTo>
                  <a:pt x="2689963" y="95799"/>
                </a:lnTo>
                <a:close/>
                <a:moveTo>
                  <a:pt x="2815929" y="134210"/>
                </a:moveTo>
                <a:cubicBezTo>
                  <a:pt x="2803387" y="153691"/>
                  <a:pt x="2792146" y="161127"/>
                  <a:pt x="2775422" y="161127"/>
                </a:cubicBezTo>
                <a:cubicBezTo>
                  <a:pt x="2760527" y="161127"/>
                  <a:pt x="2749290" y="153691"/>
                  <a:pt x="2741709" y="139081"/>
                </a:cubicBezTo>
                <a:cubicBezTo>
                  <a:pt x="2737004" y="129339"/>
                  <a:pt x="2735178" y="120879"/>
                  <a:pt x="2734655" y="105241"/>
                </a:cubicBezTo>
                <a:lnTo>
                  <a:pt x="2815147" y="105241"/>
                </a:lnTo>
                <a:cubicBezTo>
                  <a:pt x="2813054" y="88617"/>
                  <a:pt x="2810442" y="81213"/>
                  <a:pt x="2803910" y="73042"/>
                </a:cubicBezTo>
                <a:cubicBezTo>
                  <a:pt x="2796066" y="63835"/>
                  <a:pt x="2784047" y="58451"/>
                  <a:pt x="2770457" y="58451"/>
                </a:cubicBezTo>
                <a:cubicBezTo>
                  <a:pt x="2757389" y="58451"/>
                  <a:pt x="2745107" y="63065"/>
                  <a:pt x="2735178" y="71763"/>
                </a:cubicBezTo>
                <a:cubicBezTo>
                  <a:pt x="2722891" y="82233"/>
                  <a:pt x="2715837" y="100373"/>
                  <a:pt x="2715837" y="121391"/>
                </a:cubicBezTo>
                <a:cubicBezTo>
                  <a:pt x="2715837" y="156768"/>
                  <a:pt x="2734655" y="178802"/>
                  <a:pt x="2764707" y="178802"/>
                </a:cubicBezTo>
                <a:cubicBezTo>
                  <a:pt x="2789534" y="178802"/>
                  <a:pt x="2809134" y="163688"/>
                  <a:pt x="2820112" y="136005"/>
                </a:cubicBezTo>
                <a:lnTo>
                  <a:pt x="2815929" y="134210"/>
                </a:lnTo>
                <a:moveTo>
                  <a:pt x="2735178" y="97042"/>
                </a:moveTo>
                <a:cubicBezTo>
                  <a:pt x="2738049" y="77127"/>
                  <a:pt x="2746937" y="67678"/>
                  <a:pt x="2762876" y="67678"/>
                </a:cubicBezTo>
                <a:cubicBezTo>
                  <a:pt x="2778819" y="67678"/>
                  <a:pt x="2785092" y="74828"/>
                  <a:pt x="2788489" y="97042"/>
                </a:cubicBezTo>
                <a:lnTo>
                  <a:pt x="2735178" y="97042"/>
                </a:lnTo>
                <a:close/>
                <a:moveTo>
                  <a:pt x="2915240" y="178802"/>
                </a:moveTo>
                <a:lnTo>
                  <a:pt x="2953657" y="165483"/>
                </a:lnTo>
                <a:lnTo>
                  <a:pt x="2953657" y="161385"/>
                </a:lnTo>
                <a:cubicBezTo>
                  <a:pt x="2948952" y="161639"/>
                  <a:pt x="2948430" y="161639"/>
                  <a:pt x="2947644" y="161639"/>
                </a:cubicBezTo>
                <a:cubicBezTo>
                  <a:pt x="2938237" y="161639"/>
                  <a:pt x="2936147" y="158825"/>
                  <a:pt x="2936147" y="147045"/>
                </a:cubicBezTo>
                <a:lnTo>
                  <a:pt x="2936147" y="1830"/>
                </a:lnTo>
                <a:lnTo>
                  <a:pt x="2934839" y="1318"/>
                </a:lnTo>
                <a:cubicBezTo>
                  <a:pt x="2922294" y="5673"/>
                  <a:pt x="2913150" y="8233"/>
                  <a:pt x="2896422" y="12593"/>
                </a:cubicBezTo>
                <a:lnTo>
                  <a:pt x="2896422" y="16690"/>
                </a:lnTo>
                <a:cubicBezTo>
                  <a:pt x="2898515" y="16436"/>
                  <a:pt x="2900082" y="16436"/>
                  <a:pt x="2902172" y="16436"/>
                </a:cubicBezTo>
                <a:cubicBezTo>
                  <a:pt x="2911842" y="16436"/>
                  <a:pt x="2914195" y="18996"/>
                  <a:pt x="2914195" y="29501"/>
                </a:cubicBezTo>
                <a:lnTo>
                  <a:pt x="2914195" y="69468"/>
                </a:lnTo>
                <a:cubicBezTo>
                  <a:pt x="2904262" y="61270"/>
                  <a:pt x="2897207" y="58451"/>
                  <a:pt x="2886751" y="58451"/>
                </a:cubicBezTo>
                <a:cubicBezTo>
                  <a:pt x="2856700" y="58451"/>
                  <a:pt x="2832395" y="87390"/>
                  <a:pt x="2832395" y="123748"/>
                </a:cubicBezTo>
                <a:cubicBezTo>
                  <a:pt x="2832395" y="156518"/>
                  <a:pt x="2851995" y="178802"/>
                  <a:pt x="2880742" y="178802"/>
                </a:cubicBezTo>
                <a:cubicBezTo>
                  <a:pt x="2895377" y="178802"/>
                  <a:pt x="2905310" y="173681"/>
                  <a:pt x="2914195" y="161639"/>
                </a:cubicBezTo>
                <a:lnTo>
                  <a:pt x="2914195" y="178036"/>
                </a:lnTo>
                <a:lnTo>
                  <a:pt x="2915240" y="178802"/>
                </a:lnTo>
                <a:moveTo>
                  <a:pt x="2914195" y="150118"/>
                </a:moveTo>
                <a:cubicBezTo>
                  <a:pt x="2914195" y="151913"/>
                  <a:pt x="2912365" y="154985"/>
                  <a:pt x="2909753" y="157800"/>
                </a:cubicBezTo>
                <a:cubicBezTo>
                  <a:pt x="2905047" y="162922"/>
                  <a:pt x="2898515" y="165483"/>
                  <a:pt x="2890935" y="165483"/>
                </a:cubicBezTo>
                <a:cubicBezTo>
                  <a:pt x="2869245" y="165483"/>
                  <a:pt x="2854870" y="144997"/>
                  <a:pt x="2854870" y="113505"/>
                </a:cubicBezTo>
                <a:cubicBezTo>
                  <a:pt x="2854870" y="84575"/>
                  <a:pt x="2867674" y="65629"/>
                  <a:pt x="2887537" y="65629"/>
                </a:cubicBezTo>
                <a:cubicBezTo>
                  <a:pt x="2901390" y="65629"/>
                  <a:pt x="2914195" y="77659"/>
                  <a:pt x="2914195" y="91229"/>
                </a:cubicBezTo>
                <a:lnTo>
                  <a:pt x="2914195" y="150118"/>
                </a:lnTo>
                <a:close/>
                <a:moveTo>
                  <a:pt x="3135813" y="58451"/>
                </a:moveTo>
                <a:cubicBezTo>
                  <a:pt x="3101838" y="58451"/>
                  <a:pt x="3078055" y="83038"/>
                  <a:pt x="3078055" y="118373"/>
                </a:cubicBezTo>
                <a:cubicBezTo>
                  <a:pt x="3078055" y="152937"/>
                  <a:pt x="3102360" y="178802"/>
                  <a:pt x="3135287" y="178802"/>
                </a:cubicBezTo>
                <a:cubicBezTo>
                  <a:pt x="3168217" y="178802"/>
                  <a:pt x="3193304" y="151658"/>
                  <a:pt x="3193304" y="116324"/>
                </a:cubicBezTo>
                <a:cubicBezTo>
                  <a:pt x="3193304" y="82780"/>
                  <a:pt x="3169262" y="58451"/>
                  <a:pt x="3135813" y="58451"/>
                </a:cubicBezTo>
                <a:moveTo>
                  <a:pt x="3132415" y="65629"/>
                </a:moveTo>
                <a:cubicBezTo>
                  <a:pt x="3154368" y="65629"/>
                  <a:pt x="3169784" y="90208"/>
                  <a:pt x="3169784" y="125285"/>
                </a:cubicBezTo>
                <a:cubicBezTo>
                  <a:pt x="3169784" y="154219"/>
                  <a:pt x="3158024" y="171628"/>
                  <a:pt x="3138425" y="171628"/>
                </a:cubicBezTo>
                <a:cubicBezTo>
                  <a:pt x="3128232" y="171628"/>
                  <a:pt x="3118562" y="165486"/>
                  <a:pt x="3113075" y="155243"/>
                </a:cubicBezTo>
                <a:cubicBezTo>
                  <a:pt x="3105757" y="141928"/>
                  <a:pt x="3101574" y="124006"/>
                  <a:pt x="3101574" y="105827"/>
                </a:cubicBezTo>
                <a:cubicBezTo>
                  <a:pt x="3101574" y="81502"/>
                  <a:pt x="3113856" y="65629"/>
                  <a:pt x="3132415" y="65629"/>
                </a:cubicBezTo>
                <a:close/>
                <a:moveTo>
                  <a:pt x="3205327" y="74340"/>
                </a:moveTo>
                <a:cubicBezTo>
                  <a:pt x="3206894" y="73570"/>
                  <a:pt x="3209510" y="73315"/>
                  <a:pt x="3212385" y="73315"/>
                </a:cubicBezTo>
                <a:cubicBezTo>
                  <a:pt x="3219703" y="73315"/>
                  <a:pt x="3222051" y="77158"/>
                  <a:pt x="3222051" y="89708"/>
                </a:cubicBezTo>
                <a:lnTo>
                  <a:pt x="3222051" y="153246"/>
                </a:lnTo>
                <a:cubicBezTo>
                  <a:pt x="3222051" y="167848"/>
                  <a:pt x="3219176" y="171433"/>
                  <a:pt x="3205849" y="172457"/>
                </a:cubicBezTo>
                <a:lnTo>
                  <a:pt x="3205849" y="176300"/>
                </a:lnTo>
                <a:lnTo>
                  <a:pt x="3261255" y="176300"/>
                </a:lnTo>
                <a:lnTo>
                  <a:pt x="3261255" y="172457"/>
                </a:lnTo>
                <a:cubicBezTo>
                  <a:pt x="3247924" y="171433"/>
                  <a:pt x="3244004" y="168360"/>
                  <a:pt x="3244004" y="159137"/>
                </a:cubicBezTo>
                <a:lnTo>
                  <a:pt x="3244004" y="87147"/>
                </a:lnTo>
                <a:cubicBezTo>
                  <a:pt x="3256549" y="75618"/>
                  <a:pt x="3262300" y="72545"/>
                  <a:pt x="3270925" y="72545"/>
                </a:cubicBezTo>
                <a:cubicBezTo>
                  <a:pt x="3283730" y="72545"/>
                  <a:pt x="3290002" y="80485"/>
                  <a:pt x="3290002" y="97394"/>
                </a:cubicBezTo>
                <a:lnTo>
                  <a:pt x="3290002" y="150939"/>
                </a:lnTo>
                <a:cubicBezTo>
                  <a:pt x="3290002" y="167078"/>
                  <a:pt x="3286605" y="171433"/>
                  <a:pt x="3273537" y="172457"/>
                </a:cubicBezTo>
                <a:lnTo>
                  <a:pt x="3273537" y="176300"/>
                </a:lnTo>
                <a:lnTo>
                  <a:pt x="3327898" y="176300"/>
                </a:lnTo>
                <a:lnTo>
                  <a:pt x="3327898" y="172457"/>
                </a:lnTo>
                <a:cubicBezTo>
                  <a:pt x="3315089" y="171179"/>
                  <a:pt x="3311955" y="168102"/>
                  <a:pt x="3311955" y="155552"/>
                </a:cubicBezTo>
                <a:lnTo>
                  <a:pt x="3311955" y="96882"/>
                </a:lnTo>
                <a:cubicBezTo>
                  <a:pt x="3311955" y="72803"/>
                  <a:pt x="3300454" y="58451"/>
                  <a:pt x="3281118" y="58451"/>
                </a:cubicBezTo>
                <a:cubicBezTo>
                  <a:pt x="3269095" y="58451"/>
                  <a:pt x="3260992" y="62810"/>
                  <a:pt x="3243222" y="79207"/>
                </a:cubicBezTo>
                <a:lnTo>
                  <a:pt x="3243222" y="58967"/>
                </a:lnTo>
                <a:lnTo>
                  <a:pt x="3241392" y="58451"/>
                </a:lnTo>
                <a:cubicBezTo>
                  <a:pt x="3228587" y="63065"/>
                  <a:pt x="3219703" y="65883"/>
                  <a:pt x="3205327" y="69984"/>
                </a:cubicBezTo>
                <a:lnTo>
                  <a:pt x="3205327" y="74340"/>
                </a:lnTo>
                <a:close/>
                <a:moveTo>
                  <a:pt x="3539581" y="209828"/>
                </a:moveTo>
                <a:lnTo>
                  <a:pt x="3517106" y="209828"/>
                </a:lnTo>
                <a:cubicBezTo>
                  <a:pt x="3508480" y="209828"/>
                  <a:pt x="3504297" y="205473"/>
                  <a:pt x="3504297" y="196509"/>
                </a:cubicBezTo>
                <a:lnTo>
                  <a:pt x="3504297" y="24337"/>
                </a:lnTo>
                <a:cubicBezTo>
                  <a:pt x="3504297" y="16397"/>
                  <a:pt x="3507695" y="13066"/>
                  <a:pt x="3516061" y="13066"/>
                </a:cubicBezTo>
                <a:lnTo>
                  <a:pt x="3539581" y="13066"/>
                </a:lnTo>
                <a:lnTo>
                  <a:pt x="3539581" y="6658"/>
                </a:lnTo>
                <a:lnTo>
                  <a:pt x="3484438" y="6658"/>
                </a:lnTo>
                <a:lnTo>
                  <a:pt x="3484438" y="216236"/>
                </a:lnTo>
                <a:lnTo>
                  <a:pt x="3539581" y="216236"/>
                </a:lnTo>
                <a:lnTo>
                  <a:pt x="3539581" y="2098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41">
            <a:extLst xmlns:a="http://schemas.openxmlformats.org/drawingml/2006/main">
              <a:ext uri="{FF2B5EF4-FFF2-40B4-BE49-F238E27FC236}">
                <a16:creationId xmlns:a16="http://schemas.microsoft.com/office/drawing/2014/main" id="{3799BC62-B86B-4144-AD66-AC9F8273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7346" y="2511562"/>
            <a:ext cx="230502" cy="173145"/>
          </a:xfrm>
          <a:custGeom xmlns:a="http://schemas.openxmlformats.org/drawingml/2006/main">
            <a:pathLst>
              <a:path w="230502" h="173145">
                <a:moveTo>
                  <a:pt x="120218" y="113963"/>
                </a:moveTo>
                <a:lnTo>
                  <a:pt x="93560" y="113963"/>
                </a:lnTo>
                <a:lnTo>
                  <a:pt x="93560" y="0"/>
                </a:lnTo>
                <a:lnTo>
                  <a:pt x="82059" y="0"/>
                </a:lnTo>
                <a:lnTo>
                  <a:pt x="0" y="113963"/>
                </a:lnTo>
                <a:lnTo>
                  <a:pt x="0" y="130359"/>
                </a:lnTo>
                <a:lnTo>
                  <a:pt x="73438" y="130359"/>
                </a:lnTo>
                <a:lnTo>
                  <a:pt x="73438" y="173145"/>
                </a:lnTo>
                <a:lnTo>
                  <a:pt x="93560" y="173145"/>
                </a:lnTo>
                <a:lnTo>
                  <a:pt x="93560" y="130359"/>
                </a:lnTo>
                <a:lnTo>
                  <a:pt x="120218" y="130359"/>
                </a:lnTo>
                <a:lnTo>
                  <a:pt x="120218" y="113963"/>
                </a:lnTo>
                <a:moveTo>
                  <a:pt x="73175" y="113963"/>
                </a:moveTo>
                <a:lnTo>
                  <a:pt x="10452" y="113963"/>
                </a:lnTo>
                <a:lnTo>
                  <a:pt x="73175" y="26123"/>
                </a:lnTo>
                <a:lnTo>
                  <a:pt x="73175" y="113963"/>
                </a:lnTo>
                <a:close/>
                <a:moveTo>
                  <a:pt x="203585" y="0"/>
                </a:moveTo>
                <a:lnTo>
                  <a:pt x="156542" y="23270"/>
                </a:lnTo>
                <a:lnTo>
                  <a:pt x="156542" y="26858"/>
                </a:lnTo>
                <a:cubicBezTo>
                  <a:pt x="159676" y="25576"/>
                  <a:pt x="162551" y="24552"/>
                  <a:pt x="163596" y="24040"/>
                </a:cubicBezTo>
                <a:cubicBezTo>
                  <a:pt x="168302" y="22249"/>
                  <a:pt x="172744" y="21229"/>
                  <a:pt x="175360" y="21229"/>
                </a:cubicBezTo>
                <a:cubicBezTo>
                  <a:pt x="180847" y="21229"/>
                  <a:pt x="183200" y="25064"/>
                  <a:pt x="183200" y="33262"/>
                </a:cubicBezTo>
                <a:lnTo>
                  <a:pt x="183200" y="149321"/>
                </a:lnTo>
                <a:cubicBezTo>
                  <a:pt x="183200" y="157777"/>
                  <a:pt x="181106" y="163669"/>
                  <a:pt x="176927" y="165975"/>
                </a:cubicBezTo>
                <a:cubicBezTo>
                  <a:pt x="173007" y="168278"/>
                  <a:pt x="169346" y="169048"/>
                  <a:pt x="158372" y="169302"/>
                </a:cubicBezTo>
                <a:lnTo>
                  <a:pt x="158372" y="173145"/>
                </a:lnTo>
                <a:lnTo>
                  <a:pt x="230502" y="173145"/>
                </a:lnTo>
                <a:lnTo>
                  <a:pt x="230502" y="169302"/>
                </a:lnTo>
                <a:cubicBezTo>
                  <a:pt x="209854" y="169048"/>
                  <a:pt x="205674" y="166487"/>
                  <a:pt x="205674" y="154188"/>
                </a:cubicBezTo>
                <a:lnTo>
                  <a:pt x="205674" y="516"/>
                </a:lnTo>
                <a:lnTo>
                  <a:pt x="203585" y="0"/>
                </a:lnTo>
                <a:close/>
              </a:path>
            </a:pathLst>
          </a:custGeom>
          <a:solidFill xmlns:a="http://schemas.openxmlformats.org/drawingml/2006/main">
            <a:srgbClr val="B3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,">
            <a:extLst xmlns:a="http://schemas.openxmlformats.org/drawingml/2006/main">
              <a:ext uri="{FF2B5EF4-FFF2-40B4-BE49-F238E27FC236}">
                <a16:creationId xmlns:a16="http://schemas.microsoft.com/office/drawing/2014/main" id="{9CC58E90-82F9-440E-B438-D94848CA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0186" y="2658564"/>
            <a:ext cx="36324" cy="62259"/>
          </a:xfrm>
          <a:custGeom xmlns:a="http://schemas.openxmlformats.org/drawingml/2006/main">
            <a:pathLst>
              <a:path w="36324" h="62259">
                <a:moveTo>
                  <a:pt x="7054" y="62259"/>
                </a:moveTo>
                <a:cubicBezTo>
                  <a:pt x="24564" y="53803"/>
                  <a:pt x="36324" y="38177"/>
                  <a:pt x="36324" y="22800"/>
                </a:cubicBezTo>
                <a:cubicBezTo>
                  <a:pt x="36324" y="9993"/>
                  <a:pt x="27176" y="0"/>
                  <a:pt x="15417" y="0"/>
                </a:cubicBezTo>
                <a:cubicBezTo>
                  <a:pt x="6269" y="0"/>
                  <a:pt x="0" y="5892"/>
                  <a:pt x="0" y="14602"/>
                </a:cubicBezTo>
                <a:cubicBezTo>
                  <a:pt x="0" y="22777"/>
                  <a:pt x="6009" y="27644"/>
                  <a:pt x="15417" y="27644"/>
                </a:cubicBezTo>
                <a:cubicBezTo>
                  <a:pt x="16984" y="27644"/>
                  <a:pt x="18814" y="27390"/>
                  <a:pt x="20381" y="27132"/>
                </a:cubicBezTo>
                <a:cubicBezTo>
                  <a:pt x="22212" y="26643"/>
                  <a:pt x="22212" y="26643"/>
                  <a:pt x="22475" y="26643"/>
                </a:cubicBezTo>
                <a:cubicBezTo>
                  <a:pt x="24564" y="26643"/>
                  <a:pt x="26132" y="28184"/>
                  <a:pt x="26132" y="30232"/>
                </a:cubicBezTo>
                <a:cubicBezTo>
                  <a:pt x="26132" y="38431"/>
                  <a:pt x="18814" y="47911"/>
                  <a:pt x="4702" y="57392"/>
                </a:cubicBezTo>
                <a:lnTo>
                  <a:pt x="7054" y="622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Slide37]).Thepacketlengthisnotencryptedbutauthenticatedas">
            <a:extLst xmlns:a="http://schemas.openxmlformats.org/drawingml/2006/main">
              <a:ext uri="{FF2B5EF4-FFF2-40B4-BE49-F238E27FC236}">
                <a16:creationId xmlns:a16="http://schemas.microsoft.com/office/drawing/2014/main" id="{C3BA35CA-C428-4FDB-AF85-79248EFC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6871" y="2822819"/>
            <a:ext cx="6771601" cy="230932"/>
          </a:xfrm>
          <a:custGeom xmlns:a="http://schemas.openxmlformats.org/drawingml/2006/main">
            <a:pathLst>
              <a:path w="6771601" h="230932">
                <a:moveTo>
                  <a:pt x="103870" y="1814"/>
                </a:moveTo>
                <a:lnTo>
                  <a:pt x="98486" y="1814"/>
                </a:lnTo>
                <a:cubicBezTo>
                  <a:pt x="97460" y="7706"/>
                  <a:pt x="94639" y="10524"/>
                  <a:pt x="90279" y="10524"/>
                </a:cubicBezTo>
                <a:cubicBezTo>
                  <a:pt x="87712" y="10524"/>
                  <a:pt x="83352" y="9500"/>
                  <a:pt x="78993" y="7452"/>
                </a:cubicBezTo>
                <a:cubicBezTo>
                  <a:pt x="69503" y="3949"/>
                  <a:pt x="60013" y="1896"/>
                  <a:pt x="51806" y="1896"/>
                </a:cubicBezTo>
                <a:cubicBezTo>
                  <a:pt x="40778" y="1896"/>
                  <a:pt x="29496" y="6255"/>
                  <a:pt x="21031" y="13683"/>
                </a:cubicBezTo>
                <a:cubicBezTo>
                  <a:pt x="12053" y="21620"/>
                  <a:pt x="7439" y="32371"/>
                  <a:pt x="7439" y="45683"/>
                </a:cubicBezTo>
                <a:cubicBezTo>
                  <a:pt x="7439" y="66161"/>
                  <a:pt x="18722" y="80493"/>
                  <a:pt x="47447" y="95600"/>
                </a:cubicBezTo>
                <a:cubicBezTo>
                  <a:pt x="65914" y="105327"/>
                  <a:pt x="79251" y="115820"/>
                  <a:pt x="85661" y="125551"/>
                </a:cubicBezTo>
                <a:cubicBezTo>
                  <a:pt x="87970" y="128878"/>
                  <a:pt x="89254" y="134253"/>
                  <a:pt x="89254" y="140395"/>
                </a:cubicBezTo>
                <a:cubicBezTo>
                  <a:pt x="89254" y="157546"/>
                  <a:pt x="76429" y="169322"/>
                  <a:pt x="57708" y="169322"/>
                </a:cubicBezTo>
                <a:cubicBezTo>
                  <a:pt x="34880" y="169322"/>
                  <a:pt x="18722" y="155243"/>
                  <a:pt x="5898" y="124014"/>
                </a:cubicBezTo>
                <a:lnTo>
                  <a:pt x="0" y="124014"/>
                </a:lnTo>
                <a:lnTo>
                  <a:pt x="7694" y="178290"/>
                </a:lnTo>
                <a:lnTo>
                  <a:pt x="13337" y="178290"/>
                </a:lnTo>
                <a:cubicBezTo>
                  <a:pt x="13591" y="173505"/>
                  <a:pt x="16671" y="169920"/>
                  <a:pt x="20518" y="169920"/>
                </a:cubicBezTo>
                <a:cubicBezTo>
                  <a:pt x="23340" y="169920"/>
                  <a:pt x="27699" y="170944"/>
                  <a:pt x="32572" y="172739"/>
                </a:cubicBezTo>
                <a:cubicBezTo>
                  <a:pt x="42316" y="176496"/>
                  <a:pt x="52577" y="178544"/>
                  <a:pt x="62834" y="178544"/>
                </a:cubicBezTo>
                <a:cubicBezTo>
                  <a:pt x="92330" y="178544"/>
                  <a:pt x="115157" y="158316"/>
                  <a:pt x="115157" y="131947"/>
                </a:cubicBezTo>
                <a:cubicBezTo>
                  <a:pt x="115157" y="110956"/>
                  <a:pt x="101049" y="94317"/>
                  <a:pt x="67194" y="76142"/>
                </a:cubicBezTo>
                <a:cubicBezTo>
                  <a:pt x="40265" y="61298"/>
                  <a:pt x="29496" y="50034"/>
                  <a:pt x="29496" y="36210"/>
                </a:cubicBezTo>
                <a:cubicBezTo>
                  <a:pt x="29496" y="22132"/>
                  <a:pt x="40265" y="12401"/>
                  <a:pt x="56166" y="12401"/>
                </a:cubicBezTo>
                <a:cubicBezTo>
                  <a:pt x="67710" y="12401"/>
                  <a:pt x="78480" y="17268"/>
                  <a:pt x="87458" y="26483"/>
                </a:cubicBezTo>
                <a:cubicBezTo>
                  <a:pt x="95406" y="34674"/>
                  <a:pt x="98998" y="41328"/>
                  <a:pt x="103103" y="56434"/>
                </a:cubicBezTo>
                <a:lnTo>
                  <a:pt x="109514" y="56434"/>
                </a:lnTo>
                <a:lnTo>
                  <a:pt x="103870" y="1814"/>
                </a:lnTo>
                <a:close/>
                <a:moveTo>
                  <a:pt x="136700" y="15419"/>
                </a:moveTo>
                <a:lnTo>
                  <a:pt x="138238" y="15419"/>
                </a:lnTo>
                <a:cubicBezTo>
                  <a:pt x="141060" y="15165"/>
                  <a:pt x="144136" y="14907"/>
                  <a:pt x="146190" y="14907"/>
                </a:cubicBezTo>
                <a:cubicBezTo>
                  <a:pt x="154397" y="14907"/>
                  <a:pt x="156960" y="18496"/>
                  <a:pt x="156960" y="30537"/>
                </a:cubicBezTo>
                <a:lnTo>
                  <a:pt x="156960" y="152753"/>
                </a:lnTo>
                <a:cubicBezTo>
                  <a:pt x="156960" y="166589"/>
                  <a:pt x="153372" y="169920"/>
                  <a:pt x="137213" y="171198"/>
                </a:cubicBezTo>
                <a:lnTo>
                  <a:pt x="137213" y="175041"/>
                </a:lnTo>
                <a:lnTo>
                  <a:pt x="197738" y="175041"/>
                </a:lnTo>
                <a:lnTo>
                  <a:pt x="197738" y="171198"/>
                </a:lnTo>
                <a:cubicBezTo>
                  <a:pt x="181583" y="170174"/>
                  <a:pt x="178504" y="167613"/>
                  <a:pt x="178504" y="153519"/>
                </a:cubicBezTo>
                <a:lnTo>
                  <a:pt x="178504" y="559"/>
                </a:lnTo>
                <a:lnTo>
                  <a:pt x="177478" y="47"/>
                </a:lnTo>
                <a:cubicBezTo>
                  <a:pt x="164141" y="4402"/>
                  <a:pt x="154397" y="6967"/>
                  <a:pt x="136700" y="11322"/>
                </a:cubicBezTo>
                <a:lnTo>
                  <a:pt x="136700" y="15419"/>
                </a:lnTo>
                <a:close/>
                <a:moveTo>
                  <a:pt x="248006" y="57193"/>
                </a:moveTo>
                <a:lnTo>
                  <a:pt x="208254" y="71204"/>
                </a:lnTo>
                <a:lnTo>
                  <a:pt x="208254" y="75051"/>
                </a:lnTo>
                <a:lnTo>
                  <a:pt x="210308" y="74793"/>
                </a:lnTo>
                <a:cubicBezTo>
                  <a:pt x="213384" y="74281"/>
                  <a:pt x="216718" y="74023"/>
                  <a:pt x="219027" y="74023"/>
                </a:cubicBezTo>
                <a:cubicBezTo>
                  <a:pt x="225183" y="74023"/>
                  <a:pt x="227488" y="78124"/>
                  <a:pt x="227488" y="89407"/>
                </a:cubicBezTo>
                <a:lnTo>
                  <a:pt x="227488" y="148894"/>
                </a:lnTo>
                <a:cubicBezTo>
                  <a:pt x="227488" y="167355"/>
                  <a:pt x="224925" y="170174"/>
                  <a:pt x="207228" y="171198"/>
                </a:cubicBezTo>
                <a:lnTo>
                  <a:pt x="207228" y="175041"/>
                </a:lnTo>
                <a:lnTo>
                  <a:pt x="268012" y="175041"/>
                </a:lnTo>
                <a:lnTo>
                  <a:pt x="268012" y="171198"/>
                </a:lnTo>
                <a:cubicBezTo>
                  <a:pt x="251086" y="169920"/>
                  <a:pt x="249032" y="167355"/>
                  <a:pt x="249032" y="148894"/>
                </a:cubicBezTo>
                <a:lnTo>
                  <a:pt x="249032" y="57963"/>
                </a:lnTo>
                <a:lnTo>
                  <a:pt x="248006" y="57193"/>
                </a:lnTo>
                <a:moveTo>
                  <a:pt x="235953" y="145"/>
                </a:moveTo>
                <a:cubicBezTo>
                  <a:pt x="229030" y="145"/>
                  <a:pt x="223129" y="6040"/>
                  <a:pt x="223129" y="13214"/>
                </a:cubicBezTo>
                <a:cubicBezTo>
                  <a:pt x="223129" y="20388"/>
                  <a:pt x="228772" y="26280"/>
                  <a:pt x="235953" y="26280"/>
                </a:cubicBezTo>
                <a:cubicBezTo>
                  <a:pt x="243392" y="26280"/>
                  <a:pt x="249290" y="20642"/>
                  <a:pt x="249290" y="13214"/>
                </a:cubicBezTo>
                <a:cubicBezTo>
                  <a:pt x="249290" y="6040"/>
                  <a:pt x="243392" y="145"/>
                  <a:pt x="235953" y="145"/>
                </a:cubicBezTo>
                <a:close/>
                <a:moveTo>
                  <a:pt x="362650" y="177543"/>
                </a:moveTo>
                <a:lnTo>
                  <a:pt x="400352" y="164224"/>
                </a:lnTo>
                <a:lnTo>
                  <a:pt x="400352" y="160126"/>
                </a:lnTo>
                <a:cubicBezTo>
                  <a:pt x="395735" y="160381"/>
                  <a:pt x="395222" y="160381"/>
                  <a:pt x="394451" y="160381"/>
                </a:cubicBezTo>
                <a:cubicBezTo>
                  <a:pt x="385219" y="160381"/>
                  <a:pt x="383169" y="157566"/>
                  <a:pt x="383169" y="145786"/>
                </a:cubicBezTo>
                <a:lnTo>
                  <a:pt x="383169" y="571"/>
                </a:lnTo>
                <a:lnTo>
                  <a:pt x="381885" y="59"/>
                </a:lnTo>
                <a:cubicBezTo>
                  <a:pt x="369573" y="4414"/>
                  <a:pt x="360600" y="6975"/>
                  <a:pt x="344183" y="11334"/>
                </a:cubicBezTo>
                <a:lnTo>
                  <a:pt x="344183" y="15431"/>
                </a:lnTo>
                <a:cubicBezTo>
                  <a:pt x="346237" y="15177"/>
                  <a:pt x="347775" y="15177"/>
                  <a:pt x="349826" y="15177"/>
                </a:cubicBezTo>
                <a:cubicBezTo>
                  <a:pt x="359316" y="15177"/>
                  <a:pt x="361625" y="17738"/>
                  <a:pt x="361625" y="28242"/>
                </a:cubicBezTo>
                <a:lnTo>
                  <a:pt x="361625" y="68210"/>
                </a:lnTo>
                <a:cubicBezTo>
                  <a:pt x="351877" y="60011"/>
                  <a:pt x="344954" y="57193"/>
                  <a:pt x="334693" y="57193"/>
                </a:cubicBezTo>
                <a:cubicBezTo>
                  <a:pt x="305201" y="57193"/>
                  <a:pt x="281349" y="86131"/>
                  <a:pt x="281349" y="122489"/>
                </a:cubicBezTo>
                <a:cubicBezTo>
                  <a:pt x="281349" y="155259"/>
                  <a:pt x="300583" y="177543"/>
                  <a:pt x="328795" y="177543"/>
                </a:cubicBezTo>
                <a:cubicBezTo>
                  <a:pt x="343158" y="177543"/>
                  <a:pt x="352906" y="172422"/>
                  <a:pt x="361625" y="160381"/>
                </a:cubicBezTo>
                <a:lnTo>
                  <a:pt x="361625" y="176777"/>
                </a:lnTo>
                <a:lnTo>
                  <a:pt x="362650" y="177543"/>
                </a:lnTo>
                <a:moveTo>
                  <a:pt x="361625" y="148859"/>
                </a:moveTo>
                <a:cubicBezTo>
                  <a:pt x="361625" y="150654"/>
                  <a:pt x="359829" y="153727"/>
                  <a:pt x="357266" y="156541"/>
                </a:cubicBezTo>
                <a:cubicBezTo>
                  <a:pt x="352648" y="161663"/>
                  <a:pt x="346237" y="164224"/>
                  <a:pt x="338798" y="164224"/>
                </a:cubicBezTo>
                <a:cubicBezTo>
                  <a:pt x="317513" y="164224"/>
                  <a:pt x="303405" y="143738"/>
                  <a:pt x="303405" y="112246"/>
                </a:cubicBezTo>
                <a:cubicBezTo>
                  <a:pt x="303405" y="83316"/>
                  <a:pt x="315971" y="64370"/>
                  <a:pt x="335464" y="64370"/>
                </a:cubicBezTo>
                <a:cubicBezTo>
                  <a:pt x="349059" y="64370"/>
                  <a:pt x="361625" y="76400"/>
                  <a:pt x="361625" y="89970"/>
                </a:cubicBezTo>
                <a:lnTo>
                  <a:pt x="361625" y="148859"/>
                </a:lnTo>
                <a:close/>
                <a:moveTo>
                  <a:pt x="507299" y="132951"/>
                </a:moveTo>
                <a:cubicBezTo>
                  <a:pt x="494991" y="152433"/>
                  <a:pt x="483959" y="159868"/>
                  <a:pt x="467546" y="159868"/>
                </a:cubicBezTo>
                <a:cubicBezTo>
                  <a:pt x="452929" y="159868"/>
                  <a:pt x="441901" y="152433"/>
                  <a:pt x="434462" y="137823"/>
                </a:cubicBezTo>
                <a:cubicBezTo>
                  <a:pt x="429844" y="128080"/>
                  <a:pt x="428051" y="119620"/>
                  <a:pt x="427539" y="103982"/>
                </a:cubicBezTo>
                <a:lnTo>
                  <a:pt x="506532" y="103982"/>
                </a:lnTo>
                <a:cubicBezTo>
                  <a:pt x="504477" y="87358"/>
                  <a:pt x="501914" y="79954"/>
                  <a:pt x="495503" y="71783"/>
                </a:cubicBezTo>
                <a:cubicBezTo>
                  <a:pt x="487806" y="62576"/>
                  <a:pt x="476011" y="57193"/>
                  <a:pt x="462674" y="57193"/>
                </a:cubicBezTo>
                <a:cubicBezTo>
                  <a:pt x="449849" y="57193"/>
                  <a:pt x="437796" y="61806"/>
                  <a:pt x="428051" y="70504"/>
                </a:cubicBezTo>
                <a:cubicBezTo>
                  <a:pt x="415994" y="80974"/>
                  <a:pt x="409071" y="99114"/>
                  <a:pt x="409071" y="120132"/>
                </a:cubicBezTo>
                <a:cubicBezTo>
                  <a:pt x="409071" y="155509"/>
                  <a:pt x="427539" y="177543"/>
                  <a:pt x="457030" y="177543"/>
                </a:cubicBezTo>
                <a:cubicBezTo>
                  <a:pt x="481396" y="177543"/>
                  <a:pt x="500630" y="162429"/>
                  <a:pt x="511404" y="134746"/>
                </a:cubicBezTo>
                <a:lnTo>
                  <a:pt x="507299" y="132951"/>
                </a:lnTo>
                <a:moveTo>
                  <a:pt x="428051" y="95783"/>
                </a:moveTo>
                <a:cubicBezTo>
                  <a:pt x="430869" y="75868"/>
                  <a:pt x="439592" y="66419"/>
                  <a:pt x="455234" y="66419"/>
                </a:cubicBezTo>
                <a:cubicBezTo>
                  <a:pt x="470880" y="66419"/>
                  <a:pt x="477036" y="73570"/>
                  <a:pt x="480370" y="95783"/>
                </a:cubicBezTo>
                <a:lnTo>
                  <a:pt x="428051" y="95783"/>
                </a:lnTo>
                <a:close/>
                <a:moveTo>
                  <a:pt x="619636" y="90482"/>
                </a:moveTo>
                <a:cubicBezTo>
                  <a:pt x="634765" y="90482"/>
                  <a:pt x="640662" y="90994"/>
                  <a:pt x="646818" y="93297"/>
                </a:cubicBezTo>
                <a:cubicBezTo>
                  <a:pt x="662723" y="98927"/>
                  <a:pt x="672725" y="113521"/>
                  <a:pt x="672725" y="131180"/>
                </a:cubicBezTo>
                <a:cubicBezTo>
                  <a:pt x="672725" y="152683"/>
                  <a:pt x="658105" y="169322"/>
                  <a:pt x="639125" y="169322"/>
                </a:cubicBezTo>
                <a:cubicBezTo>
                  <a:pt x="632202" y="169322"/>
                  <a:pt x="627071" y="167531"/>
                  <a:pt x="617581" y="161385"/>
                </a:cubicBezTo>
                <a:cubicBezTo>
                  <a:pt x="609887" y="156780"/>
                  <a:pt x="605528" y="154989"/>
                  <a:pt x="601168" y="154989"/>
                </a:cubicBezTo>
                <a:cubicBezTo>
                  <a:pt x="595271" y="154989"/>
                  <a:pt x="591424" y="158570"/>
                  <a:pt x="591424" y="163946"/>
                </a:cubicBezTo>
                <a:cubicBezTo>
                  <a:pt x="591424" y="172911"/>
                  <a:pt x="602452" y="178544"/>
                  <a:pt x="620403" y="178544"/>
                </a:cubicBezTo>
                <a:cubicBezTo>
                  <a:pt x="640150" y="178544"/>
                  <a:pt x="660414" y="171886"/>
                  <a:pt x="672467" y="161385"/>
                </a:cubicBezTo>
                <a:cubicBezTo>
                  <a:pt x="684520" y="150892"/>
                  <a:pt x="691189" y="136044"/>
                  <a:pt x="691189" y="118897"/>
                </a:cubicBezTo>
                <a:cubicBezTo>
                  <a:pt x="691189" y="105839"/>
                  <a:pt x="687088" y="93809"/>
                  <a:pt x="679648" y="85873"/>
                </a:cubicBezTo>
                <a:cubicBezTo>
                  <a:pt x="674518" y="80243"/>
                  <a:pt x="669645" y="77170"/>
                  <a:pt x="658359" y="72307"/>
                </a:cubicBezTo>
                <a:cubicBezTo>
                  <a:pt x="676056" y="60277"/>
                  <a:pt x="682470" y="50804"/>
                  <a:pt x="682470" y="36980"/>
                </a:cubicBezTo>
                <a:cubicBezTo>
                  <a:pt x="682470" y="16248"/>
                  <a:pt x="666057" y="1896"/>
                  <a:pt x="642459" y="1896"/>
                </a:cubicBezTo>
                <a:cubicBezTo>
                  <a:pt x="629634" y="1896"/>
                  <a:pt x="618352" y="6255"/>
                  <a:pt x="609120" y="14454"/>
                </a:cubicBezTo>
                <a:cubicBezTo>
                  <a:pt x="601422" y="21366"/>
                  <a:pt x="597576" y="28024"/>
                  <a:pt x="591936" y="43380"/>
                </a:cubicBezTo>
                <a:lnTo>
                  <a:pt x="595783" y="44404"/>
                </a:lnTo>
                <a:cubicBezTo>
                  <a:pt x="606299" y="25717"/>
                  <a:pt x="617839" y="17272"/>
                  <a:pt x="633998" y="17272"/>
                </a:cubicBezTo>
                <a:cubicBezTo>
                  <a:pt x="650665" y="17272"/>
                  <a:pt x="662210" y="28536"/>
                  <a:pt x="662210" y="44662"/>
                </a:cubicBezTo>
                <a:cubicBezTo>
                  <a:pt x="662210" y="53877"/>
                  <a:pt x="658359" y="63092"/>
                  <a:pt x="651949" y="69492"/>
                </a:cubicBezTo>
                <a:cubicBezTo>
                  <a:pt x="644255" y="77170"/>
                  <a:pt x="637074" y="81009"/>
                  <a:pt x="619636" y="87155"/>
                </a:cubicBezTo>
                <a:lnTo>
                  <a:pt x="619636" y="90482"/>
                </a:lnTo>
                <a:close/>
                <a:moveTo>
                  <a:pt x="823784" y="5399"/>
                </a:moveTo>
                <a:lnTo>
                  <a:pt x="728891" y="5399"/>
                </a:lnTo>
                <a:lnTo>
                  <a:pt x="713758" y="43063"/>
                </a:lnTo>
                <a:lnTo>
                  <a:pt x="718117" y="45112"/>
                </a:lnTo>
                <a:cubicBezTo>
                  <a:pt x="729145" y="27691"/>
                  <a:pt x="733763" y="24360"/>
                  <a:pt x="747871" y="24360"/>
                </a:cubicBezTo>
                <a:lnTo>
                  <a:pt x="803524" y="24360"/>
                </a:lnTo>
                <a:lnTo>
                  <a:pt x="752743" y="177043"/>
                </a:lnTo>
                <a:lnTo>
                  <a:pt x="769415" y="177043"/>
                </a:lnTo>
                <a:lnTo>
                  <a:pt x="823784" y="9500"/>
                </a:lnTo>
                <a:lnTo>
                  <a:pt x="823784" y="5399"/>
                </a:lnTo>
                <a:close/>
                <a:moveTo>
                  <a:pt x="845585" y="208569"/>
                </a:moveTo>
                <a:lnTo>
                  <a:pt x="845585" y="214977"/>
                </a:lnTo>
                <a:lnTo>
                  <a:pt x="899700" y="214977"/>
                </a:lnTo>
                <a:lnTo>
                  <a:pt x="899700" y="5399"/>
                </a:lnTo>
                <a:lnTo>
                  <a:pt x="845585" y="5399"/>
                </a:lnTo>
                <a:lnTo>
                  <a:pt x="845585" y="11807"/>
                </a:lnTo>
                <a:lnTo>
                  <a:pt x="867641" y="11807"/>
                </a:lnTo>
                <a:cubicBezTo>
                  <a:pt x="876106" y="11807"/>
                  <a:pt x="880207" y="16162"/>
                  <a:pt x="880207" y="25130"/>
                </a:cubicBezTo>
                <a:lnTo>
                  <a:pt x="880207" y="197298"/>
                </a:lnTo>
                <a:cubicBezTo>
                  <a:pt x="880207" y="205242"/>
                  <a:pt x="876619" y="208569"/>
                  <a:pt x="868667" y="208569"/>
                </a:cubicBezTo>
                <a:lnTo>
                  <a:pt x="845585" y="208569"/>
                </a:lnTo>
                <a:close/>
                <a:moveTo>
                  <a:pt x="932016" y="220451"/>
                </a:moveTo>
                <a:cubicBezTo>
                  <a:pt x="950996" y="208151"/>
                  <a:pt x="958690" y="201489"/>
                  <a:pt x="968176" y="189702"/>
                </a:cubicBezTo>
                <a:cubicBezTo>
                  <a:pt x="986389" y="167414"/>
                  <a:pt x="995362" y="141791"/>
                  <a:pt x="995362" y="111816"/>
                </a:cubicBezTo>
                <a:cubicBezTo>
                  <a:pt x="995362" y="79019"/>
                  <a:pt x="985872" y="54167"/>
                  <a:pt x="963304" y="28031"/>
                </a:cubicBezTo>
                <a:cubicBezTo>
                  <a:pt x="952788" y="15732"/>
                  <a:pt x="946120" y="10098"/>
                  <a:pt x="932783" y="1896"/>
                </a:cubicBezTo>
                <a:lnTo>
                  <a:pt x="929707" y="5997"/>
                </a:lnTo>
                <a:cubicBezTo>
                  <a:pt x="950225" y="22140"/>
                  <a:pt x="957148" y="31108"/>
                  <a:pt x="964329" y="50323"/>
                </a:cubicBezTo>
                <a:cubicBezTo>
                  <a:pt x="970485" y="67490"/>
                  <a:pt x="973306" y="86960"/>
                  <a:pt x="973306" y="112583"/>
                </a:cubicBezTo>
                <a:cubicBezTo>
                  <a:pt x="973306" y="139230"/>
                  <a:pt x="969972" y="160494"/>
                  <a:pt x="963049" y="176124"/>
                </a:cubicBezTo>
                <a:cubicBezTo>
                  <a:pt x="955868" y="192267"/>
                  <a:pt x="948174" y="201489"/>
                  <a:pt x="929707" y="216349"/>
                </a:cubicBezTo>
                <a:lnTo>
                  <a:pt x="932016" y="220451"/>
                </a:lnTo>
                <a:close/>
                <a:moveTo>
                  <a:pt x="1039735" y="149356"/>
                </a:moveTo>
                <a:cubicBezTo>
                  <a:pt x="1032037" y="149356"/>
                  <a:pt x="1025627" y="156018"/>
                  <a:pt x="1025627" y="163962"/>
                </a:cubicBezTo>
                <a:cubicBezTo>
                  <a:pt x="1025627" y="171390"/>
                  <a:pt x="1032037" y="177794"/>
                  <a:pt x="1039477" y="177794"/>
                </a:cubicBezTo>
                <a:cubicBezTo>
                  <a:pt x="1047429" y="177794"/>
                  <a:pt x="1054097" y="171390"/>
                  <a:pt x="1054097" y="163962"/>
                </a:cubicBezTo>
                <a:cubicBezTo>
                  <a:pt x="1054097" y="156018"/>
                  <a:pt x="1047429" y="149356"/>
                  <a:pt x="1039735" y="149356"/>
                </a:cubicBezTo>
                <a:close/>
                <a:moveTo>
                  <a:pt x="1216186" y="16162"/>
                </a:moveTo>
                <a:lnTo>
                  <a:pt x="1216186" y="144293"/>
                </a:lnTo>
                <a:cubicBezTo>
                  <a:pt x="1216186" y="166077"/>
                  <a:pt x="1213364" y="168896"/>
                  <a:pt x="1192075" y="170174"/>
                </a:cubicBezTo>
                <a:lnTo>
                  <a:pt x="1192075" y="175041"/>
                </a:lnTo>
                <a:lnTo>
                  <a:pt x="1266967" y="175041"/>
                </a:lnTo>
                <a:lnTo>
                  <a:pt x="1266967" y="170174"/>
                </a:lnTo>
                <a:cubicBezTo>
                  <a:pt x="1245936" y="169150"/>
                  <a:pt x="1242343" y="165819"/>
                  <a:pt x="1242343" y="147112"/>
                </a:cubicBezTo>
                <a:lnTo>
                  <a:pt x="1242343" y="16162"/>
                </a:lnTo>
                <a:lnTo>
                  <a:pt x="1256193" y="16162"/>
                </a:lnTo>
                <a:cubicBezTo>
                  <a:pt x="1285430" y="16162"/>
                  <a:pt x="1291074" y="20775"/>
                  <a:pt x="1296975" y="48963"/>
                </a:cubicBezTo>
                <a:lnTo>
                  <a:pt x="1303127" y="48963"/>
                </a:lnTo>
                <a:lnTo>
                  <a:pt x="1301589" y="5399"/>
                </a:lnTo>
                <a:lnTo>
                  <a:pt x="1156940" y="5399"/>
                </a:lnTo>
                <a:lnTo>
                  <a:pt x="1155402" y="48963"/>
                </a:lnTo>
                <a:lnTo>
                  <a:pt x="1161554" y="48963"/>
                </a:lnTo>
                <a:cubicBezTo>
                  <a:pt x="1167710" y="21029"/>
                  <a:pt x="1173612" y="16162"/>
                  <a:pt x="1202336" y="16162"/>
                </a:cubicBezTo>
                <a:lnTo>
                  <a:pt x="1216186" y="16162"/>
                </a:lnTo>
                <a:close/>
                <a:moveTo>
                  <a:pt x="1348012" y="87171"/>
                </a:moveTo>
                <a:cubicBezTo>
                  <a:pt x="1358782" y="75387"/>
                  <a:pt x="1366475" y="71028"/>
                  <a:pt x="1376478" y="71028"/>
                </a:cubicBezTo>
                <a:cubicBezTo>
                  <a:pt x="1389303" y="71028"/>
                  <a:pt x="1395713" y="80255"/>
                  <a:pt x="1395713" y="98188"/>
                </a:cubicBezTo>
                <a:lnTo>
                  <a:pt x="1395713" y="148910"/>
                </a:lnTo>
                <a:cubicBezTo>
                  <a:pt x="1395713" y="166331"/>
                  <a:pt x="1393149" y="169662"/>
                  <a:pt x="1378274" y="171198"/>
                </a:cubicBezTo>
                <a:lnTo>
                  <a:pt x="1378274" y="175041"/>
                </a:lnTo>
                <a:lnTo>
                  <a:pt x="1432648" y="175041"/>
                </a:lnTo>
                <a:lnTo>
                  <a:pt x="1432648" y="171198"/>
                </a:lnTo>
                <a:cubicBezTo>
                  <a:pt x="1418798" y="168638"/>
                  <a:pt x="1417256" y="166589"/>
                  <a:pt x="1417256" y="148910"/>
                </a:cubicBezTo>
                <a:lnTo>
                  <a:pt x="1417256" y="97930"/>
                </a:lnTo>
                <a:cubicBezTo>
                  <a:pt x="1417256" y="71028"/>
                  <a:pt x="1406486" y="57193"/>
                  <a:pt x="1385710" y="57193"/>
                </a:cubicBezTo>
                <a:cubicBezTo>
                  <a:pt x="1370581" y="57193"/>
                  <a:pt x="1359807" y="63342"/>
                  <a:pt x="1348012" y="78714"/>
                </a:cubicBezTo>
                <a:lnTo>
                  <a:pt x="1348012" y="829"/>
                </a:lnTo>
                <a:lnTo>
                  <a:pt x="1346728" y="59"/>
                </a:lnTo>
                <a:cubicBezTo>
                  <a:pt x="1338009" y="3132"/>
                  <a:pt x="1331595" y="5184"/>
                  <a:pt x="1317233" y="9281"/>
                </a:cubicBezTo>
                <a:lnTo>
                  <a:pt x="1310310" y="11334"/>
                </a:lnTo>
                <a:lnTo>
                  <a:pt x="1310310" y="15431"/>
                </a:lnTo>
                <a:cubicBezTo>
                  <a:pt x="1311335" y="15177"/>
                  <a:pt x="1312106" y="15177"/>
                  <a:pt x="1313386" y="15177"/>
                </a:cubicBezTo>
                <a:cubicBezTo>
                  <a:pt x="1324414" y="15177"/>
                  <a:pt x="1326468" y="17225"/>
                  <a:pt x="1326468" y="28242"/>
                </a:cubicBezTo>
                <a:lnTo>
                  <a:pt x="1326468" y="148910"/>
                </a:lnTo>
                <a:cubicBezTo>
                  <a:pt x="1326468" y="166843"/>
                  <a:pt x="1324926" y="169150"/>
                  <a:pt x="1310051" y="171198"/>
                </a:cubicBezTo>
                <a:lnTo>
                  <a:pt x="1310051" y="175041"/>
                </a:lnTo>
                <a:lnTo>
                  <a:pt x="1365450" y="175041"/>
                </a:lnTo>
                <a:lnTo>
                  <a:pt x="1365450" y="171198"/>
                </a:lnTo>
                <a:cubicBezTo>
                  <a:pt x="1350575" y="169662"/>
                  <a:pt x="1348012" y="166589"/>
                  <a:pt x="1348012" y="148910"/>
                </a:cubicBezTo>
                <a:lnTo>
                  <a:pt x="1348012" y="87171"/>
                </a:lnTo>
                <a:close/>
                <a:moveTo>
                  <a:pt x="1540619" y="132951"/>
                </a:moveTo>
                <a:cubicBezTo>
                  <a:pt x="1528312" y="152433"/>
                  <a:pt x="1517280" y="159868"/>
                  <a:pt x="1500867" y="159868"/>
                </a:cubicBezTo>
                <a:cubicBezTo>
                  <a:pt x="1486250" y="159868"/>
                  <a:pt x="1475222" y="152433"/>
                  <a:pt x="1467782" y="137823"/>
                </a:cubicBezTo>
                <a:cubicBezTo>
                  <a:pt x="1463165" y="128080"/>
                  <a:pt x="1461372" y="119620"/>
                  <a:pt x="1460860" y="103982"/>
                </a:cubicBezTo>
                <a:lnTo>
                  <a:pt x="1539852" y="103982"/>
                </a:lnTo>
                <a:cubicBezTo>
                  <a:pt x="1537798" y="87358"/>
                  <a:pt x="1535235" y="79954"/>
                  <a:pt x="1528824" y="71783"/>
                </a:cubicBezTo>
                <a:cubicBezTo>
                  <a:pt x="1521127" y="62576"/>
                  <a:pt x="1509331" y="57193"/>
                  <a:pt x="1495994" y="57193"/>
                </a:cubicBezTo>
                <a:cubicBezTo>
                  <a:pt x="1483170" y="57193"/>
                  <a:pt x="1471117" y="61806"/>
                  <a:pt x="1461372" y="70504"/>
                </a:cubicBezTo>
                <a:cubicBezTo>
                  <a:pt x="1449315" y="80974"/>
                  <a:pt x="1442392" y="99114"/>
                  <a:pt x="1442392" y="120132"/>
                </a:cubicBezTo>
                <a:cubicBezTo>
                  <a:pt x="1442392" y="155509"/>
                  <a:pt x="1460860" y="177543"/>
                  <a:pt x="1490351" y="177543"/>
                </a:cubicBezTo>
                <a:cubicBezTo>
                  <a:pt x="1514716" y="177543"/>
                  <a:pt x="1533951" y="162429"/>
                  <a:pt x="1544725" y="134746"/>
                </a:cubicBezTo>
                <a:lnTo>
                  <a:pt x="1540619" y="132951"/>
                </a:lnTo>
                <a:moveTo>
                  <a:pt x="1461372" y="95783"/>
                </a:moveTo>
                <a:cubicBezTo>
                  <a:pt x="1464190" y="75868"/>
                  <a:pt x="1472913" y="66419"/>
                  <a:pt x="1488555" y="66419"/>
                </a:cubicBezTo>
                <a:cubicBezTo>
                  <a:pt x="1504201" y="66419"/>
                  <a:pt x="1510357" y="73570"/>
                  <a:pt x="1513691" y="95783"/>
                </a:cubicBezTo>
                <a:lnTo>
                  <a:pt x="1461372" y="95783"/>
                </a:lnTo>
                <a:close/>
                <a:moveTo>
                  <a:pt x="1616021" y="74297"/>
                </a:moveTo>
                <a:cubicBezTo>
                  <a:pt x="1618330" y="74043"/>
                  <a:pt x="1620126" y="74043"/>
                  <a:pt x="1622435" y="74043"/>
                </a:cubicBezTo>
                <a:cubicBezTo>
                  <a:pt x="1631154" y="74043"/>
                  <a:pt x="1632951" y="76603"/>
                  <a:pt x="1632951" y="88645"/>
                </a:cubicBezTo>
                <a:lnTo>
                  <a:pt x="1632951" y="208554"/>
                </a:lnTo>
                <a:cubicBezTo>
                  <a:pt x="1632951" y="221877"/>
                  <a:pt x="1630129" y="224696"/>
                  <a:pt x="1614996" y="226233"/>
                </a:cubicBezTo>
                <a:lnTo>
                  <a:pt x="1614996" y="230588"/>
                </a:lnTo>
                <a:lnTo>
                  <a:pt x="1677063" y="230588"/>
                </a:lnTo>
                <a:lnTo>
                  <a:pt x="1677063" y="225979"/>
                </a:lnTo>
                <a:cubicBezTo>
                  <a:pt x="1657828" y="225721"/>
                  <a:pt x="1654494" y="222902"/>
                  <a:pt x="1654494" y="206759"/>
                </a:cubicBezTo>
                <a:lnTo>
                  <a:pt x="1654494" y="166530"/>
                </a:lnTo>
                <a:cubicBezTo>
                  <a:pt x="1663472" y="174983"/>
                  <a:pt x="1669623" y="177543"/>
                  <a:pt x="1680397" y="177543"/>
                </a:cubicBezTo>
                <a:cubicBezTo>
                  <a:pt x="1710660" y="177543"/>
                  <a:pt x="1734254" y="148863"/>
                  <a:pt x="1734254" y="111738"/>
                </a:cubicBezTo>
                <a:cubicBezTo>
                  <a:pt x="1734254" y="79993"/>
                  <a:pt x="1716303" y="57193"/>
                  <a:pt x="1691425" y="57193"/>
                </a:cubicBezTo>
                <a:cubicBezTo>
                  <a:pt x="1677063" y="57193"/>
                  <a:pt x="1665777" y="63600"/>
                  <a:pt x="1654494" y="77432"/>
                </a:cubicBezTo>
                <a:lnTo>
                  <a:pt x="1654494" y="57709"/>
                </a:lnTo>
                <a:lnTo>
                  <a:pt x="1652956" y="57193"/>
                </a:lnTo>
                <a:cubicBezTo>
                  <a:pt x="1639106" y="62576"/>
                  <a:pt x="1630129" y="65907"/>
                  <a:pt x="1616021" y="70262"/>
                </a:cubicBezTo>
                <a:lnTo>
                  <a:pt x="1616021" y="74297"/>
                </a:lnTo>
                <a:moveTo>
                  <a:pt x="1654494" y="89466"/>
                </a:moveTo>
                <a:cubicBezTo>
                  <a:pt x="1654494" y="81783"/>
                  <a:pt x="1668856" y="72569"/>
                  <a:pt x="1680652" y="72569"/>
                </a:cubicBezTo>
                <a:cubicBezTo>
                  <a:pt x="1699632" y="72569"/>
                  <a:pt x="1712198" y="92026"/>
                  <a:pt x="1712198" y="121727"/>
                </a:cubicBezTo>
                <a:cubicBezTo>
                  <a:pt x="1712198" y="150145"/>
                  <a:pt x="1699632" y="169345"/>
                  <a:pt x="1681168" y="169345"/>
                </a:cubicBezTo>
                <a:cubicBezTo>
                  <a:pt x="1669111" y="169345"/>
                  <a:pt x="1654494" y="160130"/>
                  <a:pt x="1654494" y="152448"/>
                </a:cubicBezTo>
                <a:lnTo>
                  <a:pt x="1654494" y="89466"/>
                </a:lnTo>
                <a:close/>
                <a:moveTo>
                  <a:pt x="1855309" y="158078"/>
                </a:moveTo>
                <a:cubicBezTo>
                  <a:pt x="1850949" y="161659"/>
                  <a:pt x="1847873" y="162941"/>
                  <a:pt x="1844026" y="162941"/>
                </a:cubicBezTo>
                <a:cubicBezTo>
                  <a:pt x="1838129" y="162941"/>
                  <a:pt x="1836332" y="159356"/>
                  <a:pt x="1836332" y="148093"/>
                </a:cubicBezTo>
                <a:lnTo>
                  <a:pt x="1836332" y="98164"/>
                </a:lnTo>
                <a:cubicBezTo>
                  <a:pt x="1836332" y="84849"/>
                  <a:pt x="1835049" y="77424"/>
                  <a:pt x="1831202" y="71279"/>
                </a:cubicBezTo>
                <a:cubicBezTo>
                  <a:pt x="1825559" y="62064"/>
                  <a:pt x="1814530" y="57193"/>
                  <a:pt x="1799401" y="57193"/>
                </a:cubicBezTo>
                <a:cubicBezTo>
                  <a:pt x="1775290" y="57193"/>
                  <a:pt x="1756314" y="69742"/>
                  <a:pt x="1756314" y="85873"/>
                </a:cubicBezTo>
                <a:cubicBezTo>
                  <a:pt x="1756314" y="91764"/>
                  <a:pt x="1761441" y="96882"/>
                  <a:pt x="1767342" y="96882"/>
                </a:cubicBezTo>
                <a:cubicBezTo>
                  <a:pt x="1773494" y="96882"/>
                  <a:pt x="1778883" y="91764"/>
                  <a:pt x="1778883" y="86131"/>
                </a:cubicBezTo>
                <a:cubicBezTo>
                  <a:pt x="1778883" y="85107"/>
                  <a:pt x="1778625" y="83824"/>
                  <a:pt x="1778370" y="82034"/>
                </a:cubicBezTo>
                <a:cubicBezTo>
                  <a:pt x="1777858" y="79731"/>
                  <a:pt x="1777599" y="77682"/>
                  <a:pt x="1777599" y="75888"/>
                </a:cubicBezTo>
                <a:cubicBezTo>
                  <a:pt x="1777599" y="68976"/>
                  <a:pt x="1785806" y="63342"/>
                  <a:pt x="1796067" y="63342"/>
                </a:cubicBezTo>
                <a:cubicBezTo>
                  <a:pt x="1808633" y="63342"/>
                  <a:pt x="1815556" y="70766"/>
                  <a:pt x="1815556" y="84594"/>
                </a:cubicBezTo>
                <a:lnTo>
                  <a:pt x="1815556" y="100213"/>
                </a:lnTo>
                <a:cubicBezTo>
                  <a:pt x="1776061" y="116086"/>
                  <a:pt x="1771702" y="118134"/>
                  <a:pt x="1760674" y="127865"/>
                </a:cubicBezTo>
                <a:cubicBezTo>
                  <a:pt x="1755031" y="132987"/>
                  <a:pt x="1751438" y="141689"/>
                  <a:pt x="1751438" y="150138"/>
                </a:cubicBezTo>
                <a:cubicBezTo>
                  <a:pt x="1751438" y="166272"/>
                  <a:pt x="1762724" y="177543"/>
                  <a:pt x="1778370" y="177543"/>
                </a:cubicBezTo>
                <a:cubicBezTo>
                  <a:pt x="1789653" y="177543"/>
                  <a:pt x="1800168" y="172164"/>
                  <a:pt x="1815814" y="158840"/>
                </a:cubicBezTo>
                <a:cubicBezTo>
                  <a:pt x="1817098" y="172164"/>
                  <a:pt x="1821712" y="177543"/>
                  <a:pt x="1832227" y="177543"/>
                </a:cubicBezTo>
                <a:cubicBezTo>
                  <a:pt x="1840946" y="177543"/>
                  <a:pt x="1846335" y="174471"/>
                  <a:pt x="1855309" y="164736"/>
                </a:cubicBezTo>
                <a:lnTo>
                  <a:pt x="1855309" y="158078"/>
                </a:lnTo>
                <a:moveTo>
                  <a:pt x="1815556" y="143468"/>
                </a:moveTo>
                <a:cubicBezTo>
                  <a:pt x="1815556" y="151412"/>
                  <a:pt x="1814276" y="153719"/>
                  <a:pt x="1808887" y="156792"/>
                </a:cubicBezTo>
                <a:cubicBezTo>
                  <a:pt x="1802735" y="160381"/>
                  <a:pt x="1795554" y="162683"/>
                  <a:pt x="1790165" y="162683"/>
                </a:cubicBezTo>
                <a:cubicBezTo>
                  <a:pt x="1781192" y="162683"/>
                  <a:pt x="1774011" y="153973"/>
                  <a:pt x="1774011" y="142956"/>
                </a:cubicBezTo>
                <a:lnTo>
                  <a:pt x="1774011" y="141932"/>
                </a:lnTo>
                <a:cubicBezTo>
                  <a:pt x="1774011" y="126813"/>
                  <a:pt x="1784522" y="117591"/>
                  <a:pt x="1815556" y="106316"/>
                </a:cubicBezTo>
                <a:lnTo>
                  <a:pt x="1815556" y="143468"/>
                </a:lnTo>
                <a:close/>
                <a:moveTo>
                  <a:pt x="1957900" y="135031"/>
                </a:moveTo>
                <a:cubicBezTo>
                  <a:pt x="1945588" y="152953"/>
                  <a:pt x="1936356" y="159098"/>
                  <a:pt x="1921736" y="159098"/>
                </a:cubicBezTo>
                <a:cubicBezTo>
                  <a:pt x="1898396" y="159098"/>
                  <a:pt x="1881983" y="138616"/>
                  <a:pt x="1881983" y="109174"/>
                </a:cubicBezTo>
                <a:cubicBezTo>
                  <a:pt x="1881983" y="82804"/>
                  <a:pt x="1896091" y="64625"/>
                  <a:pt x="1916863" y="64625"/>
                </a:cubicBezTo>
                <a:cubicBezTo>
                  <a:pt x="1926095" y="64625"/>
                  <a:pt x="1929429" y="67439"/>
                  <a:pt x="1931997" y="76912"/>
                </a:cubicBezTo>
                <a:lnTo>
                  <a:pt x="1933535" y="82546"/>
                </a:lnTo>
                <a:cubicBezTo>
                  <a:pt x="1935585" y="89716"/>
                  <a:pt x="1940203" y="94325"/>
                  <a:pt x="1945588" y="94325"/>
                </a:cubicBezTo>
                <a:cubicBezTo>
                  <a:pt x="1952257" y="94325"/>
                  <a:pt x="1957900" y="89458"/>
                  <a:pt x="1957900" y="83570"/>
                </a:cubicBezTo>
                <a:cubicBezTo>
                  <a:pt x="1957900" y="69234"/>
                  <a:pt x="1939945" y="57193"/>
                  <a:pt x="1918401" y="57193"/>
                </a:cubicBezTo>
                <a:cubicBezTo>
                  <a:pt x="1905835" y="57193"/>
                  <a:pt x="1892757" y="62318"/>
                  <a:pt x="1882241" y="71537"/>
                </a:cubicBezTo>
                <a:cubicBezTo>
                  <a:pt x="1869417" y="82804"/>
                  <a:pt x="1862236" y="100213"/>
                  <a:pt x="1862236" y="120437"/>
                </a:cubicBezTo>
                <a:cubicBezTo>
                  <a:pt x="1862236" y="153723"/>
                  <a:pt x="1882496" y="177543"/>
                  <a:pt x="1910966" y="177543"/>
                </a:cubicBezTo>
                <a:cubicBezTo>
                  <a:pt x="1922507" y="177543"/>
                  <a:pt x="1932764" y="173446"/>
                  <a:pt x="1941999" y="165502"/>
                </a:cubicBezTo>
                <a:cubicBezTo>
                  <a:pt x="1948922" y="159352"/>
                  <a:pt x="1953795" y="152440"/>
                  <a:pt x="1961488" y="137334"/>
                </a:cubicBezTo>
                <a:lnTo>
                  <a:pt x="1957900" y="135031"/>
                </a:lnTo>
                <a:close/>
                <a:moveTo>
                  <a:pt x="1971492" y="15372"/>
                </a:moveTo>
                <a:cubicBezTo>
                  <a:pt x="1974826" y="15114"/>
                  <a:pt x="1977135" y="14860"/>
                  <a:pt x="1979698" y="14860"/>
                </a:cubicBezTo>
                <a:cubicBezTo>
                  <a:pt x="1988163" y="14860"/>
                  <a:pt x="1990726" y="18191"/>
                  <a:pt x="1990726" y="30487"/>
                </a:cubicBezTo>
                <a:lnTo>
                  <a:pt x="1990726" y="154028"/>
                </a:lnTo>
                <a:cubicBezTo>
                  <a:pt x="1990726" y="167355"/>
                  <a:pt x="1989959" y="168125"/>
                  <a:pt x="1971492" y="171198"/>
                </a:cubicBezTo>
                <a:lnTo>
                  <a:pt x="1971492" y="175041"/>
                </a:lnTo>
                <a:lnTo>
                  <a:pt x="2031508" y="175041"/>
                </a:lnTo>
                <a:lnTo>
                  <a:pt x="2031508" y="171198"/>
                </a:lnTo>
                <a:lnTo>
                  <a:pt x="2026378" y="170944"/>
                </a:lnTo>
                <a:cubicBezTo>
                  <a:pt x="2016120" y="170432"/>
                  <a:pt x="2012270" y="166843"/>
                  <a:pt x="2012270" y="157871"/>
                </a:cubicBezTo>
                <a:lnTo>
                  <a:pt x="2012270" y="110706"/>
                </a:lnTo>
                <a:lnTo>
                  <a:pt x="2048179" y="158641"/>
                </a:lnTo>
                <a:lnTo>
                  <a:pt x="2048946" y="159665"/>
                </a:lnTo>
                <a:cubicBezTo>
                  <a:pt x="2049459" y="160435"/>
                  <a:pt x="2049972" y="161202"/>
                  <a:pt x="2050743" y="161972"/>
                </a:cubicBezTo>
                <a:cubicBezTo>
                  <a:pt x="2052793" y="164536"/>
                  <a:pt x="2053564" y="166073"/>
                  <a:pt x="2053564" y="167355"/>
                </a:cubicBezTo>
                <a:cubicBezTo>
                  <a:pt x="2053564" y="169662"/>
                  <a:pt x="2051255" y="171198"/>
                  <a:pt x="2048179" y="171198"/>
                </a:cubicBezTo>
                <a:lnTo>
                  <a:pt x="2043303" y="171198"/>
                </a:lnTo>
                <a:lnTo>
                  <a:pt x="2043303" y="175041"/>
                </a:lnTo>
                <a:lnTo>
                  <a:pt x="2099214" y="175041"/>
                </a:lnTo>
                <a:lnTo>
                  <a:pt x="2099214" y="171198"/>
                </a:lnTo>
                <a:cubicBezTo>
                  <a:pt x="2087932" y="170432"/>
                  <a:pt x="2079980" y="165561"/>
                  <a:pt x="2069210" y="152487"/>
                </a:cubicBezTo>
                <a:lnTo>
                  <a:pt x="2029966" y="102758"/>
                </a:lnTo>
                <a:lnTo>
                  <a:pt x="2037406" y="95838"/>
                </a:lnTo>
                <a:cubicBezTo>
                  <a:pt x="2055615" y="78922"/>
                  <a:pt x="2071515" y="67127"/>
                  <a:pt x="2078955" y="65078"/>
                </a:cubicBezTo>
                <a:cubicBezTo>
                  <a:pt x="2082801" y="64054"/>
                  <a:pt x="2086390" y="63542"/>
                  <a:pt x="2090754" y="63542"/>
                </a:cubicBezTo>
                <a:lnTo>
                  <a:pt x="2092804" y="63542"/>
                </a:lnTo>
                <a:lnTo>
                  <a:pt x="2092804" y="59695"/>
                </a:lnTo>
                <a:lnTo>
                  <a:pt x="2040482" y="59695"/>
                </a:lnTo>
                <a:lnTo>
                  <a:pt x="2040482" y="63284"/>
                </a:lnTo>
                <a:cubicBezTo>
                  <a:pt x="2050484" y="63542"/>
                  <a:pt x="2053306" y="64566"/>
                  <a:pt x="2053306" y="68155"/>
                </a:cubicBezTo>
                <a:cubicBezTo>
                  <a:pt x="2053306" y="70203"/>
                  <a:pt x="2050997" y="73792"/>
                  <a:pt x="2047408" y="76869"/>
                </a:cubicBezTo>
                <a:lnTo>
                  <a:pt x="2012270" y="108141"/>
                </a:lnTo>
                <a:lnTo>
                  <a:pt x="2012270" y="512"/>
                </a:lnTo>
                <a:lnTo>
                  <a:pt x="2011244" y="0"/>
                </a:lnTo>
                <a:cubicBezTo>
                  <a:pt x="2001500" y="3073"/>
                  <a:pt x="1994060" y="5121"/>
                  <a:pt x="1979185" y="9223"/>
                </a:cubicBezTo>
                <a:lnTo>
                  <a:pt x="1971492" y="11271"/>
                </a:lnTo>
                <a:lnTo>
                  <a:pt x="1971492" y="15372"/>
                </a:lnTo>
                <a:close/>
                <a:moveTo>
                  <a:pt x="2200007" y="132951"/>
                </a:moveTo>
                <a:cubicBezTo>
                  <a:pt x="2187699" y="152433"/>
                  <a:pt x="2176668" y="159868"/>
                  <a:pt x="2160255" y="159868"/>
                </a:cubicBezTo>
                <a:cubicBezTo>
                  <a:pt x="2145638" y="159868"/>
                  <a:pt x="2134610" y="152433"/>
                  <a:pt x="2127170" y="137823"/>
                </a:cubicBezTo>
                <a:cubicBezTo>
                  <a:pt x="2122552" y="128080"/>
                  <a:pt x="2120760" y="119620"/>
                  <a:pt x="2120247" y="103982"/>
                </a:cubicBezTo>
                <a:lnTo>
                  <a:pt x="2199240" y="103982"/>
                </a:lnTo>
                <a:cubicBezTo>
                  <a:pt x="2197186" y="87358"/>
                  <a:pt x="2194622" y="79954"/>
                  <a:pt x="2188212" y="71783"/>
                </a:cubicBezTo>
                <a:cubicBezTo>
                  <a:pt x="2180514" y="62576"/>
                  <a:pt x="2168719" y="57193"/>
                  <a:pt x="2155382" y="57193"/>
                </a:cubicBezTo>
                <a:cubicBezTo>
                  <a:pt x="2142558" y="57193"/>
                  <a:pt x="2130505" y="61806"/>
                  <a:pt x="2120760" y="70504"/>
                </a:cubicBezTo>
                <a:cubicBezTo>
                  <a:pt x="2108703" y="80974"/>
                  <a:pt x="2101780" y="99114"/>
                  <a:pt x="2101780" y="120132"/>
                </a:cubicBezTo>
                <a:cubicBezTo>
                  <a:pt x="2101780" y="155509"/>
                  <a:pt x="2120247" y="177543"/>
                  <a:pt x="2149739" y="177543"/>
                </a:cubicBezTo>
                <a:cubicBezTo>
                  <a:pt x="2174104" y="177543"/>
                  <a:pt x="2193339" y="162429"/>
                  <a:pt x="2204112" y="134746"/>
                </a:cubicBezTo>
                <a:lnTo>
                  <a:pt x="2200007" y="132951"/>
                </a:lnTo>
                <a:moveTo>
                  <a:pt x="2120760" y="95783"/>
                </a:moveTo>
                <a:cubicBezTo>
                  <a:pt x="2123578" y="75868"/>
                  <a:pt x="2132301" y="66419"/>
                  <a:pt x="2147943" y="66419"/>
                </a:cubicBezTo>
                <a:cubicBezTo>
                  <a:pt x="2163589" y="66419"/>
                  <a:pt x="2169745" y="73570"/>
                  <a:pt x="2173079" y="95783"/>
                </a:cubicBezTo>
                <a:lnTo>
                  <a:pt x="2120760" y="95783"/>
                </a:lnTo>
                <a:close/>
                <a:moveTo>
                  <a:pt x="2274641" y="59695"/>
                </a:moveTo>
                <a:lnTo>
                  <a:pt x="2248738" y="59695"/>
                </a:lnTo>
                <a:lnTo>
                  <a:pt x="2248738" y="29974"/>
                </a:lnTo>
                <a:cubicBezTo>
                  <a:pt x="2248738" y="27414"/>
                  <a:pt x="2248483" y="26643"/>
                  <a:pt x="2246941" y="26643"/>
                </a:cubicBezTo>
                <a:cubicBezTo>
                  <a:pt x="2245149" y="28950"/>
                  <a:pt x="2243607" y="31257"/>
                  <a:pt x="2241815" y="33817"/>
                </a:cubicBezTo>
                <a:cubicBezTo>
                  <a:pt x="2232066" y="47911"/>
                  <a:pt x="2221038" y="60211"/>
                  <a:pt x="2216937" y="61235"/>
                </a:cubicBezTo>
                <a:cubicBezTo>
                  <a:pt x="2214115" y="63026"/>
                  <a:pt x="2212573" y="64820"/>
                  <a:pt x="2212573" y="66102"/>
                </a:cubicBezTo>
                <a:cubicBezTo>
                  <a:pt x="2212573" y="66872"/>
                  <a:pt x="2212832" y="67385"/>
                  <a:pt x="2213603" y="67897"/>
                </a:cubicBezTo>
                <a:lnTo>
                  <a:pt x="2227194" y="67897"/>
                </a:lnTo>
                <a:lnTo>
                  <a:pt x="2227194" y="145008"/>
                </a:lnTo>
                <a:cubicBezTo>
                  <a:pt x="2227194" y="166526"/>
                  <a:pt x="2234888" y="177543"/>
                  <a:pt x="2250021" y="177543"/>
                </a:cubicBezTo>
                <a:cubicBezTo>
                  <a:pt x="2262587" y="177543"/>
                  <a:pt x="2272332" y="171398"/>
                  <a:pt x="2280796" y="158074"/>
                </a:cubicBezTo>
                <a:lnTo>
                  <a:pt x="2277462" y="155255"/>
                </a:lnTo>
                <a:cubicBezTo>
                  <a:pt x="2272077" y="161659"/>
                  <a:pt x="2267718" y="164224"/>
                  <a:pt x="2262075" y="164224"/>
                </a:cubicBezTo>
                <a:cubicBezTo>
                  <a:pt x="2252584" y="164224"/>
                  <a:pt x="2248738" y="157304"/>
                  <a:pt x="2248738" y="141165"/>
                </a:cubicBezTo>
                <a:lnTo>
                  <a:pt x="2248738" y="67897"/>
                </a:lnTo>
                <a:lnTo>
                  <a:pt x="2274641" y="67897"/>
                </a:lnTo>
                <a:lnTo>
                  <a:pt x="2274641" y="59695"/>
                </a:lnTo>
                <a:close/>
                <a:moveTo>
                  <a:pt x="2349275" y="15419"/>
                </a:moveTo>
                <a:lnTo>
                  <a:pt x="2350813" y="15419"/>
                </a:lnTo>
                <a:cubicBezTo>
                  <a:pt x="2353635" y="15165"/>
                  <a:pt x="2356711" y="14907"/>
                  <a:pt x="2358765" y="14907"/>
                </a:cubicBezTo>
                <a:cubicBezTo>
                  <a:pt x="2366972" y="14907"/>
                  <a:pt x="2369535" y="18496"/>
                  <a:pt x="2369535" y="30537"/>
                </a:cubicBezTo>
                <a:lnTo>
                  <a:pt x="2369535" y="152753"/>
                </a:lnTo>
                <a:cubicBezTo>
                  <a:pt x="2369535" y="166589"/>
                  <a:pt x="2365947" y="169920"/>
                  <a:pt x="2349788" y="171198"/>
                </a:cubicBezTo>
                <a:lnTo>
                  <a:pt x="2349788" y="175041"/>
                </a:lnTo>
                <a:lnTo>
                  <a:pt x="2410313" y="175041"/>
                </a:lnTo>
                <a:lnTo>
                  <a:pt x="2410313" y="171198"/>
                </a:lnTo>
                <a:cubicBezTo>
                  <a:pt x="2394159" y="170174"/>
                  <a:pt x="2391079" y="167613"/>
                  <a:pt x="2391079" y="153519"/>
                </a:cubicBezTo>
                <a:lnTo>
                  <a:pt x="2391079" y="559"/>
                </a:lnTo>
                <a:lnTo>
                  <a:pt x="2390053" y="47"/>
                </a:lnTo>
                <a:cubicBezTo>
                  <a:pt x="2376716" y="4402"/>
                  <a:pt x="2366972" y="6967"/>
                  <a:pt x="2349275" y="11322"/>
                </a:cubicBezTo>
                <a:lnTo>
                  <a:pt x="2349275" y="15419"/>
                </a:lnTo>
                <a:close/>
                <a:moveTo>
                  <a:pt x="2520340" y="132951"/>
                </a:moveTo>
                <a:cubicBezTo>
                  <a:pt x="2508032" y="152433"/>
                  <a:pt x="2497000" y="159868"/>
                  <a:pt x="2480587" y="159868"/>
                </a:cubicBezTo>
                <a:cubicBezTo>
                  <a:pt x="2465970" y="159868"/>
                  <a:pt x="2454942" y="152433"/>
                  <a:pt x="2447503" y="137823"/>
                </a:cubicBezTo>
                <a:cubicBezTo>
                  <a:pt x="2442885" y="128080"/>
                  <a:pt x="2441092" y="119620"/>
                  <a:pt x="2440580" y="103982"/>
                </a:cubicBezTo>
                <a:lnTo>
                  <a:pt x="2519573" y="103982"/>
                </a:lnTo>
                <a:cubicBezTo>
                  <a:pt x="2517518" y="87358"/>
                  <a:pt x="2514955" y="79954"/>
                  <a:pt x="2508544" y="71783"/>
                </a:cubicBezTo>
                <a:cubicBezTo>
                  <a:pt x="2500847" y="62576"/>
                  <a:pt x="2489052" y="57193"/>
                  <a:pt x="2475715" y="57193"/>
                </a:cubicBezTo>
                <a:cubicBezTo>
                  <a:pt x="2462890" y="57193"/>
                  <a:pt x="2450837" y="61806"/>
                  <a:pt x="2441092" y="70504"/>
                </a:cubicBezTo>
                <a:cubicBezTo>
                  <a:pt x="2429035" y="80974"/>
                  <a:pt x="2422112" y="99114"/>
                  <a:pt x="2422112" y="120132"/>
                </a:cubicBezTo>
                <a:cubicBezTo>
                  <a:pt x="2422112" y="155509"/>
                  <a:pt x="2440580" y="177543"/>
                  <a:pt x="2470071" y="177543"/>
                </a:cubicBezTo>
                <a:cubicBezTo>
                  <a:pt x="2494437" y="177543"/>
                  <a:pt x="2513671" y="162429"/>
                  <a:pt x="2524445" y="134746"/>
                </a:cubicBezTo>
                <a:lnTo>
                  <a:pt x="2520340" y="132951"/>
                </a:lnTo>
                <a:moveTo>
                  <a:pt x="2441092" y="95783"/>
                </a:moveTo>
                <a:cubicBezTo>
                  <a:pt x="2443910" y="75868"/>
                  <a:pt x="2452633" y="66419"/>
                  <a:pt x="2468275" y="66419"/>
                </a:cubicBezTo>
                <a:cubicBezTo>
                  <a:pt x="2483921" y="66419"/>
                  <a:pt x="2490077" y="73570"/>
                  <a:pt x="2493411" y="95783"/>
                </a:cubicBezTo>
                <a:lnTo>
                  <a:pt x="2441092" y="95783"/>
                </a:lnTo>
                <a:close/>
                <a:moveTo>
                  <a:pt x="2533677" y="73081"/>
                </a:moveTo>
                <a:cubicBezTo>
                  <a:pt x="2535215" y="72311"/>
                  <a:pt x="2537782" y="72057"/>
                  <a:pt x="2540604" y="72057"/>
                </a:cubicBezTo>
                <a:cubicBezTo>
                  <a:pt x="2547785" y="72057"/>
                  <a:pt x="2550090" y="75900"/>
                  <a:pt x="2550090" y="88449"/>
                </a:cubicBezTo>
                <a:lnTo>
                  <a:pt x="2550090" y="151987"/>
                </a:lnTo>
                <a:cubicBezTo>
                  <a:pt x="2550090" y="166589"/>
                  <a:pt x="2547268" y="170174"/>
                  <a:pt x="2534190" y="171198"/>
                </a:cubicBezTo>
                <a:lnTo>
                  <a:pt x="2534190" y="175041"/>
                </a:lnTo>
                <a:lnTo>
                  <a:pt x="2588563" y="175041"/>
                </a:lnTo>
                <a:lnTo>
                  <a:pt x="2588563" y="171198"/>
                </a:lnTo>
                <a:cubicBezTo>
                  <a:pt x="2575480" y="170174"/>
                  <a:pt x="2571633" y="167101"/>
                  <a:pt x="2571633" y="157879"/>
                </a:cubicBezTo>
                <a:lnTo>
                  <a:pt x="2571633" y="85888"/>
                </a:lnTo>
                <a:cubicBezTo>
                  <a:pt x="2583945" y="74359"/>
                  <a:pt x="2589588" y="71286"/>
                  <a:pt x="2598053" y="71286"/>
                </a:cubicBezTo>
                <a:cubicBezTo>
                  <a:pt x="2610619" y="71286"/>
                  <a:pt x="2616775" y="79227"/>
                  <a:pt x="2616775" y="96135"/>
                </a:cubicBezTo>
                <a:lnTo>
                  <a:pt x="2616775" y="149680"/>
                </a:lnTo>
                <a:cubicBezTo>
                  <a:pt x="2616775" y="165819"/>
                  <a:pt x="2613441" y="170174"/>
                  <a:pt x="2600616" y="171198"/>
                </a:cubicBezTo>
                <a:lnTo>
                  <a:pt x="2600616" y="175041"/>
                </a:lnTo>
                <a:lnTo>
                  <a:pt x="2653964" y="175041"/>
                </a:lnTo>
                <a:lnTo>
                  <a:pt x="2653964" y="171198"/>
                </a:lnTo>
                <a:cubicBezTo>
                  <a:pt x="2641394" y="169920"/>
                  <a:pt x="2638318" y="166843"/>
                  <a:pt x="2638318" y="154293"/>
                </a:cubicBezTo>
                <a:lnTo>
                  <a:pt x="2638318" y="95623"/>
                </a:lnTo>
                <a:cubicBezTo>
                  <a:pt x="2638318" y="71544"/>
                  <a:pt x="2627032" y="57193"/>
                  <a:pt x="2608056" y="57193"/>
                </a:cubicBezTo>
                <a:cubicBezTo>
                  <a:pt x="2596257" y="57193"/>
                  <a:pt x="2588305" y="61552"/>
                  <a:pt x="2570866" y="77948"/>
                </a:cubicBezTo>
                <a:lnTo>
                  <a:pt x="2570866" y="57709"/>
                </a:lnTo>
                <a:lnTo>
                  <a:pt x="2569070" y="57193"/>
                </a:lnTo>
                <a:cubicBezTo>
                  <a:pt x="2556504" y="61806"/>
                  <a:pt x="2547785" y="64625"/>
                  <a:pt x="2533677" y="68726"/>
                </a:cubicBezTo>
                <a:lnTo>
                  <a:pt x="2533677" y="73081"/>
                </a:lnTo>
                <a:close/>
                <a:moveTo>
                  <a:pt x="2778349" y="75692"/>
                </a:moveTo>
                <a:lnTo>
                  <a:pt x="2778349" y="65700"/>
                </a:lnTo>
                <a:lnTo>
                  <a:pt x="2758601" y="65700"/>
                </a:lnTo>
                <a:cubicBezTo>
                  <a:pt x="2753471" y="65700"/>
                  <a:pt x="2749624" y="64902"/>
                  <a:pt x="2744497" y="63088"/>
                </a:cubicBezTo>
                <a:lnTo>
                  <a:pt x="2738854" y="61039"/>
                </a:lnTo>
                <a:cubicBezTo>
                  <a:pt x="2731928" y="58475"/>
                  <a:pt x="2725005" y="57193"/>
                  <a:pt x="2718336" y="57193"/>
                </a:cubicBezTo>
                <a:cubicBezTo>
                  <a:pt x="2694484" y="57193"/>
                  <a:pt x="2675504" y="75692"/>
                  <a:pt x="2675504" y="99001"/>
                </a:cubicBezTo>
                <a:cubicBezTo>
                  <a:pt x="2675504" y="115140"/>
                  <a:pt x="2682430" y="124870"/>
                  <a:pt x="2699356" y="133323"/>
                </a:cubicBezTo>
                <a:cubicBezTo>
                  <a:pt x="2694484" y="137936"/>
                  <a:pt x="2689870" y="142283"/>
                  <a:pt x="2688328" y="143562"/>
                </a:cubicBezTo>
                <a:cubicBezTo>
                  <a:pt x="2679867" y="150978"/>
                  <a:pt x="2676533" y="156096"/>
                  <a:pt x="2676533" y="161209"/>
                </a:cubicBezTo>
                <a:cubicBezTo>
                  <a:pt x="2676533" y="166581"/>
                  <a:pt x="2679609" y="169650"/>
                  <a:pt x="2690124" y="174775"/>
                </a:cubicBezTo>
                <a:cubicBezTo>
                  <a:pt x="2671915" y="188111"/>
                  <a:pt x="2664992" y="196579"/>
                  <a:pt x="2664992" y="206067"/>
                </a:cubicBezTo>
                <a:cubicBezTo>
                  <a:pt x="2664992" y="219657"/>
                  <a:pt x="2684994" y="230932"/>
                  <a:pt x="2709359" y="230932"/>
                </a:cubicBezTo>
                <a:cubicBezTo>
                  <a:pt x="2728593" y="230932"/>
                  <a:pt x="2748599" y="224270"/>
                  <a:pt x="2761936" y="213507"/>
                </a:cubicBezTo>
                <a:cubicBezTo>
                  <a:pt x="2771684" y="205555"/>
                  <a:pt x="2776044" y="197345"/>
                  <a:pt x="2776044" y="187599"/>
                </a:cubicBezTo>
                <a:cubicBezTo>
                  <a:pt x="2776044" y="171699"/>
                  <a:pt x="2763986" y="160955"/>
                  <a:pt x="2745010" y="160189"/>
                </a:cubicBezTo>
                <a:lnTo>
                  <a:pt x="2711926" y="158653"/>
                </a:lnTo>
                <a:cubicBezTo>
                  <a:pt x="2698331" y="158140"/>
                  <a:pt x="2691920" y="155838"/>
                  <a:pt x="2691920" y="151748"/>
                </a:cubicBezTo>
                <a:cubicBezTo>
                  <a:pt x="2691920" y="146631"/>
                  <a:pt x="2700381" y="137678"/>
                  <a:pt x="2707308" y="135629"/>
                </a:cubicBezTo>
                <a:cubicBezTo>
                  <a:pt x="2709617" y="135887"/>
                  <a:pt x="2711413" y="136142"/>
                  <a:pt x="2712180" y="136142"/>
                </a:cubicBezTo>
                <a:cubicBezTo>
                  <a:pt x="2717053" y="136654"/>
                  <a:pt x="2720387" y="136912"/>
                  <a:pt x="2721929" y="136912"/>
                </a:cubicBezTo>
                <a:cubicBezTo>
                  <a:pt x="2731415" y="136912"/>
                  <a:pt x="2741676" y="133069"/>
                  <a:pt x="2749624" y="126153"/>
                </a:cubicBezTo>
                <a:cubicBezTo>
                  <a:pt x="2758089" y="118979"/>
                  <a:pt x="2761936" y="110014"/>
                  <a:pt x="2761936" y="97210"/>
                </a:cubicBezTo>
                <a:cubicBezTo>
                  <a:pt x="2761936" y="89782"/>
                  <a:pt x="2760652" y="83891"/>
                  <a:pt x="2757064" y="75692"/>
                </a:cubicBezTo>
                <a:lnTo>
                  <a:pt x="2778349" y="75692"/>
                </a:lnTo>
                <a:moveTo>
                  <a:pt x="2695509" y="175542"/>
                </a:moveTo>
                <a:cubicBezTo>
                  <a:pt x="2703974" y="177340"/>
                  <a:pt x="2724492" y="178877"/>
                  <a:pt x="2737058" y="178877"/>
                </a:cubicBezTo>
                <a:cubicBezTo>
                  <a:pt x="2760398" y="178877"/>
                  <a:pt x="2768863" y="182211"/>
                  <a:pt x="2768863" y="191446"/>
                </a:cubicBezTo>
                <a:cubicBezTo>
                  <a:pt x="2768863" y="206325"/>
                  <a:pt x="2749370" y="216326"/>
                  <a:pt x="2720387" y="216326"/>
                </a:cubicBezTo>
                <a:cubicBezTo>
                  <a:pt x="2697818" y="216326"/>
                  <a:pt x="2682943" y="208890"/>
                  <a:pt x="2682943" y="197603"/>
                </a:cubicBezTo>
                <a:cubicBezTo>
                  <a:pt x="2682943" y="191704"/>
                  <a:pt x="2684739" y="188369"/>
                  <a:pt x="2695509" y="175542"/>
                </a:cubicBezTo>
                <a:moveTo>
                  <a:pt x="2696793" y="88500"/>
                </a:moveTo>
                <a:cubicBezTo>
                  <a:pt x="2696793" y="73390"/>
                  <a:pt x="2703974" y="64370"/>
                  <a:pt x="2715773" y="64370"/>
                </a:cubicBezTo>
                <a:cubicBezTo>
                  <a:pt x="2723721" y="64370"/>
                  <a:pt x="2730390" y="68776"/>
                  <a:pt x="2734495" y="76463"/>
                </a:cubicBezTo>
                <a:cubicBezTo>
                  <a:pt x="2739109" y="85427"/>
                  <a:pt x="2742189" y="97210"/>
                  <a:pt x="2742189" y="107199"/>
                </a:cubicBezTo>
                <a:cubicBezTo>
                  <a:pt x="2742189" y="121539"/>
                  <a:pt x="2734749" y="130504"/>
                  <a:pt x="2722954" y="130504"/>
                </a:cubicBezTo>
                <a:cubicBezTo>
                  <a:pt x="2707566" y="130504"/>
                  <a:pt x="2696793" y="113857"/>
                  <a:pt x="2696793" y="89270"/>
                </a:cubicBezTo>
                <a:lnTo>
                  <a:pt x="2696793" y="88500"/>
                </a:lnTo>
                <a:close/>
                <a:moveTo>
                  <a:pt x="2851443" y="59695"/>
                </a:moveTo>
                <a:lnTo>
                  <a:pt x="2825540" y="59695"/>
                </a:lnTo>
                <a:lnTo>
                  <a:pt x="2825540" y="29974"/>
                </a:lnTo>
                <a:cubicBezTo>
                  <a:pt x="2825540" y="27414"/>
                  <a:pt x="2825286" y="26643"/>
                  <a:pt x="2823744" y="26643"/>
                </a:cubicBezTo>
                <a:cubicBezTo>
                  <a:pt x="2821951" y="28950"/>
                  <a:pt x="2820409" y="31257"/>
                  <a:pt x="2818617" y="33817"/>
                </a:cubicBezTo>
                <a:cubicBezTo>
                  <a:pt x="2808869" y="47911"/>
                  <a:pt x="2797841" y="60211"/>
                  <a:pt x="2793739" y="61235"/>
                </a:cubicBezTo>
                <a:cubicBezTo>
                  <a:pt x="2790918" y="63026"/>
                  <a:pt x="2789376" y="64820"/>
                  <a:pt x="2789376" y="66102"/>
                </a:cubicBezTo>
                <a:cubicBezTo>
                  <a:pt x="2789376" y="66872"/>
                  <a:pt x="2789634" y="67385"/>
                  <a:pt x="2790405" y="67897"/>
                </a:cubicBezTo>
                <a:lnTo>
                  <a:pt x="2803996" y="67897"/>
                </a:lnTo>
                <a:lnTo>
                  <a:pt x="2803996" y="145008"/>
                </a:lnTo>
                <a:cubicBezTo>
                  <a:pt x="2803996" y="166526"/>
                  <a:pt x="2811690" y="177543"/>
                  <a:pt x="2826824" y="177543"/>
                </a:cubicBezTo>
                <a:cubicBezTo>
                  <a:pt x="2839390" y="177543"/>
                  <a:pt x="2849134" y="171398"/>
                  <a:pt x="2857599" y="158074"/>
                </a:cubicBezTo>
                <a:lnTo>
                  <a:pt x="2854265" y="155255"/>
                </a:lnTo>
                <a:cubicBezTo>
                  <a:pt x="2848880" y="161659"/>
                  <a:pt x="2844520" y="164224"/>
                  <a:pt x="2838877" y="164224"/>
                </a:cubicBezTo>
                <a:cubicBezTo>
                  <a:pt x="2829387" y="164224"/>
                  <a:pt x="2825540" y="157304"/>
                  <a:pt x="2825540" y="141165"/>
                </a:cubicBezTo>
                <a:lnTo>
                  <a:pt x="2825540" y="67897"/>
                </a:lnTo>
                <a:lnTo>
                  <a:pt x="2851443" y="67897"/>
                </a:lnTo>
                <a:lnTo>
                  <a:pt x="2851443" y="59695"/>
                </a:lnTo>
                <a:close/>
                <a:moveTo>
                  <a:pt x="2897610" y="87171"/>
                </a:moveTo>
                <a:cubicBezTo>
                  <a:pt x="2908380" y="75387"/>
                  <a:pt x="2916074" y="71028"/>
                  <a:pt x="2926077" y="71028"/>
                </a:cubicBezTo>
                <a:cubicBezTo>
                  <a:pt x="2938901" y="71028"/>
                  <a:pt x="2945311" y="80255"/>
                  <a:pt x="2945311" y="98188"/>
                </a:cubicBezTo>
                <a:lnTo>
                  <a:pt x="2945311" y="148910"/>
                </a:lnTo>
                <a:cubicBezTo>
                  <a:pt x="2945311" y="166331"/>
                  <a:pt x="2942748" y="169662"/>
                  <a:pt x="2927873" y="171198"/>
                </a:cubicBezTo>
                <a:lnTo>
                  <a:pt x="2927873" y="175041"/>
                </a:lnTo>
                <a:lnTo>
                  <a:pt x="2982246" y="175041"/>
                </a:lnTo>
                <a:lnTo>
                  <a:pt x="2982246" y="171198"/>
                </a:lnTo>
                <a:cubicBezTo>
                  <a:pt x="2968397" y="168638"/>
                  <a:pt x="2966855" y="166589"/>
                  <a:pt x="2966855" y="148910"/>
                </a:cubicBezTo>
                <a:lnTo>
                  <a:pt x="2966855" y="97930"/>
                </a:lnTo>
                <a:cubicBezTo>
                  <a:pt x="2966855" y="71028"/>
                  <a:pt x="2956085" y="57193"/>
                  <a:pt x="2935308" y="57193"/>
                </a:cubicBezTo>
                <a:cubicBezTo>
                  <a:pt x="2920179" y="57193"/>
                  <a:pt x="2909405" y="63342"/>
                  <a:pt x="2897610" y="78714"/>
                </a:cubicBezTo>
                <a:lnTo>
                  <a:pt x="2897610" y="829"/>
                </a:lnTo>
                <a:lnTo>
                  <a:pt x="2896327" y="59"/>
                </a:lnTo>
                <a:cubicBezTo>
                  <a:pt x="2887608" y="3132"/>
                  <a:pt x="2881193" y="5184"/>
                  <a:pt x="2866831" y="9281"/>
                </a:cubicBezTo>
                <a:lnTo>
                  <a:pt x="2859908" y="11334"/>
                </a:lnTo>
                <a:lnTo>
                  <a:pt x="2859908" y="15431"/>
                </a:lnTo>
                <a:cubicBezTo>
                  <a:pt x="2860934" y="15177"/>
                  <a:pt x="2861705" y="15177"/>
                  <a:pt x="2862984" y="15177"/>
                </a:cubicBezTo>
                <a:cubicBezTo>
                  <a:pt x="2874012" y="15177"/>
                  <a:pt x="2876067" y="17225"/>
                  <a:pt x="2876067" y="28242"/>
                </a:cubicBezTo>
                <a:lnTo>
                  <a:pt x="2876067" y="148910"/>
                </a:lnTo>
                <a:cubicBezTo>
                  <a:pt x="2876067" y="166843"/>
                  <a:pt x="2874525" y="169150"/>
                  <a:pt x="2859650" y="171198"/>
                </a:cubicBezTo>
                <a:lnTo>
                  <a:pt x="2859650" y="175041"/>
                </a:lnTo>
                <a:lnTo>
                  <a:pt x="2915049" y="175041"/>
                </a:lnTo>
                <a:lnTo>
                  <a:pt x="2915049" y="171198"/>
                </a:lnTo>
                <a:cubicBezTo>
                  <a:pt x="2900174" y="169662"/>
                  <a:pt x="2897610" y="166589"/>
                  <a:pt x="2897610" y="148910"/>
                </a:cubicBezTo>
                <a:lnTo>
                  <a:pt x="2897610" y="87171"/>
                </a:lnTo>
                <a:close/>
                <a:moveTo>
                  <a:pt x="3094064" y="57193"/>
                </a:moveTo>
                <a:lnTo>
                  <a:pt x="3054312" y="71204"/>
                </a:lnTo>
                <a:lnTo>
                  <a:pt x="3054312" y="75051"/>
                </a:lnTo>
                <a:lnTo>
                  <a:pt x="3056366" y="74793"/>
                </a:lnTo>
                <a:cubicBezTo>
                  <a:pt x="3059442" y="74281"/>
                  <a:pt x="3062776" y="74023"/>
                  <a:pt x="3065085" y="74023"/>
                </a:cubicBezTo>
                <a:cubicBezTo>
                  <a:pt x="3071241" y="74023"/>
                  <a:pt x="3073546" y="78124"/>
                  <a:pt x="3073546" y="89407"/>
                </a:cubicBezTo>
                <a:lnTo>
                  <a:pt x="3073546" y="148894"/>
                </a:lnTo>
                <a:cubicBezTo>
                  <a:pt x="3073546" y="167355"/>
                  <a:pt x="3070983" y="170174"/>
                  <a:pt x="3053286" y="171198"/>
                </a:cubicBezTo>
                <a:lnTo>
                  <a:pt x="3053286" y="175041"/>
                </a:lnTo>
                <a:lnTo>
                  <a:pt x="3114070" y="175041"/>
                </a:lnTo>
                <a:lnTo>
                  <a:pt x="3114070" y="171198"/>
                </a:lnTo>
                <a:cubicBezTo>
                  <a:pt x="3097144" y="169920"/>
                  <a:pt x="3095090" y="167355"/>
                  <a:pt x="3095090" y="148894"/>
                </a:cubicBezTo>
                <a:lnTo>
                  <a:pt x="3095090" y="57963"/>
                </a:lnTo>
                <a:lnTo>
                  <a:pt x="3094064" y="57193"/>
                </a:lnTo>
                <a:moveTo>
                  <a:pt x="3082011" y="145"/>
                </a:moveTo>
                <a:cubicBezTo>
                  <a:pt x="3075088" y="145"/>
                  <a:pt x="3069187" y="6040"/>
                  <a:pt x="3069187" y="13214"/>
                </a:cubicBezTo>
                <a:cubicBezTo>
                  <a:pt x="3069187" y="20388"/>
                  <a:pt x="3074830" y="26280"/>
                  <a:pt x="3082011" y="26280"/>
                </a:cubicBezTo>
                <a:cubicBezTo>
                  <a:pt x="3089450" y="26280"/>
                  <a:pt x="3095348" y="20642"/>
                  <a:pt x="3095348" y="13214"/>
                </a:cubicBezTo>
                <a:cubicBezTo>
                  <a:pt x="3095348" y="6040"/>
                  <a:pt x="3089450" y="145"/>
                  <a:pt x="3082011" y="145"/>
                </a:cubicBezTo>
                <a:close/>
                <a:moveTo>
                  <a:pt x="3201269" y="94540"/>
                </a:moveTo>
                <a:lnTo>
                  <a:pt x="3200244" y="59695"/>
                </a:lnTo>
                <a:lnTo>
                  <a:pt x="3197422" y="59695"/>
                </a:lnTo>
                <a:lnTo>
                  <a:pt x="3196909" y="60211"/>
                </a:lnTo>
                <a:cubicBezTo>
                  <a:pt x="3194600" y="62001"/>
                  <a:pt x="3194346" y="62259"/>
                  <a:pt x="3193321" y="62259"/>
                </a:cubicBezTo>
                <a:cubicBezTo>
                  <a:pt x="3191783" y="62259"/>
                  <a:pt x="3189216" y="61747"/>
                  <a:pt x="3186394" y="60465"/>
                </a:cubicBezTo>
                <a:cubicBezTo>
                  <a:pt x="3180751" y="58471"/>
                  <a:pt x="3175112" y="57443"/>
                  <a:pt x="3168443" y="57443"/>
                </a:cubicBezTo>
                <a:cubicBezTo>
                  <a:pt x="3148179" y="57443"/>
                  <a:pt x="3133563" y="70508"/>
                  <a:pt x="3133563" y="88946"/>
                </a:cubicBezTo>
                <a:cubicBezTo>
                  <a:pt x="3133563" y="103282"/>
                  <a:pt x="3141769" y="113525"/>
                  <a:pt x="3163571" y="125816"/>
                </a:cubicBezTo>
                <a:lnTo>
                  <a:pt x="3178446" y="134269"/>
                </a:lnTo>
                <a:cubicBezTo>
                  <a:pt x="3187419" y="139390"/>
                  <a:pt x="3191783" y="145536"/>
                  <a:pt x="3191783" y="153472"/>
                </a:cubicBezTo>
                <a:cubicBezTo>
                  <a:pt x="3191783" y="164740"/>
                  <a:pt x="3183572" y="171910"/>
                  <a:pt x="3170494" y="171910"/>
                </a:cubicBezTo>
                <a:cubicBezTo>
                  <a:pt x="3161775" y="171910"/>
                  <a:pt x="3153822" y="168579"/>
                  <a:pt x="3148950" y="162945"/>
                </a:cubicBezTo>
                <a:cubicBezTo>
                  <a:pt x="3143565" y="156545"/>
                  <a:pt x="3141256" y="150654"/>
                  <a:pt x="3137922" y="136059"/>
                </a:cubicBezTo>
                <a:lnTo>
                  <a:pt x="3133817" y="136059"/>
                </a:lnTo>
                <a:lnTo>
                  <a:pt x="3133817" y="176007"/>
                </a:lnTo>
                <a:lnTo>
                  <a:pt x="3137151" y="176007"/>
                </a:lnTo>
                <a:cubicBezTo>
                  <a:pt x="3138947" y="173446"/>
                  <a:pt x="3139973" y="172934"/>
                  <a:pt x="3143053" y="172934"/>
                </a:cubicBezTo>
                <a:cubicBezTo>
                  <a:pt x="3145362" y="172993"/>
                  <a:pt x="3148950" y="173505"/>
                  <a:pt x="3154848" y="175041"/>
                </a:cubicBezTo>
                <a:cubicBezTo>
                  <a:pt x="3162029" y="176519"/>
                  <a:pt x="3168956" y="177543"/>
                  <a:pt x="3173570" y="177543"/>
                </a:cubicBezTo>
                <a:cubicBezTo>
                  <a:pt x="3193321" y="177543"/>
                  <a:pt x="3209734" y="162691"/>
                  <a:pt x="3209734" y="144766"/>
                </a:cubicBezTo>
                <a:cubicBezTo>
                  <a:pt x="3209734" y="131962"/>
                  <a:pt x="3203578" y="123514"/>
                  <a:pt x="3188190" y="114295"/>
                </a:cubicBezTo>
                <a:lnTo>
                  <a:pt x="3160491" y="97906"/>
                </a:lnTo>
                <a:cubicBezTo>
                  <a:pt x="3153310" y="93809"/>
                  <a:pt x="3149463" y="87409"/>
                  <a:pt x="3149463" y="80493"/>
                </a:cubicBezTo>
                <a:cubicBezTo>
                  <a:pt x="3149463" y="70250"/>
                  <a:pt x="3157415" y="63080"/>
                  <a:pt x="3169210" y="63080"/>
                </a:cubicBezTo>
                <a:cubicBezTo>
                  <a:pt x="3183831" y="63080"/>
                  <a:pt x="3191525" y="71787"/>
                  <a:pt x="3197422" y="94579"/>
                </a:cubicBezTo>
                <a:lnTo>
                  <a:pt x="3201269" y="94540"/>
                </a:lnTo>
                <a:close/>
                <a:moveTo>
                  <a:pt x="3288214" y="73081"/>
                </a:moveTo>
                <a:cubicBezTo>
                  <a:pt x="3289752" y="72311"/>
                  <a:pt x="3292319" y="72057"/>
                  <a:pt x="3295141" y="72057"/>
                </a:cubicBezTo>
                <a:cubicBezTo>
                  <a:pt x="3302322" y="72057"/>
                  <a:pt x="3304627" y="75900"/>
                  <a:pt x="3304627" y="88449"/>
                </a:cubicBezTo>
                <a:lnTo>
                  <a:pt x="3304627" y="151987"/>
                </a:lnTo>
                <a:cubicBezTo>
                  <a:pt x="3304627" y="166589"/>
                  <a:pt x="3301805" y="170174"/>
                  <a:pt x="3288727" y="171198"/>
                </a:cubicBezTo>
                <a:lnTo>
                  <a:pt x="3288727" y="175041"/>
                </a:lnTo>
                <a:lnTo>
                  <a:pt x="3343100" y="175041"/>
                </a:lnTo>
                <a:lnTo>
                  <a:pt x="3343100" y="171198"/>
                </a:lnTo>
                <a:cubicBezTo>
                  <a:pt x="3330017" y="170174"/>
                  <a:pt x="3326170" y="167101"/>
                  <a:pt x="3326170" y="157879"/>
                </a:cubicBezTo>
                <a:lnTo>
                  <a:pt x="3326170" y="85888"/>
                </a:lnTo>
                <a:cubicBezTo>
                  <a:pt x="3338482" y="74359"/>
                  <a:pt x="3344125" y="71286"/>
                  <a:pt x="3352590" y="71286"/>
                </a:cubicBezTo>
                <a:cubicBezTo>
                  <a:pt x="3365156" y="71286"/>
                  <a:pt x="3371312" y="79227"/>
                  <a:pt x="3371312" y="96135"/>
                </a:cubicBezTo>
                <a:lnTo>
                  <a:pt x="3371312" y="149680"/>
                </a:lnTo>
                <a:cubicBezTo>
                  <a:pt x="3371312" y="165819"/>
                  <a:pt x="3367978" y="170174"/>
                  <a:pt x="3355153" y="171198"/>
                </a:cubicBezTo>
                <a:lnTo>
                  <a:pt x="3355153" y="175041"/>
                </a:lnTo>
                <a:lnTo>
                  <a:pt x="3408501" y="175041"/>
                </a:lnTo>
                <a:lnTo>
                  <a:pt x="3408501" y="171198"/>
                </a:lnTo>
                <a:cubicBezTo>
                  <a:pt x="3395931" y="169920"/>
                  <a:pt x="3392855" y="166843"/>
                  <a:pt x="3392855" y="154293"/>
                </a:cubicBezTo>
                <a:lnTo>
                  <a:pt x="3392855" y="95623"/>
                </a:lnTo>
                <a:cubicBezTo>
                  <a:pt x="3392855" y="71544"/>
                  <a:pt x="3381569" y="57193"/>
                  <a:pt x="3362593" y="57193"/>
                </a:cubicBezTo>
                <a:cubicBezTo>
                  <a:pt x="3350794" y="57193"/>
                  <a:pt x="3342842" y="61552"/>
                  <a:pt x="3325403" y="77948"/>
                </a:cubicBezTo>
                <a:lnTo>
                  <a:pt x="3325403" y="57709"/>
                </a:lnTo>
                <a:lnTo>
                  <a:pt x="3323607" y="57193"/>
                </a:lnTo>
                <a:cubicBezTo>
                  <a:pt x="3311041" y="61806"/>
                  <a:pt x="3302322" y="64625"/>
                  <a:pt x="3288214" y="68726"/>
                </a:cubicBezTo>
                <a:lnTo>
                  <a:pt x="3288214" y="73081"/>
                </a:lnTo>
                <a:close/>
                <a:moveTo>
                  <a:pt x="3476466" y="57193"/>
                </a:moveTo>
                <a:cubicBezTo>
                  <a:pt x="3443123" y="57193"/>
                  <a:pt x="3419783" y="81780"/>
                  <a:pt x="3419783" y="117114"/>
                </a:cubicBezTo>
                <a:cubicBezTo>
                  <a:pt x="3419783" y="151678"/>
                  <a:pt x="3443636" y="177543"/>
                  <a:pt x="3475949" y="177543"/>
                </a:cubicBezTo>
                <a:cubicBezTo>
                  <a:pt x="3508266" y="177543"/>
                  <a:pt x="3532886" y="150400"/>
                  <a:pt x="3532886" y="115065"/>
                </a:cubicBezTo>
                <a:cubicBezTo>
                  <a:pt x="3532886" y="81521"/>
                  <a:pt x="3509291" y="57193"/>
                  <a:pt x="3476466" y="57193"/>
                </a:cubicBezTo>
                <a:moveTo>
                  <a:pt x="3473131" y="64370"/>
                </a:moveTo>
                <a:cubicBezTo>
                  <a:pt x="3494675" y="64370"/>
                  <a:pt x="3509804" y="88950"/>
                  <a:pt x="3509804" y="124026"/>
                </a:cubicBezTo>
                <a:cubicBezTo>
                  <a:pt x="3509804" y="152960"/>
                  <a:pt x="3498263" y="170369"/>
                  <a:pt x="3479029" y="170369"/>
                </a:cubicBezTo>
                <a:cubicBezTo>
                  <a:pt x="3469026" y="170369"/>
                  <a:pt x="3459536" y="164228"/>
                  <a:pt x="3454151" y="153985"/>
                </a:cubicBezTo>
                <a:cubicBezTo>
                  <a:pt x="3446970" y="140669"/>
                  <a:pt x="3442865" y="122747"/>
                  <a:pt x="3442865" y="104568"/>
                </a:cubicBezTo>
                <a:cubicBezTo>
                  <a:pt x="3442865" y="80243"/>
                  <a:pt x="3454918" y="64370"/>
                  <a:pt x="3473131" y="64370"/>
                </a:cubicBezTo>
                <a:close/>
                <a:moveTo>
                  <a:pt x="3605980" y="59695"/>
                </a:moveTo>
                <a:lnTo>
                  <a:pt x="3580077" y="59695"/>
                </a:lnTo>
                <a:lnTo>
                  <a:pt x="3580077" y="29974"/>
                </a:lnTo>
                <a:cubicBezTo>
                  <a:pt x="3580077" y="27414"/>
                  <a:pt x="3579823" y="26643"/>
                  <a:pt x="3578281" y="26643"/>
                </a:cubicBezTo>
                <a:cubicBezTo>
                  <a:pt x="3576488" y="28950"/>
                  <a:pt x="3574947" y="31257"/>
                  <a:pt x="3573154" y="33817"/>
                </a:cubicBezTo>
                <a:cubicBezTo>
                  <a:pt x="3563406" y="47911"/>
                  <a:pt x="3552378" y="60211"/>
                  <a:pt x="3548276" y="61235"/>
                </a:cubicBezTo>
                <a:cubicBezTo>
                  <a:pt x="3545455" y="63026"/>
                  <a:pt x="3543913" y="64820"/>
                  <a:pt x="3543913" y="66102"/>
                </a:cubicBezTo>
                <a:cubicBezTo>
                  <a:pt x="3543913" y="66872"/>
                  <a:pt x="3544171" y="67385"/>
                  <a:pt x="3544942" y="67897"/>
                </a:cubicBezTo>
                <a:lnTo>
                  <a:pt x="3558534" y="67897"/>
                </a:lnTo>
                <a:lnTo>
                  <a:pt x="3558534" y="145008"/>
                </a:lnTo>
                <a:cubicBezTo>
                  <a:pt x="3558534" y="166526"/>
                  <a:pt x="3566227" y="177543"/>
                  <a:pt x="3581361" y="177543"/>
                </a:cubicBezTo>
                <a:cubicBezTo>
                  <a:pt x="3593927" y="177543"/>
                  <a:pt x="3603671" y="171398"/>
                  <a:pt x="3612136" y="158074"/>
                </a:cubicBezTo>
                <a:lnTo>
                  <a:pt x="3608802" y="155255"/>
                </a:lnTo>
                <a:cubicBezTo>
                  <a:pt x="3603417" y="161659"/>
                  <a:pt x="3599057" y="164224"/>
                  <a:pt x="3593414" y="164224"/>
                </a:cubicBezTo>
                <a:cubicBezTo>
                  <a:pt x="3583924" y="164224"/>
                  <a:pt x="3580077" y="157304"/>
                  <a:pt x="3580077" y="141165"/>
                </a:cubicBezTo>
                <a:lnTo>
                  <a:pt x="3580077" y="67897"/>
                </a:lnTo>
                <a:lnTo>
                  <a:pt x="3605980" y="67897"/>
                </a:lnTo>
                <a:lnTo>
                  <a:pt x="3605980" y="59695"/>
                </a:lnTo>
                <a:close/>
                <a:moveTo>
                  <a:pt x="3780380" y="132951"/>
                </a:moveTo>
                <a:cubicBezTo>
                  <a:pt x="3768072" y="152433"/>
                  <a:pt x="3757040" y="159868"/>
                  <a:pt x="3740627" y="159868"/>
                </a:cubicBezTo>
                <a:cubicBezTo>
                  <a:pt x="3726011" y="159868"/>
                  <a:pt x="3714982" y="152433"/>
                  <a:pt x="3707543" y="137823"/>
                </a:cubicBezTo>
                <a:cubicBezTo>
                  <a:pt x="3702925" y="128080"/>
                  <a:pt x="3701133" y="119620"/>
                  <a:pt x="3700620" y="103982"/>
                </a:cubicBezTo>
                <a:lnTo>
                  <a:pt x="3779613" y="103982"/>
                </a:lnTo>
                <a:cubicBezTo>
                  <a:pt x="3777558" y="87358"/>
                  <a:pt x="3774995" y="79954"/>
                  <a:pt x="3768585" y="71783"/>
                </a:cubicBezTo>
                <a:cubicBezTo>
                  <a:pt x="3760887" y="62576"/>
                  <a:pt x="3749092" y="57193"/>
                  <a:pt x="3735755" y="57193"/>
                </a:cubicBezTo>
                <a:cubicBezTo>
                  <a:pt x="3722931" y="57193"/>
                  <a:pt x="3710877" y="61806"/>
                  <a:pt x="3701133" y="70504"/>
                </a:cubicBezTo>
                <a:cubicBezTo>
                  <a:pt x="3689075" y="80974"/>
                  <a:pt x="3682153" y="99114"/>
                  <a:pt x="3682153" y="120132"/>
                </a:cubicBezTo>
                <a:cubicBezTo>
                  <a:pt x="3682153" y="155509"/>
                  <a:pt x="3700620" y="177543"/>
                  <a:pt x="3730112" y="177543"/>
                </a:cubicBezTo>
                <a:cubicBezTo>
                  <a:pt x="3754477" y="177543"/>
                  <a:pt x="3773711" y="162429"/>
                  <a:pt x="3784485" y="134746"/>
                </a:cubicBezTo>
                <a:lnTo>
                  <a:pt x="3780380" y="132951"/>
                </a:lnTo>
                <a:moveTo>
                  <a:pt x="3701133" y="95783"/>
                </a:moveTo>
                <a:cubicBezTo>
                  <a:pt x="3703950" y="75868"/>
                  <a:pt x="3712674" y="66419"/>
                  <a:pt x="3728316" y="66419"/>
                </a:cubicBezTo>
                <a:cubicBezTo>
                  <a:pt x="3743961" y="66419"/>
                  <a:pt x="3750117" y="73570"/>
                  <a:pt x="3753452" y="95783"/>
                </a:cubicBezTo>
                <a:lnTo>
                  <a:pt x="3701133" y="95783"/>
                </a:lnTo>
                <a:close/>
                <a:moveTo>
                  <a:pt x="3793718" y="73081"/>
                </a:moveTo>
                <a:cubicBezTo>
                  <a:pt x="3795256" y="72311"/>
                  <a:pt x="3797823" y="72057"/>
                  <a:pt x="3800645" y="72057"/>
                </a:cubicBezTo>
                <a:cubicBezTo>
                  <a:pt x="3807826" y="72057"/>
                  <a:pt x="3810131" y="75900"/>
                  <a:pt x="3810131" y="88449"/>
                </a:cubicBezTo>
                <a:lnTo>
                  <a:pt x="3810131" y="151987"/>
                </a:lnTo>
                <a:cubicBezTo>
                  <a:pt x="3810131" y="166589"/>
                  <a:pt x="3807309" y="170174"/>
                  <a:pt x="3794231" y="171198"/>
                </a:cubicBezTo>
                <a:lnTo>
                  <a:pt x="3794231" y="175041"/>
                </a:lnTo>
                <a:lnTo>
                  <a:pt x="3848604" y="175041"/>
                </a:lnTo>
                <a:lnTo>
                  <a:pt x="3848604" y="171198"/>
                </a:lnTo>
                <a:cubicBezTo>
                  <a:pt x="3835521" y="170174"/>
                  <a:pt x="3831674" y="167101"/>
                  <a:pt x="3831674" y="157879"/>
                </a:cubicBezTo>
                <a:lnTo>
                  <a:pt x="3831674" y="85888"/>
                </a:lnTo>
                <a:cubicBezTo>
                  <a:pt x="3843986" y="74359"/>
                  <a:pt x="3849629" y="71286"/>
                  <a:pt x="3858094" y="71286"/>
                </a:cubicBezTo>
                <a:cubicBezTo>
                  <a:pt x="3870660" y="71286"/>
                  <a:pt x="3876816" y="79227"/>
                  <a:pt x="3876816" y="96135"/>
                </a:cubicBezTo>
                <a:lnTo>
                  <a:pt x="3876816" y="149680"/>
                </a:lnTo>
                <a:cubicBezTo>
                  <a:pt x="3876816" y="165819"/>
                  <a:pt x="3873482" y="170174"/>
                  <a:pt x="3860657" y="171198"/>
                </a:cubicBezTo>
                <a:lnTo>
                  <a:pt x="3860657" y="175041"/>
                </a:lnTo>
                <a:lnTo>
                  <a:pt x="3914005" y="175041"/>
                </a:lnTo>
                <a:lnTo>
                  <a:pt x="3914005" y="171198"/>
                </a:lnTo>
                <a:cubicBezTo>
                  <a:pt x="3901435" y="169920"/>
                  <a:pt x="3898359" y="166843"/>
                  <a:pt x="3898359" y="154293"/>
                </a:cubicBezTo>
                <a:lnTo>
                  <a:pt x="3898359" y="95623"/>
                </a:lnTo>
                <a:cubicBezTo>
                  <a:pt x="3898359" y="71544"/>
                  <a:pt x="3887073" y="57193"/>
                  <a:pt x="3868097" y="57193"/>
                </a:cubicBezTo>
                <a:cubicBezTo>
                  <a:pt x="3856298" y="57193"/>
                  <a:pt x="3848346" y="61552"/>
                  <a:pt x="3830907" y="77948"/>
                </a:cubicBezTo>
                <a:lnTo>
                  <a:pt x="3830907" y="57709"/>
                </a:lnTo>
                <a:lnTo>
                  <a:pt x="3829111" y="57193"/>
                </a:lnTo>
                <a:cubicBezTo>
                  <a:pt x="3816545" y="61806"/>
                  <a:pt x="3807826" y="64625"/>
                  <a:pt x="3793718" y="68726"/>
                </a:cubicBezTo>
                <a:lnTo>
                  <a:pt x="3793718" y="73081"/>
                </a:lnTo>
                <a:close/>
                <a:moveTo>
                  <a:pt x="4019926" y="135031"/>
                </a:moveTo>
                <a:cubicBezTo>
                  <a:pt x="4007614" y="152953"/>
                  <a:pt x="3998383" y="159098"/>
                  <a:pt x="3983762" y="159098"/>
                </a:cubicBezTo>
                <a:cubicBezTo>
                  <a:pt x="3960422" y="159098"/>
                  <a:pt x="3944009" y="138616"/>
                  <a:pt x="3944009" y="109174"/>
                </a:cubicBezTo>
                <a:cubicBezTo>
                  <a:pt x="3944009" y="82804"/>
                  <a:pt x="3958117" y="64625"/>
                  <a:pt x="3978890" y="64625"/>
                </a:cubicBezTo>
                <a:cubicBezTo>
                  <a:pt x="3988122" y="64625"/>
                  <a:pt x="3991456" y="67439"/>
                  <a:pt x="3994023" y="76912"/>
                </a:cubicBezTo>
                <a:lnTo>
                  <a:pt x="3995561" y="82546"/>
                </a:lnTo>
                <a:cubicBezTo>
                  <a:pt x="3997612" y="89716"/>
                  <a:pt x="4002229" y="94325"/>
                  <a:pt x="4007614" y="94325"/>
                </a:cubicBezTo>
                <a:cubicBezTo>
                  <a:pt x="4014283" y="94325"/>
                  <a:pt x="4019926" y="89458"/>
                  <a:pt x="4019926" y="83570"/>
                </a:cubicBezTo>
                <a:cubicBezTo>
                  <a:pt x="4019926" y="69234"/>
                  <a:pt x="4001971" y="57193"/>
                  <a:pt x="3980428" y="57193"/>
                </a:cubicBezTo>
                <a:cubicBezTo>
                  <a:pt x="3967862" y="57193"/>
                  <a:pt x="3954783" y="62318"/>
                  <a:pt x="3944268" y="71537"/>
                </a:cubicBezTo>
                <a:cubicBezTo>
                  <a:pt x="3931443" y="82804"/>
                  <a:pt x="3924262" y="100213"/>
                  <a:pt x="3924262" y="120437"/>
                </a:cubicBezTo>
                <a:cubicBezTo>
                  <a:pt x="3924262" y="153723"/>
                  <a:pt x="3944522" y="177543"/>
                  <a:pt x="3972992" y="177543"/>
                </a:cubicBezTo>
                <a:cubicBezTo>
                  <a:pt x="3984533" y="177543"/>
                  <a:pt x="3994790" y="173446"/>
                  <a:pt x="4004026" y="165502"/>
                </a:cubicBezTo>
                <a:cubicBezTo>
                  <a:pt x="4010949" y="159352"/>
                  <a:pt x="4015821" y="152440"/>
                  <a:pt x="4023515" y="137334"/>
                </a:cubicBezTo>
                <a:lnTo>
                  <a:pt x="4019926" y="135031"/>
                </a:lnTo>
                <a:close/>
                <a:moveTo>
                  <a:pt x="4033518" y="75129"/>
                </a:moveTo>
                <a:cubicBezTo>
                  <a:pt x="4037110" y="74359"/>
                  <a:pt x="4039419" y="74101"/>
                  <a:pt x="4042495" y="74101"/>
                </a:cubicBezTo>
                <a:cubicBezTo>
                  <a:pt x="4048905" y="74101"/>
                  <a:pt x="4051214" y="78202"/>
                  <a:pt x="4051214" y="89473"/>
                </a:cubicBezTo>
                <a:lnTo>
                  <a:pt x="4051214" y="153523"/>
                </a:lnTo>
                <a:cubicBezTo>
                  <a:pt x="4051214" y="166331"/>
                  <a:pt x="4049418" y="168125"/>
                  <a:pt x="4033005" y="171198"/>
                </a:cubicBezTo>
                <a:lnTo>
                  <a:pt x="4033005" y="175041"/>
                </a:lnTo>
                <a:lnTo>
                  <a:pt x="4094559" y="175041"/>
                </a:lnTo>
                <a:lnTo>
                  <a:pt x="4094559" y="171198"/>
                </a:lnTo>
                <a:cubicBezTo>
                  <a:pt x="4077117" y="170432"/>
                  <a:pt x="4072758" y="166589"/>
                  <a:pt x="4072758" y="151987"/>
                </a:cubicBezTo>
                <a:lnTo>
                  <a:pt x="4072758" y="94341"/>
                </a:lnTo>
                <a:cubicBezTo>
                  <a:pt x="4072758" y="86143"/>
                  <a:pt x="4083786" y="73335"/>
                  <a:pt x="4090712" y="73335"/>
                </a:cubicBezTo>
                <a:cubicBezTo>
                  <a:pt x="4092250" y="73335"/>
                  <a:pt x="4094559" y="74617"/>
                  <a:pt x="4097381" y="77178"/>
                </a:cubicBezTo>
                <a:cubicBezTo>
                  <a:pt x="4101482" y="80763"/>
                  <a:pt x="4104304" y="82299"/>
                  <a:pt x="4107638" y="82299"/>
                </a:cubicBezTo>
                <a:cubicBezTo>
                  <a:pt x="4113794" y="82299"/>
                  <a:pt x="4117641" y="77944"/>
                  <a:pt x="4117641" y="70774"/>
                </a:cubicBezTo>
                <a:cubicBezTo>
                  <a:pt x="4117641" y="62318"/>
                  <a:pt x="4112256" y="57193"/>
                  <a:pt x="4103537" y="57193"/>
                </a:cubicBezTo>
                <a:cubicBezTo>
                  <a:pt x="4092763" y="57193"/>
                  <a:pt x="4085328" y="63088"/>
                  <a:pt x="4072758" y="81275"/>
                </a:cubicBezTo>
                <a:lnTo>
                  <a:pt x="4072758" y="57709"/>
                </a:lnTo>
                <a:lnTo>
                  <a:pt x="4071478" y="57193"/>
                </a:lnTo>
                <a:cubicBezTo>
                  <a:pt x="4057883" y="62830"/>
                  <a:pt x="4048651" y="66161"/>
                  <a:pt x="4033518" y="71028"/>
                </a:cubicBezTo>
                <a:lnTo>
                  <a:pt x="4033518" y="75129"/>
                </a:lnTo>
                <a:close/>
                <a:moveTo>
                  <a:pt x="4238952" y="59695"/>
                </a:moveTo>
                <a:lnTo>
                  <a:pt x="4204329" y="59695"/>
                </a:lnTo>
                <a:lnTo>
                  <a:pt x="4204329" y="63542"/>
                </a:lnTo>
                <a:cubicBezTo>
                  <a:pt x="4212536" y="63542"/>
                  <a:pt x="4216641" y="65844"/>
                  <a:pt x="4216641" y="69945"/>
                </a:cubicBezTo>
                <a:cubicBezTo>
                  <a:pt x="4216641" y="70970"/>
                  <a:pt x="4216383" y="72506"/>
                  <a:pt x="4215612" y="74301"/>
                </a:cubicBezTo>
                <a:lnTo>
                  <a:pt x="4190734" y="145012"/>
                </a:lnTo>
                <a:lnTo>
                  <a:pt x="4161242" y="80192"/>
                </a:lnTo>
                <a:cubicBezTo>
                  <a:pt x="4159701" y="76607"/>
                  <a:pt x="4158675" y="73276"/>
                  <a:pt x="4158675" y="70458"/>
                </a:cubicBezTo>
                <a:cubicBezTo>
                  <a:pt x="4158675" y="65844"/>
                  <a:pt x="4162522" y="64054"/>
                  <a:pt x="4173550" y="63542"/>
                </a:cubicBezTo>
                <a:lnTo>
                  <a:pt x="4173550" y="59695"/>
                </a:lnTo>
                <a:lnTo>
                  <a:pt x="4120719" y="59695"/>
                </a:lnTo>
                <a:lnTo>
                  <a:pt x="4120719" y="63284"/>
                </a:lnTo>
                <a:cubicBezTo>
                  <a:pt x="4127387" y="64308"/>
                  <a:pt x="4131747" y="67127"/>
                  <a:pt x="4133797" y="71482"/>
                </a:cubicBezTo>
                <a:lnTo>
                  <a:pt x="4163035" y="134511"/>
                </a:lnTo>
                <a:lnTo>
                  <a:pt x="4163806" y="136560"/>
                </a:lnTo>
                <a:lnTo>
                  <a:pt x="4167653" y="144246"/>
                </a:lnTo>
                <a:cubicBezTo>
                  <a:pt x="4174834" y="157058"/>
                  <a:pt x="4178939" y="166280"/>
                  <a:pt x="4178939" y="170123"/>
                </a:cubicBezTo>
                <a:cubicBezTo>
                  <a:pt x="4178939" y="173966"/>
                  <a:pt x="4173038" y="190105"/>
                  <a:pt x="4168678" y="197791"/>
                </a:cubicBezTo>
                <a:cubicBezTo>
                  <a:pt x="4165089" y="204453"/>
                  <a:pt x="4159446" y="209320"/>
                  <a:pt x="4155854" y="209320"/>
                </a:cubicBezTo>
                <a:cubicBezTo>
                  <a:pt x="4154316" y="209320"/>
                  <a:pt x="4152007" y="208808"/>
                  <a:pt x="4149443" y="207530"/>
                </a:cubicBezTo>
                <a:cubicBezTo>
                  <a:pt x="4144571" y="205735"/>
                  <a:pt x="4140212" y="204711"/>
                  <a:pt x="4135852" y="204711"/>
                </a:cubicBezTo>
                <a:cubicBezTo>
                  <a:pt x="4129951" y="204711"/>
                  <a:pt x="4124824" y="209836"/>
                  <a:pt x="4124824" y="215982"/>
                </a:cubicBezTo>
                <a:cubicBezTo>
                  <a:pt x="4124824" y="224438"/>
                  <a:pt x="4133030" y="230846"/>
                  <a:pt x="4143800" y="230846"/>
                </a:cubicBezTo>
                <a:cubicBezTo>
                  <a:pt x="4160984" y="230846"/>
                  <a:pt x="4173296" y="216498"/>
                  <a:pt x="4187145" y="179604"/>
                </a:cubicBezTo>
                <a:lnTo>
                  <a:pt x="4226640" y="75071"/>
                </a:lnTo>
                <a:cubicBezTo>
                  <a:pt x="4229974" y="66869"/>
                  <a:pt x="4232796" y="64308"/>
                  <a:pt x="4238952" y="63542"/>
                </a:cubicBezTo>
                <a:lnTo>
                  <a:pt x="4238952" y="59695"/>
                </a:lnTo>
                <a:close/>
                <a:moveTo>
                  <a:pt x="4247670" y="74297"/>
                </a:moveTo>
                <a:cubicBezTo>
                  <a:pt x="4249979" y="74043"/>
                  <a:pt x="4251775" y="74043"/>
                  <a:pt x="4254084" y="74043"/>
                </a:cubicBezTo>
                <a:cubicBezTo>
                  <a:pt x="4262803" y="74043"/>
                  <a:pt x="4264600" y="76603"/>
                  <a:pt x="4264600" y="88645"/>
                </a:cubicBezTo>
                <a:lnTo>
                  <a:pt x="4264600" y="208554"/>
                </a:lnTo>
                <a:cubicBezTo>
                  <a:pt x="4264600" y="221877"/>
                  <a:pt x="4261778" y="224696"/>
                  <a:pt x="4246645" y="226233"/>
                </a:cubicBezTo>
                <a:lnTo>
                  <a:pt x="4246645" y="230588"/>
                </a:lnTo>
                <a:lnTo>
                  <a:pt x="4308712" y="230588"/>
                </a:lnTo>
                <a:lnTo>
                  <a:pt x="4308712" y="225979"/>
                </a:lnTo>
                <a:cubicBezTo>
                  <a:pt x="4289477" y="225721"/>
                  <a:pt x="4286143" y="222902"/>
                  <a:pt x="4286143" y="206759"/>
                </a:cubicBezTo>
                <a:lnTo>
                  <a:pt x="4286143" y="166530"/>
                </a:lnTo>
                <a:cubicBezTo>
                  <a:pt x="4295120" y="174983"/>
                  <a:pt x="4301272" y="177543"/>
                  <a:pt x="4312046" y="177543"/>
                </a:cubicBezTo>
                <a:cubicBezTo>
                  <a:pt x="4342309" y="177543"/>
                  <a:pt x="4365903" y="148863"/>
                  <a:pt x="4365903" y="111738"/>
                </a:cubicBezTo>
                <a:cubicBezTo>
                  <a:pt x="4365903" y="79993"/>
                  <a:pt x="4347952" y="57193"/>
                  <a:pt x="4323074" y="57193"/>
                </a:cubicBezTo>
                <a:cubicBezTo>
                  <a:pt x="4308712" y="57193"/>
                  <a:pt x="4297425" y="63600"/>
                  <a:pt x="4286143" y="77432"/>
                </a:cubicBezTo>
                <a:lnTo>
                  <a:pt x="4286143" y="57709"/>
                </a:lnTo>
                <a:lnTo>
                  <a:pt x="4284605" y="57193"/>
                </a:lnTo>
                <a:cubicBezTo>
                  <a:pt x="4270755" y="62576"/>
                  <a:pt x="4261778" y="65907"/>
                  <a:pt x="4247670" y="70262"/>
                </a:cubicBezTo>
                <a:lnTo>
                  <a:pt x="4247670" y="74297"/>
                </a:lnTo>
                <a:moveTo>
                  <a:pt x="4286143" y="89466"/>
                </a:moveTo>
                <a:cubicBezTo>
                  <a:pt x="4286143" y="81783"/>
                  <a:pt x="4300505" y="72569"/>
                  <a:pt x="4312300" y="72569"/>
                </a:cubicBezTo>
                <a:cubicBezTo>
                  <a:pt x="4331281" y="72569"/>
                  <a:pt x="4343847" y="92026"/>
                  <a:pt x="4343847" y="121727"/>
                </a:cubicBezTo>
                <a:cubicBezTo>
                  <a:pt x="4343847" y="150145"/>
                  <a:pt x="4331281" y="169345"/>
                  <a:pt x="4312817" y="169345"/>
                </a:cubicBezTo>
                <a:cubicBezTo>
                  <a:pt x="4300760" y="169345"/>
                  <a:pt x="4286143" y="160130"/>
                  <a:pt x="4286143" y="152448"/>
                </a:cubicBezTo>
                <a:lnTo>
                  <a:pt x="4286143" y="89466"/>
                </a:lnTo>
                <a:close/>
                <a:moveTo>
                  <a:pt x="4438998" y="59695"/>
                </a:moveTo>
                <a:lnTo>
                  <a:pt x="4413095" y="59695"/>
                </a:lnTo>
                <a:lnTo>
                  <a:pt x="4413095" y="29974"/>
                </a:lnTo>
                <a:cubicBezTo>
                  <a:pt x="4413095" y="27414"/>
                  <a:pt x="4412841" y="26643"/>
                  <a:pt x="4411299" y="26643"/>
                </a:cubicBezTo>
                <a:cubicBezTo>
                  <a:pt x="4409507" y="28950"/>
                  <a:pt x="4407965" y="31257"/>
                  <a:pt x="4406172" y="33817"/>
                </a:cubicBezTo>
                <a:cubicBezTo>
                  <a:pt x="4396424" y="47911"/>
                  <a:pt x="4385396" y="60211"/>
                  <a:pt x="4381295" y="61235"/>
                </a:cubicBezTo>
                <a:cubicBezTo>
                  <a:pt x="4378473" y="63026"/>
                  <a:pt x="4376931" y="64820"/>
                  <a:pt x="4376931" y="66102"/>
                </a:cubicBezTo>
                <a:cubicBezTo>
                  <a:pt x="4376931" y="66872"/>
                  <a:pt x="4377189" y="67385"/>
                  <a:pt x="4377960" y="67897"/>
                </a:cubicBezTo>
                <a:lnTo>
                  <a:pt x="4391552" y="67897"/>
                </a:lnTo>
                <a:lnTo>
                  <a:pt x="4391552" y="145008"/>
                </a:lnTo>
                <a:cubicBezTo>
                  <a:pt x="4391552" y="166526"/>
                  <a:pt x="4399246" y="177543"/>
                  <a:pt x="4414379" y="177543"/>
                </a:cubicBezTo>
                <a:cubicBezTo>
                  <a:pt x="4426945" y="177543"/>
                  <a:pt x="4436689" y="171398"/>
                  <a:pt x="4445154" y="158074"/>
                </a:cubicBezTo>
                <a:lnTo>
                  <a:pt x="4441820" y="155255"/>
                </a:lnTo>
                <a:cubicBezTo>
                  <a:pt x="4436435" y="161659"/>
                  <a:pt x="4432075" y="164224"/>
                  <a:pt x="4426432" y="164224"/>
                </a:cubicBezTo>
                <a:cubicBezTo>
                  <a:pt x="4416942" y="164224"/>
                  <a:pt x="4413095" y="157304"/>
                  <a:pt x="4413095" y="141165"/>
                </a:cubicBezTo>
                <a:lnTo>
                  <a:pt x="4413095" y="67897"/>
                </a:lnTo>
                <a:lnTo>
                  <a:pt x="4438998" y="67897"/>
                </a:lnTo>
                <a:lnTo>
                  <a:pt x="4438998" y="59695"/>
                </a:lnTo>
                <a:close/>
                <a:moveTo>
                  <a:pt x="4549537" y="132951"/>
                </a:moveTo>
                <a:cubicBezTo>
                  <a:pt x="4537229" y="152433"/>
                  <a:pt x="4526197" y="159868"/>
                  <a:pt x="4509784" y="159868"/>
                </a:cubicBezTo>
                <a:cubicBezTo>
                  <a:pt x="4495168" y="159868"/>
                  <a:pt x="4484139" y="152433"/>
                  <a:pt x="4476700" y="137823"/>
                </a:cubicBezTo>
                <a:cubicBezTo>
                  <a:pt x="4472082" y="128080"/>
                  <a:pt x="4470290" y="119620"/>
                  <a:pt x="4469777" y="103982"/>
                </a:cubicBezTo>
                <a:lnTo>
                  <a:pt x="4548770" y="103982"/>
                </a:lnTo>
                <a:cubicBezTo>
                  <a:pt x="4546715" y="87358"/>
                  <a:pt x="4544152" y="79954"/>
                  <a:pt x="4537742" y="71783"/>
                </a:cubicBezTo>
                <a:cubicBezTo>
                  <a:pt x="4530044" y="62576"/>
                  <a:pt x="4518249" y="57193"/>
                  <a:pt x="4504912" y="57193"/>
                </a:cubicBezTo>
                <a:cubicBezTo>
                  <a:pt x="4492088" y="57193"/>
                  <a:pt x="4480034" y="61806"/>
                  <a:pt x="4470290" y="70504"/>
                </a:cubicBezTo>
                <a:cubicBezTo>
                  <a:pt x="4458232" y="80974"/>
                  <a:pt x="4451310" y="99114"/>
                  <a:pt x="4451310" y="120132"/>
                </a:cubicBezTo>
                <a:cubicBezTo>
                  <a:pt x="4451310" y="155509"/>
                  <a:pt x="4469777" y="177543"/>
                  <a:pt x="4499269" y="177543"/>
                </a:cubicBezTo>
                <a:cubicBezTo>
                  <a:pt x="4523634" y="177543"/>
                  <a:pt x="4542868" y="162429"/>
                  <a:pt x="4553642" y="134746"/>
                </a:cubicBezTo>
                <a:lnTo>
                  <a:pt x="4549537" y="132951"/>
                </a:lnTo>
                <a:moveTo>
                  <a:pt x="4470290" y="95783"/>
                </a:moveTo>
                <a:cubicBezTo>
                  <a:pt x="4473107" y="75868"/>
                  <a:pt x="4481831" y="66419"/>
                  <a:pt x="4497473" y="66419"/>
                </a:cubicBezTo>
                <a:cubicBezTo>
                  <a:pt x="4513118" y="66419"/>
                  <a:pt x="4519274" y="73570"/>
                  <a:pt x="4522609" y="95783"/>
                </a:cubicBezTo>
                <a:lnTo>
                  <a:pt x="4470290" y="95783"/>
                </a:lnTo>
                <a:close/>
                <a:moveTo>
                  <a:pt x="4646997" y="177543"/>
                </a:moveTo>
                <a:lnTo>
                  <a:pt x="4684699" y="164224"/>
                </a:lnTo>
                <a:lnTo>
                  <a:pt x="4684699" y="160126"/>
                </a:lnTo>
                <a:cubicBezTo>
                  <a:pt x="4680082" y="160381"/>
                  <a:pt x="4679569" y="160381"/>
                  <a:pt x="4678798" y="160381"/>
                </a:cubicBezTo>
                <a:cubicBezTo>
                  <a:pt x="4669566" y="160381"/>
                  <a:pt x="4667515" y="157566"/>
                  <a:pt x="4667515" y="145786"/>
                </a:cubicBezTo>
                <a:lnTo>
                  <a:pt x="4667515" y="571"/>
                </a:lnTo>
                <a:lnTo>
                  <a:pt x="4666232" y="59"/>
                </a:lnTo>
                <a:cubicBezTo>
                  <a:pt x="4653920" y="4414"/>
                  <a:pt x="4644947" y="6975"/>
                  <a:pt x="4628530" y="11334"/>
                </a:cubicBezTo>
                <a:lnTo>
                  <a:pt x="4628530" y="15431"/>
                </a:lnTo>
                <a:cubicBezTo>
                  <a:pt x="4630584" y="15177"/>
                  <a:pt x="4632122" y="15177"/>
                  <a:pt x="4634173" y="15177"/>
                </a:cubicBezTo>
                <a:cubicBezTo>
                  <a:pt x="4643663" y="15177"/>
                  <a:pt x="4645972" y="17738"/>
                  <a:pt x="4645972" y="28242"/>
                </a:cubicBezTo>
                <a:lnTo>
                  <a:pt x="4645972" y="68210"/>
                </a:lnTo>
                <a:cubicBezTo>
                  <a:pt x="4636224" y="60011"/>
                  <a:pt x="4629301" y="57193"/>
                  <a:pt x="4619040" y="57193"/>
                </a:cubicBezTo>
                <a:cubicBezTo>
                  <a:pt x="4589548" y="57193"/>
                  <a:pt x="4565696" y="86131"/>
                  <a:pt x="4565696" y="122489"/>
                </a:cubicBezTo>
                <a:cubicBezTo>
                  <a:pt x="4565696" y="155259"/>
                  <a:pt x="4584930" y="177543"/>
                  <a:pt x="4613142" y="177543"/>
                </a:cubicBezTo>
                <a:cubicBezTo>
                  <a:pt x="4627504" y="177543"/>
                  <a:pt x="4637253" y="172422"/>
                  <a:pt x="4645972" y="160381"/>
                </a:cubicBezTo>
                <a:lnTo>
                  <a:pt x="4645972" y="176777"/>
                </a:lnTo>
                <a:lnTo>
                  <a:pt x="4646997" y="177543"/>
                </a:lnTo>
                <a:moveTo>
                  <a:pt x="4645972" y="148859"/>
                </a:moveTo>
                <a:cubicBezTo>
                  <a:pt x="4645972" y="150654"/>
                  <a:pt x="4644176" y="153727"/>
                  <a:pt x="4641612" y="156541"/>
                </a:cubicBezTo>
                <a:cubicBezTo>
                  <a:pt x="4636995" y="161663"/>
                  <a:pt x="4630584" y="164224"/>
                  <a:pt x="4623145" y="164224"/>
                </a:cubicBezTo>
                <a:cubicBezTo>
                  <a:pt x="4601860" y="164224"/>
                  <a:pt x="4587752" y="143738"/>
                  <a:pt x="4587752" y="112246"/>
                </a:cubicBezTo>
                <a:cubicBezTo>
                  <a:pt x="4587752" y="83316"/>
                  <a:pt x="4600318" y="64370"/>
                  <a:pt x="4619811" y="64370"/>
                </a:cubicBezTo>
                <a:cubicBezTo>
                  <a:pt x="4633406" y="64370"/>
                  <a:pt x="4645972" y="76400"/>
                  <a:pt x="4645972" y="89970"/>
                </a:cubicBezTo>
                <a:lnTo>
                  <a:pt x="4645972" y="148859"/>
                </a:lnTo>
                <a:close/>
                <a:moveTo>
                  <a:pt x="4790109" y="571"/>
                </a:moveTo>
                <a:lnTo>
                  <a:pt x="4788826" y="59"/>
                </a:lnTo>
                <a:cubicBezTo>
                  <a:pt x="4778052" y="3902"/>
                  <a:pt x="4771129" y="5950"/>
                  <a:pt x="4759076" y="9281"/>
                </a:cubicBezTo>
                <a:lnTo>
                  <a:pt x="4751636" y="11334"/>
                </a:lnTo>
                <a:lnTo>
                  <a:pt x="4751636" y="15431"/>
                </a:lnTo>
                <a:cubicBezTo>
                  <a:pt x="4753174" y="15177"/>
                  <a:pt x="4754200" y="15177"/>
                  <a:pt x="4755996" y="15177"/>
                </a:cubicBezTo>
                <a:cubicBezTo>
                  <a:pt x="4766257" y="15177"/>
                  <a:pt x="4768562" y="17480"/>
                  <a:pt x="4768562" y="28242"/>
                </a:cubicBezTo>
                <a:lnTo>
                  <a:pt x="4768562" y="161155"/>
                </a:lnTo>
                <a:cubicBezTo>
                  <a:pt x="4768562" y="169091"/>
                  <a:pt x="4790364" y="177543"/>
                  <a:pt x="4810882" y="177543"/>
                </a:cubicBezTo>
                <a:cubicBezTo>
                  <a:pt x="4844737" y="177543"/>
                  <a:pt x="4870895" y="149375"/>
                  <a:pt x="4870895" y="112763"/>
                </a:cubicBezTo>
                <a:cubicBezTo>
                  <a:pt x="4870895" y="81271"/>
                  <a:pt x="4851406" y="57193"/>
                  <a:pt x="4825757" y="57193"/>
                </a:cubicBezTo>
                <a:cubicBezTo>
                  <a:pt x="4810111" y="57193"/>
                  <a:pt x="4795236" y="66419"/>
                  <a:pt x="4790109" y="78969"/>
                </a:cubicBezTo>
                <a:lnTo>
                  <a:pt x="4790109" y="571"/>
                </a:lnTo>
                <a:moveTo>
                  <a:pt x="4790109" y="92539"/>
                </a:moveTo>
                <a:cubicBezTo>
                  <a:pt x="4790109" y="82554"/>
                  <a:pt x="4802163" y="73335"/>
                  <a:pt x="4815500" y="73335"/>
                </a:cubicBezTo>
                <a:cubicBezTo>
                  <a:pt x="4835501" y="73335"/>
                  <a:pt x="4848326" y="93305"/>
                  <a:pt x="4848326" y="124542"/>
                </a:cubicBezTo>
                <a:cubicBezTo>
                  <a:pt x="4848326" y="152960"/>
                  <a:pt x="4836014" y="169345"/>
                  <a:pt x="4814987" y="169345"/>
                </a:cubicBezTo>
                <a:cubicBezTo>
                  <a:pt x="4801650" y="169345"/>
                  <a:pt x="4790109" y="163457"/>
                  <a:pt x="4790109" y="157058"/>
                </a:cubicBezTo>
                <a:lnTo>
                  <a:pt x="4790109" y="92539"/>
                </a:lnTo>
                <a:close/>
                <a:moveTo>
                  <a:pt x="4996822" y="162183"/>
                </a:moveTo>
                <a:lnTo>
                  <a:pt x="4995542" y="162183"/>
                </a:lnTo>
                <a:cubicBezTo>
                  <a:pt x="4983743" y="162183"/>
                  <a:pt x="4980921" y="159364"/>
                  <a:pt x="4980921" y="147577"/>
                </a:cubicBezTo>
                <a:lnTo>
                  <a:pt x="4980921" y="59695"/>
                </a:lnTo>
                <a:lnTo>
                  <a:pt x="4940398" y="59695"/>
                </a:lnTo>
                <a:lnTo>
                  <a:pt x="4940398" y="64054"/>
                </a:lnTo>
                <a:cubicBezTo>
                  <a:pt x="4956302" y="64820"/>
                  <a:pt x="4959378" y="67385"/>
                  <a:pt x="4959378" y="80192"/>
                </a:cubicBezTo>
                <a:lnTo>
                  <a:pt x="4959378" y="140395"/>
                </a:lnTo>
                <a:cubicBezTo>
                  <a:pt x="4959378" y="147569"/>
                  <a:pt x="4958094" y="151158"/>
                  <a:pt x="4954506" y="153973"/>
                </a:cubicBezTo>
                <a:cubicBezTo>
                  <a:pt x="4947579" y="159610"/>
                  <a:pt x="4939631" y="162683"/>
                  <a:pt x="4931937" y="162683"/>
                </a:cubicBezTo>
                <a:cubicBezTo>
                  <a:pt x="4921934" y="162683"/>
                  <a:pt x="4913728" y="153973"/>
                  <a:pt x="4913728" y="143214"/>
                </a:cubicBezTo>
                <a:lnTo>
                  <a:pt x="4913728" y="59695"/>
                </a:lnTo>
                <a:lnTo>
                  <a:pt x="4876280" y="59695"/>
                </a:lnTo>
                <a:lnTo>
                  <a:pt x="4876280" y="63284"/>
                </a:lnTo>
                <a:cubicBezTo>
                  <a:pt x="4888592" y="64054"/>
                  <a:pt x="4892184" y="67897"/>
                  <a:pt x="4892184" y="79680"/>
                </a:cubicBezTo>
                <a:lnTo>
                  <a:pt x="4892184" y="144238"/>
                </a:lnTo>
                <a:cubicBezTo>
                  <a:pt x="4892184" y="164478"/>
                  <a:pt x="4904492" y="177543"/>
                  <a:pt x="4923214" y="177543"/>
                </a:cubicBezTo>
                <a:cubicBezTo>
                  <a:pt x="4932704" y="177543"/>
                  <a:pt x="4942707" y="173446"/>
                  <a:pt x="4949634" y="166526"/>
                </a:cubicBezTo>
                <a:lnTo>
                  <a:pt x="4960662" y="155513"/>
                </a:lnTo>
                <a:lnTo>
                  <a:pt x="4960662" y="176777"/>
                </a:lnTo>
                <a:lnTo>
                  <a:pt x="4961687" y="177293"/>
                </a:lnTo>
                <a:cubicBezTo>
                  <a:pt x="4974511" y="172172"/>
                  <a:pt x="4983743" y="169353"/>
                  <a:pt x="4996822" y="165764"/>
                </a:cubicBezTo>
                <a:lnTo>
                  <a:pt x="4996822" y="162183"/>
                </a:lnTo>
                <a:close/>
                <a:moveTo>
                  <a:pt x="5067608" y="59695"/>
                </a:moveTo>
                <a:lnTo>
                  <a:pt x="5041705" y="59695"/>
                </a:lnTo>
                <a:lnTo>
                  <a:pt x="5041705" y="29974"/>
                </a:lnTo>
                <a:cubicBezTo>
                  <a:pt x="5041705" y="27414"/>
                  <a:pt x="5041451" y="26643"/>
                  <a:pt x="5039909" y="26643"/>
                </a:cubicBezTo>
                <a:cubicBezTo>
                  <a:pt x="5038116" y="28950"/>
                  <a:pt x="5036574" y="31257"/>
                  <a:pt x="5034782" y="33817"/>
                </a:cubicBezTo>
                <a:cubicBezTo>
                  <a:pt x="5025034" y="47911"/>
                  <a:pt x="5014006" y="60211"/>
                  <a:pt x="5009904" y="61235"/>
                </a:cubicBezTo>
                <a:cubicBezTo>
                  <a:pt x="5007083" y="63026"/>
                  <a:pt x="5005541" y="64820"/>
                  <a:pt x="5005541" y="66102"/>
                </a:cubicBezTo>
                <a:cubicBezTo>
                  <a:pt x="5005541" y="66872"/>
                  <a:pt x="5005799" y="67385"/>
                  <a:pt x="5006570" y="67897"/>
                </a:cubicBezTo>
                <a:lnTo>
                  <a:pt x="5020161" y="67897"/>
                </a:lnTo>
                <a:lnTo>
                  <a:pt x="5020161" y="145008"/>
                </a:lnTo>
                <a:cubicBezTo>
                  <a:pt x="5020161" y="166526"/>
                  <a:pt x="5027855" y="177543"/>
                  <a:pt x="5042989" y="177543"/>
                </a:cubicBezTo>
                <a:cubicBezTo>
                  <a:pt x="5055555" y="177543"/>
                  <a:pt x="5065299" y="171398"/>
                  <a:pt x="5073764" y="158074"/>
                </a:cubicBezTo>
                <a:lnTo>
                  <a:pt x="5070430" y="155255"/>
                </a:lnTo>
                <a:cubicBezTo>
                  <a:pt x="5065045" y="161659"/>
                  <a:pt x="5060685" y="164224"/>
                  <a:pt x="5055042" y="164224"/>
                </a:cubicBezTo>
                <a:cubicBezTo>
                  <a:pt x="5045552" y="164224"/>
                  <a:pt x="5041705" y="157304"/>
                  <a:pt x="5041705" y="141165"/>
                </a:cubicBezTo>
                <a:lnTo>
                  <a:pt x="5041705" y="67897"/>
                </a:lnTo>
                <a:lnTo>
                  <a:pt x="5067608" y="67897"/>
                </a:lnTo>
                <a:lnTo>
                  <a:pt x="5067608" y="59695"/>
                </a:lnTo>
                <a:close/>
                <a:moveTo>
                  <a:pt x="5250470" y="158078"/>
                </a:moveTo>
                <a:cubicBezTo>
                  <a:pt x="5246111" y="161659"/>
                  <a:pt x="5243035" y="162941"/>
                  <a:pt x="5239188" y="162941"/>
                </a:cubicBezTo>
                <a:cubicBezTo>
                  <a:pt x="5233290" y="162941"/>
                  <a:pt x="5231494" y="159356"/>
                  <a:pt x="5231494" y="148093"/>
                </a:cubicBezTo>
                <a:lnTo>
                  <a:pt x="5231494" y="98164"/>
                </a:lnTo>
                <a:cubicBezTo>
                  <a:pt x="5231494" y="84849"/>
                  <a:pt x="5230210" y="77424"/>
                  <a:pt x="5226364" y="71279"/>
                </a:cubicBezTo>
                <a:cubicBezTo>
                  <a:pt x="5220720" y="62064"/>
                  <a:pt x="5209692" y="57193"/>
                  <a:pt x="5194563" y="57193"/>
                </a:cubicBezTo>
                <a:cubicBezTo>
                  <a:pt x="5170452" y="57193"/>
                  <a:pt x="5151476" y="69742"/>
                  <a:pt x="5151476" y="85873"/>
                </a:cubicBezTo>
                <a:cubicBezTo>
                  <a:pt x="5151476" y="91764"/>
                  <a:pt x="5156603" y="96882"/>
                  <a:pt x="5162504" y="96882"/>
                </a:cubicBezTo>
                <a:cubicBezTo>
                  <a:pt x="5168656" y="96882"/>
                  <a:pt x="5174045" y="91764"/>
                  <a:pt x="5174045" y="86131"/>
                </a:cubicBezTo>
                <a:cubicBezTo>
                  <a:pt x="5174045" y="85107"/>
                  <a:pt x="5173786" y="83824"/>
                  <a:pt x="5173532" y="82034"/>
                </a:cubicBezTo>
                <a:cubicBezTo>
                  <a:pt x="5173019" y="79731"/>
                  <a:pt x="5172761" y="77682"/>
                  <a:pt x="5172761" y="75888"/>
                </a:cubicBezTo>
                <a:cubicBezTo>
                  <a:pt x="5172761" y="68976"/>
                  <a:pt x="5180968" y="63342"/>
                  <a:pt x="5191229" y="63342"/>
                </a:cubicBezTo>
                <a:cubicBezTo>
                  <a:pt x="5203795" y="63342"/>
                  <a:pt x="5210718" y="70766"/>
                  <a:pt x="5210718" y="84594"/>
                </a:cubicBezTo>
                <a:lnTo>
                  <a:pt x="5210718" y="100213"/>
                </a:lnTo>
                <a:cubicBezTo>
                  <a:pt x="5171223" y="116086"/>
                  <a:pt x="5166864" y="118134"/>
                  <a:pt x="5155836" y="127865"/>
                </a:cubicBezTo>
                <a:cubicBezTo>
                  <a:pt x="5150192" y="132987"/>
                  <a:pt x="5146600" y="141689"/>
                  <a:pt x="5146600" y="150138"/>
                </a:cubicBezTo>
                <a:cubicBezTo>
                  <a:pt x="5146600" y="166272"/>
                  <a:pt x="5157886" y="177543"/>
                  <a:pt x="5173532" y="177543"/>
                </a:cubicBezTo>
                <a:cubicBezTo>
                  <a:pt x="5184815" y="177543"/>
                  <a:pt x="5195330" y="172164"/>
                  <a:pt x="5210976" y="158840"/>
                </a:cubicBezTo>
                <a:cubicBezTo>
                  <a:pt x="5212259" y="172164"/>
                  <a:pt x="5216873" y="177543"/>
                  <a:pt x="5227389" y="177543"/>
                </a:cubicBezTo>
                <a:cubicBezTo>
                  <a:pt x="5236108" y="177543"/>
                  <a:pt x="5241497" y="174471"/>
                  <a:pt x="5250470" y="164736"/>
                </a:cubicBezTo>
                <a:lnTo>
                  <a:pt x="5250470" y="158078"/>
                </a:lnTo>
                <a:moveTo>
                  <a:pt x="5210718" y="143468"/>
                </a:moveTo>
                <a:cubicBezTo>
                  <a:pt x="5210718" y="151412"/>
                  <a:pt x="5209438" y="153719"/>
                  <a:pt x="5204049" y="156792"/>
                </a:cubicBezTo>
                <a:cubicBezTo>
                  <a:pt x="5197897" y="160381"/>
                  <a:pt x="5190716" y="162683"/>
                  <a:pt x="5185327" y="162683"/>
                </a:cubicBezTo>
                <a:cubicBezTo>
                  <a:pt x="5176354" y="162683"/>
                  <a:pt x="5169173" y="153973"/>
                  <a:pt x="5169173" y="142956"/>
                </a:cubicBezTo>
                <a:lnTo>
                  <a:pt x="5169173" y="141932"/>
                </a:lnTo>
                <a:cubicBezTo>
                  <a:pt x="5169173" y="126813"/>
                  <a:pt x="5179684" y="117591"/>
                  <a:pt x="5210718" y="106316"/>
                </a:cubicBezTo>
                <a:lnTo>
                  <a:pt x="5210718" y="143468"/>
                </a:lnTo>
                <a:close/>
                <a:moveTo>
                  <a:pt x="5373835" y="162183"/>
                </a:moveTo>
                <a:lnTo>
                  <a:pt x="5372555" y="162183"/>
                </a:lnTo>
                <a:cubicBezTo>
                  <a:pt x="5360756" y="162183"/>
                  <a:pt x="5357934" y="159364"/>
                  <a:pt x="5357934" y="147577"/>
                </a:cubicBezTo>
                <a:lnTo>
                  <a:pt x="5357934" y="59695"/>
                </a:lnTo>
                <a:lnTo>
                  <a:pt x="5317411" y="59695"/>
                </a:lnTo>
                <a:lnTo>
                  <a:pt x="5317411" y="64054"/>
                </a:lnTo>
                <a:cubicBezTo>
                  <a:pt x="5333315" y="64820"/>
                  <a:pt x="5336391" y="67385"/>
                  <a:pt x="5336391" y="80192"/>
                </a:cubicBezTo>
                <a:lnTo>
                  <a:pt x="5336391" y="140395"/>
                </a:lnTo>
                <a:cubicBezTo>
                  <a:pt x="5336391" y="147569"/>
                  <a:pt x="5335107" y="151158"/>
                  <a:pt x="5331519" y="153973"/>
                </a:cubicBezTo>
                <a:cubicBezTo>
                  <a:pt x="5324592" y="159610"/>
                  <a:pt x="5316644" y="162683"/>
                  <a:pt x="5308950" y="162683"/>
                </a:cubicBezTo>
                <a:cubicBezTo>
                  <a:pt x="5298947" y="162683"/>
                  <a:pt x="5290741" y="153973"/>
                  <a:pt x="5290741" y="143214"/>
                </a:cubicBezTo>
                <a:lnTo>
                  <a:pt x="5290741" y="59695"/>
                </a:lnTo>
                <a:lnTo>
                  <a:pt x="5253293" y="59695"/>
                </a:lnTo>
                <a:lnTo>
                  <a:pt x="5253293" y="63284"/>
                </a:lnTo>
                <a:cubicBezTo>
                  <a:pt x="5265605" y="64054"/>
                  <a:pt x="5269197" y="67897"/>
                  <a:pt x="5269197" y="79680"/>
                </a:cubicBezTo>
                <a:lnTo>
                  <a:pt x="5269197" y="144238"/>
                </a:lnTo>
                <a:cubicBezTo>
                  <a:pt x="5269197" y="164478"/>
                  <a:pt x="5281505" y="177543"/>
                  <a:pt x="5300227" y="177543"/>
                </a:cubicBezTo>
                <a:cubicBezTo>
                  <a:pt x="5309717" y="177543"/>
                  <a:pt x="5319720" y="173446"/>
                  <a:pt x="5326646" y="166526"/>
                </a:cubicBezTo>
                <a:lnTo>
                  <a:pt x="5337674" y="155513"/>
                </a:lnTo>
                <a:lnTo>
                  <a:pt x="5337674" y="176777"/>
                </a:lnTo>
                <a:lnTo>
                  <a:pt x="5338700" y="177293"/>
                </a:lnTo>
                <a:cubicBezTo>
                  <a:pt x="5351524" y="172172"/>
                  <a:pt x="5360756" y="169353"/>
                  <a:pt x="5373835" y="165764"/>
                </a:cubicBezTo>
                <a:lnTo>
                  <a:pt x="5373835" y="162183"/>
                </a:lnTo>
                <a:close/>
                <a:moveTo>
                  <a:pt x="5444620" y="59695"/>
                </a:moveTo>
                <a:lnTo>
                  <a:pt x="5418717" y="59695"/>
                </a:lnTo>
                <a:lnTo>
                  <a:pt x="5418717" y="29974"/>
                </a:lnTo>
                <a:cubicBezTo>
                  <a:pt x="5418717" y="27414"/>
                  <a:pt x="5418463" y="26643"/>
                  <a:pt x="5416921" y="26643"/>
                </a:cubicBezTo>
                <a:cubicBezTo>
                  <a:pt x="5415129" y="28950"/>
                  <a:pt x="5413587" y="31257"/>
                  <a:pt x="5411795" y="33817"/>
                </a:cubicBezTo>
                <a:cubicBezTo>
                  <a:pt x="5402046" y="47911"/>
                  <a:pt x="5391018" y="60211"/>
                  <a:pt x="5386917" y="61235"/>
                </a:cubicBezTo>
                <a:cubicBezTo>
                  <a:pt x="5384095" y="63026"/>
                  <a:pt x="5382553" y="64820"/>
                  <a:pt x="5382553" y="66102"/>
                </a:cubicBezTo>
                <a:cubicBezTo>
                  <a:pt x="5382553" y="66872"/>
                  <a:pt x="5382812" y="67385"/>
                  <a:pt x="5383583" y="67897"/>
                </a:cubicBezTo>
                <a:lnTo>
                  <a:pt x="5397174" y="67897"/>
                </a:lnTo>
                <a:lnTo>
                  <a:pt x="5397174" y="145008"/>
                </a:lnTo>
                <a:cubicBezTo>
                  <a:pt x="5397174" y="166526"/>
                  <a:pt x="5404868" y="177543"/>
                  <a:pt x="5420001" y="177543"/>
                </a:cubicBezTo>
                <a:cubicBezTo>
                  <a:pt x="5432567" y="177543"/>
                  <a:pt x="5442312" y="171398"/>
                  <a:pt x="5450776" y="158074"/>
                </a:cubicBezTo>
                <a:lnTo>
                  <a:pt x="5447442" y="155255"/>
                </a:lnTo>
                <a:cubicBezTo>
                  <a:pt x="5442057" y="161659"/>
                  <a:pt x="5437698" y="164224"/>
                  <a:pt x="5432054" y="164224"/>
                </a:cubicBezTo>
                <a:cubicBezTo>
                  <a:pt x="5422564" y="164224"/>
                  <a:pt x="5418717" y="157304"/>
                  <a:pt x="5418717" y="141165"/>
                </a:cubicBezTo>
                <a:lnTo>
                  <a:pt x="5418717" y="67897"/>
                </a:lnTo>
                <a:lnTo>
                  <a:pt x="5444620" y="67897"/>
                </a:lnTo>
                <a:lnTo>
                  <a:pt x="5444620" y="59695"/>
                </a:lnTo>
                <a:close/>
                <a:moveTo>
                  <a:pt x="5490787" y="87171"/>
                </a:moveTo>
                <a:cubicBezTo>
                  <a:pt x="5501557" y="75387"/>
                  <a:pt x="5509250" y="71028"/>
                  <a:pt x="5519253" y="71028"/>
                </a:cubicBezTo>
                <a:cubicBezTo>
                  <a:pt x="5532077" y="71028"/>
                  <a:pt x="5538488" y="80255"/>
                  <a:pt x="5538488" y="98188"/>
                </a:cubicBezTo>
                <a:lnTo>
                  <a:pt x="5538488" y="148910"/>
                </a:lnTo>
                <a:cubicBezTo>
                  <a:pt x="5538488" y="166331"/>
                  <a:pt x="5535924" y="169662"/>
                  <a:pt x="5521049" y="171198"/>
                </a:cubicBezTo>
                <a:lnTo>
                  <a:pt x="5521049" y="175041"/>
                </a:lnTo>
                <a:lnTo>
                  <a:pt x="5575423" y="175041"/>
                </a:lnTo>
                <a:lnTo>
                  <a:pt x="5575423" y="171198"/>
                </a:lnTo>
                <a:cubicBezTo>
                  <a:pt x="5561573" y="168638"/>
                  <a:pt x="5560031" y="166589"/>
                  <a:pt x="5560031" y="148910"/>
                </a:cubicBezTo>
                <a:lnTo>
                  <a:pt x="5560031" y="97930"/>
                </a:lnTo>
                <a:cubicBezTo>
                  <a:pt x="5560031" y="71028"/>
                  <a:pt x="5549261" y="57193"/>
                  <a:pt x="5528485" y="57193"/>
                </a:cubicBezTo>
                <a:cubicBezTo>
                  <a:pt x="5513356" y="57193"/>
                  <a:pt x="5502582" y="63342"/>
                  <a:pt x="5490787" y="78714"/>
                </a:cubicBezTo>
                <a:lnTo>
                  <a:pt x="5490787" y="829"/>
                </a:lnTo>
                <a:lnTo>
                  <a:pt x="5489503" y="59"/>
                </a:lnTo>
                <a:cubicBezTo>
                  <a:pt x="5480784" y="3132"/>
                  <a:pt x="5474370" y="5184"/>
                  <a:pt x="5460008" y="9281"/>
                </a:cubicBezTo>
                <a:lnTo>
                  <a:pt x="5453085" y="11334"/>
                </a:lnTo>
                <a:lnTo>
                  <a:pt x="5453085" y="15431"/>
                </a:lnTo>
                <a:cubicBezTo>
                  <a:pt x="5454110" y="15177"/>
                  <a:pt x="5454881" y="15177"/>
                  <a:pt x="5456161" y="15177"/>
                </a:cubicBezTo>
                <a:cubicBezTo>
                  <a:pt x="5467189" y="15177"/>
                  <a:pt x="5469243" y="17225"/>
                  <a:pt x="5469243" y="28242"/>
                </a:cubicBezTo>
                <a:lnTo>
                  <a:pt x="5469243" y="148910"/>
                </a:lnTo>
                <a:cubicBezTo>
                  <a:pt x="5469243" y="166843"/>
                  <a:pt x="5467701" y="169150"/>
                  <a:pt x="5452826" y="171198"/>
                </a:cubicBezTo>
                <a:lnTo>
                  <a:pt x="5452826" y="175041"/>
                </a:lnTo>
                <a:lnTo>
                  <a:pt x="5508225" y="175041"/>
                </a:lnTo>
                <a:lnTo>
                  <a:pt x="5508225" y="171198"/>
                </a:lnTo>
                <a:cubicBezTo>
                  <a:pt x="5493350" y="169662"/>
                  <a:pt x="5490787" y="166589"/>
                  <a:pt x="5490787" y="148910"/>
                </a:cubicBezTo>
                <a:lnTo>
                  <a:pt x="5490787" y="87171"/>
                </a:lnTo>
                <a:close/>
                <a:moveTo>
                  <a:pt x="5683395" y="132951"/>
                </a:moveTo>
                <a:cubicBezTo>
                  <a:pt x="5671087" y="152433"/>
                  <a:pt x="5660055" y="159868"/>
                  <a:pt x="5643642" y="159868"/>
                </a:cubicBezTo>
                <a:cubicBezTo>
                  <a:pt x="5629025" y="159868"/>
                  <a:pt x="5617997" y="152433"/>
                  <a:pt x="5610558" y="137823"/>
                </a:cubicBezTo>
                <a:cubicBezTo>
                  <a:pt x="5605940" y="128080"/>
                  <a:pt x="5604147" y="119620"/>
                  <a:pt x="5603635" y="103982"/>
                </a:cubicBezTo>
                <a:lnTo>
                  <a:pt x="5682628" y="103982"/>
                </a:lnTo>
                <a:cubicBezTo>
                  <a:pt x="5680573" y="87358"/>
                  <a:pt x="5678010" y="79954"/>
                  <a:pt x="5671600" y="71783"/>
                </a:cubicBezTo>
                <a:cubicBezTo>
                  <a:pt x="5663902" y="62576"/>
                  <a:pt x="5652107" y="57193"/>
                  <a:pt x="5638770" y="57193"/>
                </a:cubicBezTo>
                <a:cubicBezTo>
                  <a:pt x="5625945" y="57193"/>
                  <a:pt x="5613892" y="61806"/>
                  <a:pt x="5604147" y="70504"/>
                </a:cubicBezTo>
                <a:cubicBezTo>
                  <a:pt x="5592090" y="80974"/>
                  <a:pt x="5585167" y="99114"/>
                  <a:pt x="5585167" y="120132"/>
                </a:cubicBezTo>
                <a:cubicBezTo>
                  <a:pt x="5585167" y="155509"/>
                  <a:pt x="5603635" y="177543"/>
                  <a:pt x="5633127" y="177543"/>
                </a:cubicBezTo>
                <a:cubicBezTo>
                  <a:pt x="5657492" y="177543"/>
                  <a:pt x="5676726" y="162429"/>
                  <a:pt x="5687500" y="134746"/>
                </a:cubicBezTo>
                <a:lnTo>
                  <a:pt x="5683395" y="132951"/>
                </a:lnTo>
                <a:moveTo>
                  <a:pt x="5604147" y="95783"/>
                </a:moveTo>
                <a:cubicBezTo>
                  <a:pt x="5606965" y="75868"/>
                  <a:pt x="5615688" y="66419"/>
                  <a:pt x="5631330" y="66419"/>
                </a:cubicBezTo>
                <a:cubicBezTo>
                  <a:pt x="5646976" y="66419"/>
                  <a:pt x="5653132" y="73570"/>
                  <a:pt x="5656466" y="95783"/>
                </a:cubicBezTo>
                <a:lnTo>
                  <a:pt x="5604147" y="95783"/>
                </a:lnTo>
                <a:close/>
                <a:moveTo>
                  <a:pt x="5696731" y="73081"/>
                </a:moveTo>
                <a:cubicBezTo>
                  <a:pt x="5698269" y="72311"/>
                  <a:pt x="5700836" y="72057"/>
                  <a:pt x="5703658" y="72057"/>
                </a:cubicBezTo>
                <a:cubicBezTo>
                  <a:pt x="5710839" y="72057"/>
                  <a:pt x="5713144" y="75900"/>
                  <a:pt x="5713144" y="88449"/>
                </a:cubicBezTo>
                <a:lnTo>
                  <a:pt x="5713144" y="151987"/>
                </a:lnTo>
                <a:cubicBezTo>
                  <a:pt x="5713144" y="166589"/>
                  <a:pt x="5710322" y="170174"/>
                  <a:pt x="5697244" y="171198"/>
                </a:cubicBezTo>
                <a:lnTo>
                  <a:pt x="5697244" y="175041"/>
                </a:lnTo>
                <a:lnTo>
                  <a:pt x="5751617" y="175041"/>
                </a:lnTo>
                <a:lnTo>
                  <a:pt x="5751617" y="171198"/>
                </a:lnTo>
                <a:cubicBezTo>
                  <a:pt x="5738534" y="170174"/>
                  <a:pt x="5734687" y="167101"/>
                  <a:pt x="5734687" y="157879"/>
                </a:cubicBezTo>
                <a:lnTo>
                  <a:pt x="5734687" y="85888"/>
                </a:lnTo>
                <a:cubicBezTo>
                  <a:pt x="5746999" y="74359"/>
                  <a:pt x="5752642" y="71286"/>
                  <a:pt x="5761107" y="71286"/>
                </a:cubicBezTo>
                <a:cubicBezTo>
                  <a:pt x="5773673" y="71286"/>
                  <a:pt x="5779829" y="79227"/>
                  <a:pt x="5779829" y="96135"/>
                </a:cubicBezTo>
                <a:lnTo>
                  <a:pt x="5779829" y="149680"/>
                </a:lnTo>
                <a:cubicBezTo>
                  <a:pt x="5779829" y="165819"/>
                  <a:pt x="5776495" y="170174"/>
                  <a:pt x="5763670" y="171198"/>
                </a:cubicBezTo>
                <a:lnTo>
                  <a:pt x="5763670" y="175041"/>
                </a:lnTo>
                <a:lnTo>
                  <a:pt x="5817018" y="175041"/>
                </a:lnTo>
                <a:lnTo>
                  <a:pt x="5817018" y="171198"/>
                </a:lnTo>
                <a:cubicBezTo>
                  <a:pt x="5804448" y="169920"/>
                  <a:pt x="5801372" y="166843"/>
                  <a:pt x="5801372" y="154293"/>
                </a:cubicBezTo>
                <a:lnTo>
                  <a:pt x="5801372" y="95623"/>
                </a:lnTo>
                <a:cubicBezTo>
                  <a:pt x="5801372" y="71544"/>
                  <a:pt x="5790086" y="57193"/>
                  <a:pt x="5771110" y="57193"/>
                </a:cubicBezTo>
                <a:cubicBezTo>
                  <a:pt x="5759311" y="57193"/>
                  <a:pt x="5751359" y="61552"/>
                  <a:pt x="5733920" y="77948"/>
                </a:cubicBezTo>
                <a:lnTo>
                  <a:pt x="5733920" y="57709"/>
                </a:lnTo>
                <a:lnTo>
                  <a:pt x="5732124" y="57193"/>
                </a:lnTo>
                <a:cubicBezTo>
                  <a:pt x="5719558" y="61806"/>
                  <a:pt x="5710839" y="64625"/>
                  <a:pt x="5696731" y="68726"/>
                </a:cubicBezTo>
                <a:lnTo>
                  <a:pt x="5696731" y="73081"/>
                </a:lnTo>
                <a:close/>
                <a:moveTo>
                  <a:pt x="5886262" y="59695"/>
                </a:moveTo>
                <a:lnTo>
                  <a:pt x="5860359" y="59695"/>
                </a:lnTo>
                <a:lnTo>
                  <a:pt x="5860359" y="29974"/>
                </a:lnTo>
                <a:cubicBezTo>
                  <a:pt x="5860359" y="27414"/>
                  <a:pt x="5860105" y="26643"/>
                  <a:pt x="5858563" y="26643"/>
                </a:cubicBezTo>
                <a:cubicBezTo>
                  <a:pt x="5856771" y="28950"/>
                  <a:pt x="5855229" y="31257"/>
                  <a:pt x="5853436" y="33817"/>
                </a:cubicBezTo>
                <a:cubicBezTo>
                  <a:pt x="5843688" y="47911"/>
                  <a:pt x="5832660" y="60211"/>
                  <a:pt x="5828559" y="61235"/>
                </a:cubicBezTo>
                <a:cubicBezTo>
                  <a:pt x="5825737" y="63026"/>
                  <a:pt x="5824195" y="64820"/>
                  <a:pt x="5824195" y="66102"/>
                </a:cubicBezTo>
                <a:cubicBezTo>
                  <a:pt x="5824195" y="66872"/>
                  <a:pt x="5824453" y="67385"/>
                  <a:pt x="5825224" y="67897"/>
                </a:cubicBezTo>
                <a:lnTo>
                  <a:pt x="5838816" y="67897"/>
                </a:lnTo>
                <a:lnTo>
                  <a:pt x="5838816" y="145008"/>
                </a:lnTo>
                <a:cubicBezTo>
                  <a:pt x="5838816" y="166526"/>
                  <a:pt x="5846510" y="177543"/>
                  <a:pt x="5861643" y="177543"/>
                </a:cubicBezTo>
                <a:cubicBezTo>
                  <a:pt x="5874209" y="177543"/>
                  <a:pt x="5883953" y="171398"/>
                  <a:pt x="5892418" y="158074"/>
                </a:cubicBezTo>
                <a:lnTo>
                  <a:pt x="5889084" y="155255"/>
                </a:lnTo>
                <a:cubicBezTo>
                  <a:pt x="5883699" y="161659"/>
                  <a:pt x="5879339" y="164224"/>
                  <a:pt x="5873696" y="164224"/>
                </a:cubicBezTo>
                <a:cubicBezTo>
                  <a:pt x="5864206" y="164224"/>
                  <a:pt x="5860359" y="157304"/>
                  <a:pt x="5860359" y="141165"/>
                </a:cubicBezTo>
                <a:lnTo>
                  <a:pt x="5860359" y="67897"/>
                </a:lnTo>
                <a:lnTo>
                  <a:pt x="5886262" y="67897"/>
                </a:lnTo>
                <a:lnTo>
                  <a:pt x="5886262" y="59695"/>
                </a:lnTo>
                <a:close/>
                <a:moveTo>
                  <a:pt x="5937044" y="57193"/>
                </a:moveTo>
                <a:lnTo>
                  <a:pt x="5897291" y="71204"/>
                </a:lnTo>
                <a:lnTo>
                  <a:pt x="5897291" y="75051"/>
                </a:lnTo>
                <a:lnTo>
                  <a:pt x="5899346" y="74793"/>
                </a:lnTo>
                <a:cubicBezTo>
                  <a:pt x="5902422" y="74281"/>
                  <a:pt x="5905756" y="74023"/>
                  <a:pt x="5908065" y="74023"/>
                </a:cubicBezTo>
                <a:cubicBezTo>
                  <a:pt x="5914221" y="74023"/>
                  <a:pt x="5916526" y="78124"/>
                  <a:pt x="5916526" y="89407"/>
                </a:cubicBezTo>
                <a:lnTo>
                  <a:pt x="5916526" y="148894"/>
                </a:lnTo>
                <a:cubicBezTo>
                  <a:pt x="5916526" y="167355"/>
                  <a:pt x="5913962" y="170174"/>
                  <a:pt x="5896266" y="171198"/>
                </a:cubicBezTo>
                <a:lnTo>
                  <a:pt x="5896266" y="175041"/>
                </a:lnTo>
                <a:lnTo>
                  <a:pt x="5957049" y="175041"/>
                </a:lnTo>
                <a:lnTo>
                  <a:pt x="5957049" y="171198"/>
                </a:lnTo>
                <a:cubicBezTo>
                  <a:pt x="5940124" y="169920"/>
                  <a:pt x="5938069" y="167355"/>
                  <a:pt x="5938069" y="148894"/>
                </a:cubicBezTo>
                <a:lnTo>
                  <a:pt x="5938069" y="57963"/>
                </a:lnTo>
                <a:lnTo>
                  <a:pt x="5937044" y="57193"/>
                </a:lnTo>
                <a:moveTo>
                  <a:pt x="5924990" y="145"/>
                </a:moveTo>
                <a:cubicBezTo>
                  <a:pt x="5918068" y="145"/>
                  <a:pt x="5912166" y="6040"/>
                  <a:pt x="5912166" y="13214"/>
                </a:cubicBezTo>
                <a:cubicBezTo>
                  <a:pt x="5912166" y="20388"/>
                  <a:pt x="5917809" y="26280"/>
                  <a:pt x="5924990" y="26280"/>
                </a:cubicBezTo>
                <a:cubicBezTo>
                  <a:pt x="5932430" y="26280"/>
                  <a:pt x="5938327" y="20642"/>
                  <a:pt x="5938327" y="13214"/>
                </a:cubicBezTo>
                <a:cubicBezTo>
                  <a:pt x="5938327" y="6040"/>
                  <a:pt x="5932430" y="145"/>
                  <a:pt x="5924990" y="145"/>
                </a:cubicBezTo>
                <a:close/>
                <a:moveTo>
                  <a:pt x="6065539" y="135031"/>
                </a:moveTo>
                <a:cubicBezTo>
                  <a:pt x="6053227" y="152953"/>
                  <a:pt x="6043995" y="159098"/>
                  <a:pt x="6029374" y="159098"/>
                </a:cubicBezTo>
                <a:cubicBezTo>
                  <a:pt x="6006035" y="159098"/>
                  <a:pt x="5989622" y="138616"/>
                  <a:pt x="5989622" y="109174"/>
                </a:cubicBezTo>
                <a:cubicBezTo>
                  <a:pt x="5989622" y="82804"/>
                  <a:pt x="6003730" y="64625"/>
                  <a:pt x="6024502" y="64625"/>
                </a:cubicBezTo>
                <a:cubicBezTo>
                  <a:pt x="6033734" y="64625"/>
                  <a:pt x="6037068" y="67439"/>
                  <a:pt x="6039636" y="76912"/>
                </a:cubicBezTo>
                <a:lnTo>
                  <a:pt x="6041173" y="82546"/>
                </a:lnTo>
                <a:cubicBezTo>
                  <a:pt x="6043224" y="89716"/>
                  <a:pt x="6047842" y="94325"/>
                  <a:pt x="6053227" y="94325"/>
                </a:cubicBezTo>
                <a:cubicBezTo>
                  <a:pt x="6059895" y="94325"/>
                  <a:pt x="6065539" y="89458"/>
                  <a:pt x="6065539" y="83570"/>
                </a:cubicBezTo>
                <a:cubicBezTo>
                  <a:pt x="6065539" y="69234"/>
                  <a:pt x="6047584" y="57193"/>
                  <a:pt x="6026040" y="57193"/>
                </a:cubicBezTo>
                <a:cubicBezTo>
                  <a:pt x="6013474" y="57193"/>
                  <a:pt x="6000395" y="62318"/>
                  <a:pt x="5989880" y="71537"/>
                </a:cubicBezTo>
                <a:cubicBezTo>
                  <a:pt x="5977056" y="82804"/>
                  <a:pt x="5969875" y="100213"/>
                  <a:pt x="5969875" y="120437"/>
                </a:cubicBezTo>
                <a:cubicBezTo>
                  <a:pt x="5969875" y="153723"/>
                  <a:pt x="5990134" y="177543"/>
                  <a:pt x="6018605" y="177543"/>
                </a:cubicBezTo>
                <a:cubicBezTo>
                  <a:pt x="6030145" y="177543"/>
                  <a:pt x="6040403" y="173446"/>
                  <a:pt x="6049638" y="165502"/>
                </a:cubicBezTo>
                <a:cubicBezTo>
                  <a:pt x="6056561" y="159352"/>
                  <a:pt x="6061433" y="152440"/>
                  <a:pt x="6069127" y="137334"/>
                </a:cubicBezTo>
                <a:lnTo>
                  <a:pt x="6065539" y="135031"/>
                </a:lnTo>
                <a:close/>
                <a:moveTo>
                  <a:pt x="6190694" y="158078"/>
                </a:moveTo>
                <a:cubicBezTo>
                  <a:pt x="6186334" y="161659"/>
                  <a:pt x="6183258" y="162941"/>
                  <a:pt x="6179411" y="162941"/>
                </a:cubicBezTo>
                <a:cubicBezTo>
                  <a:pt x="6173514" y="162941"/>
                  <a:pt x="6171717" y="159356"/>
                  <a:pt x="6171717" y="148093"/>
                </a:cubicBezTo>
                <a:lnTo>
                  <a:pt x="6171717" y="98164"/>
                </a:lnTo>
                <a:cubicBezTo>
                  <a:pt x="6171717" y="84849"/>
                  <a:pt x="6170434" y="77424"/>
                  <a:pt x="6166587" y="71279"/>
                </a:cubicBezTo>
                <a:cubicBezTo>
                  <a:pt x="6160944" y="62064"/>
                  <a:pt x="6149915" y="57193"/>
                  <a:pt x="6134786" y="57193"/>
                </a:cubicBezTo>
                <a:cubicBezTo>
                  <a:pt x="6110675" y="57193"/>
                  <a:pt x="6091699" y="69742"/>
                  <a:pt x="6091699" y="85873"/>
                </a:cubicBezTo>
                <a:cubicBezTo>
                  <a:pt x="6091699" y="91764"/>
                  <a:pt x="6096826" y="96882"/>
                  <a:pt x="6102727" y="96882"/>
                </a:cubicBezTo>
                <a:cubicBezTo>
                  <a:pt x="6108879" y="96882"/>
                  <a:pt x="6114268" y="91764"/>
                  <a:pt x="6114268" y="86131"/>
                </a:cubicBezTo>
                <a:cubicBezTo>
                  <a:pt x="6114268" y="85107"/>
                  <a:pt x="6114010" y="83824"/>
                  <a:pt x="6113755" y="82034"/>
                </a:cubicBezTo>
                <a:cubicBezTo>
                  <a:pt x="6113243" y="79731"/>
                  <a:pt x="6112984" y="77682"/>
                  <a:pt x="6112984" y="75888"/>
                </a:cubicBezTo>
                <a:cubicBezTo>
                  <a:pt x="6112984" y="68976"/>
                  <a:pt x="6121191" y="63342"/>
                  <a:pt x="6131452" y="63342"/>
                </a:cubicBezTo>
                <a:cubicBezTo>
                  <a:pt x="6144018" y="63342"/>
                  <a:pt x="6150941" y="70766"/>
                  <a:pt x="6150941" y="84594"/>
                </a:cubicBezTo>
                <a:lnTo>
                  <a:pt x="6150941" y="100213"/>
                </a:lnTo>
                <a:cubicBezTo>
                  <a:pt x="6111446" y="116086"/>
                  <a:pt x="6107087" y="118134"/>
                  <a:pt x="6096059" y="127865"/>
                </a:cubicBezTo>
                <a:cubicBezTo>
                  <a:pt x="6090416" y="132987"/>
                  <a:pt x="6086823" y="141689"/>
                  <a:pt x="6086823" y="150138"/>
                </a:cubicBezTo>
                <a:cubicBezTo>
                  <a:pt x="6086823" y="166272"/>
                  <a:pt x="6098109" y="177543"/>
                  <a:pt x="6113755" y="177543"/>
                </a:cubicBezTo>
                <a:cubicBezTo>
                  <a:pt x="6125038" y="177543"/>
                  <a:pt x="6135553" y="172164"/>
                  <a:pt x="6151199" y="158840"/>
                </a:cubicBezTo>
                <a:cubicBezTo>
                  <a:pt x="6152483" y="172164"/>
                  <a:pt x="6157097" y="177543"/>
                  <a:pt x="6167612" y="177543"/>
                </a:cubicBezTo>
                <a:cubicBezTo>
                  <a:pt x="6176331" y="177543"/>
                  <a:pt x="6181720" y="174471"/>
                  <a:pt x="6190694" y="164736"/>
                </a:cubicBezTo>
                <a:lnTo>
                  <a:pt x="6190694" y="158078"/>
                </a:lnTo>
                <a:moveTo>
                  <a:pt x="6150941" y="143468"/>
                </a:moveTo>
                <a:cubicBezTo>
                  <a:pt x="6150941" y="151412"/>
                  <a:pt x="6149661" y="153719"/>
                  <a:pt x="6144272" y="156792"/>
                </a:cubicBezTo>
                <a:cubicBezTo>
                  <a:pt x="6138120" y="160381"/>
                  <a:pt x="6130939" y="162683"/>
                  <a:pt x="6125550" y="162683"/>
                </a:cubicBezTo>
                <a:cubicBezTo>
                  <a:pt x="6116577" y="162683"/>
                  <a:pt x="6109396" y="153973"/>
                  <a:pt x="6109396" y="142956"/>
                </a:cubicBezTo>
                <a:lnTo>
                  <a:pt x="6109396" y="141932"/>
                </a:lnTo>
                <a:cubicBezTo>
                  <a:pt x="6109396" y="126813"/>
                  <a:pt x="6119907" y="117591"/>
                  <a:pt x="6150941" y="106316"/>
                </a:cubicBezTo>
                <a:lnTo>
                  <a:pt x="6150941" y="143468"/>
                </a:lnTo>
                <a:close/>
                <a:moveTo>
                  <a:pt x="6256607" y="59695"/>
                </a:moveTo>
                <a:lnTo>
                  <a:pt x="6230704" y="59695"/>
                </a:lnTo>
                <a:lnTo>
                  <a:pt x="6230704" y="29974"/>
                </a:lnTo>
                <a:cubicBezTo>
                  <a:pt x="6230704" y="27414"/>
                  <a:pt x="6230450" y="26643"/>
                  <a:pt x="6228908" y="26643"/>
                </a:cubicBezTo>
                <a:cubicBezTo>
                  <a:pt x="6227115" y="28950"/>
                  <a:pt x="6225574" y="31257"/>
                  <a:pt x="6223781" y="33817"/>
                </a:cubicBezTo>
                <a:cubicBezTo>
                  <a:pt x="6214033" y="47911"/>
                  <a:pt x="6203005" y="60211"/>
                  <a:pt x="6198903" y="61235"/>
                </a:cubicBezTo>
                <a:cubicBezTo>
                  <a:pt x="6196082" y="63026"/>
                  <a:pt x="6194540" y="64820"/>
                  <a:pt x="6194540" y="66102"/>
                </a:cubicBezTo>
                <a:cubicBezTo>
                  <a:pt x="6194540" y="66872"/>
                  <a:pt x="6194798" y="67385"/>
                  <a:pt x="6195569" y="67897"/>
                </a:cubicBezTo>
                <a:lnTo>
                  <a:pt x="6209161" y="67897"/>
                </a:lnTo>
                <a:lnTo>
                  <a:pt x="6209161" y="145008"/>
                </a:lnTo>
                <a:cubicBezTo>
                  <a:pt x="6209161" y="166526"/>
                  <a:pt x="6216854" y="177543"/>
                  <a:pt x="6231988" y="177543"/>
                </a:cubicBezTo>
                <a:cubicBezTo>
                  <a:pt x="6244554" y="177543"/>
                  <a:pt x="6254298" y="171398"/>
                  <a:pt x="6262763" y="158074"/>
                </a:cubicBezTo>
                <a:lnTo>
                  <a:pt x="6259429" y="155255"/>
                </a:lnTo>
                <a:cubicBezTo>
                  <a:pt x="6254044" y="161659"/>
                  <a:pt x="6249684" y="164224"/>
                  <a:pt x="6244041" y="164224"/>
                </a:cubicBezTo>
                <a:cubicBezTo>
                  <a:pt x="6234551" y="164224"/>
                  <a:pt x="6230704" y="157304"/>
                  <a:pt x="6230704" y="141165"/>
                </a:cubicBezTo>
                <a:lnTo>
                  <a:pt x="6230704" y="67897"/>
                </a:lnTo>
                <a:lnTo>
                  <a:pt x="6256607" y="67897"/>
                </a:lnTo>
                <a:lnTo>
                  <a:pt x="6256607" y="59695"/>
                </a:lnTo>
                <a:close/>
                <a:moveTo>
                  <a:pt x="6367147" y="132951"/>
                </a:moveTo>
                <a:cubicBezTo>
                  <a:pt x="6354839" y="152433"/>
                  <a:pt x="6343807" y="159868"/>
                  <a:pt x="6327394" y="159868"/>
                </a:cubicBezTo>
                <a:cubicBezTo>
                  <a:pt x="6312778" y="159868"/>
                  <a:pt x="6301749" y="152433"/>
                  <a:pt x="6294310" y="137823"/>
                </a:cubicBezTo>
                <a:cubicBezTo>
                  <a:pt x="6289692" y="128080"/>
                  <a:pt x="6287900" y="119620"/>
                  <a:pt x="6287387" y="103982"/>
                </a:cubicBezTo>
                <a:lnTo>
                  <a:pt x="6366380" y="103982"/>
                </a:lnTo>
                <a:cubicBezTo>
                  <a:pt x="6364325" y="87358"/>
                  <a:pt x="6361762" y="79954"/>
                  <a:pt x="6355352" y="71783"/>
                </a:cubicBezTo>
                <a:cubicBezTo>
                  <a:pt x="6347654" y="62576"/>
                  <a:pt x="6335859" y="57193"/>
                  <a:pt x="6322522" y="57193"/>
                </a:cubicBezTo>
                <a:cubicBezTo>
                  <a:pt x="6309698" y="57193"/>
                  <a:pt x="6297644" y="61806"/>
                  <a:pt x="6287900" y="70504"/>
                </a:cubicBezTo>
                <a:cubicBezTo>
                  <a:pt x="6275843" y="80974"/>
                  <a:pt x="6268920" y="99114"/>
                  <a:pt x="6268920" y="120132"/>
                </a:cubicBezTo>
                <a:cubicBezTo>
                  <a:pt x="6268920" y="155509"/>
                  <a:pt x="6287387" y="177543"/>
                  <a:pt x="6316879" y="177543"/>
                </a:cubicBezTo>
                <a:cubicBezTo>
                  <a:pt x="6341244" y="177543"/>
                  <a:pt x="6360478" y="162429"/>
                  <a:pt x="6371252" y="134746"/>
                </a:cubicBezTo>
                <a:lnTo>
                  <a:pt x="6367147" y="132951"/>
                </a:lnTo>
                <a:moveTo>
                  <a:pt x="6287900" y="95783"/>
                </a:moveTo>
                <a:cubicBezTo>
                  <a:pt x="6290717" y="75868"/>
                  <a:pt x="6299441" y="66419"/>
                  <a:pt x="6315083" y="66419"/>
                </a:cubicBezTo>
                <a:cubicBezTo>
                  <a:pt x="6330728" y="66419"/>
                  <a:pt x="6336884" y="73570"/>
                  <a:pt x="6340219" y="95783"/>
                </a:cubicBezTo>
                <a:lnTo>
                  <a:pt x="6287900" y="95783"/>
                </a:lnTo>
                <a:close/>
                <a:moveTo>
                  <a:pt x="6464607" y="177543"/>
                </a:moveTo>
                <a:lnTo>
                  <a:pt x="6502309" y="164224"/>
                </a:lnTo>
                <a:lnTo>
                  <a:pt x="6502309" y="160126"/>
                </a:lnTo>
                <a:cubicBezTo>
                  <a:pt x="6497691" y="160381"/>
                  <a:pt x="6497178" y="160381"/>
                  <a:pt x="6496407" y="160381"/>
                </a:cubicBezTo>
                <a:cubicBezTo>
                  <a:pt x="6487176" y="160381"/>
                  <a:pt x="6485125" y="157566"/>
                  <a:pt x="6485125" y="145786"/>
                </a:cubicBezTo>
                <a:lnTo>
                  <a:pt x="6485125" y="571"/>
                </a:lnTo>
                <a:lnTo>
                  <a:pt x="6483841" y="59"/>
                </a:lnTo>
                <a:cubicBezTo>
                  <a:pt x="6471530" y="4414"/>
                  <a:pt x="6462556" y="6975"/>
                  <a:pt x="6446139" y="11334"/>
                </a:cubicBezTo>
                <a:lnTo>
                  <a:pt x="6446139" y="15431"/>
                </a:lnTo>
                <a:cubicBezTo>
                  <a:pt x="6448194" y="15177"/>
                  <a:pt x="6449732" y="15177"/>
                  <a:pt x="6451782" y="15177"/>
                </a:cubicBezTo>
                <a:cubicBezTo>
                  <a:pt x="6461273" y="15177"/>
                  <a:pt x="6463581" y="17738"/>
                  <a:pt x="6463581" y="28242"/>
                </a:cubicBezTo>
                <a:lnTo>
                  <a:pt x="6463581" y="68210"/>
                </a:lnTo>
                <a:cubicBezTo>
                  <a:pt x="6453833" y="60011"/>
                  <a:pt x="6446910" y="57193"/>
                  <a:pt x="6436649" y="57193"/>
                </a:cubicBezTo>
                <a:cubicBezTo>
                  <a:pt x="6407158" y="57193"/>
                  <a:pt x="6383305" y="86131"/>
                  <a:pt x="6383305" y="122489"/>
                </a:cubicBezTo>
                <a:cubicBezTo>
                  <a:pt x="6383305" y="155259"/>
                  <a:pt x="6402540" y="177543"/>
                  <a:pt x="6430752" y="177543"/>
                </a:cubicBezTo>
                <a:cubicBezTo>
                  <a:pt x="6445114" y="177543"/>
                  <a:pt x="6454862" y="172422"/>
                  <a:pt x="6463581" y="160381"/>
                </a:cubicBezTo>
                <a:lnTo>
                  <a:pt x="6463581" y="176777"/>
                </a:lnTo>
                <a:lnTo>
                  <a:pt x="6464607" y="177543"/>
                </a:lnTo>
                <a:moveTo>
                  <a:pt x="6463581" y="148859"/>
                </a:moveTo>
                <a:cubicBezTo>
                  <a:pt x="6463581" y="150654"/>
                  <a:pt x="6461785" y="153727"/>
                  <a:pt x="6459222" y="156541"/>
                </a:cubicBezTo>
                <a:cubicBezTo>
                  <a:pt x="6454604" y="161663"/>
                  <a:pt x="6448194" y="164224"/>
                  <a:pt x="6440754" y="164224"/>
                </a:cubicBezTo>
                <a:cubicBezTo>
                  <a:pt x="6419469" y="164224"/>
                  <a:pt x="6405361" y="143738"/>
                  <a:pt x="6405361" y="112246"/>
                </a:cubicBezTo>
                <a:cubicBezTo>
                  <a:pt x="6405361" y="83316"/>
                  <a:pt x="6417927" y="64370"/>
                  <a:pt x="6437420" y="64370"/>
                </a:cubicBezTo>
                <a:cubicBezTo>
                  <a:pt x="6451015" y="64370"/>
                  <a:pt x="6463581" y="76400"/>
                  <a:pt x="6463581" y="89970"/>
                </a:cubicBezTo>
                <a:lnTo>
                  <a:pt x="6463581" y="148859"/>
                </a:lnTo>
                <a:close/>
                <a:moveTo>
                  <a:pt x="6681835" y="158078"/>
                </a:moveTo>
                <a:cubicBezTo>
                  <a:pt x="6677475" y="161659"/>
                  <a:pt x="6674399" y="162941"/>
                  <a:pt x="6670552" y="162941"/>
                </a:cubicBezTo>
                <a:cubicBezTo>
                  <a:pt x="6664655" y="162941"/>
                  <a:pt x="6662859" y="159356"/>
                  <a:pt x="6662859" y="148093"/>
                </a:cubicBezTo>
                <a:lnTo>
                  <a:pt x="6662859" y="98164"/>
                </a:lnTo>
                <a:cubicBezTo>
                  <a:pt x="6662859" y="84849"/>
                  <a:pt x="6661575" y="77424"/>
                  <a:pt x="6657728" y="71279"/>
                </a:cubicBezTo>
                <a:cubicBezTo>
                  <a:pt x="6652085" y="62064"/>
                  <a:pt x="6641057" y="57193"/>
                  <a:pt x="6625928" y="57193"/>
                </a:cubicBezTo>
                <a:cubicBezTo>
                  <a:pt x="6601817" y="57193"/>
                  <a:pt x="6582841" y="69742"/>
                  <a:pt x="6582841" y="85873"/>
                </a:cubicBezTo>
                <a:cubicBezTo>
                  <a:pt x="6582841" y="91764"/>
                  <a:pt x="6587967" y="96882"/>
                  <a:pt x="6593869" y="96882"/>
                </a:cubicBezTo>
                <a:cubicBezTo>
                  <a:pt x="6600021" y="96882"/>
                  <a:pt x="6605409" y="91764"/>
                  <a:pt x="6605409" y="86131"/>
                </a:cubicBezTo>
                <a:cubicBezTo>
                  <a:pt x="6605409" y="85107"/>
                  <a:pt x="6605151" y="83824"/>
                  <a:pt x="6604897" y="82034"/>
                </a:cubicBezTo>
                <a:cubicBezTo>
                  <a:pt x="6604384" y="79731"/>
                  <a:pt x="6604126" y="77682"/>
                  <a:pt x="6604126" y="75888"/>
                </a:cubicBezTo>
                <a:cubicBezTo>
                  <a:pt x="6604126" y="68976"/>
                  <a:pt x="6612332" y="63342"/>
                  <a:pt x="6622593" y="63342"/>
                </a:cubicBezTo>
                <a:cubicBezTo>
                  <a:pt x="6635159" y="63342"/>
                  <a:pt x="6642082" y="70766"/>
                  <a:pt x="6642082" y="84594"/>
                </a:cubicBezTo>
                <a:lnTo>
                  <a:pt x="6642082" y="100213"/>
                </a:lnTo>
                <a:cubicBezTo>
                  <a:pt x="6602588" y="116086"/>
                  <a:pt x="6598228" y="118134"/>
                  <a:pt x="6587200" y="127865"/>
                </a:cubicBezTo>
                <a:cubicBezTo>
                  <a:pt x="6581557" y="132987"/>
                  <a:pt x="6577964" y="141689"/>
                  <a:pt x="6577964" y="150138"/>
                </a:cubicBezTo>
                <a:cubicBezTo>
                  <a:pt x="6577964" y="166272"/>
                  <a:pt x="6589251" y="177543"/>
                  <a:pt x="6604897" y="177543"/>
                </a:cubicBezTo>
                <a:cubicBezTo>
                  <a:pt x="6616179" y="177543"/>
                  <a:pt x="6626695" y="172164"/>
                  <a:pt x="6642340" y="158840"/>
                </a:cubicBezTo>
                <a:cubicBezTo>
                  <a:pt x="6643624" y="172164"/>
                  <a:pt x="6648238" y="177543"/>
                  <a:pt x="6658753" y="177543"/>
                </a:cubicBezTo>
                <a:cubicBezTo>
                  <a:pt x="6667473" y="177543"/>
                  <a:pt x="6672861" y="174471"/>
                  <a:pt x="6681835" y="164736"/>
                </a:cubicBezTo>
                <a:lnTo>
                  <a:pt x="6681835" y="158078"/>
                </a:lnTo>
                <a:moveTo>
                  <a:pt x="6642082" y="143468"/>
                </a:moveTo>
                <a:cubicBezTo>
                  <a:pt x="6642082" y="151412"/>
                  <a:pt x="6640802" y="153719"/>
                  <a:pt x="6635414" y="156792"/>
                </a:cubicBezTo>
                <a:cubicBezTo>
                  <a:pt x="6629262" y="160381"/>
                  <a:pt x="6622081" y="162683"/>
                  <a:pt x="6616692" y="162683"/>
                </a:cubicBezTo>
                <a:cubicBezTo>
                  <a:pt x="6607718" y="162683"/>
                  <a:pt x="6600537" y="153973"/>
                  <a:pt x="6600537" y="142956"/>
                </a:cubicBezTo>
                <a:lnTo>
                  <a:pt x="6600537" y="141932"/>
                </a:lnTo>
                <a:cubicBezTo>
                  <a:pt x="6600537" y="126813"/>
                  <a:pt x="6611049" y="117591"/>
                  <a:pt x="6642082" y="106316"/>
                </a:cubicBezTo>
                <a:lnTo>
                  <a:pt x="6642082" y="143468"/>
                </a:lnTo>
                <a:close/>
                <a:moveTo>
                  <a:pt x="6763136" y="94540"/>
                </a:moveTo>
                <a:lnTo>
                  <a:pt x="6762111" y="59695"/>
                </a:lnTo>
                <a:lnTo>
                  <a:pt x="6759290" y="59695"/>
                </a:lnTo>
                <a:lnTo>
                  <a:pt x="6758777" y="60211"/>
                </a:lnTo>
                <a:cubicBezTo>
                  <a:pt x="6756468" y="62001"/>
                  <a:pt x="6756214" y="62259"/>
                  <a:pt x="6755188" y="62259"/>
                </a:cubicBezTo>
                <a:cubicBezTo>
                  <a:pt x="6753650" y="62259"/>
                  <a:pt x="6751083" y="61747"/>
                  <a:pt x="6748261" y="60465"/>
                </a:cubicBezTo>
                <a:cubicBezTo>
                  <a:pt x="6742618" y="58471"/>
                  <a:pt x="6736979" y="57443"/>
                  <a:pt x="6730311" y="57443"/>
                </a:cubicBezTo>
                <a:cubicBezTo>
                  <a:pt x="6710047" y="57443"/>
                  <a:pt x="6695430" y="70508"/>
                  <a:pt x="6695430" y="88946"/>
                </a:cubicBezTo>
                <a:cubicBezTo>
                  <a:pt x="6695430" y="103282"/>
                  <a:pt x="6703637" y="113525"/>
                  <a:pt x="6725438" y="125816"/>
                </a:cubicBezTo>
                <a:lnTo>
                  <a:pt x="6740313" y="134269"/>
                </a:lnTo>
                <a:cubicBezTo>
                  <a:pt x="6749287" y="139390"/>
                  <a:pt x="6753650" y="145536"/>
                  <a:pt x="6753650" y="153472"/>
                </a:cubicBezTo>
                <a:cubicBezTo>
                  <a:pt x="6753650" y="164740"/>
                  <a:pt x="6745440" y="171910"/>
                  <a:pt x="6732361" y="171910"/>
                </a:cubicBezTo>
                <a:cubicBezTo>
                  <a:pt x="6723642" y="171910"/>
                  <a:pt x="6715690" y="168579"/>
                  <a:pt x="6710818" y="162945"/>
                </a:cubicBezTo>
                <a:cubicBezTo>
                  <a:pt x="6705433" y="156545"/>
                  <a:pt x="6703124" y="150654"/>
                  <a:pt x="6699790" y="136059"/>
                </a:cubicBezTo>
                <a:lnTo>
                  <a:pt x="6695684" y="136059"/>
                </a:lnTo>
                <a:lnTo>
                  <a:pt x="6695684" y="176007"/>
                </a:lnTo>
                <a:lnTo>
                  <a:pt x="6699019" y="176007"/>
                </a:lnTo>
                <a:cubicBezTo>
                  <a:pt x="6700815" y="173446"/>
                  <a:pt x="6701840" y="172934"/>
                  <a:pt x="6704920" y="172934"/>
                </a:cubicBezTo>
                <a:cubicBezTo>
                  <a:pt x="6707229" y="172993"/>
                  <a:pt x="6710818" y="173505"/>
                  <a:pt x="6716715" y="175041"/>
                </a:cubicBezTo>
                <a:cubicBezTo>
                  <a:pt x="6723896" y="176519"/>
                  <a:pt x="6730823" y="177543"/>
                  <a:pt x="6735437" y="177543"/>
                </a:cubicBezTo>
                <a:cubicBezTo>
                  <a:pt x="6755188" y="177543"/>
                  <a:pt x="6771601" y="162691"/>
                  <a:pt x="6771601" y="144766"/>
                </a:cubicBezTo>
                <a:cubicBezTo>
                  <a:pt x="6771601" y="131962"/>
                  <a:pt x="6765445" y="123514"/>
                  <a:pt x="6750058" y="114295"/>
                </a:cubicBezTo>
                <a:lnTo>
                  <a:pt x="6722358" y="97906"/>
                </a:lnTo>
                <a:cubicBezTo>
                  <a:pt x="6715177" y="93809"/>
                  <a:pt x="6711330" y="87409"/>
                  <a:pt x="6711330" y="80493"/>
                </a:cubicBezTo>
                <a:cubicBezTo>
                  <a:pt x="6711330" y="70250"/>
                  <a:pt x="6719282" y="63080"/>
                  <a:pt x="6731078" y="63080"/>
                </a:cubicBezTo>
                <a:cubicBezTo>
                  <a:pt x="6745698" y="63080"/>
                  <a:pt x="6753392" y="71787"/>
                  <a:pt x="6759290" y="94579"/>
                </a:cubicBezTo>
                <a:lnTo>
                  <a:pt x="6763136" y="945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partoftheMAC’sinput.Thesequencenumberisusedsimilarlyto">
            <a:extLst xmlns:a="http://schemas.openxmlformats.org/drawingml/2006/main">
              <a:ext uri="{FF2B5EF4-FFF2-40B4-BE49-F238E27FC236}">
                <a16:creationId xmlns:a16="http://schemas.microsoft.com/office/drawing/2014/main" id="{52A50B8D-3E5F-4CD5-933B-BBBD7FF7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367" y="3136019"/>
            <a:ext cx="6783941" cy="230799"/>
          </a:xfrm>
          <a:custGeom xmlns:a="http://schemas.openxmlformats.org/drawingml/2006/main">
            <a:pathLst>
              <a:path w="6783941" h="230799">
                <a:moveTo>
                  <a:pt x="1014" y="74250"/>
                </a:moveTo>
                <a:cubicBezTo>
                  <a:pt x="3298" y="73996"/>
                  <a:pt x="5074" y="73996"/>
                  <a:pt x="7358" y="73996"/>
                </a:cubicBezTo>
                <a:cubicBezTo>
                  <a:pt x="15981" y="73996"/>
                  <a:pt x="17758" y="76556"/>
                  <a:pt x="17758" y="88598"/>
                </a:cubicBezTo>
                <a:lnTo>
                  <a:pt x="17758" y="208507"/>
                </a:lnTo>
                <a:cubicBezTo>
                  <a:pt x="17758" y="221831"/>
                  <a:pt x="14967" y="224649"/>
                  <a:pt x="0" y="226186"/>
                </a:cubicBezTo>
                <a:lnTo>
                  <a:pt x="0" y="230541"/>
                </a:lnTo>
                <a:lnTo>
                  <a:pt x="61385" y="230541"/>
                </a:lnTo>
                <a:lnTo>
                  <a:pt x="61385" y="225932"/>
                </a:lnTo>
                <a:cubicBezTo>
                  <a:pt x="42362" y="225674"/>
                  <a:pt x="39064" y="222855"/>
                  <a:pt x="39064" y="206712"/>
                </a:cubicBezTo>
                <a:lnTo>
                  <a:pt x="39064" y="166483"/>
                </a:lnTo>
                <a:cubicBezTo>
                  <a:pt x="47943" y="174936"/>
                  <a:pt x="54027" y="177497"/>
                  <a:pt x="64683" y="177497"/>
                </a:cubicBezTo>
                <a:cubicBezTo>
                  <a:pt x="94613" y="177497"/>
                  <a:pt x="117948" y="148816"/>
                  <a:pt x="117948" y="111691"/>
                </a:cubicBezTo>
                <a:cubicBezTo>
                  <a:pt x="117948" y="79946"/>
                  <a:pt x="100194" y="57146"/>
                  <a:pt x="75590" y="57146"/>
                </a:cubicBezTo>
                <a:cubicBezTo>
                  <a:pt x="61385" y="57146"/>
                  <a:pt x="50223" y="63553"/>
                  <a:pt x="39064" y="77385"/>
                </a:cubicBezTo>
                <a:lnTo>
                  <a:pt x="39064" y="57662"/>
                </a:lnTo>
                <a:lnTo>
                  <a:pt x="37543" y="57146"/>
                </a:lnTo>
                <a:cubicBezTo>
                  <a:pt x="23846" y="62529"/>
                  <a:pt x="14967" y="65860"/>
                  <a:pt x="1014" y="70215"/>
                </a:cubicBezTo>
                <a:lnTo>
                  <a:pt x="1014" y="74250"/>
                </a:lnTo>
                <a:moveTo>
                  <a:pt x="39064" y="89419"/>
                </a:moveTo>
                <a:cubicBezTo>
                  <a:pt x="39064" y="81737"/>
                  <a:pt x="53269" y="72522"/>
                  <a:pt x="64934" y="72522"/>
                </a:cubicBezTo>
                <a:cubicBezTo>
                  <a:pt x="83706" y="72522"/>
                  <a:pt x="96134" y="91979"/>
                  <a:pt x="96134" y="121680"/>
                </a:cubicBezTo>
                <a:cubicBezTo>
                  <a:pt x="96134" y="150099"/>
                  <a:pt x="83706" y="169298"/>
                  <a:pt x="65445" y="169298"/>
                </a:cubicBezTo>
                <a:cubicBezTo>
                  <a:pt x="53520" y="169298"/>
                  <a:pt x="39064" y="160083"/>
                  <a:pt x="39064" y="152401"/>
                </a:cubicBezTo>
                <a:lnTo>
                  <a:pt x="39064" y="89419"/>
                </a:lnTo>
                <a:close/>
                <a:moveTo>
                  <a:pt x="237671" y="158031"/>
                </a:moveTo>
                <a:cubicBezTo>
                  <a:pt x="233360" y="161612"/>
                  <a:pt x="230318" y="162894"/>
                  <a:pt x="226513" y="162894"/>
                </a:cubicBezTo>
                <a:cubicBezTo>
                  <a:pt x="220680" y="162894"/>
                  <a:pt x="218904" y="159309"/>
                  <a:pt x="218904" y="148046"/>
                </a:cubicBezTo>
                <a:lnTo>
                  <a:pt x="218904" y="98117"/>
                </a:lnTo>
                <a:cubicBezTo>
                  <a:pt x="218904" y="84802"/>
                  <a:pt x="217634" y="77377"/>
                  <a:pt x="213830" y="71232"/>
                </a:cubicBezTo>
                <a:cubicBezTo>
                  <a:pt x="208248" y="62017"/>
                  <a:pt x="197342" y="57146"/>
                  <a:pt x="182378" y="57146"/>
                </a:cubicBezTo>
                <a:cubicBezTo>
                  <a:pt x="158533" y="57146"/>
                  <a:pt x="139765" y="69695"/>
                  <a:pt x="139765" y="85826"/>
                </a:cubicBezTo>
                <a:cubicBezTo>
                  <a:pt x="139765" y="91718"/>
                  <a:pt x="144835" y="96835"/>
                  <a:pt x="150672" y="96835"/>
                </a:cubicBezTo>
                <a:cubicBezTo>
                  <a:pt x="156756" y="96835"/>
                  <a:pt x="162086" y="91718"/>
                  <a:pt x="162086" y="86084"/>
                </a:cubicBezTo>
                <a:cubicBezTo>
                  <a:pt x="162086" y="85060"/>
                  <a:pt x="161830" y="83777"/>
                  <a:pt x="161579" y="81987"/>
                </a:cubicBezTo>
                <a:cubicBezTo>
                  <a:pt x="161072" y="79684"/>
                  <a:pt x="160816" y="77635"/>
                  <a:pt x="160816" y="75841"/>
                </a:cubicBezTo>
                <a:cubicBezTo>
                  <a:pt x="160816" y="68929"/>
                  <a:pt x="168933" y="63295"/>
                  <a:pt x="179081" y="63295"/>
                </a:cubicBezTo>
                <a:cubicBezTo>
                  <a:pt x="191509" y="63295"/>
                  <a:pt x="198356" y="70719"/>
                  <a:pt x="198356" y="84547"/>
                </a:cubicBezTo>
                <a:lnTo>
                  <a:pt x="198356" y="100166"/>
                </a:lnTo>
                <a:cubicBezTo>
                  <a:pt x="159295" y="116039"/>
                  <a:pt x="154984" y="118087"/>
                  <a:pt x="144077" y="127818"/>
                </a:cubicBezTo>
                <a:cubicBezTo>
                  <a:pt x="138495" y="132940"/>
                  <a:pt x="134942" y="141642"/>
                  <a:pt x="134942" y="150091"/>
                </a:cubicBezTo>
                <a:cubicBezTo>
                  <a:pt x="134942" y="166225"/>
                  <a:pt x="146105" y="177497"/>
                  <a:pt x="161579" y="177497"/>
                </a:cubicBezTo>
                <a:cubicBezTo>
                  <a:pt x="172737" y="177497"/>
                  <a:pt x="183137" y="172117"/>
                  <a:pt x="198611" y="158793"/>
                </a:cubicBezTo>
                <a:cubicBezTo>
                  <a:pt x="199881" y="172117"/>
                  <a:pt x="204444" y="177497"/>
                  <a:pt x="214844" y="177497"/>
                </a:cubicBezTo>
                <a:cubicBezTo>
                  <a:pt x="223467" y="177497"/>
                  <a:pt x="228797" y="174424"/>
                  <a:pt x="237671" y="164689"/>
                </a:cubicBezTo>
                <a:lnTo>
                  <a:pt x="237671" y="158031"/>
                </a:lnTo>
                <a:moveTo>
                  <a:pt x="198356" y="143421"/>
                </a:moveTo>
                <a:cubicBezTo>
                  <a:pt x="198356" y="151365"/>
                  <a:pt x="197090" y="153672"/>
                  <a:pt x="191760" y="156745"/>
                </a:cubicBezTo>
                <a:cubicBezTo>
                  <a:pt x="185676" y="160334"/>
                  <a:pt x="178574" y="162636"/>
                  <a:pt x="173244" y="162636"/>
                </a:cubicBezTo>
                <a:cubicBezTo>
                  <a:pt x="164369" y="162636"/>
                  <a:pt x="157267" y="153926"/>
                  <a:pt x="157267" y="142909"/>
                </a:cubicBezTo>
                <a:lnTo>
                  <a:pt x="157267" y="141885"/>
                </a:lnTo>
                <a:cubicBezTo>
                  <a:pt x="157267" y="126766"/>
                  <a:pt x="167663" y="117544"/>
                  <a:pt x="198356" y="106269"/>
                </a:cubicBezTo>
                <a:lnTo>
                  <a:pt x="198356" y="143421"/>
                </a:lnTo>
                <a:close/>
                <a:moveTo>
                  <a:pt x="239956" y="75083"/>
                </a:moveTo>
                <a:cubicBezTo>
                  <a:pt x="243509" y="74312"/>
                  <a:pt x="245792" y="74054"/>
                  <a:pt x="248834" y="74054"/>
                </a:cubicBezTo>
                <a:cubicBezTo>
                  <a:pt x="255174" y="74054"/>
                  <a:pt x="257458" y="78155"/>
                  <a:pt x="257458" y="89427"/>
                </a:cubicBezTo>
                <a:lnTo>
                  <a:pt x="257458" y="153476"/>
                </a:lnTo>
                <a:cubicBezTo>
                  <a:pt x="257458" y="166284"/>
                  <a:pt x="255681" y="168078"/>
                  <a:pt x="239448" y="171151"/>
                </a:cubicBezTo>
                <a:lnTo>
                  <a:pt x="239448" y="174994"/>
                </a:lnTo>
                <a:lnTo>
                  <a:pt x="300327" y="174994"/>
                </a:lnTo>
                <a:lnTo>
                  <a:pt x="300327" y="171151"/>
                </a:lnTo>
                <a:cubicBezTo>
                  <a:pt x="283076" y="170385"/>
                  <a:pt x="278764" y="166542"/>
                  <a:pt x="278764" y="151940"/>
                </a:cubicBezTo>
                <a:lnTo>
                  <a:pt x="278764" y="94294"/>
                </a:lnTo>
                <a:cubicBezTo>
                  <a:pt x="278764" y="86096"/>
                  <a:pt x="289671" y="73288"/>
                  <a:pt x="296522" y="73288"/>
                </a:cubicBezTo>
                <a:cubicBezTo>
                  <a:pt x="298043" y="73288"/>
                  <a:pt x="300327" y="74570"/>
                  <a:pt x="303117" y="77131"/>
                </a:cubicBezTo>
                <a:cubicBezTo>
                  <a:pt x="307173" y="80716"/>
                  <a:pt x="309964" y="82253"/>
                  <a:pt x="313262" y="82253"/>
                </a:cubicBezTo>
                <a:cubicBezTo>
                  <a:pt x="319350" y="82253"/>
                  <a:pt x="323154" y="77897"/>
                  <a:pt x="323154" y="70727"/>
                </a:cubicBezTo>
                <a:cubicBezTo>
                  <a:pt x="323154" y="62271"/>
                  <a:pt x="317829" y="57146"/>
                  <a:pt x="309205" y="57146"/>
                </a:cubicBezTo>
                <a:cubicBezTo>
                  <a:pt x="298550" y="57146"/>
                  <a:pt x="291196" y="63041"/>
                  <a:pt x="278764" y="81228"/>
                </a:cubicBezTo>
                <a:lnTo>
                  <a:pt x="278764" y="57662"/>
                </a:lnTo>
                <a:lnTo>
                  <a:pt x="277499" y="57146"/>
                </a:lnTo>
                <a:cubicBezTo>
                  <a:pt x="264053" y="62783"/>
                  <a:pt x="254922" y="66114"/>
                  <a:pt x="239956" y="70981"/>
                </a:cubicBezTo>
                <a:lnTo>
                  <a:pt x="239956" y="75083"/>
                </a:lnTo>
                <a:close/>
                <a:moveTo>
                  <a:pt x="387328" y="59648"/>
                </a:moveTo>
                <a:lnTo>
                  <a:pt x="361710" y="59648"/>
                </a:lnTo>
                <a:lnTo>
                  <a:pt x="361710" y="29927"/>
                </a:lnTo>
                <a:cubicBezTo>
                  <a:pt x="361710" y="27367"/>
                  <a:pt x="361458" y="26597"/>
                  <a:pt x="359933" y="26597"/>
                </a:cubicBezTo>
                <a:cubicBezTo>
                  <a:pt x="358160" y="28903"/>
                  <a:pt x="356635" y="31210"/>
                  <a:pt x="354863" y="33771"/>
                </a:cubicBezTo>
                <a:cubicBezTo>
                  <a:pt x="345222" y="47864"/>
                  <a:pt x="334315" y="60164"/>
                  <a:pt x="330258" y="61188"/>
                </a:cubicBezTo>
                <a:cubicBezTo>
                  <a:pt x="327468" y="62979"/>
                  <a:pt x="325943" y="64773"/>
                  <a:pt x="325943" y="66055"/>
                </a:cubicBezTo>
                <a:cubicBezTo>
                  <a:pt x="325943" y="66826"/>
                  <a:pt x="326198" y="67338"/>
                  <a:pt x="326961" y="67850"/>
                </a:cubicBezTo>
                <a:lnTo>
                  <a:pt x="340403" y="67850"/>
                </a:lnTo>
                <a:lnTo>
                  <a:pt x="340403" y="144961"/>
                </a:lnTo>
                <a:cubicBezTo>
                  <a:pt x="340403" y="166479"/>
                  <a:pt x="348012" y="177497"/>
                  <a:pt x="362979" y="177497"/>
                </a:cubicBezTo>
                <a:cubicBezTo>
                  <a:pt x="375407" y="177497"/>
                  <a:pt x="385044" y="171351"/>
                  <a:pt x="393416" y="158027"/>
                </a:cubicBezTo>
                <a:lnTo>
                  <a:pt x="390119" y="155208"/>
                </a:lnTo>
                <a:cubicBezTo>
                  <a:pt x="384793" y="161612"/>
                  <a:pt x="380481" y="164177"/>
                  <a:pt x="374900" y="164177"/>
                </a:cubicBezTo>
                <a:cubicBezTo>
                  <a:pt x="365514" y="164177"/>
                  <a:pt x="361710" y="157257"/>
                  <a:pt x="361710" y="141118"/>
                </a:cubicBezTo>
                <a:lnTo>
                  <a:pt x="361710" y="67850"/>
                </a:lnTo>
                <a:lnTo>
                  <a:pt x="387328" y="67850"/>
                </a:lnTo>
                <a:lnTo>
                  <a:pt x="387328" y="59648"/>
                </a:lnTo>
                <a:close/>
                <a:moveTo>
                  <a:pt x="520753" y="57146"/>
                </a:moveTo>
                <a:cubicBezTo>
                  <a:pt x="487776" y="57146"/>
                  <a:pt x="464693" y="81733"/>
                  <a:pt x="464693" y="117067"/>
                </a:cubicBezTo>
                <a:cubicBezTo>
                  <a:pt x="464693" y="151631"/>
                  <a:pt x="488284" y="177497"/>
                  <a:pt x="520242" y="177497"/>
                </a:cubicBezTo>
                <a:cubicBezTo>
                  <a:pt x="552204" y="177497"/>
                  <a:pt x="576553" y="150353"/>
                  <a:pt x="576553" y="115018"/>
                </a:cubicBezTo>
                <a:cubicBezTo>
                  <a:pt x="576553" y="81475"/>
                  <a:pt x="553218" y="57146"/>
                  <a:pt x="520753" y="57146"/>
                </a:cubicBezTo>
                <a:moveTo>
                  <a:pt x="517455" y="64323"/>
                </a:moveTo>
                <a:cubicBezTo>
                  <a:pt x="538762" y="64323"/>
                  <a:pt x="553725" y="88903"/>
                  <a:pt x="553725" y="123979"/>
                </a:cubicBezTo>
                <a:cubicBezTo>
                  <a:pt x="553725" y="152913"/>
                  <a:pt x="542311" y="170323"/>
                  <a:pt x="523288" y="170323"/>
                </a:cubicBezTo>
                <a:cubicBezTo>
                  <a:pt x="513395" y="170323"/>
                  <a:pt x="504009" y="164181"/>
                  <a:pt x="498683" y="153938"/>
                </a:cubicBezTo>
                <a:cubicBezTo>
                  <a:pt x="491581" y="140622"/>
                  <a:pt x="487521" y="122701"/>
                  <a:pt x="487521" y="104521"/>
                </a:cubicBezTo>
                <a:cubicBezTo>
                  <a:pt x="487521" y="80196"/>
                  <a:pt x="499442" y="64323"/>
                  <a:pt x="517455" y="64323"/>
                </a:cubicBezTo>
                <a:close/>
                <a:moveTo>
                  <a:pt x="662542" y="59648"/>
                </a:moveTo>
                <a:lnTo>
                  <a:pt x="631342" y="59648"/>
                </a:lnTo>
                <a:lnTo>
                  <a:pt x="631342" y="30013"/>
                </a:lnTo>
                <a:cubicBezTo>
                  <a:pt x="631342" y="15192"/>
                  <a:pt x="636161" y="7276"/>
                  <a:pt x="645802" y="7276"/>
                </a:cubicBezTo>
                <a:cubicBezTo>
                  <a:pt x="651128" y="7276"/>
                  <a:pt x="654681" y="9829"/>
                  <a:pt x="659244" y="17237"/>
                </a:cubicBezTo>
                <a:cubicBezTo>
                  <a:pt x="663304" y="23879"/>
                  <a:pt x="666346" y="26436"/>
                  <a:pt x="670658" y="26436"/>
                </a:cubicBezTo>
                <a:cubicBezTo>
                  <a:pt x="676495" y="26436"/>
                  <a:pt x="681313" y="21835"/>
                  <a:pt x="681313" y="15959"/>
                </a:cubicBezTo>
                <a:cubicBezTo>
                  <a:pt x="681313" y="6760"/>
                  <a:pt x="670151" y="98"/>
                  <a:pt x="654933" y="98"/>
                </a:cubicBezTo>
                <a:cubicBezTo>
                  <a:pt x="639207" y="98"/>
                  <a:pt x="625761" y="7018"/>
                  <a:pt x="619166" y="18770"/>
                </a:cubicBezTo>
                <a:cubicBezTo>
                  <a:pt x="612575" y="30013"/>
                  <a:pt x="610543" y="39209"/>
                  <a:pt x="610291" y="59648"/>
                </a:cubicBezTo>
                <a:lnTo>
                  <a:pt x="589491" y="59648"/>
                </a:lnTo>
                <a:lnTo>
                  <a:pt x="589491" y="67850"/>
                </a:lnTo>
                <a:lnTo>
                  <a:pt x="610291" y="67850"/>
                </a:lnTo>
                <a:lnTo>
                  <a:pt x="610291" y="148339"/>
                </a:lnTo>
                <a:cubicBezTo>
                  <a:pt x="610291" y="167050"/>
                  <a:pt x="607500" y="170127"/>
                  <a:pt x="589236" y="171151"/>
                </a:cubicBezTo>
                <a:lnTo>
                  <a:pt x="589236" y="174994"/>
                </a:lnTo>
                <a:lnTo>
                  <a:pt x="655188" y="174994"/>
                </a:lnTo>
                <a:lnTo>
                  <a:pt x="655188" y="171151"/>
                </a:lnTo>
                <a:cubicBezTo>
                  <a:pt x="634388" y="170385"/>
                  <a:pt x="631598" y="167566"/>
                  <a:pt x="631598" y="148339"/>
                </a:cubicBezTo>
                <a:lnTo>
                  <a:pt x="631598" y="67850"/>
                </a:lnTo>
                <a:lnTo>
                  <a:pt x="662542" y="67850"/>
                </a:lnTo>
                <a:lnTo>
                  <a:pt x="662542" y="59648"/>
                </a:lnTo>
                <a:close/>
                <a:moveTo>
                  <a:pt x="797739" y="59648"/>
                </a:moveTo>
                <a:lnTo>
                  <a:pt x="772121" y="59648"/>
                </a:lnTo>
                <a:lnTo>
                  <a:pt x="772121" y="29927"/>
                </a:lnTo>
                <a:cubicBezTo>
                  <a:pt x="772121" y="27367"/>
                  <a:pt x="771869" y="26597"/>
                  <a:pt x="770344" y="26597"/>
                </a:cubicBezTo>
                <a:cubicBezTo>
                  <a:pt x="768571" y="28903"/>
                  <a:pt x="767046" y="31210"/>
                  <a:pt x="765274" y="33771"/>
                </a:cubicBezTo>
                <a:cubicBezTo>
                  <a:pt x="755633" y="47864"/>
                  <a:pt x="744726" y="60164"/>
                  <a:pt x="740669" y="61188"/>
                </a:cubicBezTo>
                <a:cubicBezTo>
                  <a:pt x="737879" y="62979"/>
                  <a:pt x="736354" y="64773"/>
                  <a:pt x="736354" y="66055"/>
                </a:cubicBezTo>
                <a:cubicBezTo>
                  <a:pt x="736354" y="66826"/>
                  <a:pt x="736609" y="67338"/>
                  <a:pt x="737372" y="67850"/>
                </a:cubicBezTo>
                <a:lnTo>
                  <a:pt x="750814" y="67850"/>
                </a:lnTo>
                <a:lnTo>
                  <a:pt x="750814" y="144961"/>
                </a:lnTo>
                <a:cubicBezTo>
                  <a:pt x="750814" y="166479"/>
                  <a:pt x="758423" y="177497"/>
                  <a:pt x="773390" y="177497"/>
                </a:cubicBezTo>
                <a:cubicBezTo>
                  <a:pt x="785818" y="177497"/>
                  <a:pt x="795455" y="171351"/>
                  <a:pt x="803827" y="158027"/>
                </a:cubicBezTo>
                <a:lnTo>
                  <a:pt x="800530" y="155208"/>
                </a:lnTo>
                <a:cubicBezTo>
                  <a:pt x="795204" y="161612"/>
                  <a:pt x="790892" y="164177"/>
                  <a:pt x="785311" y="164177"/>
                </a:cubicBezTo>
                <a:cubicBezTo>
                  <a:pt x="775925" y="164177"/>
                  <a:pt x="772121" y="157257"/>
                  <a:pt x="772121" y="141118"/>
                </a:cubicBezTo>
                <a:lnTo>
                  <a:pt x="772121" y="67850"/>
                </a:lnTo>
                <a:lnTo>
                  <a:pt x="797739" y="67850"/>
                </a:lnTo>
                <a:lnTo>
                  <a:pt x="797739" y="59648"/>
                </a:lnTo>
                <a:close/>
                <a:moveTo>
                  <a:pt x="843399" y="87124"/>
                </a:moveTo>
                <a:cubicBezTo>
                  <a:pt x="854050" y="75341"/>
                  <a:pt x="861659" y="70981"/>
                  <a:pt x="871552" y="70981"/>
                </a:cubicBezTo>
                <a:cubicBezTo>
                  <a:pt x="884236" y="70981"/>
                  <a:pt x="890575" y="80208"/>
                  <a:pt x="890575" y="98141"/>
                </a:cubicBezTo>
                <a:lnTo>
                  <a:pt x="890575" y="148863"/>
                </a:lnTo>
                <a:cubicBezTo>
                  <a:pt x="890575" y="166284"/>
                  <a:pt x="888040" y="169615"/>
                  <a:pt x="873329" y="171151"/>
                </a:cubicBezTo>
                <a:lnTo>
                  <a:pt x="873329" y="174994"/>
                </a:lnTo>
                <a:lnTo>
                  <a:pt x="927105" y="174994"/>
                </a:lnTo>
                <a:lnTo>
                  <a:pt x="927105" y="171151"/>
                </a:lnTo>
                <a:cubicBezTo>
                  <a:pt x="913407" y="168591"/>
                  <a:pt x="911882" y="166542"/>
                  <a:pt x="911882" y="148863"/>
                </a:cubicBezTo>
                <a:lnTo>
                  <a:pt x="911882" y="97883"/>
                </a:lnTo>
                <a:cubicBezTo>
                  <a:pt x="911882" y="70981"/>
                  <a:pt x="901231" y="57146"/>
                  <a:pt x="880683" y="57146"/>
                </a:cubicBezTo>
                <a:cubicBezTo>
                  <a:pt x="865720" y="57146"/>
                  <a:pt x="855064" y="63295"/>
                  <a:pt x="843399" y="78668"/>
                </a:cubicBezTo>
                <a:lnTo>
                  <a:pt x="843399" y="782"/>
                </a:lnTo>
                <a:lnTo>
                  <a:pt x="842129" y="12"/>
                </a:lnTo>
                <a:cubicBezTo>
                  <a:pt x="833506" y="3085"/>
                  <a:pt x="827162" y="5137"/>
                  <a:pt x="812958" y="9234"/>
                </a:cubicBezTo>
                <a:lnTo>
                  <a:pt x="806111" y="11287"/>
                </a:lnTo>
                <a:lnTo>
                  <a:pt x="806111" y="15384"/>
                </a:lnTo>
                <a:cubicBezTo>
                  <a:pt x="807125" y="15130"/>
                  <a:pt x="807887" y="15130"/>
                  <a:pt x="809153" y="15130"/>
                </a:cubicBezTo>
                <a:cubicBezTo>
                  <a:pt x="820060" y="15130"/>
                  <a:pt x="822092" y="17178"/>
                  <a:pt x="822092" y="28196"/>
                </a:cubicBezTo>
                <a:lnTo>
                  <a:pt x="822092" y="148863"/>
                </a:lnTo>
                <a:cubicBezTo>
                  <a:pt x="822092" y="166796"/>
                  <a:pt x="820567" y="169103"/>
                  <a:pt x="805856" y="171151"/>
                </a:cubicBezTo>
                <a:lnTo>
                  <a:pt x="805856" y="174994"/>
                </a:lnTo>
                <a:lnTo>
                  <a:pt x="860645" y="174994"/>
                </a:lnTo>
                <a:lnTo>
                  <a:pt x="860645" y="171151"/>
                </a:lnTo>
                <a:cubicBezTo>
                  <a:pt x="845934" y="169615"/>
                  <a:pt x="843399" y="166542"/>
                  <a:pt x="843399" y="148863"/>
                </a:cubicBezTo>
                <a:lnTo>
                  <a:pt x="843399" y="87124"/>
                </a:lnTo>
                <a:close/>
                <a:moveTo>
                  <a:pt x="1033890" y="132904"/>
                </a:moveTo>
                <a:cubicBezTo>
                  <a:pt x="1021717" y="152386"/>
                  <a:pt x="1010806" y="159822"/>
                  <a:pt x="994574" y="159822"/>
                </a:cubicBezTo>
                <a:cubicBezTo>
                  <a:pt x="980118" y="159822"/>
                  <a:pt x="969211" y="152386"/>
                  <a:pt x="961853" y="137776"/>
                </a:cubicBezTo>
                <a:cubicBezTo>
                  <a:pt x="957286" y="128033"/>
                  <a:pt x="955513" y="119573"/>
                  <a:pt x="955006" y="103935"/>
                </a:cubicBezTo>
                <a:lnTo>
                  <a:pt x="1033131" y="103935"/>
                </a:lnTo>
                <a:cubicBezTo>
                  <a:pt x="1031099" y="87312"/>
                  <a:pt x="1028564" y="79907"/>
                  <a:pt x="1022224" y="71736"/>
                </a:cubicBezTo>
                <a:cubicBezTo>
                  <a:pt x="1014611" y="62529"/>
                  <a:pt x="1002946" y="57146"/>
                  <a:pt x="989755" y="57146"/>
                </a:cubicBezTo>
                <a:cubicBezTo>
                  <a:pt x="977072" y="57146"/>
                  <a:pt x="965151" y="61759"/>
                  <a:pt x="955513" y="70458"/>
                </a:cubicBezTo>
                <a:cubicBezTo>
                  <a:pt x="943589" y="80927"/>
                  <a:pt x="936742" y="99067"/>
                  <a:pt x="936742" y="120085"/>
                </a:cubicBezTo>
                <a:cubicBezTo>
                  <a:pt x="936742" y="155462"/>
                  <a:pt x="955006" y="177497"/>
                  <a:pt x="984174" y="177497"/>
                </a:cubicBezTo>
                <a:cubicBezTo>
                  <a:pt x="1008271" y="177497"/>
                  <a:pt x="1027294" y="162382"/>
                  <a:pt x="1037950" y="134699"/>
                </a:cubicBezTo>
                <a:lnTo>
                  <a:pt x="1033890" y="132904"/>
                </a:lnTo>
                <a:moveTo>
                  <a:pt x="955513" y="95737"/>
                </a:moveTo>
                <a:cubicBezTo>
                  <a:pt x="958300" y="75821"/>
                  <a:pt x="966927" y="66372"/>
                  <a:pt x="982397" y="66372"/>
                </a:cubicBezTo>
                <a:cubicBezTo>
                  <a:pt x="997871" y="66372"/>
                  <a:pt x="1003960" y="73523"/>
                  <a:pt x="1007257" y="95737"/>
                </a:cubicBezTo>
                <a:lnTo>
                  <a:pt x="955513" y="95737"/>
                </a:lnTo>
                <a:close/>
                <a:moveTo>
                  <a:pt x="1278159" y="28160"/>
                </a:moveTo>
                <a:lnTo>
                  <a:pt x="1278159" y="144246"/>
                </a:lnTo>
                <a:cubicBezTo>
                  <a:pt x="1278159" y="165514"/>
                  <a:pt x="1275113" y="168849"/>
                  <a:pt x="1255076" y="170127"/>
                </a:cubicBezTo>
                <a:lnTo>
                  <a:pt x="1255076" y="174994"/>
                </a:lnTo>
                <a:lnTo>
                  <a:pt x="1326098" y="174994"/>
                </a:lnTo>
                <a:lnTo>
                  <a:pt x="1326098" y="170127"/>
                </a:lnTo>
                <a:cubicBezTo>
                  <a:pt x="1307582" y="168849"/>
                  <a:pt x="1304033" y="165260"/>
                  <a:pt x="1304033" y="147065"/>
                </a:cubicBezTo>
                <a:lnTo>
                  <a:pt x="1304033" y="33286"/>
                </a:lnTo>
                <a:cubicBezTo>
                  <a:pt x="1304033" y="15091"/>
                  <a:pt x="1307331" y="11760"/>
                  <a:pt x="1326098" y="10223"/>
                </a:cubicBezTo>
                <a:lnTo>
                  <a:pt x="1326098" y="5352"/>
                </a:lnTo>
                <a:lnTo>
                  <a:pt x="1275620" y="5352"/>
                </a:lnTo>
                <a:lnTo>
                  <a:pt x="1219565" y="134765"/>
                </a:lnTo>
                <a:lnTo>
                  <a:pt x="1160970" y="5352"/>
                </a:lnTo>
                <a:lnTo>
                  <a:pt x="1110748" y="5352"/>
                </a:lnTo>
                <a:lnTo>
                  <a:pt x="1110748" y="10223"/>
                </a:lnTo>
                <a:cubicBezTo>
                  <a:pt x="1131547" y="11502"/>
                  <a:pt x="1134845" y="14579"/>
                  <a:pt x="1134845" y="33286"/>
                </a:cubicBezTo>
                <a:lnTo>
                  <a:pt x="1134845" y="137326"/>
                </a:lnTo>
                <a:cubicBezTo>
                  <a:pt x="1134845" y="163723"/>
                  <a:pt x="1131292" y="168591"/>
                  <a:pt x="1110240" y="170127"/>
                </a:cubicBezTo>
                <a:lnTo>
                  <a:pt x="1110240" y="174994"/>
                </a:lnTo>
                <a:lnTo>
                  <a:pt x="1169849" y="174994"/>
                </a:lnTo>
                <a:lnTo>
                  <a:pt x="1169849" y="170127"/>
                </a:lnTo>
                <a:cubicBezTo>
                  <a:pt x="1150319" y="169103"/>
                  <a:pt x="1146007" y="163211"/>
                  <a:pt x="1146007" y="137326"/>
                </a:cubicBezTo>
                <a:lnTo>
                  <a:pt x="1146007" y="34052"/>
                </a:lnTo>
                <a:lnTo>
                  <a:pt x="1209672" y="174994"/>
                </a:lnTo>
                <a:lnTo>
                  <a:pt x="1213225" y="174994"/>
                </a:lnTo>
                <a:lnTo>
                  <a:pt x="1278159" y="28160"/>
                </a:lnTo>
                <a:close/>
                <a:moveTo>
                  <a:pt x="1511773" y="170127"/>
                </a:moveTo>
                <a:cubicBezTo>
                  <a:pt x="1500359" y="169361"/>
                  <a:pt x="1497824" y="166800"/>
                  <a:pt x="1488945" y="147854"/>
                </a:cubicBezTo>
                <a:lnTo>
                  <a:pt x="1425783" y="2350"/>
                </a:lnTo>
                <a:lnTo>
                  <a:pt x="1420713" y="2350"/>
                </a:lnTo>
                <a:lnTo>
                  <a:pt x="1367951" y="128143"/>
                </a:lnTo>
                <a:cubicBezTo>
                  <a:pt x="1351719" y="165522"/>
                  <a:pt x="1348673" y="169615"/>
                  <a:pt x="1336500" y="170127"/>
                </a:cubicBezTo>
                <a:lnTo>
                  <a:pt x="1336500" y="174994"/>
                </a:lnTo>
                <a:lnTo>
                  <a:pt x="1386723" y="174994"/>
                </a:lnTo>
                <a:lnTo>
                  <a:pt x="1386723" y="170127"/>
                </a:lnTo>
                <a:cubicBezTo>
                  <a:pt x="1374546" y="170127"/>
                  <a:pt x="1369472" y="166800"/>
                  <a:pt x="1369472" y="159634"/>
                </a:cubicBezTo>
                <a:cubicBezTo>
                  <a:pt x="1369472" y="156561"/>
                  <a:pt x="1370235" y="152976"/>
                  <a:pt x="1371504" y="149649"/>
                </a:cubicBezTo>
                <a:lnTo>
                  <a:pt x="1383170" y="119694"/>
                </a:lnTo>
                <a:lnTo>
                  <a:pt x="1449629" y="119694"/>
                </a:lnTo>
                <a:lnTo>
                  <a:pt x="1460029" y="144273"/>
                </a:lnTo>
                <a:cubicBezTo>
                  <a:pt x="1463071" y="151185"/>
                  <a:pt x="1464847" y="157839"/>
                  <a:pt x="1464847" y="161424"/>
                </a:cubicBezTo>
                <a:cubicBezTo>
                  <a:pt x="1464847" y="167824"/>
                  <a:pt x="1460536" y="169873"/>
                  <a:pt x="1447090" y="170127"/>
                </a:cubicBezTo>
                <a:lnTo>
                  <a:pt x="1447090" y="174994"/>
                </a:lnTo>
                <a:lnTo>
                  <a:pt x="1511773" y="174994"/>
                </a:lnTo>
                <a:lnTo>
                  <a:pt x="1511773" y="170127"/>
                </a:lnTo>
                <a:moveTo>
                  <a:pt x="1387481" y="109189"/>
                </a:moveTo>
                <a:lnTo>
                  <a:pt x="1416653" y="38732"/>
                </a:lnTo>
                <a:lnTo>
                  <a:pt x="1446076" y="109189"/>
                </a:lnTo>
                <a:lnTo>
                  <a:pt x="1387481" y="109189"/>
                </a:lnTo>
                <a:close/>
                <a:moveTo>
                  <a:pt x="1662950" y="59714"/>
                </a:moveTo>
                <a:lnTo>
                  <a:pt x="1660666" y="1849"/>
                </a:lnTo>
                <a:lnTo>
                  <a:pt x="1655341" y="1849"/>
                </a:lnTo>
                <a:cubicBezTo>
                  <a:pt x="1653820" y="7233"/>
                  <a:pt x="1649759" y="10306"/>
                  <a:pt x="1644685" y="10306"/>
                </a:cubicBezTo>
                <a:cubicBezTo>
                  <a:pt x="1642402" y="10306"/>
                  <a:pt x="1638597" y="9539"/>
                  <a:pt x="1634792" y="7999"/>
                </a:cubicBezTo>
                <a:cubicBezTo>
                  <a:pt x="1622365" y="3902"/>
                  <a:pt x="1609681" y="1849"/>
                  <a:pt x="1597760" y="1849"/>
                </a:cubicBezTo>
                <a:cubicBezTo>
                  <a:pt x="1576960" y="1849"/>
                  <a:pt x="1555909" y="9793"/>
                  <a:pt x="1540180" y="23875"/>
                </a:cubicBezTo>
                <a:cubicBezTo>
                  <a:pt x="1522426" y="39748"/>
                  <a:pt x="1512789" y="63553"/>
                  <a:pt x="1512789" y="91710"/>
                </a:cubicBezTo>
                <a:cubicBezTo>
                  <a:pt x="1512789" y="115519"/>
                  <a:pt x="1520398" y="137533"/>
                  <a:pt x="1533333" y="152124"/>
                </a:cubicBezTo>
                <a:cubicBezTo>
                  <a:pt x="1548551" y="168763"/>
                  <a:pt x="1571886" y="178497"/>
                  <a:pt x="1597002" y="178497"/>
                </a:cubicBezTo>
                <a:cubicBezTo>
                  <a:pt x="1625662" y="178497"/>
                  <a:pt x="1650774" y="166714"/>
                  <a:pt x="1666248" y="145978"/>
                </a:cubicBezTo>
                <a:lnTo>
                  <a:pt x="1661680" y="141372"/>
                </a:lnTo>
                <a:cubicBezTo>
                  <a:pt x="1642913" y="159548"/>
                  <a:pt x="1626169" y="167226"/>
                  <a:pt x="1605118" y="167226"/>
                </a:cubicBezTo>
                <a:cubicBezTo>
                  <a:pt x="1589137" y="167226"/>
                  <a:pt x="1574932" y="162105"/>
                  <a:pt x="1564025" y="152378"/>
                </a:cubicBezTo>
                <a:cubicBezTo>
                  <a:pt x="1550073" y="139836"/>
                  <a:pt x="1542212" y="116797"/>
                  <a:pt x="1542212" y="88383"/>
                </a:cubicBezTo>
                <a:cubicBezTo>
                  <a:pt x="1542212" y="42051"/>
                  <a:pt x="1565802" y="12100"/>
                  <a:pt x="1602579" y="12100"/>
                </a:cubicBezTo>
                <a:cubicBezTo>
                  <a:pt x="1617039" y="12100"/>
                  <a:pt x="1630229" y="17476"/>
                  <a:pt x="1640374" y="27715"/>
                </a:cubicBezTo>
                <a:cubicBezTo>
                  <a:pt x="1648490" y="35905"/>
                  <a:pt x="1652295" y="43075"/>
                  <a:pt x="1657117" y="59714"/>
                </a:cubicBezTo>
                <a:lnTo>
                  <a:pt x="1662950" y="59714"/>
                </a:lnTo>
                <a:close/>
                <a:moveTo>
                  <a:pt x="1701756" y="64112"/>
                </a:moveTo>
                <a:cubicBezTo>
                  <a:pt x="1718752" y="55656"/>
                  <a:pt x="1730165" y="40026"/>
                  <a:pt x="1730165" y="24653"/>
                </a:cubicBezTo>
                <a:cubicBezTo>
                  <a:pt x="1730165" y="11842"/>
                  <a:pt x="1721291" y="1849"/>
                  <a:pt x="1709873" y="1849"/>
                </a:cubicBezTo>
                <a:cubicBezTo>
                  <a:pt x="1700998" y="1849"/>
                  <a:pt x="1694910" y="7745"/>
                  <a:pt x="1694910" y="16455"/>
                </a:cubicBezTo>
                <a:cubicBezTo>
                  <a:pt x="1694910" y="24653"/>
                  <a:pt x="1700742" y="29521"/>
                  <a:pt x="1709873" y="29521"/>
                </a:cubicBezTo>
                <a:cubicBezTo>
                  <a:pt x="1711398" y="29521"/>
                  <a:pt x="1713170" y="29267"/>
                  <a:pt x="1714695" y="29009"/>
                </a:cubicBezTo>
                <a:cubicBezTo>
                  <a:pt x="1716468" y="28497"/>
                  <a:pt x="1716468" y="28497"/>
                  <a:pt x="1716723" y="28497"/>
                </a:cubicBezTo>
                <a:cubicBezTo>
                  <a:pt x="1718752" y="28497"/>
                  <a:pt x="1720273" y="30033"/>
                  <a:pt x="1720273" y="32086"/>
                </a:cubicBezTo>
                <a:cubicBezTo>
                  <a:pt x="1720273" y="40538"/>
                  <a:pt x="1713170" y="49764"/>
                  <a:pt x="1699477" y="59245"/>
                </a:cubicBezTo>
                <a:lnTo>
                  <a:pt x="1701756" y="64112"/>
                </a:lnTo>
                <a:close/>
                <a:moveTo>
                  <a:pt x="1825032" y="94493"/>
                </a:moveTo>
                <a:lnTo>
                  <a:pt x="1824018" y="59648"/>
                </a:lnTo>
                <a:lnTo>
                  <a:pt x="1821227" y="59648"/>
                </a:lnTo>
                <a:lnTo>
                  <a:pt x="1820720" y="60164"/>
                </a:lnTo>
                <a:cubicBezTo>
                  <a:pt x="1818437" y="61954"/>
                  <a:pt x="1818185" y="62212"/>
                  <a:pt x="1817171" y="62212"/>
                </a:cubicBezTo>
                <a:cubicBezTo>
                  <a:pt x="1815650" y="62212"/>
                  <a:pt x="1813111" y="61700"/>
                  <a:pt x="1810320" y="60418"/>
                </a:cubicBezTo>
                <a:cubicBezTo>
                  <a:pt x="1804739" y="58424"/>
                  <a:pt x="1799162" y="57396"/>
                  <a:pt x="1792567" y="57396"/>
                </a:cubicBezTo>
                <a:cubicBezTo>
                  <a:pt x="1772526" y="57396"/>
                  <a:pt x="1758070" y="70461"/>
                  <a:pt x="1758070" y="88899"/>
                </a:cubicBezTo>
                <a:cubicBezTo>
                  <a:pt x="1758070" y="103235"/>
                  <a:pt x="1766186" y="113478"/>
                  <a:pt x="1787748" y="125770"/>
                </a:cubicBezTo>
                <a:lnTo>
                  <a:pt x="1802460" y="134222"/>
                </a:lnTo>
                <a:cubicBezTo>
                  <a:pt x="1811335" y="139343"/>
                  <a:pt x="1815650" y="145489"/>
                  <a:pt x="1815650" y="153426"/>
                </a:cubicBezTo>
                <a:cubicBezTo>
                  <a:pt x="1815650" y="164693"/>
                  <a:pt x="1807530" y="171863"/>
                  <a:pt x="1794595" y="171863"/>
                </a:cubicBezTo>
                <a:cubicBezTo>
                  <a:pt x="1785972" y="171863"/>
                  <a:pt x="1778107" y="168532"/>
                  <a:pt x="1773288" y="162898"/>
                </a:cubicBezTo>
                <a:cubicBezTo>
                  <a:pt x="1767962" y="156498"/>
                  <a:pt x="1765679" y="150607"/>
                  <a:pt x="1762381" y="136013"/>
                </a:cubicBezTo>
                <a:lnTo>
                  <a:pt x="1758321" y="136013"/>
                </a:lnTo>
                <a:lnTo>
                  <a:pt x="1758321" y="175960"/>
                </a:lnTo>
                <a:lnTo>
                  <a:pt x="1761619" y="175960"/>
                </a:lnTo>
                <a:cubicBezTo>
                  <a:pt x="1763395" y="173399"/>
                  <a:pt x="1764409" y="172887"/>
                  <a:pt x="1767455" y="172887"/>
                </a:cubicBezTo>
                <a:cubicBezTo>
                  <a:pt x="1769739" y="172946"/>
                  <a:pt x="1773288" y="173458"/>
                  <a:pt x="1779121" y="174994"/>
                </a:cubicBezTo>
                <a:cubicBezTo>
                  <a:pt x="1786223" y="176472"/>
                  <a:pt x="1793074" y="177497"/>
                  <a:pt x="1797637" y="177497"/>
                </a:cubicBezTo>
                <a:cubicBezTo>
                  <a:pt x="1817171" y="177497"/>
                  <a:pt x="1833404" y="162644"/>
                  <a:pt x="1833404" y="144719"/>
                </a:cubicBezTo>
                <a:cubicBezTo>
                  <a:pt x="1833404" y="131915"/>
                  <a:pt x="1827316" y="123467"/>
                  <a:pt x="1812097" y="114248"/>
                </a:cubicBezTo>
                <a:lnTo>
                  <a:pt x="1784702" y="97859"/>
                </a:lnTo>
                <a:cubicBezTo>
                  <a:pt x="1777600" y="93762"/>
                  <a:pt x="1773795" y="87362"/>
                  <a:pt x="1773795" y="80446"/>
                </a:cubicBezTo>
                <a:cubicBezTo>
                  <a:pt x="1773795" y="70203"/>
                  <a:pt x="1781660" y="63033"/>
                  <a:pt x="1793325" y="63033"/>
                </a:cubicBezTo>
                <a:cubicBezTo>
                  <a:pt x="1807785" y="63033"/>
                  <a:pt x="1815395" y="71740"/>
                  <a:pt x="1821227" y="94532"/>
                </a:cubicBezTo>
                <a:lnTo>
                  <a:pt x="1825032" y="94493"/>
                </a:lnTo>
                <a:close/>
                <a:moveTo>
                  <a:pt x="1952620" y="57146"/>
                </a:moveTo>
                <a:lnTo>
                  <a:pt x="1913304" y="71157"/>
                </a:lnTo>
                <a:lnTo>
                  <a:pt x="1913304" y="75004"/>
                </a:lnTo>
                <a:lnTo>
                  <a:pt x="1915336" y="74746"/>
                </a:lnTo>
                <a:cubicBezTo>
                  <a:pt x="1918379" y="74234"/>
                  <a:pt x="1921676" y="73976"/>
                  <a:pt x="1923960" y="73976"/>
                </a:cubicBezTo>
                <a:cubicBezTo>
                  <a:pt x="1930048" y="73976"/>
                  <a:pt x="1932328" y="78077"/>
                  <a:pt x="1932328" y="89360"/>
                </a:cubicBezTo>
                <a:lnTo>
                  <a:pt x="1932328" y="148847"/>
                </a:lnTo>
                <a:cubicBezTo>
                  <a:pt x="1932328" y="167308"/>
                  <a:pt x="1929792" y="170127"/>
                  <a:pt x="1912290" y="171151"/>
                </a:cubicBezTo>
                <a:lnTo>
                  <a:pt x="1912290" y="174994"/>
                </a:lnTo>
                <a:lnTo>
                  <a:pt x="1972406" y="174994"/>
                </a:lnTo>
                <a:lnTo>
                  <a:pt x="1972406" y="171151"/>
                </a:lnTo>
                <a:cubicBezTo>
                  <a:pt x="1955666" y="169873"/>
                  <a:pt x="1953634" y="167308"/>
                  <a:pt x="1953634" y="148847"/>
                </a:cubicBezTo>
                <a:lnTo>
                  <a:pt x="1953634" y="57916"/>
                </a:lnTo>
                <a:lnTo>
                  <a:pt x="1952620" y="57146"/>
                </a:lnTo>
                <a:moveTo>
                  <a:pt x="1940699" y="98"/>
                </a:moveTo>
                <a:cubicBezTo>
                  <a:pt x="1933853" y="98"/>
                  <a:pt x="1928016" y="5993"/>
                  <a:pt x="1928016" y="13167"/>
                </a:cubicBezTo>
                <a:cubicBezTo>
                  <a:pt x="1928016" y="20341"/>
                  <a:pt x="1933597" y="26233"/>
                  <a:pt x="1940699" y="26233"/>
                </a:cubicBezTo>
                <a:cubicBezTo>
                  <a:pt x="1948057" y="26233"/>
                  <a:pt x="1953890" y="20595"/>
                  <a:pt x="1953890" y="13167"/>
                </a:cubicBezTo>
                <a:cubicBezTo>
                  <a:pt x="1953890" y="5993"/>
                  <a:pt x="1948057" y="98"/>
                  <a:pt x="1940699" y="98"/>
                </a:cubicBezTo>
                <a:close/>
                <a:moveTo>
                  <a:pt x="1982806" y="73034"/>
                </a:moveTo>
                <a:cubicBezTo>
                  <a:pt x="1984327" y="72264"/>
                  <a:pt x="1986866" y="72010"/>
                  <a:pt x="1989657" y="72010"/>
                </a:cubicBezTo>
                <a:cubicBezTo>
                  <a:pt x="1996759" y="72010"/>
                  <a:pt x="1999039" y="75853"/>
                  <a:pt x="1999039" y="88402"/>
                </a:cubicBezTo>
                <a:lnTo>
                  <a:pt x="1999039" y="151940"/>
                </a:lnTo>
                <a:cubicBezTo>
                  <a:pt x="1999039" y="166542"/>
                  <a:pt x="1996248" y="170127"/>
                  <a:pt x="1983313" y="171151"/>
                </a:cubicBezTo>
                <a:lnTo>
                  <a:pt x="1983313" y="174994"/>
                </a:lnTo>
                <a:lnTo>
                  <a:pt x="2037089" y="174994"/>
                </a:lnTo>
                <a:lnTo>
                  <a:pt x="2037089" y="171151"/>
                </a:lnTo>
                <a:cubicBezTo>
                  <a:pt x="2024150" y="170127"/>
                  <a:pt x="2020345" y="167054"/>
                  <a:pt x="2020345" y="157832"/>
                </a:cubicBezTo>
                <a:lnTo>
                  <a:pt x="2020345" y="85842"/>
                </a:lnTo>
                <a:cubicBezTo>
                  <a:pt x="2032522" y="74312"/>
                  <a:pt x="2038103" y="71239"/>
                  <a:pt x="2046475" y="71239"/>
                </a:cubicBezTo>
                <a:cubicBezTo>
                  <a:pt x="2058903" y="71239"/>
                  <a:pt x="2064991" y="79180"/>
                  <a:pt x="2064991" y="96088"/>
                </a:cubicBezTo>
                <a:lnTo>
                  <a:pt x="2064991" y="149633"/>
                </a:lnTo>
                <a:cubicBezTo>
                  <a:pt x="2064991" y="165772"/>
                  <a:pt x="2061693" y="170127"/>
                  <a:pt x="2049010" y="171151"/>
                </a:cubicBezTo>
                <a:lnTo>
                  <a:pt x="2049010" y="174994"/>
                </a:lnTo>
                <a:lnTo>
                  <a:pt x="2101772" y="174994"/>
                </a:lnTo>
                <a:lnTo>
                  <a:pt x="2101772" y="171151"/>
                </a:lnTo>
                <a:cubicBezTo>
                  <a:pt x="2089340" y="169873"/>
                  <a:pt x="2086298" y="166796"/>
                  <a:pt x="2086298" y="154247"/>
                </a:cubicBezTo>
                <a:lnTo>
                  <a:pt x="2086298" y="95576"/>
                </a:lnTo>
                <a:cubicBezTo>
                  <a:pt x="2086298" y="71497"/>
                  <a:pt x="2075135" y="57146"/>
                  <a:pt x="2056368" y="57146"/>
                </a:cubicBezTo>
                <a:cubicBezTo>
                  <a:pt x="2044698" y="57146"/>
                  <a:pt x="2036833" y="61505"/>
                  <a:pt x="2019587" y="77901"/>
                </a:cubicBezTo>
                <a:lnTo>
                  <a:pt x="2019587" y="57662"/>
                </a:lnTo>
                <a:lnTo>
                  <a:pt x="2017810" y="57146"/>
                </a:lnTo>
                <a:cubicBezTo>
                  <a:pt x="2005382" y="61759"/>
                  <a:pt x="1996759" y="64578"/>
                  <a:pt x="1982806" y="68679"/>
                </a:cubicBezTo>
                <a:lnTo>
                  <a:pt x="1982806" y="73034"/>
                </a:lnTo>
                <a:close/>
                <a:moveTo>
                  <a:pt x="2107855" y="74250"/>
                </a:moveTo>
                <a:cubicBezTo>
                  <a:pt x="2110139" y="73996"/>
                  <a:pt x="2111915" y="73996"/>
                  <a:pt x="2114199" y="73996"/>
                </a:cubicBezTo>
                <a:cubicBezTo>
                  <a:pt x="2122822" y="73996"/>
                  <a:pt x="2124599" y="76556"/>
                  <a:pt x="2124599" y="88598"/>
                </a:cubicBezTo>
                <a:lnTo>
                  <a:pt x="2124599" y="208507"/>
                </a:lnTo>
                <a:cubicBezTo>
                  <a:pt x="2124599" y="221831"/>
                  <a:pt x="2121808" y="224649"/>
                  <a:pt x="2106841" y="226186"/>
                </a:cubicBezTo>
                <a:lnTo>
                  <a:pt x="2106841" y="230541"/>
                </a:lnTo>
                <a:lnTo>
                  <a:pt x="2168226" y="230541"/>
                </a:lnTo>
                <a:lnTo>
                  <a:pt x="2168226" y="225932"/>
                </a:lnTo>
                <a:cubicBezTo>
                  <a:pt x="2149203" y="225674"/>
                  <a:pt x="2145906" y="222855"/>
                  <a:pt x="2145906" y="206712"/>
                </a:cubicBezTo>
                <a:lnTo>
                  <a:pt x="2145906" y="166483"/>
                </a:lnTo>
                <a:cubicBezTo>
                  <a:pt x="2154784" y="174936"/>
                  <a:pt x="2160869" y="177497"/>
                  <a:pt x="2171524" y="177497"/>
                </a:cubicBezTo>
                <a:cubicBezTo>
                  <a:pt x="2201454" y="177497"/>
                  <a:pt x="2224789" y="148816"/>
                  <a:pt x="2224789" y="111691"/>
                </a:cubicBezTo>
                <a:cubicBezTo>
                  <a:pt x="2224789" y="79946"/>
                  <a:pt x="2207035" y="57146"/>
                  <a:pt x="2182431" y="57146"/>
                </a:cubicBezTo>
                <a:cubicBezTo>
                  <a:pt x="2168226" y="57146"/>
                  <a:pt x="2157064" y="63553"/>
                  <a:pt x="2145906" y="77385"/>
                </a:cubicBezTo>
                <a:lnTo>
                  <a:pt x="2145906" y="57662"/>
                </a:lnTo>
                <a:lnTo>
                  <a:pt x="2144385" y="57146"/>
                </a:lnTo>
                <a:cubicBezTo>
                  <a:pt x="2130687" y="62529"/>
                  <a:pt x="2121808" y="65860"/>
                  <a:pt x="2107855" y="70215"/>
                </a:cubicBezTo>
                <a:lnTo>
                  <a:pt x="2107855" y="74250"/>
                </a:lnTo>
                <a:moveTo>
                  <a:pt x="2145906" y="89419"/>
                </a:moveTo>
                <a:cubicBezTo>
                  <a:pt x="2145906" y="81737"/>
                  <a:pt x="2160110" y="72522"/>
                  <a:pt x="2171776" y="72522"/>
                </a:cubicBezTo>
                <a:cubicBezTo>
                  <a:pt x="2190547" y="72522"/>
                  <a:pt x="2202975" y="91979"/>
                  <a:pt x="2202975" y="121680"/>
                </a:cubicBezTo>
                <a:cubicBezTo>
                  <a:pt x="2202975" y="150099"/>
                  <a:pt x="2190547" y="169298"/>
                  <a:pt x="2172286" y="169298"/>
                </a:cubicBezTo>
                <a:cubicBezTo>
                  <a:pt x="2160362" y="169298"/>
                  <a:pt x="2145906" y="160083"/>
                  <a:pt x="2145906" y="152401"/>
                </a:cubicBezTo>
                <a:lnTo>
                  <a:pt x="2145906" y="89419"/>
                </a:lnTo>
                <a:close/>
                <a:moveTo>
                  <a:pt x="2353899" y="162136"/>
                </a:moveTo>
                <a:lnTo>
                  <a:pt x="2352633" y="162136"/>
                </a:lnTo>
                <a:cubicBezTo>
                  <a:pt x="2340964" y="162136"/>
                  <a:pt x="2338173" y="159317"/>
                  <a:pt x="2338173" y="147530"/>
                </a:cubicBezTo>
                <a:lnTo>
                  <a:pt x="2338173" y="59648"/>
                </a:lnTo>
                <a:lnTo>
                  <a:pt x="2298095" y="59648"/>
                </a:lnTo>
                <a:lnTo>
                  <a:pt x="2298095" y="64007"/>
                </a:lnTo>
                <a:cubicBezTo>
                  <a:pt x="2313824" y="64773"/>
                  <a:pt x="2316866" y="67338"/>
                  <a:pt x="2316866" y="80145"/>
                </a:cubicBezTo>
                <a:lnTo>
                  <a:pt x="2316866" y="140348"/>
                </a:lnTo>
                <a:cubicBezTo>
                  <a:pt x="2316866" y="147522"/>
                  <a:pt x="2315597" y="151111"/>
                  <a:pt x="2312048" y="153926"/>
                </a:cubicBezTo>
                <a:cubicBezTo>
                  <a:pt x="2305197" y="159564"/>
                  <a:pt x="2297336" y="162636"/>
                  <a:pt x="2289727" y="162636"/>
                </a:cubicBezTo>
                <a:cubicBezTo>
                  <a:pt x="2279834" y="162636"/>
                  <a:pt x="2271718" y="153926"/>
                  <a:pt x="2271718" y="143167"/>
                </a:cubicBezTo>
                <a:lnTo>
                  <a:pt x="2271718" y="59648"/>
                </a:lnTo>
                <a:lnTo>
                  <a:pt x="2234682" y="59648"/>
                </a:lnTo>
                <a:lnTo>
                  <a:pt x="2234682" y="63237"/>
                </a:lnTo>
                <a:cubicBezTo>
                  <a:pt x="2246858" y="64007"/>
                  <a:pt x="2250411" y="67850"/>
                  <a:pt x="2250411" y="79633"/>
                </a:cubicBezTo>
                <a:lnTo>
                  <a:pt x="2250411" y="144191"/>
                </a:lnTo>
                <a:cubicBezTo>
                  <a:pt x="2250411" y="164431"/>
                  <a:pt x="2262583" y="177497"/>
                  <a:pt x="2281100" y="177497"/>
                </a:cubicBezTo>
                <a:cubicBezTo>
                  <a:pt x="2290485" y="177497"/>
                  <a:pt x="2300378" y="173399"/>
                  <a:pt x="2307229" y="166479"/>
                </a:cubicBezTo>
                <a:lnTo>
                  <a:pt x="2318136" y="155466"/>
                </a:lnTo>
                <a:lnTo>
                  <a:pt x="2318136" y="176730"/>
                </a:lnTo>
                <a:lnTo>
                  <a:pt x="2319150" y="177246"/>
                </a:lnTo>
                <a:cubicBezTo>
                  <a:pt x="2331833" y="172125"/>
                  <a:pt x="2340964" y="169306"/>
                  <a:pt x="2353899" y="165717"/>
                </a:cubicBezTo>
                <a:lnTo>
                  <a:pt x="2353899" y="162136"/>
                </a:lnTo>
                <a:close/>
                <a:moveTo>
                  <a:pt x="2423907" y="59648"/>
                </a:moveTo>
                <a:lnTo>
                  <a:pt x="2398288" y="59648"/>
                </a:lnTo>
                <a:lnTo>
                  <a:pt x="2398288" y="29927"/>
                </a:lnTo>
                <a:cubicBezTo>
                  <a:pt x="2398288" y="27367"/>
                  <a:pt x="2398037" y="26597"/>
                  <a:pt x="2396512" y="26597"/>
                </a:cubicBezTo>
                <a:cubicBezTo>
                  <a:pt x="2394739" y="28903"/>
                  <a:pt x="2393214" y="31210"/>
                  <a:pt x="2391441" y="33771"/>
                </a:cubicBezTo>
                <a:cubicBezTo>
                  <a:pt x="2381800" y="47864"/>
                  <a:pt x="2370893" y="60164"/>
                  <a:pt x="2366837" y="61188"/>
                </a:cubicBezTo>
                <a:cubicBezTo>
                  <a:pt x="2364046" y="62979"/>
                  <a:pt x="2362521" y="64773"/>
                  <a:pt x="2362521" y="66055"/>
                </a:cubicBezTo>
                <a:cubicBezTo>
                  <a:pt x="2362521" y="66826"/>
                  <a:pt x="2362777" y="67338"/>
                  <a:pt x="2363539" y="67850"/>
                </a:cubicBezTo>
                <a:lnTo>
                  <a:pt x="2376981" y="67850"/>
                </a:lnTo>
                <a:lnTo>
                  <a:pt x="2376981" y="144961"/>
                </a:lnTo>
                <a:cubicBezTo>
                  <a:pt x="2376981" y="166479"/>
                  <a:pt x="2384591" y="177497"/>
                  <a:pt x="2399558" y="177497"/>
                </a:cubicBezTo>
                <a:cubicBezTo>
                  <a:pt x="2411986" y="177497"/>
                  <a:pt x="2421623" y="171351"/>
                  <a:pt x="2429995" y="158027"/>
                </a:cubicBezTo>
                <a:lnTo>
                  <a:pt x="2426697" y="155208"/>
                </a:lnTo>
                <a:cubicBezTo>
                  <a:pt x="2421371" y="161612"/>
                  <a:pt x="2417060" y="164177"/>
                  <a:pt x="2411479" y="164177"/>
                </a:cubicBezTo>
                <a:cubicBezTo>
                  <a:pt x="2402093" y="164177"/>
                  <a:pt x="2398288" y="157257"/>
                  <a:pt x="2398288" y="141118"/>
                </a:cubicBezTo>
                <a:lnTo>
                  <a:pt x="2398288" y="67850"/>
                </a:lnTo>
                <a:lnTo>
                  <a:pt x="2423907" y="67850"/>
                </a:lnTo>
                <a:lnTo>
                  <a:pt x="2423907" y="59648"/>
                </a:lnTo>
                <a:close/>
                <a:moveTo>
                  <a:pt x="2461450" y="149309"/>
                </a:moveTo>
                <a:cubicBezTo>
                  <a:pt x="2453837" y="149309"/>
                  <a:pt x="2447497" y="155971"/>
                  <a:pt x="2447497" y="163915"/>
                </a:cubicBezTo>
                <a:cubicBezTo>
                  <a:pt x="2447497" y="171343"/>
                  <a:pt x="2453837" y="177747"/>
                  <a:pt x="2461195" y="177747"/>
                </a:cubicBezTo>
                <a:cubicBezTo>
                  <a:pt x="2469060" y="177747"/>
                  <a:pt x="2475655" y="171343"/>
                  <a:pt x="2475655" y="163915"/>
                </a:cubicBezTo>
                <a:cubicBezTo>
                  <a:pt x="2475655" y="155971"/>
                  <a:pt x="2469060" y="149309"/>
                  <a:pt x="2461450" y="149309"/>
                </a:cubicBezTo>
                <a:close/>
                <a:moveTo>
                  <a:pt x="2637738" y="16115"/>
                </a:moveTo>
                <a:lnTo>
                  <a:pt x="2637738" y="144246"/>
                </a:lnTo>
                <a:cubicBezTo>
                  <a:pt x="2637738" y="166030"/>
                  <a:pt x="2634947" y="168849"/>
                  <a:pt x="2613892" y="170127"/>
                </a:cubicBezTo>
                <a:lnTo>
                  <a:pt x="2613892" y="174994"/>
                </a:lnTo>
                <a:lnTo>
                  <a:pt x="2687960" y="174994"/>
                </a:lnTo>
                <a:lnTo>
                  <a:pt x="2687960" y="170127"/>
                </a:lnTo>
                <a:cubicBezTo>
                  <a:pt x="2667161" y="169103"/>
                  <a:pt x="2663608" y="165772"/>
                  <a:pt x="2663608" y="147065"/>
                </a:cubicBezTo>
                <a:lnTo>
                  <a:pt x="2663608" y="16115"/>
                </a:lnTo>
                <a:lnTo>
                  <a:pt x="2677305" y="16115"/>
                </a:lnTo>
                <a:cubicBezTo>
                  <a:pt x="2706221" y="16115"/>
                  <a:pt x="2711802" y="20728"/>
                  <a:pt x="2717639" y="48916"/>
                </a:cubicBezTo>
                <a:lnTo>
                  <a:pt x="2723723" y="48916"/>
                </a:lnTo>
                <a:lnTo>
                  <a:pt x="2722202" y="5352"/>
                </a:lnTo>
                <a:lnTo>
                  <a:pt x="2579143" y="5352"/>
                </a:lnTo>
                <a:lnTo>
                  <a:pt x="2577622" y="48916"/>
                </a:lnTo>
                <a:lnTo>
                  <a:pt x="2583706" y="48916"/>
                </a:lnTo>
                <a:cubicBezTo>
                  <a:pt x="2589795" y="20982"/>
                  <a:pt x="2595631" y="16115"/>
                  <a:pt x="2624040" y="16115"/>
                </a:cubicBezTo>
                <a:lnTo>
                  <a:pt x="2637738" y="16115"/>
                </a:lnTo>
                <a:close/>
                <a:moveTo>
                  <a:pt x="2768115" y="87124"/>
                </a:moveTo>
                <a:cubicBezTo>
                  <a:pt x="2778767" y="75341"/>
                  <a:pt x="2786376" y="70981"/>
                  <a:pt x="2796269" y="70981"/>
                </a:cubicBezTo>
                <a:cubicBezTo>
                  <a:pt x="2808952" y="70981"/>
                  <a:pt x="2815292" y="80208"/>
                  <a:pt x="2815292" y="98141"/>
                </a:cubicBezTo>
                <a:lnTo>
                  <a:pt x="2815292" y="148863"/>
                </a:lnTo>
                <a:cubicBezTo>
                  <a:pt x="2815292" y="166284"/>
                  <a:pt x="2812757" y="169615"/>
                  <a:pt x="2798045" y="171151"/>
                </a:cubicBezTo>
                <a:lnTo>
                  <a:pt x="2798045" y="174994"/>
                </a:lnTo>
                <a:lnTo>
                  <a:pt x="2851821" y="174994"/>
                </a:lnTo>
                <a:lnTo>
                  <a:pt x="2851821" y="171151"/>
                </a:lnTo>
                <a:cubicBezTo>
                  <a:pt x="2838124" y="168591"/>
                  <a:pt x="2836599" y="166542"/>
                  <a:pt x="2836599" y="148863"/>
                </a:cubicBezTo>
                <a:lnTo>
                  <a:pt x="2836599" y="97883"/>
                </a:lnTo>
                <a:cubicBezTo>
                  <a:pt x="2836599" y="70981"/>
                  <a:pt x="2825947" y="57146"/>
                  <a:pt x="2805399" y="57146"/>
                </a:cubicBezTo>
                <a:cubicBezTo>
                  <a:pt x="2790436" y="57146"/>
                  <a:pt x="2779781" y="63295"/>
                  <a:pt x="2768115" y="78668"/>
                </a:cubicBezTo>
                <a:lnTo>
                  <a:pt x="2768115" y="782"/>
                </a:lnTo>
                <a:lnTo>
                  <a:pt x="2766846" y="12"/>
                </a:lnTo>
                <a:cubicBezTo>
                  <a:pt x="2758222" y="3085"/>
                  <a:pt x="2751879" y="5137"/>
                  <a:pt x="2737674" y="9234"/>
                </a:cubicBezTo>
                <a:lnTo>
                  <a:pt x="2730828" y="11287"/>
                </a:lnTo>
                <a:lnTo>
                  <a:pt x="2730828" y="15384"/>
                </a:lnTo>
                <a:cubicBezTo>
                  <a:pt x="2731842" y="15130"/>
                  <a:pt x="2732604" y="15130"/>
                  <a:pt x="2733870" y="15130"/>
                </a:cubicBezTo>
                <a:cubicBezTo>
                  <a:pt x="2744777" y="15130"/>
                  <a:pt x="2746809" y="17178"/>
                  <a:pt x="2746809" y="28196"/>
                </a:cubicBezTo>
                <a:lnTo>
                  <a:pt x="2746809" y="148863"/>
                </a:lnTo>
                <a:cubicBezTo>
                  <a:pt x="2746809" y="166796"/>
                  <a:pt x="2745284" y="169103"/>
                  <a:pt x="2730572" y="171151"/>
                </a:cubicBezTo>
                <a:lnTo>
                  <a:pt x="2730572" y="174994"/>
                </a:lnTo>
                <a:lnTo>
                  <a:pt x="2785362" y="174994"/>
                </a:lnTo>
                <a:lnTo>
                  <a:pt x="2785362" y="171151"/>
                </a:lnTo>
                <a:cubicBezTo>
                  <a:pt x="2770650" y="169615"/>
                  <a:pt x="2768115" y="166542"/>
                  <a:pt x="2768115" y="148863"/>
                </a:cubicBezTo>
                <a:lnTo>
                  <a:pt x="2768115" y="87124"/>
                </a:lnTo>
                <a:close/>
                <a:moveTo>
                  <a:pt x="2958606" y="132904"/>
                </a:moveTo>
                <a:cubicBezTo>
                  <a:pt x="2946434" y="152386"/>
                  <a:pt x="2935523" y="159822"/>
                  <a:pt x="2919290" y="159822"/>
                </a:cubicBezTo>
                <a:cubicBezTo>
                  <a:pt x="2904834" y="159822"/>
                  <a:pt x="2893927" y="152386"/>
                  <a:pt x="2886570" y="137776"/>
                </a:cubicBezTo>
                <a:cubicBezTo>
                  <a:pt x="2882003" y="128033"/>
                  <a:pt x="2880230" y="119573"/>
                  <a:pt x="2879723" y="103935"/>
                </a:cubicBezTo>
                <a:lnTo>
                  <a:pt x="2957848" y="103935"/>
                </a:lnTo>
                <a:cubicBezTo>
                  <a:pt x="2955816" y="87312"/>
                  <a:pt x="2953280" y="79907"/>
                  <a:pt x="2946941" y="71736"/>
                </a:cubicBezTo>
                <a:cubicBezTo>
                  <a:pt x="2939328" y="62529"/>
                  <a:pt x="2927662" y="57146"/>
                  <a:pt x="2914472" y="57146"/>
                </a:cubicBezTo>
                <a:cubicBezTo>
                  <a:pt x="2901788" y="57146"/>
                  <a:pt x="2889867" y="61759"/>
                  <a:pt x="2880230" y="70458"/>
                </a:cubicBezTo>
                <a:cubicBezTo>
                  <a:pt x="2868305" y="80927"/>
                  <a:pt x="2861458" y="99067"/>
                  <a:pt x="2861458" y="120085"/>
                </a:cubicBezTo>
                <a:cubicBezTo>
                  <a:pt x="2861458" y="155462"/>
                  <a:pt x="2879723" y="177497"/>
                  <a:pt x="2908890" y="177497"/>
                </a:cubicBezTo>
                <a:cubicBezTo>
                  <a:pt x="2932988" y="177497"/>
                  <a:pt x="2952011" y="162382"/>
                  <a:pt x="2962666" y="134699"/>
                </a:cubicBezTo>
                <a:lnTo>
                  <a:pt x="2958606" y="132904"/>
                </a:lnTo>
                <a:moveTo>
                  <a:pt x="2880230" y="95737"/>
                </a:moveTo>
                <a:cubicBezTo>
                  <a:pt x="2883017" y="75821"/>
                  <a:pt x="2891644" y="66372"/>
                  <a:pt x="2907114" y="66372"/>
                </a:cubicBezTo>
                <a:cubicBezTo>
                  <a:pt x="2922588" y="66372"/>
                  <a:pt x="2928676" y="73523"/>
                  <a:pt x="2931974" y="95737"/>
                </a:cubicBezTo>
                <a:lnTo>
                  <a:pt x="2880230" y="95737"/>
                </a:lnTo>
                <a:close/>
                <a:moveTo>
                  <a:pt x="3112066" y="94493"/>
                </a:moveTo>
                <a:lnTo>
                  <a:pt x="3111052" y="59648"/>
                </a:lnTo>
                <a:lnTo>
                  <a:pt x="3108261" y="59648"/>
                </a:lnTo>
                <a:lnTo>
                  <a:pt x="3107754" y="60164"/>
                </a:lnTo>
                <a:cubicBezTo>
                  <a:pt x="3105471" y="61954"/>
                  <a:pt x="3105219" y="62212"/>
                  <a:pt x="3104205" y="62212"/>
                </a:cubicBezTo>
                <a:cubicBezTo>
                  <a:pt x="3102684" y="62212"/>
                  <a:pt x="3100145" y="61700"/>
                  <a:pt x="3097354" y="60418"/>
                </a:cubicBezTo>
                <a:cubicBezTo>
                  <a:pt x="3091773" y="58424"/>
                  <a:pt x="3086196" y="57396"/>
                  <a:pt x="3079601" y="57396"/>
                </a:cubicBezTo>
                <a:cubicBezTo>
                  <a:pt x="3059560" y="57396"/>
                  <a:pt x="3045104" y="70461"/>
                  <a:pt x="3045104" y="88899"/>
                </a:cubicBezTo>
                <a:cubicBezTo>
                  <a:pt x="3045104" y="103235"/>
                  <a:pt x="3053220" y="113478"/>
                  <a:pt x="3074782" y="125770"/>
                </a:cubicBezTo>
                <a:lnTo>
                  <a:pt x="3089494" y="134222"/>
                </a:lnTo>
                <a:cubicBezTo>
                  <a:pt x="3098369" y="139343"/>
                  <a:pt x="3102684" y="145489"/>
                  <a:pt x="3102684" y="153426"/>
                </a:cubicBezTo>
                <a:cubicBezTo>
                  <a:pt x="3102684" y="164693"/>
                  <a:pt x="3094564" y="171863"/>
                  <a:pt x="3081629" y="171863"/>
                </a:cubicBezTo>
                <a:cubicBezTo>
                  <a:pt x="3073006" y="171863"/>
                  <a:pt x="3065141" y="168532"/>
                  <a:pt x="3060322" y="162898"/>
                </a:cubicBezTo>
                <a:cubicBezTo>
                  <a:pt x="3054996" y="156498"/>
                  <a:pt x="3052713" y="150607"/>
                  <a:pt x="3049415" y="136013"/>
                </a:cubicBezTo>
                <a:lnTo>
                  <a:pt x="3045355" y="136013"/>
                </a:lnTo>
                <a:lnTo>
                  <a:pt x="3045355" y="175960"/>
                </a:lnTo>
                <a:lnTo>
                  <a:pt x="3048653" y="175960"/>
                </a:lnTo>
                <a:cubicBezTo>
                  <a:pt x="3050429" y="173399"/>
                  <a:pt x="3051443" y="172887"/>
                  <a:pt x="3054489" y="172887"/>
                </a:cubicBezTo>
                <a:cubicBezTo>
                  <a:pt x="3056773" y="172946"/>
                  <a:pt x="3060322" y="173458"/>
                  <a:pt x="3066155" y="174994"/>
                </a:cubicBezTo>
                <a:cubicBezTo>
                  <a:pt x="3073257" y="176472"/>
                  <a:pt x="3080108" y="177497"/>
                  <a:pt x="3084671" y="177497"/>
                </a:cubicBezTo>
                <a:cubicBezTo>
                  <a:pt x="3104205" y="177497"/>
                  <a:pt x="3120438" y="162644"/>
                  <a:pt x="3120438" y="144719"/>
                </a:cubicBezTo>
                <a:cubicBezTo>
                  <a:pt x="3120438" y="131915"/>
                  <a:pt x="3114350" y="123467"/>
                  <a:pt x="3099131" y="114248"/>
                </a:cubicBezTo>
                <a:lnTo>
                  <a:pt x="3071736" y="97859"/>
                </a:lnTo>
                <a:cubicBezTo>
                  <a:pt x="3064634" y="93762"/>
                  <a:pt x="3060829" y="87362"/>
                  <a:pt x="3060829" y="80446"/>
                </a:cubicBezTo>
                <a:cubicBezTo>
                  <a:pt x="3060829" y="70203"/>
                  <a:pt x="3068694" y="63033"/>
                  <a:pt x="3080359" y="63033"/>
                </a:cubicBezTo>
                <a:cubicBezTo>
                  <a:pt x="3094819" y="63033"/>
                  <a:pt x="3102429" y="71740"/>
                  <a:pt x="3108261" y="94532"/>
                </a:cubicBezTo>
                <a:lnTo>
                  <a:pt x="3112066" y="94493"/>
                </a:lnTo>
                <a:close/>
                <a:moveTo>
                  <a:pt x="3234327" y="132904"/>
                </a:moveTo>
                <a:cubicBezTo>
                  <a:pt x="3222155" y="152386"/>
                  <a:pt x="3211244" y="159822"/>
                  <a:pt x="3195012" y="159822"/>
                </a:cubicBezTo>
                <a:cubicBezTo>
                  <a:pt x="3180556" y="159822"/>
                  <a:pt x="3169649" y="152386"/>
                  <a:pt x="3162291" y="137776"/>
                </a:cubicBezTo>
                <a:cubicBezTo>
                  <a:pt x="3157724" y="128033"/>
                  <a:pt x="3155951" y="119573"/>
                  <a:pt x="3155444" y="103935"/>
                </a:cubicBezTo>
                <a:lnTo>
                  <a:pt x="3233569" y="103935"/>
                </a:lnTo>
                <a:cubicBezTo>
                  <a:pt x="3231537" y="87312"/>
                  <a:pt x="3229002" y="79907"/>
                  <a:pt x="3222662" y="71736"/>
                </a:cubicBezTo>
                <a:cubicBezTo>
                  <a:pt x="3215049" y="62529"/>
                  <a:pt x="3203383" y="57146"/>
                  <a:pt x="3190193" y="57146"/>
                </a:cubicBezTo>
                <a:cubicBezTo>
                  <a:pt x="3177510" y="57146"/>
                  <a:pt x="3165589" y="61759"/>
                  <a:pt x="3155951" y="70458"/>
                </a:cubicBezTo>
                <a:cubicBezTo>
                  <a:pt x="3144026" y="80927"/>
                  <a:pt x="3137180" y="99067"/>
                  <a:pt x="3137180" y="120085"/>
                </a:cubicBezTo>
                <a:cubicBezTo>
                  <a:pt x="3137180" y="155462"/>
                  <a:pt x="3155444" y="177497"/>
                  <a:pt x="3184612" y="177497"/>
                </a:cubicBezTo>
                <a:cubicBezTo>
                  <a:pt x="3208709" y="177497"/>
                  <a:pt x="3227732" y="162382"/>
                  <a:pt x="3238388" y="134699"/>
                </a:cubicBezTo>
                <a:lnTo>
                  <a:pt x="3234327" y="132904"/>
                </a:lnTo>
                <a:moveTo>
                  <a:pt x="3155951" y="95737"/>
                </a:moveTo>
                <a:cubicBezTo>
                  <a:pt x="3158738" y="75821"/>
                  <a:pt x="3167365" y="66372"/>
                  <a:pt x="3182835" y="66372"/>
                </a:cubicBezTo>
                <a:cubicBezTo>
                  <a:pt x="3198309" y="66372"/>
                  <a:pt x="3204397" y="73523"/>
                  <a:pt x="3207695" y="95737"/>
                </a:cubicBezTo>
                <a:lnTo>
                  <a:pt x="3155951" y="95737"/>
                </a:lnTo>
                <a:close/>
                <a:moveTo>
                  <a:pt x="3334777" y="66118"/>
                </a:moveTo>
                <a:cubicBezTo>
                  <a:pt x="3323108" y="59202"/>
                  <a:pt x="3315499" y="56895"/>
                  <a:pt x="3305606" y="56895"/>
                </a:cubicBezTo>
                <a:cubicBezTo>
                  <a:pt x="3273899" y="56895"/>
                  <a:pt x="3249547" y="85576"/>
                  <a:pt x="3249547" y="122443"/>
                </a:cubicBezTo>
                <a:cubicBezTo>
                  <a:pt x="3249547" y="154700"/>
                  <a:pt x="3266290" y="177497"/>
                  <a:pt x="3290132" y="177497"/>
                </a:cubicBezTo>
                <a:cubicBezTo>
                  <a:pt x="3304843" y="177497"/>
                  <a:pt x="3318796" y="170839"/>
                  <a:pt x="3329955" y="158539"/>
                </a:cubicBezTo>
                <a:lnTo>
                  <a:pt x="3329955" y="206712"/>
                </a:lnTo>
                <a:cubicBezTo>
                  <a:pt x="3329955" y="221060"/>
                  <a:pt x="3325392" y="224907"/>
                  <a:pt x="3307382" y="226186"/>
                </a:cubicBezTo>
                <a:lnTo>
                  <a:pt x="3307382" y="230541"/>
                </a:lnTo>
                <a:lnTo>
                  <a:pt x="3367243" y="230541"/>
                </a:lnTo>
                <a:lnTo>
                  <a:pt x="3367243" y="226956"/>
                </a:lnTo>
                <a:cubicBezTo>
                  <a:pt x="3353294" y="223879"/>
                  <a:pt x="3351262" y="221831"/>
                  <a:pt x="3351262" y="211068"/>
                </a:cubicBezTo>
                <a:lnTo>
                  <a:pt x="3351262" y="57924"/>
                </a:lnTo>
                <a:lnTo>
                  <a:pt x="3348471" y="57924"/>
                </a:lnTo>
                <a:lnTo>
                  <a:pt x="3334777" y="66118"/>
                </a:lnTo>
                <a:moveTo>
                  <a:pt x="3329955" y="142412"/>
                </a:moveTo>
                <a:cubicBezTo>
                  <a:pt x="3329955" y="148558"/>
                  <a:pt x="3328941" y="151885"/>
                  <a:pt x="3326406" y="153934"/>
                </a:cubicBezTo>
                <a:cubicBezTo>
                  <a:pt x="3320824" y="158797"/>
                  <a:pt x="3312453" y="161870"/>
                  <a:pt x="3304592" y="161870"/>
                </a:cubicBezTo>
                <a:cubicBezTo>
                  <a:pt x="3296727" y="161870"/>
                  <a:pt x="3289880" y="159309"/>
                  <a:pt x="3284806" y="154188"/>
                </a:cubicBezTo>
                <a:cubicBezTo>
                  <a:pt x="3276690" y="146764"/>
                  <a:pt x="3271360" y="130125"/>
                  <a:pt x="3271360" y="113228"/>
                </a:cubicBezTo>
                <a:cubicBezTo>
                  <a:pt x="3271360" y="83015"/>
                  <a:pt x="3284806" y="64073"/>
                  <a:pt x="3306364" y="64073"/>
                </a:cubicBezTo>
                <a:cubicBezTo>
                  <a:pt x="3322094" y="64073"/>
                  <a:pt x="3329955" y="72518"/>
                  <a:pt x="3329955" y="89673"/>
                </a:cubicBezTo>
                <a:lnTo>
                  <a:pt x="3329955" y="142412"/>
                </a:lnTo>
                <a:close/>
                <a:moveTo>
                  <a:pt x="3491785" y="162136"/>
                </a:moveTo>
                <a:lnTo>
                  <a:pt x="3490519" y="162136"/>
                </a:lnTo>
                <a:cubicBezTo>
                  <a:pt x="3478850" y="162136"/>
                  <a:pt x="3476059" y="159317"/>
                  <a:pt x="3476059" y="147530"/>
                </a:cubicBezTo>
                <a:lnTo>
                  <a:pt x="3476059" y="59648"/>
                </a:lnTo>
                <a:lnTo>
                  <a:pt x="3435981" y="59648"/>
                </a:lnTo>
                <a:lnTo>
                  <a:pt x="3435981" y="64007"/>
                </a:lnTo>
                <a:cubicBezTo>
                  <a:pt x="3451710" y="64773"/>
                  <a:pt x="3454753" y="67338"/>
                  <a:pt x="3454753" y="80145"/>
                </a:cubicBezTo>
                <a:lnTo>
                  <a:pt x="3454753" y="140348"/>
                </a:lnTo>
                <a:cubicBezTo>
                  <a:pt x="3454753" y="147522"/>
                  <a:pt x="3453483" y="151111"/>
                  <a:pt x="3449934" y="153926"/>
                </a:cubicBezTo>
                <a:cubicBezTo>
                  <a:pt x="3443083" y="159564"/>
                  <a:pt x="3435222" y="162636"/>
                  <a:pt x="3427613" y="162636"/>
                </a:cubicBezTo>
                <a:cubicBezTo>
                  <a:pt x="3417720" y="162636"/>
                  <a:pt x="3409604" y="153926"/>
                  <a:pt x="3409604" y="143167"/>
                </a:cubicBezTo>
                <a:lnTo>
                  <a:pt x="3409604" y="59648"/>
                </a:lnTo>
                <a:lnTo>
                  <a:pt x="3372568" y="59648"/>
                </a:lnTo>
                <a:lnTo>
                  <a:pt x="3372568" y="63237"/>
                </a:lnTo>
                <a:cubicBezTo>
                  <a:pt x="3384744" y="64007"/>
                  <a:pt x="3388297" y="67850"/>
                  <a:pt x="3388297" y="79633"/>
                </a:cubicBezTo>
                <a:lnTo>
                  <a:pt x="3388297" y="144191"/>
                </a:lnTo>
                <a:cubicBezTo>
                  <a:pt x="3388297" y="164431"/>
                  <a:pt x="3400470" y="177497"/>
                  <a:pt x="3418986" y="177497"/>
                </a:cubicBezTo>
                <a:cubicBezTo>
                  <a:pt x="3428372" y="177497"/>
                  <a:pt x="3438264" y="173399"/>
                  <a:pt x="3445115" y="166479"/>
                </a:cubicBezTo>
                <a:lnTo>
                  <a:pt x="3456022" y="155466"/>
                </a:lnTo>
                <a:lnTo>
                  <a:pt x="3456022" y="176730"/>
                </a:lnTo>
                <a:lnTo>
                  <a:pt x="3457036" y="177246"/>
                </a:lnTo>
                <a:cubicBezTo>
                  <a:pt x="3469719" y="172125"/>
                  <a:pt x="3478850" y="169306"/>
                  <a:pt x="3491785" y="165717"/>
                </a:cubicBezTo>
                <a:lnTo>
                  <a:pt x="3491785" y="162136"/>
                </a:lnTo>
                <a:close/>
                <a:moveTo>
                  <a:pt x="3600602" y="132904"/>
                </a:moveTo>
                <a:cubicBezTo>
                  <a:pt x="3588429" y="152386"/>
                  <a:pt x="3577519" y="159822"/>
                  <a:pt x="3561286" y="159822"/>
                </a:cubicBezTo>
                <a:cubicBezTo>
                  <a:pt x="3546830" y="159822"/>
                  <a:pt x="3535923" y="152386"/>
                  <a:pt x="3528565" y="137776"/>
                </a:cubicBezTo>
                <a:cubicBezTo>
                  <a:pt x="3523998" y="128033"/>
                  <a:pt x="3522226" y="119573"/>
                  <a:pt x="3521719" y="103935"/>
                </a:cubicBezTo>
                <a:lnTo>
                  <a:pt x="3599843" y="103935"/>
                </a:lnTo>
                <a:cubicBezTo>
                  <a:pt x="3597811" y="87312"/>
                  <a:pt x="3595276" y="79907"/>
                  <a:pt x="3588936" y="71736"/>
                </a:cubicBezTo>
                <a:cubicBezTo>
                  <a:pt x="3581323" y="62529"/>
                  <a:pt x="3569658" y="57146"/>
                  <a:pt x="3556467" y="57146"/>
                </a:cubicBezTo>
                <a:cubicBezTo>
                  <a:pt x="3543784" y="57146"/>
                  <a:pt x="3531863" y="61759"/>
                  <a:pt x="3522226" y="70458"/>
                </a:cubicBezTo>
                <a:cubicBezTo>
                  <a:pt x="3510301" y="80927"/>
                  <a:pt x="3503454" y="99067"/>
                  <a:pt x="3503454" y="120085"/>
                </a:cubicBezTo>
                <a:cubicBezTo>
                  <a:pt x="3503454" y="155462"/>
                  <a:pt x="3521719" y="177497"/>
                  <a:pt x="3550886" y="177497"/>
                </a:cubicBezTo>
                <a:cubicBezTo>
                  <a:pt x="3574983" y="177497"/>
                  <a:pt x="3594007" y="162382"/>
                  <a:pt x="3604662" y="134699"/>
                </a:cubicBezTo>
                <a:lnTo>
                  <a:pt x="3600602" y="132904"/>
                </a:lnTo>
                <a:moveTo>
                  <a:pt x="3522226" y="95737"/>
                </a:moveTo>
                <a:cubicBezTo>
                  <a:pt x="3525012" y="75821"/>
                  <a:pt x="3533639" y="66372"/>
                  <a:pt x="3549110" y="66372"/>
                </a:cubicBezTo>
                <a:cubicBezTo>
                  <a:pt x="3564584" y="66372"/>
                  <a:pt x="3570672" y="73523"/>
                  <a:pt x="3573969" y="95737"/>
                </a:cubicBezTo>
                <a:lnTo>
                  <a:pt x="3522226" y="95737"/>
                </a:lnTo>
                <a:close/>
                <a:moveTo>
                  <a:pt x="3613792" y="73034"/>
                </a:moveTo>
                <a:cubicBezTo>
                  <a:pt x="3615314" y="72264"/>
                  <a:pt x="3617853" y="72010"/>
                  <a:pt x="3620643" y="72010"/>
                </a:cubicBezTo>
                <a:cubicBezTo>
                  <a:pt x="3627745" y="72010"/>
                  <a:pt x="3630025" y="75853"/>
                  <a:pt x="3630025" y="88402"/>
                </a:cubicBezTo>
                <a:lnTo>
                  <a:pt x="3630025" y="151940"/>
                </a:lnTo>
                <a:cubicBezTo>
                  <a:pt x="3630025" y="166542"/>
                  <a:pt x="3627234" y="170127"/>
                  <a:pt x="3614300" y="171151"/>
                </a:cubicBezTo>
                <a:lnTo>
                  <a:pt x="3614300" y="174994"/>
                </a:lnTo>
                <a:lnTo>
                  <a:pt x="3668075" y="174994"/>
                </a:lnTo>
                <a:lnTo>
                  <a:pt x="3668075" y="171151"/>
                </a:lnTo>
                <a:cubicBezTo>
                  <a:pt x="3655136" y="170127"/>
                  <a:pt x="3651332" y="167054"/>
                  <a:pt x="3651332" y="157832"/>
                </a:cubicBezTo>
                <a:lnTo>
                  <a:pt x="3651332" y="85842"/>
                </a:lnTo>
                <a:cubicBezTo>
                  <a:pt x="3663508" y="74312"/>
                  <a:pt x="3669089" y="71239"/>
                  <a:pt x="3677461" y="71239"/>
                </a:cubicBezTo>
                <a:cubicBezTo>
                  <a:pt x="3689889" y="71239"/>
                  <a:pt x="3695977" y="79180"/>
                  <a:pt x="3695977" y="96088"/>
                </a:cubicBezTo>
                <a:lnTo>
                  <a:pt x="3695977" y="149633"/>
                </a:lnTo>
                <a:cubicBezTo>
                  <a:pt x="3695977" y="165772"/>
                  <a:pt x="3692680" y="170127"/>
                  <a:pt x="3679996" y="171151"/>
                </a:cubicBezTo>
                <a:lnTo>
                  <a:pt x="3679996" y="174994"/>
                </a:lnTo>
                <a:lnTo>
                  <a:pt x="3732758" y="174994"/>
                </a:lnTo>
                <a:lnTo>
                  <a:pt x="3732758" y="171151"/>
                </a:lnTo>
                <a:cubicBezTo>
                  <a:pt x="3720326" y="169873"/>
                  <a:pt x="3717284" y="166796"/>
                  <a:pt x="3717284" y="154247"/>
                </a:cubicBezTo>
                <a:lnTo>
                  <a:pt x="3717284" y="95576"/>
                </a:lnTo>
                <a:cubicBezTo>
                  <a:pt x="3717284" y="71497"/>
                  <a:pt x="3706122" y="57146"/>
                  <a:pt x="3687354" y="57146"/>
                </a:cubicBezTo>
                <a:cubicBezTo>
                  <a:pt x="3675685" y="57146"/>
                  <a:pt x="3667820" y="61505"/>
                  <a:pt x="3650573" y="77901"/>
                </a:cubicBezTo>
                <a:lnTo>
                  <a:pt x="3650573" y="57662"/>
                </a:lnTo>
                <a:lnTo>
                  <a:pt x="3648797" y="57146"/>
                </a:lnTo>
                <a:cubicBezTo>
                  <a:pt x="3636369" y="61759"/>
                  <a:pt x="3627745" y="64578"/>
                  <a:pt x="3613792" y="68679"/>
                </a:cubicBezTo>
                <a:lnTo>
                  <a:pt x="3613792" y="73034"/>
                </a:lnTo>
                <a:close/>
                <a:moveTo>
                  <a:pt x="3837515" y="134984"/>
                </a:moveTo>
                <a:cubicBezTo>
                  <a:pt x="3825339" y="152906"/>
                  <a:pt x="3816208" y="159051"/>
                  <a:pt x="3801748" y="159051"/>
                </a:cubicBezTo>
                <a:cubicBezTo>
                  <a:pt x="3778665" y="159051"/>
                  <a:pt x="3762432" y="138569"/>
                  <a:pt x="3762432" y="109127"/>
                </a:cubicBezTo>
                <a:cubicBezTo>
                  <a:pt x="3762432" y="82757"/>
                  <a:pt x="3776385" y="64578"/>
                  <a:pt x="3796930" y="64578"/>
                </a:cubicBezTo>
                <a:cubicBezTo>
                  <a:pt x="3806060" y="64578"/>
                  <a:pt x="3809358" y="67392"/>
                  <a:pt x="3811897" y="76865"/>
                </a:cubicBezTo>
                <a:lnTo>
                  <a:pt x="3813418" y="82499"/>
                </a:lnTo>
                <a:cubicBezTo>
                  <a:pt x="3815446" y="89669"/>
                  <a:pt x="3820013" y="94278"/>
                  <a:pt x="3825339" y="94278"/>
                </a:cubicBezTo>
                <a:cubicBezTo>
                  <a:pt x="3831934" y="94278"/>
                  <a:pt x="3837515" y="89411"/>
                  <a:pt x="3837515" y="83523"/>
                </a:cubicBezTo>
                <a:cubicBezTo>
                  <a:pt x="3837515" y="69187"/>
                  <a:pt x="3819757" y="57146"/>
                  <a:pt x="3798451" y="57146"/>
                </a:cubicBezTo>
                <a:cubicBezTo>
                  <a:pt x="3786023" y="57146"/>
                  <a:pt x="3773088" y="62271"/>
                  <a:pt x="3762688" y="71490"/>
                </a:cubicBezTo>
                <a:cubicBezTo>
                  <a:pt x="3750004" y="82757"/>
                  <a:pt x="3742902" y="100166"/>
                  <a:pt x="3742902" y="120390"/>
                </a:cubicBezTo>
                <a:cubicBezTo>
                  <a:pt x="3742902" y="153676"/>
                  <a:pt x="3762939" y="177497"/>
                  <a:pt x="3791097" y="177497"/>
                </a:cubicBezTo>
                <a:cubicBezTo>
                  <a:pt x="3802511" y="177497"/>
                  <a:pt x="3812655" y="173399"/>
                  <a:pt x="3821789" y="165455"/>
                </a:cubicBezTo>
                <a:cubicBezTo>
                  <a:pt x="3828636" y="159305"/>
                  <a:pt x="3833455" y="152393"/>
                  <a:pt x="3841064" y="137287"/>
                </a:cubicBezTo>
                <a:lnTo>
                  <a:pt x="3837515" y="134984"/>
                </a:lnTo>
                <a:close/>
                <a:moveTo>
                  <a:pt x="3952672" y="132904"/>
                </a:moveTo>
                <a:cubicBezTo>
                  <a:pt x="3940499" y="152386"/>
                  <a:pt x="3929589" y="159822"/>
                  <a:pt x="3913356" y="159822"/>
                </a:cubicBezTo>
                <a:cubicBezTo>
                  <a:pt x="3898900" y="159822"/>
                  <a:pt x="3887993" y="152386"/>
                  <a:pt x="3880635" y="137776"/>
                </a:cubicBezTo>
                <a:cubicBezTo>
                  <a:pt x="3876068" y="128033"/>
                  <a:pt x="3874296" y="119573"/>
                  <a:pt x="3873789" y="103935"/>
                </a:cubicBezTo>
                <a:lnTo>
                  <a:pt x="3951913" y="103935"/>
                </a:lnTo>
                <a:cubicBezTo>
                  <a:pt x="3949881" y="87312"/>
                  <a:pt x="3947346" y="79907"/>
                  <a:pt x="3941006" y="71736"/>
                </a:cubicBezTo>
                <a:cubicBezTo>
                  <a:pt x="3933393" y="62529"/>
                  <a:pt x="3921728" y="57146"/>
                  <a:pt x="3908537" y="57146"/>
                </a:cubicBezTo>
                <a:cubicBezTo>
                  <a:pt x="3895854" y="57146"/>
                  <a:pt x="3883933" y="61759"/>
                  <a:pt x="3874296" y="70458"/>
                </a:cubicBezTo>
                <a:cubicBezTo>
                  <a:pt x="3862371" y="80927"/>
                  <a:pt x="3855524" y="99067"/>
                  <a:pt x="3855524" y="120085"/>
                </a:cubicBezTo>
                <a:cubicBezTo>
                  <a:pt x="3855524" y="155462"/>
                  <a:pt x="3873789" y="177497"/>
                  <a:pt x="3902956" y="177497"/>
                </a:cubicBezTo>
                <a:cubicBezTo>
                  <a:pt x="3927053" y="177497"/>
                  <a:pt x="3946077" y="162382"/>
                  <a:pt x="3956732" y="134699"/>
                </a:cubicBezTo>
                <a:lnTo>
                  <a:pt x="3952672" y="132904"/>
                </a:lnTo>
                <a:moveTo>
                  <a:pt x="3874296" y="95737"/>
                </a:moveTo>
                <a:cubicBezTo>
                  <a:pt x="3877082" y="75821"/>
                  <a:pt x="3885709" y="66372"/>
                  <a:pt x="3901180" y="66372"/>
                </a:cubicBezTo>
                <a:cubicBezTo>
                  <a:pt x="3916654" y="66372"/>
                  <a:pt x="3922742" y="73523"/>
                  <a:pt x="3926039" y="95737"/>
                </a:cubicBezTo>
                <a:lnTo>
                  <a:pt x="3874296" y="95737"/>
                </a:lnTo>
                <a:close/>
                <a:moveTo>
                  <a:pt x="4030291" y="73034"/>
                </a:moveTo>
                <a:cubicBezTo>
                  <a:pt x="4031812" y="72264"/>
                  <a:pt x="4034351" y="72010"/>
                  <a:pt x="4037141" y="72010"/>
                </a:cubicBezTo>
                <a:cubicBezTo>
                  <a:pt x="4044244" y="72010"/>
                  <a:pt x="4046523" y="75853"/>
                  <a:pt x="4046523" y="88402"/>
                </a:cubicBezTo>
                <a:lnTo>
                  <a:pt x="4046523" y="151940"/>
                </a:lnTo>
                <a:cubicBezTo>
                  <a:pt x="4046523" y="166542"/>
                  <a:pt x="4043733" y="170127"/>
                  <a:pt x="4030798" y="171151"/>
                </a:cubicBezTo>
                <a:lnTo>
                  <a:pt x="4030798" y="174994"/>
                </a:lnTo>
                <a:lnTo>
                  <a:pt x="4084574" y="174994"/>
                </a:lnTo>
                <a:lnTo>
                  <a:pt x="4084574" y="171151"/>
                </a:lnTo>
                <a:cubicBezTo>
                  <a:pt x="4071635" y="170127"/>
                  <a:pt x="4067830" y="167054"/>
                  <a:pt x="4067830" y="157832"/>
                </a:cubicBezTo>
                <a:lnTo>
                  <a:pt x="4067830" y="85842"/>
                </a:lnTo>
                <a:cubicBezTo>
                  <a:pt x="4080007" y="74312"/>
                  <a:pt x="4085588" y="71239"/>
                  <a:pt x="4093959" y="71239"/>
                </a:cubicBezTo>
                <a:cubicBezTo>
                  <a:pt x="4106387" y="71239"/>
                  <a:pt x="4112476" y="79180"/>
                  <a:pt x="4112476" y="96088"/>
                </a:cubicBezTo>
                <a:lnTo>
                  <a:pt x="4112476" y="149633"/>
                </a:lnTo>
                <a:cubicBezTo>
                  <a:pt x="4112476" y="165772"/>
                  <a:pt x="4109178" y="170127"/>
                  <a:pt x="4096495" y="171151"/>
                </a:cubicBezTo>
                <a:lnTo>
                  <a:pt x="4096495" y="174994"/>
                </a:lnTo>
                <a:lnTo>
                  <a:pt x="4149256" y="174994"/>
                </a:lnTo>
                <a:lnTo>
                  <a:pt x="4149256" y="171151"/>
                </a:lnTo>
                <a:cubicBezTo>
                  <a:pt x="4136825" y="169873"/>
                  <a:pt x="4133782" y="166796"/>
                  <a:pt x="4133782" y="154247"/>
                </a:cubicBezTo>
                <a:lnTo>
                  <a:pt x="4133782" y="95576"/>
                </a:lnTo>
                <a:cubicBezTo>
                  <a:pt x="4133782" y="71497"/>
                  <a:pt x="4122620" y="57146"/>
                  <a:pt x="4103852" y="57146"/>
                </a:cubicBezTo>
                <a:cubicBezTo>
                  <a:pt x="4092183" y="57146"/>
                  <a:pt x="4084318" y="61505"/>
                  <a:pt x="4067072" y="77901"/>
                </a:cubicBezTo>
                <a:lnTo>
                  <a:pt x="4067072" y="57662"/>
                </a:lnTo>
                <a:lnTo>
                  <a:pt x="4065295" y="57146"/>
                </a:lnTo>
                <a:cubicBezTo>
                  <a:pt x="4052867" y="61759"/>
                  <a:pt x="4044244" y="64578"/>
                  <a:pt x="4030291" y="68679"/>
                </a:cubicBezTo>
                <a:lnTo>
                  <a:pt x="4030291" y="73034"/>
                </a:lnTo>
                <a:close/>
                <a:moveTo>
                  <a:pt x="4274304" y="162136"/>
                </a:moveTo>
                <a:lnTo>
                  <a:pt x="4273038" y="162136"/>
                </a:lnTo>
                <a:cubicBezTo>
                  <a:pt x="4261369" y="162136"/>
                  <a:pt x="4258578" y="159317"/>
                  <a:pt x="4258578" y="147530"/>
                </a:cubicBezTo>
                <a:lnTo>
                  <a:pt x="4258578" y="59648"/>
                </a:lnTo>
                <a:lnTo>
                  <a:pt x="4218500" y="59648"/>
                </a:lnTo>
                <a:lnTo>
                  <a:pt x="4218500" y="64007"/>
                </a:lnTo>
                <a:cubicBezTo>
                  <a:pt x="4234229" y="64773"/>
                  <a:pt x="4237271" y="67338"/>
                  <a:pt x="4237271" y="80145"/>
                </a:cubicBezTo>
                <a:lnTo>
                  <a:pt x="4237271" y="140348"/>
                </a:lnTo>
                <a:cubicBezTo>
                  <a:pt x="4237271" y="147522"/>
                  <a:pt x="4236002" y="151111"/>
                  <a:pt x="4232453" y="153926"/>
                </a:cubicBezTo>
                <a:cubicBezTo>
                  <a:pt x="4225602" y="159564"/>
                  <a:pt x="4217741" y="162636"/>
                  <a:pt x="4210132" y="162636"/>
                </a:cubicBezTo>
                <a:cubicBezTo>
                  <a:pt x="4200239" y="162636"/>
                  <a:pt x="4192123" y="153926"/>
                  <a:pt x="4192123" y="143167"/>
                </a:cubicBezTo>
                <a:lnTo>
                  <a:pt x="4192123" y="59648"/>
                </a:lnTo>
                <a:lnTo>
                  <a:pt x="4155087" y="59648"/>
                </a:lnTo>
                <a:lnTo>
                  <a:pt x="4155087" y="63237"/>
                </a:lnTo>
                <a:cubicBezTo>
                  <a:pt x="4167263" y="64007"/>
                  <a:pt x="4170816" y="67850"/>
                  <a:pt x="4170816" y="79633"/>
                </a:cubicBezTo>
                <a:lnTo>
                  <a:pt x="4170816" y="144191"/>
                </a:lnTo>
                <a:cubicBezTo>
                  <a:pt x="4170816" y="164431"/>
                  <a:pt x="4182989" y="177497"/>
                  <a:pt x="4201505" y="177497"/>
                </a:cubicBezTo>
                <a:cubicBezTo>
                  <a:pt x="4210891" y="177497"/>
                  <a:pt x="4220783" y="173399"/>
                  <a:pt x="4227634" y="166479"/>
                </a:cubicBezTo>
                <a:lnTo>
                  <a:pt x="4238541" y="155466"/>
                </a:lnTo>
                <a:lnTo>
                  <a:pt x="4238541" y="176730"/>
                </a:lnTo>
                <a:lnTo>
                  <a:pt x="4239555" y="177246"/>
                </a:lnTo>
                <a:cubicBezTo>
                  <a:pt x="4252238" y="172125"/>
                  <a:pt x="4261369" y="169306"/>
                  <a:pt x="4274304" y="165717"/>
                </a:cubicBezTo>
                <a:lnTo>
                  <a:pt x="4274304" y="162136"/>
                </a:lnTo>
                <a:close/>
                <a:moveTo>
                  <a:pt x="4284451" y="73034"/>
                </a:moveTo>
                <a:cubicBezTo>
                  <a:pt x="4287749" y="72264"/>
                  <a:pt x="4289777" y="72010"/>
                  <a:pt x="4292567" y="72010"/>
                </a:cubicBezTo>
                <a:cubicBezTo>
                  <a:pt x="4299162" y="72010"/>
                  <a:pt x="4301446" y="76107"/>
                  <a:pt x="4301446" y="88402"/>
                </a:cubicBezTo>
                <a:lnTo>
                  <a:pt x="4301446" y="153218"/>
                </a:lnTo>
                <a:cubicBezTo>
                  <a:pt x="4301446" y="167054"/>
                  <a:pt x="4297893" y="170897"/>
                  <a:pt x="4283688" y="171151"/>
                </a:cubicBezTo>
                <a:lnTo>
                  <a:pt x="4283688" y="174994"/>
                </a:lnTo>
                <a:lnTo>
                  <a:pt x="4339999" y="174994"/>
                </a:lnTo>
                <a:lnTo>
                  <a:pt x="4339999" y="171151"/>
                </a:lnTo>
                <a:cubicBezTo>
                  <a:pt x="4326557" y="170639"/>
                  <a:pt x="4322753" y="167824"/>
                  <a:pt x="4322753" y="157832"/>
                </a:cubicBezTo>
                <a:lnTo>
                  <a:pt x="4322753" y="85587"/>
                </a:lnTo>
                <a:cubicBezTo>
                  <a:pt x="4322753" y="85075"/>
                  <a:pt x="4324781" y="82511"/>
                  <a:pt x="4326557" y="80720"/>
                </a:cubicBezTo>
                <a:cubicBezTo>
                  <a:pt x="4332897" y="74824"/>
                  <a:pt x="4343804" y="70469"/>
                  <a:pt x="4352683" y="70469"/>
                </a:cubicBezTo>
                <a:cubicBezTo>
                  <a:pt x="4363841" y="70469"/>
                  <a:pt x="4369422" y="79438"/>
                  <a:pt x="4369422" y="97371"/>
                </a:cubicBezTo>
                <a:lnTo>
                  <a:pt x="4369422" y="152964"/>
                </a:lnTo>
                <a:cubicBezTo>
                  <a:pt x="4369422" y="167312"/>
                  <a:pt x="4366632" y="170127"/>
                  <a:pt x="4352176" y="171151"/>
                </a:cubicBezTo>
                <a:lnTo>
                  <a:pt x="4352176" y="174994"/>
                </a:lnTo>
                <a:lnTo>
                  <a:pt x="4408994" y="174994"/>
                </a:lnTo>
                <a:lnTo>
                  <a:pt x="4408994" y="171151"/>
                </a:lnTo>
                <a:cubicBezTo>
                  <a:pt x="4394534" y="170897"/>
                  <a:pt x="4390729" y="166542"/>
                  <a:pt x="4390729" y="150658"/>
                </a:cubicBezTo>
                <a:lnTo>
                  <a:pt x="4390729" y="86100"/>
                </a:lnTo>
                <a:cubicBezTo>
                  <a:pt x="4398338" y="75083"/>
                  <a:pt x="4406710" y="70469"/>
                  <a:pt x="4418380" y="70469"/>
                </a:cubicBezTo>
                <a:cubicBezTo>
                  <a:pt x="4432836" y="70469"/>
                  <a:pt x="4437403" y="77389"/>
                  <a:pt x="4437403" y="98653"/>
                </a:cubicBezTo>
                <a:lnTo>
                  <a:pt x="4437403" y="152706"/>
                </a:lnTo>
                <a:cubicBezTo>
                  <a:pt x="4437403" y="167312"/>
                  <a:pt x="4435375" y="169361"/>
                  <a:pt x="4420663" y="171151"/>
                </a:cubicBezTo>
                <a:lnTo>
                  <a:pt x="4420663" y="174994"/>
                </a:lnTo>
                <a:lnTo>
                  <a:pt x="4476212" y="174994"/>
                </a:lnTo>
                <a:lnTo>
                  <a:pt x="4476212" y="171151"/>
                </a:lnTo>
                <a:lnTo>
                  <a:pt x="4469616" y="170639"/>
                </a:lnTo>
                <a:cubicBezTo>
                  <a:pt x="4462007" y="170127"/>
                  <a:pt x="4458710" y="165518"/>
                  <a:pt x="4458710" y="155525"/>
                </a:cubicBezTo>
                <a:lnTo>
                  <a:pt x="4458710" y="102750"/>
                </a:lnTo>
                <a:cubicBezTo>
                  <a:pt x="4458710" y="72522"/>
                  <a:pt x="4448817" y="57146"/>
                  <a:pt x="4429286" y="57146"/>
                </a:cubicBezTo>
                <a:cubicBezTo>
                  <a:pt x="4414575" y="57146"/>
                  <a:pt x="4401636" y="63807"/>
                  <a:pt x="4387939" y="78668"/>
                </a:cubicBezTo>
                <a:cubicBezTo>
                  <a:pt x="4383375" y="64065"/>
                  <a:pt x="4374752" y="57146"/>
                  <a:pt x="4361055" y="57146"/>
                </a:cubicBezTo>
                <a:cubicBezTo>
                  <a:pt x="4349892" y="57146"/>
                  <a:pt x="4342790" y="60735"/>
                  <a:pt x="4321735" y="76877"/>
                </a:cubicBezTo>
                <a:lnTo>
                  <a:pt x="4321735" y="57662"/>
                </a:lnTo>
                <a:lnTo>
                  <a:pt x="4319962" y="57146"/>
                </a:lnTo>
                <a:cubicBezTo>
                  <a:pt x="4307023" y="62017"/>
                  <a:pt x="4298400" y="64836"/>
                  <a:pt x="4284451" y="68679"/>
                </a:cubicBezTo>
                <a:lnTo>
                  <a:pt x="4284451" y="73034"/>
                </a:lnTo>
                <a:close/>
                <a:moveTo>
                  <a:pt x="4515783" y="524"/>
                </a:moveTo>
                <a:lnTo>
                  <a:pt x="4514513" y="12"/>
                </a:lnTo>
                <a:cubicBezTo>
                  <a:pt x="4503858" y="3855"/>
                  <a:pt x="4497011" y="5903"/>
                  <a:pt x="4485090" y="9234"/>
                </a:cubicBezTo>
                <a:lnTo>
                  <a:pt x="4477733" y="11287"/>
                </a:lnTo>
                <a:lnTo>
                  <a:pt x="4477733" y="15384"/>
                </a:lnTo>
                <a:cubicBezTo>
                  <a:pt x="4479254" y="15130"/>
                  <a:pt x="4480268" y="15130"/>
                  <a:pt x="4482044" y="15130"/>
                </a:cubicBezTo>
                <a:cubicBezTo>
                  <a:pt x="4492193" y="15130"/>
                  <a:pt x="4494472" y="17433"/>
                  <a:pt x="4494472" y="28196"/>
                </a:cubicBezTo>
                <a:lnTo>
                  <a:pt x="4494472" y="161108"/>
                </a:lnTo>
                <a:cubicBezTo>
                  <a:pt x="4494472" y="169044"/>
                  <a:pt x="4516034" y="177497"/>
                  <a:pt x="4536327" y="177497"/>
                </a:cubicBezTo>
                <a:cubicBezTo>
                  <a:pt x="4569810" y="177497"/>
                  <a:pt x="4595680" y="149328"/>
                  <a:pt x="4595680" y="112716"/>
                </a:cubicBezTo>
                <a:cubicBezTo>
                  <a:pt x="4595680" y="81224"/>
                  <a:pt x="4576406" y="57146"/>
                  <a:pt x="4551039" y="57146"/>
                </a:cubicBezTo>
                <a:cubicBezTo>
                  <a:pt x="4535565" y="57146"/>
                  <a:pt x="4520853" y="66372"/>
                  <a:pt x="4515783" y="78922"/>
                </a:cubicBezTo>
                <a:lnTo>
                  <a:pt x="4515783" y="524"/>
                </a:lnTo>
                <a:moveTo>
                  <a:pt x="4515783" y="92492"/>
                </a:moveTo>
                <a:cubicBezTo>
                  <a:pt x="4515783" y="82507"/>
                  <a:pt x="4527704" y="73288"/>
                  <a:pt x="4540894" y="73288"/>
                </a:cubicBezTo>
                <a:cubicBezTo>
                  <a:pt x="4560676" y="73288"/>
                  <a:pt x="4573359" y="93258"/>
                  <a:pt x="4573359" y="124495"/>
                </a:cubicBezTo>
                <a:cubicBezTo>
                  <a:pt x="4573359" y="152913"/>
                  <a:pt x="4561183" y="169298"/>
                  <a:pt x="4540387" y="169298"/>
                </a:cubicBezTo>
                <a:cubicBezTo>
                  <a:pt x="4527197" y="169298"/>
                  <a:pt x="4515783" y="163410"/>
                  <a:pt x="4515783" y="157011"/>
                </a:cubicBezTo>
                <a:lnTo>
                  <a:pt x="4515783" y="92492"/>
                </a:lnTo>
                <a:close/>
                <a:moveTo>
                  <a:pt x="4707288" y="132904"/>
                </a:moveTo>
                <a:cubicBezTo>
                  <a:pt x="4695116" y="152386"/>
                  <a:pt x="4684205" y="159822"/>
                  <a:pt x="4667972" y="159822"/>
                </a:cubicBezTo>
                <a:cubicBezTo>
                  <a:pt x="4653516" y="159822"/>
                  <a:pt x="4642609" y="152386"/>
                  <a:pt x="4635252" y="137776"/>
                </a:cubicBezTo>
                <a:cubicBezTo>
                  <a:pt x="4630685" y="128033"/>
                  <a:pt x="4628912" y="119573"/>
                  <a:pt x="4628405" y="103935"/>
                </a:cubicBezTo>
                <a:lnTo>
                  <a:pt x="4706530" y="103935"/>
                </a:lnTo>
                <a:cubicBezTo>
                  <a:pt x="4704498" y="87312"/>
                  <a:pt x="4701962" y="79907"/>
                  <a:pt x="4695623" y="71736"/>
                </a:cubicBezTo>
                <a:cubicBezTo>
                  <a:pt x="4688010" y="62529"/>
                  <a:pt x="4676344" y="57146"/>
                  <a:pt x="4663154" y="57146"/>
                </a:cubicBezTo>
                <a:cubicBezTo>
                  <a:pt x="4650470" y="57146"/>
                  <a:pt x="4638549" y="61759"/>
                  <a:pt x="4628912" y="70458"/>
                </a:cubicBezTo>
                <a:cubicBezTo>
                  <a:pt x="4616987" y="80927"/>
                  <a:pt x="4610140" y="99067"/>
                  <a:pt x="4610140" y="120085"/>
                </a:cubicBezTo>
                <a:cubicBezTo>
                  <a:pt x="4610140" y="155462"/>
                  <a:pt x="4628405" y="177497"/>
                  <a:pt x="4657572" y="177497"/>
                </a:cubicBezTo>
                <a:cubicBezTo>
                  <a:pt x="4681670" y="177497"/>
                  <a:pt x="4700693" y="162382"/>
                  <a:pt x="4711348" y="134699"/>
                </a:cubicBezTo>
                <a:lnTo>
                  <a:pt x="4707288" y="132904"/>
                </a:lnTo>
                <a:moveTo>
                  <a:pt x="4628912" y="95737"/>
                </a:moveTo>
                <a:cubicBezTo>
                  <a:pt x="4631699" y="75821"/>
                  <a:pt x="4640326" y="66372"/>
                  <a:pt x="4655796" y="66372"/>
                </a:cubicBezTo>
                <a:cubicBezTo>
                  <a:pt x="4671270" y="66372"/>
                  <a:pt x="4677358" y="73523"/>
                  <a:pt x="4680656" y="95737"/>
                </a:cubicBezTo>
                <a:lnTo>
                  <a:pt x="4628912" y="95737"/>
                </a:lnTo>
                <a:close/>
                <a:moveTo>
                  <a:pt x="4718196" y="75083"/>
                </a:moveTo>
                <a:cubicBezTo>
                  <a:pt x="4721749" y="74312"/>
                  <a:pt x="4724032" y="74054"/>
                  <a:pt x="4727074" y="74054"/>
                </a:cubicBezTo>
                <a:cubicBezTo>
                  <a:pt x="4733414" y="74054"/>
                  <a:pt x="4735698" y="78155"/>
                  <a:pt x="4735698" y="89427"/>
                </a:cubicBezTo>
                <a:lnTo>
                  <a:pt x="4735698" y="153476"/>
                </a:lnTo>
                <a:cubicBezTo>
                  <a:pt x="4735698" y="166284"/>
                  <a:pt x="4733921" y="168078"/>
                  <a:pt x="4717688" y="171151"/>
                </a:cubicBezTo>
                <a:lnTo>
                  <a:pt x="4717688" y="174994"/>
                </a:lnTo>
                <a:lnTo>
                  <a:pt x="4778567" y="174994"/>
                </a:lnTo>
                <a:lnTo>
                  <a:pt x="4778567" y="171151"/>
                </a:lnTo>
                <a:cubicBezTo>
                  <a:pt x="4761316" y="170385"/>
                  <a:pt x="4757004" y="166542"/>
                  <a:pt x="4757004" y="151940"/>
                </a:cubicBezTo>
                <a:lnTo>
                  <a:pt x="4757004" y="94294"/>
                </a:lnTo>
                <a:cubicBezTo>
                  <a:pt x="4757004" y="86096"/>
                  <a:pt x="4767911" y="73288"/>
                  <a:pt x="4774762" y="73288"/>
                </a:cubicBezTo>
                <a:cubicBezTo>
                  <a:pt x="4776283" y="73288"/>
                  <a:pt x="4778567" y="74570"/>
                  <a:pt x="4781357" y="77131"/>
                </a:cubicBezTo>
                <a:cubicBezTo>
                  <a:pt x="4785413" y="80716"/>
                  <a:pt x="4788204" y="82253"/>
                  <a:pt x="4791502" y="82253"/>
                </a:cubicBezTo>
                <a:cubicBezTo>
                  <a:pt x="4797590" y="82253"/>
                  <a:pt x="4801394" y="77897"/>
                  <a:pt x="4801394" y="70727"/>
                </a:cubicBezTo>
                <a:cubicBezTo>
                  <a:pt x="4801394" y="62271"/>
                  <a:pt x="4796069" y="57146"/>
                  <a:pt x="4787445" y="57146"/>
                </a:cubicBezTo>
                <a:cubicBezTo>
                  <a:pt x="4776790" y="57146"/>
                  <a:pt x="4769436" y="63041"/>
                  <a:pt x="4757004" y="81228"/>
                </a:cubicBezTo>
                <a:lnTo>
                  <a:pt x="4757004" y="57662"/>
                </a:lnTo>
                <a:lnTo>
                  <a:pt x="4755739" y="57146"/>
                </a:lnTo>
                <a:cubicBezTo>
                  <a:pt x="4742293" y="62783"/>
                  <a:pt x="4733162" y="66114"/>
                  <a:pt x="4718196" y="70981"/>
                </a:cubicBezTo>
                <a:lnTo>
                  <a:pt x="4718196" y="75083"/>
                </a:lnTo>
                <a:close/>
                <a:moveTo>
                  <a:pt x="4909703" y="57146"/>
                </a:moveTo>
                <a:lnTo>
                  <a:pt x="4870387" y="71157"/>
                </a:lnTo>
                <a:lnTo>
                  <a:pt x="4870387" y="75004"/>
                </a:lnTo>
                <a:lnTo>
                  <a:pt x="4872419" y="74746"/>
                </a:lnTo>
                <a:cubicBezTo>
                  <a:pt x="4875461" y="74234"/>
                  <a:pt x="4878759" y="73976"/>
                  <a:pt x="4881042" y="73976"/>
                </a:cubicBezTo>
                <a:cubicBezTo>
                  <a:pt x="4887131" y="73976"/>
                  <a:pt x="4889410" y="78077"/>
                  <a:pt x="4889410" y="89360"/>
                </a:cubicBezTo>
                <a:lnTo>
                  <a:pt x="4889410" y="148847"/>
                </a:lnTo>
                <a:cubicBezTo>
                  <a:pt x="4889410" y="167308"/>
                  <a:pt x="4886875" y="170127"/>
                  <a:pt x="4869373" y="171151"/>
                </a:cubicBezTo>
                <a:lnTo>
                  <a:pt x="4869373" y="174994"/>
                </a:lnTo>
                <a:lnTo>
                  <a:pt x="4929489" y="174994"/>
                </a:lnTo>
                <a:lnTo>
                  <a:pt x="4929489" y="171151"/>
                </a:lnTo>
                <a:cubicBezTo>
                  <a:pt x="4912749" y="169873"/>
                  <a:pt x="4910717" y="167308"/>
                  <a:pt x="4910717" y="148847"/>
                </a:cubicBezTo>
                <a:lnTo>
                  <a:pt x="4910717" y="57916"/>
                </a:lnTo>
                <a:lnTo>
                  <a:pt x="4909703" y="57146"/>
                </a:lnTo>
                <a:moveTo>
                  <a:pt x="4897782" y="98"/>
                </a:moveTo>
                <a:cubicBezTo>
                  <a:pt x="4890935" y="98"/>
                  <a:pt x="4885099" y="5993"/>
                  <a:pt x="4885099" y="13167"/>
                </a:cubicBezTo>
                <a:cubicBezTo>
                  <a:pt x="4885099" y="20341"/>
                  <a:pt x="4890680" y="26233"/>
                  <a:pt x="4897782" y="26233"/>
                </a:cubicBezTo>
                <a:cubicBezTo>
                  <a:pt x="4905140" y="26233"/>
                  <a:pt x="4910973" y="20595"/>
                  <a:pt x="4910973" y="13167"/>
                </a:cubicBezTo>
                <a:cubicBezTo>
                  <a:pt x="4910973" y="5993"/>
                  <a:pt x="4905140" y="98"/>
                  <a:pt x="4897782" y="98"/>
                </a:cubicBezTo>
                <a:close/>
                <a:moveTo>
                  <a:pt x="5015731" y="94493"/>
                </a:moveTo>
                <a:lnTo>
                  <a:pt x="5014716" y="59648"/>
                </a:lnTo>
                <a:lnTo>
                  <a:pt x="5011926" y="59648"/>
                </a:lnTo>
                <a:lnTo>
                  <a:pt x="5011419" y="60164"/>
                </a:lnTo>
                <a:cubicBezTo>
                  <a:pt x="5009135" y="61954"/>
                  <a:pt x="5008884" y="62212"/>
                  <a:pt x="5007870" y="62212"/>
                </a:cubicBezTo>
                <a:cubicBezTo>
                  <a:pt x="5006349" y="62212"/>
                  <a:pt x="5003810" y="61700"/>
                  <a:pt x="5001019" y="60418"/>
                </a:cubicBezTo>
                <a:cubicBezTo>
                  <a:pt x="4995438" y="58424"/>
                  <a:pt x="4989861" y="57396"/>
                  <a:pt x="4983265" y="57396"/>
                </a:cubicBezTo>
                <a:cubicBezTo>
                  <a:pt x="4963224" y="57396"/>
                  <a:pt x="4948768" y="70461"/>
                  <a:pt x="4948768" y="88899"/>
                </a:cubicBezTo>
                <a:cubicBezTo>
                  <a:pt x="4948768" y="103235"/>
                  <a:pt x="4956884" y="113478"/>
                  <a:pt x="4978447" y="125770"/>
                </a:cubicBezTo>
                <a:lnTo>
                  <a:pt x="4993158" y="134222"/>
                </a:lnTo>
                <a:cubicBezTo>
                  <a:pt x="5002033" y="139343"/>
                  <a:pt x="5006349" y="145489"/>
                  <a:pt x="5006349" y="153426"/>
                </a:cubicBezTo>
                <a:cubicBezTo>
                  <a:pt x="5006349" y="164693"/>
                  <a:pt x="4998228" y="171863"/>
                  <a:pt x="4985293" y="171863"/>
                </a:cubicBezTo>
                <a:cubicBezTo>
                  <a:pt x="4976670" y="171863"/>
                  <a:pt x="4968805" y="168532"/>
                  <a:pt x="4963987" y="162898"/>
                </a:cubicBezTo>
                <a:cubicBezTo>
                  <a:pt x="4958661" y="156498"/>
                  <a:pt x="4956377" y="150607"/>
                  <a:pt x="4953080" y="136013"/>
                </a:cubicBezTo>
                <a:lnTo>
                  <a:pt x="4949020" y="136013"/>
                </a:lnTo>
                <a:lnTo>
                  <a:pt x="4949020" y="175960"/>
                </a:lnTo>
                <a:lnTo>
                  <a:pt x="4952317" y="175960"/>
                </a:lnTo>
                <a:cubicBezTo>
                  <a:pt x="4954094" y="173399"/>
                  <a:pt x="4955108" y="172887"/>
                  <a:pt x="4958154" y="172887"/>
                </a:cubicBezTo>
                <a:cubicBezTo>
                  <a:pt x="4960437" y="172946"/>
                  <a:pt x="4963987" y="173458"/>
                  <a:pt x="4969819" y="174994"/>
                </a:cubicBezTo>
                <a:cubicBezTo>
                  <a:pt x="4976922" y="176472"/>
                  <a:pt x="4983772" y="177497"/>
                  <a:pt x="4988336" y="177497"/>
                </a:cubicBezTo>
                <a:cubicBezTo>
                  <a:pt x="5007870" y="177497"/>
                  <a:pt x="5024102" y="162644"/>
                  <a:pt x="5024102" y="144719"/>
                </a:cubicBezTo>
                <a:cubicBezTo>
                  <a:pt x="5024102" y="131915"/>
                  <a:pt x="5018014" y="123467"/>
                  <a:pt x="5002796" y="114248"/>
                </a:cubicBezTo>
                <a:lnTo>
                  <a:pt x="4975401" y="97859"/>
                </a:lnTo>
                <a:cubicBezTo>
                  <a:pt x="4968298" y="93762"/>
                  <a:pt x="4964494" y="87362"/>
                  <a:pt x="4964494" y="80446"/>
                </a:cubicBezTo>
                <a:cubicBezTo>
                  <a:pt x="4964494" y="70203"/>
                  <a:pt x="4972358" y="63033"/>
                  <a:pt x="4984024" y="63033"/>
                </a:cubicBezTo>
                <a:cubicBezTo>
                  <a:pt x="4998484" y="63033"/>
                  <a:pt x="5006093" y="71740"/>
                  <a:pt x="5011926" y="94532"/>
                </a:cubicBezTo>
                <a:lnTo>
                  <a:pt x="5015731" y="94493"/>
                </a:lnTo>
                <a:close/>
                <a:moveTo>
                  <a:pt x="5220176" y="162136"/>
                </a:moveTo>
                <a:lnTo>
                  <a:pt x="5218910" y="162136"/>
                </a:lnTo>
                <a:cubicBezTo>
                  <a:pt x="5207241" y="162136"/>
                  <a:pt x="5204450" y="159317"/>
                  <a:pt x="5204450" y="147530"/>
                </a:cubicBezTo>
                <a:lnTo>
                  <a:pt x="5204450" y="59648"/>
                </a:lnTo>
                <a:lnTo>
                  <a:pt x="5164372" y="59648"/>
                </a:lnTo>
                <a:lnTo>
                  <a:pt x="5164372" y="64007"/>
                </a:lnTo>
                <a:cubicBezTo>
                  <a:pt x="5180101" y="64773"/>
                  <a:pt x="5183143" y="67338"/>
                  <a:pt x="5183143" y="80145"/>
                </a:cubicBezTo>
                <a:lnTo>
                  <a:pt x="5183143" y="140348"/>
                </a:lnTo>
                <a:cubicBezTo>
                  <a:pt x="5183143" y="147522"/>
                  <a:pt x="5181874" y="151111"/>
                  <a:pt x="5178325" y="153926"/>
                </a:cubicBezTo>
                <a:cubicBezTo>
                  <a:pt x="5171474" y="159564"/>
                  <a:pt x="5163613" y="162636"/>
                  <a:pt x="5156004" y="162636"/>
                </a:cubicBezTo>
                <a:cubicBezTo>
                  <a:pt x="5146111" y="162636"/>
                  <a:pt x="5137995" y="153926"/>
                  <a:pt x="5137995" y="143167"/>
                </a:cubicBezTo>
                <a:lnTo>
                  <a:pt x="5137995" y="59648"/>
                </a:lnTo>
                <a:lnTo>
                  <a:pt x="5100959" y="59648"/>
                </a:lnTo>
                <a:lnTo>
                  <a:pt x="5100959" y="63237"/>
                </a:lnTo>
                <a:cubicBezTo>
                  <a:pt x="5113135" y="64007"/>
                  <a:pt x="5116688" y="67850"/>
                  <a:pt x="5116688" y="79633"/>
                </a:cubicBezTo>
                <a:lnTo>
                  <a:pt x="5116688" y="144191"/>
                </a:lnTo>
                <a:cubicBezTo>
                  <a:pt x="5116688" y="164431"/>
                  <a:pt x="5128861" y="177497"/>
                  <a:pt x="5147377" y="177497"/>
                </a:cubicBezTo>
                <a:cubicBezTo>
                  <a:pt x="5156763" y="177497"/>
                  <a:pt x="5166655" y="173399"/>
                  <a:pt x="5173506" y="166479"/>
                </a:cubicBezTo>
                <a:lnTo>
                  <a:pt x="5184413" y="155466"/>
                </a:lnTo>
                <a:lnTo>
                  <a:pt x="5184413" y="176730"/>
                </a:lnTo>
                <a:lnTo>
                  <a:pt x="5185427" y="177246"/>
                </a:lnTo>
                <a:cubicBezTo>
                  <a:pt x="5198110" y="172125"/>
                  <a:pt x="5207241" y="169306"/>
                  <a:pt x="5220176" y="165717"/>
                </a:cubicBezTo>
                <a:lnTo>
                  <a:pt x="5220176" y="162136"/>
                </a:lnTo>
                <a:close/>
                <a:moveTo>
                  <a:pt x="5305402" y="94493"/>
                </a:moveTo>
                <a:lnTo>
                  <a:pt x="5304388" y="59648"/>
                </a:lnTo>
                <a:lnTo>
                  <a:pt x="5301598" y="59648"/>
                </a:lnTo>
                <a:lnTo>
                  <a:pt x="5301090" y="60164"/>
                </a:lnTo>
                <a:cubicBezTo>
                  <a:pt x="5298807" y="61954"/>
                  <a:pt x="5298555" y="62212"/>
                  <a:pt x="5297541" y="62212"/>
                </a:cubicBezTo>
                <a:cubicBezTo>
                  <a:pt x="5296020" y="62212"/>
                  <a:pt x="5293481" y="61700"/>
                  <a:pt x="5290691" y="60418"/>
                </a:cubicBezTo>
                <a:cubicBezTo>
                  <a:pt x="5285109" y="58424"/>
                  <a:pt x="5279532" y="57396"/>
                  <a:pt x="5272937" y="57396"/>
                </a:cubicBezTo>
                <a:cubicBezTo>
                  <a:pt x="5252896" y="57396"/>
                  <a:pt x="5238440" y="70461"/>
                  <a:pt x="5238440" y="88899"/>
                </a:cubicBezTo>
                <a:cubicBezTo>
                  <a:pt x="5238440" y="103235"/>
                  <a:pt x="5246556" y="113478"/>
                  <a:pt x="5268118" y="125770"/>
                </a:cubicBezTo>
                <a:lnTo>
                  <a:pt x="5282830" y="134222"/>
                </a:lnTo>
                <a:cubicBezTo>
                  <a:pt x="5291705" y="139343"/>
                  <a:pt x="5296020" y="145489"/>
                  <a:pt x="5296020" y="153426"/>
                </a:cubicBezTo>
                <a:cubicBezTo>
                  <a:pt x="5296020" y="164693"/>
                  <a:pt x="5287900" y="171863"/>
                  <a:pt x="5274965" y="171863"/>
                </a:cubicBezTo>
                <a:cubicBezTo>
                  <a:pt x="5266342" y="171863"/>
                  <a:pt x="5258477" y="168532"/>
                  <a:pt x="5253658" y="162898"/>
                </a:cubicBezTo>
                <a:cubicBezTo>
                  <a:pt x="5248333" y="156498"/>
                  <a:pt x="5246049" y="150607"/>
                  <a:pt x="5242751" y="136013"/>
                </a:cubicBezTo>
                <a:lnTo>
                  <a:pt x="5238691" y="136013"/>
                </a:lnTo>
                <a:lnTo>
                  <a:pt x="5238691" y="175960"/>
                </a:lnTo>
                <a:lnTo>
                  <a:pt x="5241989" y="175960"/>
                </a:lnTo>
                <a:cubicBezTo>
                  <a:pt x="5243765" y="173399"/>
                  <a:pt x="5244780" y="172887"/>
                  <a:pt x="5247826" y="172887"/>
                </a:cubicBezTo>
                <a:cubicBezTo>
                  <a:pt x="5250109" y="172946"/>
                  <a:pt x="5253658" y="173458"/>
                  <a:pt x="5259491" y="174994"/>
                </a:cubicBezTo>
                <a:cubicBezTo>
                  <a:pt x="5266593" y="176472"/>
                  <a:pt x="5273444" y="177497"/>
                  <a:pt x="5278007" y="177497"/>
                </a:cubicBezTo>
                <a:cubicBezTo>
                  <a:pt x="5297541" y="177497"/>
                  <a:pt x="5313774" y="162644"/>
                  <a:pt x="5313774" y="144719"/>
                </a:cubicBezTo>
                <a:cubicBezTo>
                  <a:pt x="5313774" y="131915"/>
                  <a:pt x="5307686" y="123467"/>
                  <a:pt x="5292467" y="114248"/>
                </a:cubicBezTo>
                <a:lnTo>
                  <a:pt x="5265072" y="97859"/>
                </a:lnTo>
                <a:cubicBezTo>
                  <a:pt x="5257970" y="93762"/>
                  <a:pt x="5254165" y="87362"/>
                  <a:pt x="5254165" y="80446"/>
                </a:cubicBezTo>
                <a:cubicBezTo>
                  <a:pt x="5254165" y="70203"/>
                  <a:pt x="5262030" y="63033"/>
                  <a:pt x="5273696" y="63033"/>
                </a:cubicBezTo>
                <a:cubicBezTo>
                  <a:pt x="5288155" y="63033"/>
                  <a:pt x="5295765" y="71740"/>
                  <a:pt x="5301598" y="94532"/>
                </a:cubicBezTo>
                <a:lnTo>
                  <a:pt x="5305402" y="94493"/>
                </a:lnTo>
                <a:close/>
                <a:moveTo>
                  <a:pt x="5427664" y="132904"/>
                </a:moveTo>
                <a:cubicBezTo>
                  <a:pt x="5415491" y="152386"/>
                  <a:pt x="5404581" y="159822"/>
                  <a:pt x="5388348" y="159822"/>
                </a:cubicBezTo>
                <a:cubicBezTo>
                  <a:pt x="5373892" y="159822"/>
                  <a:pt x="5362985" y="152386"/>
                  <a:pt x="5355627" y="137776"/>
                </a:cubicBezTo>
                <a:cubicBezTo>
                  <a:pt x="5351060" y="128033"/>
                  <a:pt x="5349288" y="119573"/>
                  <a:pt x="5348781" y="103935"/>
                </a:cubicBezTo>
                <a:lnTo>
                  <a:pt x="5426905" y="103935"/>
                </a:lnTo>
                <a:cubicBezTo>
                  <a:pt x="5424873" y="87312"/>
                  <a:pt x="5422338" y="79907"/>
                  <a:pt x="5415998" y="71736"/>
                </a:cubicBezTo>
                <a:cubicBezTo>
                  <a:pt x="5408385" y="62529"/>
                  <a:pt x="5396720" y="57146"/>
                  <a:pt x="5383529" y="57146"/>
                </a:cubicBezTo>
                <a:cubicBezTo>
                  <a:pt x="5370846" y="57146"/>
                  <a:pt x="5358925" y="61759"/>
                  <a:pt x="5349288" y="70458"/>
                </a:cubicBezTo>
                <a:cubicBezTo>
                  <a:pt x="5337363" y="80927"/>
                  <a:pt x="5330516" y="99067"/>
                  <a:pt x="5330516" y="120085"/>
                </a:cubicBezTo>
                <a:cubicBezTo>
                  <a:pt x="5330516" y="155462"/>
                  <a:pt x="5348781" y="177497"/>
                  <a:pt x="5377948" y="177497"/>
                </a:cubicBezTo>
                <a:cubicBezTo>
                  <a:pt x="5402046" y="177497"/>
                  <a:pt x="5421069" y="162382"/>
                  <a:pt x="5431724" y="134699"/>
                </a:cubicBezTo>
                <a:lnTo>
                  <a:pt x="5427664" y="132904"/>
                </a:lnTo>
                <a:moveTo>
                  <a:pt x="5349288" y="95737"/>
                </a:moveTo>
                <a:cubicBezTo>
                  <a:pt x="5352074" y="75821"/>
                  <a:pt x="5360702" y="66372"/>
                  <a:pt x="5376172" y="66372"/>
                </a:cubicBezTo>
                <a:cubicBezTo>
                  <a:pt x="5391646" y="66372"/>
                  <a:pt x="5397734" y="73523"/>
                  <a:pt x="5401031" y="95737"/>
                </a:cubicBezTo>
                <a:lnTo>
                  <a:pt x="5349288" y="95737"/>
                </a:lnTo>
                <a:close/>
                <a:moveTo>
                  <a:pt x="5524053" y="177497"/>
                </a:moveTo>
                <a:lnTo>
                  <a:pt x="5561341" y="164177"/>
                </a:lnTo>
                <a:lnTo>
                  <a:pt x="5561341" y="160080"/>
                </a:lnTo>
                <a:cubicBezTo>
                  <a:pt x="5556774" y="160334"/>
                  <a:pt x="5556267" y="160334"/>
                  <a:pt x="5555505" y="160334"/>
                </a:cubicBezTo>
                <a:cubicBezTo>
                  <a:pt x="5546374" y="160334"/>
                  <a:pt x="5544346" y="157519"/>
                  <a:pt x="5544346" y="145739"/>
                </a:cubicBezTo>
                <a:lnTo>
                  <a:pt x="5544346" y="524"/>
                </a:lnTo>
                <a:lnTo>
                  <a:pt x="5543077" y="12"/>
                </a:lnTo>
                <a:cubicBezTo>
                  <a:pt x="5530900" y="4367"/>
                  <a:pt x="5522025" y="6928"/>
                  <a:pt x="5505789" y="11287"/>
                </a:cubicBezTo>
                <a:lnTo>
                  <a:pt x="5505789" y="15384"/>
                </a:lnTo>
                <a:cubicBezTo>
                  <a:pt x="5507821" y="15130"/>
                  <a:pt x="5509342" y="15130"/>
                  <a:pt x="5511370" y="15130"/>
                </a:cubicBezTo>
                <a:cubicBezTo>
                  <a:pt x="5520756" y="15130"/>
                  <a:pt x="5523039" y="17691"/>
                  <a:pt x="5523039" y="28196"/>
                </a:cubicBezTo>
                <a:lnTo>
                  <a:pt x="5523039" y="68163"/>
                </a:lnTo>
                <a:cubicBezTo>
                  <a:pt x="5513398" y="59964"/>
                  <a:pt x="5506551" y="57146"/>
                  <a:pt x="5496403" y="57146"/>
                </a:cubicBezTo>
                <a:cubicBezTo>
                  <a:pt x="5467235" y="57146"/>
                  <a:pt x="5443645" y="86084"/>
                  <a:pt x="5443645" y="122443"/>
                </a:cubicBezTo>
                <a:cubicBezTo>
                  <a:pt x="5443645" y="155212"/>
                  <a:pt x="5462668" y="177497"/>
                  <a:pt x="5490570" y="177497"/>
                </a:cubicBezTo>
                <a:cubicBezTo>
                  <a:pt x="5504775" y="177497"/>
                  <a:pt x="5514416" y="172375"/>
                  <a:pt x="5523039" y="160334"/>
                </a:cubicBezTo>
                <a:lnTo>
                  <a:pt x="5523039" y="176730"/>
                </a:lnTo>
                <a:lnTo>
                  <a:pt x="5524053" y="177497"/>
                </a:lnTo>
                <a:moveTo>
                  <a:pt x="5523039" y="148812"/>
                </a:moveTo>
                <a:cubicBezTo>
                  <a:pt x="5523039" y="150607"/>
                  <a:pt x="5521263" y="153680"/>
                  <a:pt x="5518728" y="156495"/>
                </a:cubicBezTo>
                <a:cubicBezTo>
                  <a:pt x="5514161" y="161616"/>
                  <a:pt x="5507821" y="164177"/>
                  <a:pt x="5500463" y="164177"/>
                </a:cubicBezTo>
                <a:cubicBezTo>
                  <a:pt x="5479412" y="164177"/>
                  <a:pt x="5465459" y="143691"/>
                  <a:pt x="5465459" y="112200"/>
                </a:cubicBezTo>
                <a:cubicBezTo>
                  <a:pt x="5465459" y="83269"/>
                  <a:pt x="5477887" y="64323"/>
                  <a:pt x="5497165" y="64323"/>
                </a:cubicBezTo>
                <a:cubicBezTo>
                  <a:pt x="5510611" y="64323"/>
                  <a:pt x="5523039" y="76353"/>
                  <a:pt x="5523039" y="89923"/>
                </a:cubicBezTo>
                <a:lnTo>
                  <a:pt x="5523039" y="148812"/>
                </a:lnTo>
                <a:close/>
                <a:moveTo>
                  <a:pt x="5707950" y="94493"/>
                </a:moveTo>
                <a:lnTo>
                  <a:pt x="5706936" y="59648"/>
                </a:lnTo>
                <a:lnTo>
                  <a:pt x="5704145" y="59648"/>
                </a:lnTo>
                <a:lnTo>
                  <a:pt x="5703638" y="60164"/>
                </a:lnTo>
                <a:cubicBezTo>
                  <a:pt x="5701354" y="61954"/>
                  <a:pt x="5701103" y="62212"/>
                  <a:pt x="5700089" y="62212"/>
                </a:cubicBezTo>
                <a:cubicBezTo>
                  <a:pt x="5698568" y="62212"/>
                  <a:pt x="5696029" y="61700"/>
                  <a:pt x="5693238" y="60418"/>
                </a:cubicBezTo>
                <a:cubicBezTo>
                  <a:pt x="5687657" y="58424"/>
                  <a:pt x="5682080" y="57396"/>
                  <a:pt x="5675484" y="57396"/>
                </a:cubicBezTo>
                <a:cubicBezTo>
                  <a:pt x="5655443" y="57396"/>
                  <a:pt x="5640987" y="70461"/>
                  <a:pt x="5640987" y="88899"/>
                </a:cubicBezTo>
                <a:cubicBezTo>
                  <a:pt x="5640987" y="103235"/>
                  <a:pt x="5649104" y="113478"/>
                  <a:pt x="5670666" y="125770"/>
                </a:cubicBezTo>
                <a:lnTo>
                  <a:pt x="5685377" y="134222"/>
                </a:lnTo>
                <a:cubicBezTo>
                  <a:pt x="5694252" y="139343"/>
                  <a:pt x="5698568" y="145489"/>
                  <a:pt x="5698568" y="153426"/>
                </a:cubicBezTo>
                <a:cubicBezTo>
                  <a:pt x="5698568" y="164693"/>
                  <a:pt x="5690447" y="171863"/>
                  <a:pt x="5677513" y="171863"/>
                </a:cubicBezTo>
                <a:cubicBezTo>
                  <a:pt x="5668889" y="171863"/>
                  <a:pt x="5661024" y="168532"/>
                  <a:pt x="5656206" y="162898"/>
                </a:cubicBezTo>
                <a:cubicBezTo>
                  <a:pt x="5650880" y="156498"/>
                  <a:pt x="5648596" y="150607"/>
                  <a:pt x="5645299" y="136013"/>
                </a:cubicBezTo>
                <a:lnTo>
                  <a:pt x="5641239" y="136013"/>
                </a:lnTo>
                <a:lnTo>
                  <a:pt x="5641239" y="175960"/>
                </a:lnTo>
                <a:lnTo>
                  <a:pt x="5644536" y="175960"/>
                </a:lnTo>
                <a:cubicBezTo>
                  <a:pt x="5646313" y="173399"/>
                  <a:pt x="5647327" y="172887"/>
                  <a:pt x="5650373" y="172887"/>
                </a:cubicBezTo>
                <a:cubicBezTo>
                  <a:pt x="5652657" y="172946"/>
                  <a:pt x="5656206" y="173458"/>
                  <a:pt x="5662039" y="174994"/>
                </a:cubicBezTo>
                <a:cubicBezTo>
                  <a:pt x="5669141" y="176472"/>
                  <a:pt x="5675991" y="177497"/>
                  <a:pt x="5680555" y="177497"/>
                </a:cubicBezTo>
                <a:cubicBezTo>
                  <a:pt x="5700089" y="177497"/>
                  <a:pt x="5716321" y="162644"/>
                  <a:pt x="5716321" y="144719"/>
                </a:cubicBezTo>
                <a:cubicBezTo>
                  <a:pt x="5716321" y="131915"/>
                  <a:pt x="5710233" y="123467"/>
                  <a:pt x="5695015" y="114248"/>
                </a:cubicBezTo>
                <a:lnTo>
                  <a:pt x="5667620" y="97859"/>
                </a:lnTo>
                <a:cubicBezTo>
                  <a:pt x="5660517" y="93762"/>
                  <a:pt x="5656713" y="87362"/>
                  <a:pt x="5656713" y="80446"/>
                </a:cubicBezTo>
                <a:cubicBezTo>
                  <a:pt x="5656713" y="70203"/>
                  <a:pt x="5664578" y="63033"/>
                  <a:pt x="5676243" y="63033"/>
                </a:cubicBezTo>
                <a:cubicBezTo>
                  <a:pt x="5690703" y="63033"/>
                  <a:pt x="5698312" y="71740"/>
                  <a:pt x="5704145" y="94532"/>
                </a:cubicBezTo>
                <a:lnTo>
                  <a:pt x="5707950" y="94493"/>
                </a:lnTo>
                <a:close/>
                <a:moveTo>
                  <a:pt x="5771110" y="57146"/>
                </a:moveTo>
                <a:lnTo>
                  <a:pt x="5731794" y="71157"/>
                </a:lnTo>
                <a:lnTo>
                  <a:pt x="5731794" y="75004"/>
                </a:lnTo>
                <a:lnTo>
                  <a:pt x="5733826" y="74746"/>
                </a:lnTo>
                <a:cubicBezTo>
                  <a:pt x="5736868" y="74234"/>
                  <a:pt x="5740166" y="73976"/>
                  <a:pt x="5742449" y="73976"/>
                </a:cubicBezTo>
                <a:cubicBezTo>
                  <a:pt x="5748537" y="73976"/>
                  <a:pt x="5750817" y="78077"/>
                  <a:pt x="5750817" y="89360"/>
                </a:cubicBezTo>
                <a:lnTo>
                  <a:pt x="5750817" y="148847"/>
                </a:lnTo>
                <a:cubicBezTo>
                  <a:pt x="5750817" y="167308"/>
                  <a:pt x="5748282" y="170127"/>
                  <a:pt x="5730780" y="171151"/>
                </a:cubicBezTo>
                <a:lnTo>
                  <a:pt x="5730780" y="174994"/>
                </a:lnTo>
                <a:lnTo>
                  <a:pt x="5790896" y="174994"/>
                </a:lnTo>
                <a:lnTo>
                  <a:pt x="5790896" y="171151"/>
                </a:lnTo>
                <a:cubicBezTo>
                  <a:pt x="5774156" y="169873"/>
                  <a:pt x="5772124" y="167308"/>
                  <a:pt x="5772124" y="148847"/>
                </a:cubicBezTo>
                <a:lnTo>
                  <a:pt x="5772124" y="57916"/>
                </a:lnTo>
                <a:lnTo>
                  <a:pt x="5771110" y="57146"/>
                </a:lnTo>
                <a:moveTo>
                  <a:pt x="5759189" y="98"/>
                </a:moveTo>
                <a:cubicBezTo>
                  <a:pt x="5752342" y="98"/>
                  <a:pt x="5746505" y="5993"/>
                  <a:pt x="5746505" y="13167"/>
                </a:cubicBezTo>
                <a:cubicBezTo>
                  <a:pt x="5746505" y="20341"/>
                  <a:pt x="5752087" y="26233"/>
                  <a:pt x="5759189" y="26233"/>
                </a:cubicBezTo>
                <a:cubicBezTo>
                  <a:pt x="5766547" y="26233"/>
                  <a:pt x="5772379" y="20595"/>
                  <a:pt x="5772379" y="13167"/>
                </a:cubicBezTo>
                <a:cubicBezTo>
                  <a:pt x="5772379" y="5993"/>
                  <a:pt x="5766547" y="98"/>
                  <a:pt x="5759189" y="98"/>
                </a:cubicBezTo>
                <a:close/>
                <a:moveTo>
                  <a:pt x="5802057" y="73034"/>
                </a:moveTo>
                <a:cubicBezTo>
                  <a:pt x="5805355" y="72264"/>
                  <a:pt x="5807383" y="72010"/>
                  <a:pt x="5810174" y="72010"/>
                </a:cubicBezTo>
                <a:cubicBezTo>
                  <a:pt x="5816769" y="72010"/>
                  <a:pt x="5819052" y="76107"/>
                  <a:pt x="5819052" y="88402"/>
                </a:cubicBezTo>
                <a:lnTo>
                  <a:pt x="5819052" y="153218"/>
                </a:lnTo>
                <a:cubicBezTo>
                  <a:pt x="5819052" y="167054"/>
                  <a:pt x="5815499" y="170897"/>
                  <a:pt x="5801295" y="171151"/>
                </a:cubicBezTo>
                <a:lnTo>
                  <a:pt x="5801295" y="174994"/>
                </a:lnTo>
                <a:lnTo>
                  <a:pt x="5857606" y="174994"/>
                </a:lnTo>
                <a:lnTo>
                  <a:pt x="5857606" y="171151"/>
                </a:lnTo>
                <a:cubicBezTo>
                  <a:pt x="5844164" y="170639"/>
                  <a:pt x="5840359" y="167824"/>
                  <a:pt x="5840359" y="157832"/>
                </a:cubicBezTo>
                <a:lnTo>
                  <a:pt x="5840359" y="85587"/>
                </a:lnTo>
                <a:cubicBezTo>
                  <a:pt x="5840359" y="85075"/>
                  <a:pt x="5842387" y="82511"/>
                  <a:pt x="5844164" y="80720"/>
                </a:cubicBezTo>
                <a:cubicBezTo>
                  <a:pt x="5850503" y="74824"/>
                  <a:pt x="5861410" y="70469"/>
                  <a:pt x="5870289" y="70469"/>
                </a:cubicBezTo>
                <a:cubicBezTo>
                  <a:pt x="5881448" y="70469"/>
                  <a:pt x="5887029" y="79438"/>
                  <a:pt x="5887029" y="97371"/>
                </a:cubicBezTo>
                <a:lnTo>
                  <a:pt x="5887029" y="152964"/>
                </a:lnTo>
                <a:cubicBezTo>
                  <a:pt x="5887029" y="167312"/>
                  <a:pt x="5884238" y="170127"/>
                  <a:pt x="5869782" y="171151"/>
                </a:cubicBezTo>
                <a:lnTo>
                  <a:pt x="5869782" y="174994"/>
                </a:lnTo>
                <a:lnTo>
                  <a:pt x="5926600" y="174994"/>
                </a:lnTo>
                <a:lnTo>
                  <a:pt x="5926600" y="171151"/>
                </a:lnTo>
                <a:cubicBezTo>
                  <a:pt x="5912140" y="170897"/>
                  <a:pt x="5908335" y="166542"/>
                  <a:pt x="5908335" y="150658"/>
                </a:cubicBezTo>
                <a:lnTo>
                  <a:pt x="5908335" y="86100"/>
                </a:lnTo>
                <a:cubicBezTo>
                  <a:pt x="5915945" y="75083"/>
                  <a:pt x="5924316" y="70469"/>
                  <a:pt x="5935986" y="70469"/>
                </a:cubicBezTo>
                <a:cubicBezTo>
                  <a:pt x="5950442" y="70469"/>
                  <a:pt x="5955009" y="77389"/>
                  <a:pt x="5955009" y="98653"/>
                </a:cubicBezTo>
                <a:lnTo>
                  <a:pt x="5955009" y="152706"/>
                </a:lnTo>
                <a:cubicBezTo>
                  <a:pt x="5955009" y="167312"/>
                  <a:pt x="5952981" y="169361"/>
                  <a:pt x="5938269" y="171151"/>
                </a:cubicBezTo>
                <a:lnTo>
                  <a:pt x="5938269" y="174994"/>
                </a:lnTo>
                <a:lnTo>
                  <a:pt x="5993818" y="174994"/>
                </a:lnTo>
                <a:lnTo>
                  <a:pt x="5993818" y="171151"/>
                </a:lnTo>
                <a:lnTo>
                  <a:pt x="5987223" y="170639"/>
                </a:lnTo>
                <a:cubicBezTo>
                  <a:pt x="5979613" y="170127"/>
                  <a:pt x="5976316" y="165518"/>
                  <a:pt x="5976316" y="155525"/>
                </a:cubicBezTo>
                <a:lnTo>
                  <a:pt x="5976316" y="102750"/>
                </a:lnTo>
                <a:cubicBezTo>
                  <a:pt x="5976316" y="72522"/>
                  <a:pt x="5966423" y="57146"/>
                  <a:pt x="5946893" y="57146"/>
                </a:cubicBezTo>
                <a:cubicBezTo>
                  <a:pt x="5932181" y="57146"/>
                  <a:pt x="5919242" y="63807"/>
                  <a:pt x="5905545" y="78668"/>
                </a:cubicBezTo>
                <a:cubicBezTo>
                  <a:pt x="5900982" y="64065"/>
                  <a:pt x="5892358" y="57146"/>
                  <a:pt x="5878661" y="57146"/>
                </a:cubicBezTo>
                <a:cubicBezTo>
                  <a:pt x="5867499" y="57146"/>
                  <a:pt x="5860396" y="60735"/>
                  <a:pt x="5839341" y="76877"/>
                </a:cubicBezTo>
                <a:lnTo>
                  <a:pt x="5839341" y="57662"/>
                </a:lnTo>
                <a:lnTo>
                  <a:pt x="5837568" y="57146"/>
                </a:lnTo>
                <a:cubicBezTo>
                  <a:pt x="5824630" y="62017"/>
                  <a:pt x="5816006" y="64836"/>
                  <a:pt x="5802057" y="68679"/>
                </a:cubicBezTo>
                <a:lnTo>
                  <a:pt x="5802057" y="73034"/>
                </a:lnTo>
                <a:close/>
                <a:moveTo>
                  <a:pt x="6038967" y="57146"/>
                </a:moveTo>
                <a:lnTo>
                  <a:pt x="5999651" y="71157"/>
                </a:lnTo>
                <a:lnTo>
                  <a:pt x="5999651" y="75004"/>
                </a:lnTo>
                <a:lnTo>
                  <a:pt x="6001683" y="74746"/>
                </a:lnTo>
                <a:cubicBezTo>
                  <a:pt x="6004725" y="74234"/>
                  <a:pt x="6008023" y="73976"/>
                  <a:pt x="6010306" y="73976"/>
                </a:cubicBezTo>
                <a:cubicBezTo>
                  <a:pt x="6016395" y="73976"/>
                  <a:pt x="6018674" y="78077"/>
                  <a:pt x="6018674" y="89360"/>
                </a:cubicBezTo>
                <a:lnTo>
                  <a:pt x="6018674" y="148847"/>
                </a:lnTo>
                <a:cubicBezTo>
                  <a:pt x="6018674" y="167308"/>
                  <a:pt x="6016139" y="170127"/>
                  <a:pt x="5998637" y="171151"/>
                </a:cubicBezTo>
                <a:lnTo>
                  <a:pt x="5998637" y="174994"/>
                </a:lnTo>
                <a:lnTo>
                  <a:pt x="6058753" y="174994"/>
                </a:lnTo>
                <a:lnTo>
                  <a:pt x="6058753" y="171151"/>
                </a:lnTo>
                <a:cubicBezTo>
                  <a:pt x="6042013" y="169873"/>
                  <a:pt x="6039981" y="167308"/>
                  <a:pt x="6039981" y="148847"/>
                </a:cubicBezTo>
                <a:lnTo>
                  <a:pt x="6039981" y="57916"/>
                </a:lnTo>
                <a:lnTo>
                  <a:pt x="6038967" y="57146"/>
                </a:lnTo>
                <a:moveTo>
                  <a:pt x="6027046" y="98"/>
                </a:moveTo>
                <a:cubicBezTo>
                  <a:pt x="6020199" y="98"/>
                  <a:pt x="6014363" y="5993"/>
                  <a:pt x="6014363" y="13167"/>
                </a:cubicBezTo>
                <a:cubicBezTo>
                  <a:pt x="6014363" y="20341"/>
                  <a:pt x="6019944" y="26233"/>
                  <a:pt x="6027046" y="26233"/>
                </a:cubicBezTo>
                <a:cubicBezTo>
                  <a:pt x="6034404" y="26233"/>
                  <a:pt x="6040237" y="20595"/>
                  <a:pt x="6040237" y="13167"/>
                </a:cubicBezTo>
                <a:cubicBezTo>
                  <a:pt x="6040237" y="5993"/>
                  <a:pt x="6034404" y="98"/>
                  <a:pt x="6027046" y="98"/>
                </a:cubicBezTo>
                <a:close/>
                <a:moveTo>
                  <a:pt x="6069914" y="15372"/>
                </a:moveTo>
                <a:lnTo>
                  <a:pt x="6071435" y="15372"/>
                </a:lnTo>
                <a:cubicBezTo>
                  <a:pt x="6074226" y="15118"/>
                  <a:pt x="6077268" y="14860"/>
                  <a:pt x="6079300" y="14860"/>
                </a:cubicBezTo>
                <a:cubicBezTo>
                  <a:pt x="6087416" y="14860"/>
                  <a:pt x="6089951" y="18449"/>
                  <a:pt x="6089951" y="30490"/>
                </a:cubicBezTo>
                <a:lnTo>
                  <a:pt x="6089951" y="152706"/>
                </a:lnTo>
                <a:cubicBezTo>
                  <a:pt x="6089951" y="166542"/>
                  <a:pt x="6086402" y="169873"/>
                  <a:pt x="6070421" y="171151"/>
                </a:cubicBezTo>
                <a:lnTo>
                  <a:pt x="6070421" y="174994"/>
                </a:lnTo>
                <a:lnTo>
                  <a:pt x="6130281" y="174994"/>
                </a:lnTo>
                <a:lnTo>
                  <a:pt x="6130281" y="171151"/>
                </a:lnTo>
                <a:cubicBezTo>
                  <a:pt x="6114304" y="170127"/>
                  <a:pt x="6111258" y="167566"/>
                  <a:pt x="6111258" y="153472"/>
                </a:cubicBezTo>
                <a:lnTo>
                  <a:pt x="6111258" y="512"/>
                </a:lnTo>
                <a:lnTo>
                  <a:pt x="6110244" y="0"/>
                </a:lnTo>
                <a:cubicBezTo>
                  <a:pt x="6097054" y="4355"/>
                  <a:pt x="6087416" y="6920"/>
                  <a:pt x="6069914" y="11275"/>
                </a:cubicBezTo>
                <a:lnTo>
                  <a:pt x="6069914" y="15372"/>
                </a:lnTo>
                <a:close/>
                <a:moveTo>
                  <a:pt x="6247722" y="158031"/>
                </a:moveTo>
                <a:cubicBezTo>
                  <a:pt x="6243410" y="161612"/>
                  <a:pt x="6240368" y="162894"/>
                  <a:pt x="6236563" y="162894"/>
                </a:cubicBezTo>
                <a:cubicBezTo>
                  <a:pt x="6230731" y="162894"/>
                  <a:pt x="6228954" y="159309"/>
                  <a:pt x="6228954" y="148046"/>
                </a:cubicBezTo>
                <a:lnTo>
                  <a:pt x="6228954" y="98117"/>
                </a:lnTo>
                <a:cubicBezTo>
                  <a:pt x="6228954" y="84802"/>
                  <a:pt x="6227685" y="77377"/>
                  <a:pt x="6223880" y="71232"/>
                </a:cubicBezTo>
                <a:cubicBezTo>
                  <a:pt x="6218299" y="62017"/>
                  <a:pt x="6207392" y="57146"/>
                  <a:pt x="6192429" y="57146"/>
                </a:cubicBezTo>
                <a:cubicBezTo>
                  <a:pt x="6168583" y="57146"/>
                  <a:pt x="6149815" y="69695"/>
                  <a:pt x="6149815" y="85826"/>
                </a:cubicBezTo>
                <a:cubicBezTo>
                  <a:pt x="6149815" y="91718"/>
                  <a:pt x="6154886" y="96835"/>
                  <a:pt x="6160722" y="96835"/>
                </a:cubicBezTo>
                <a:cubicBezTo>
                  <a:pt x="6166807" y="96835"/>
                  <a:pt x="6172136" y="91718"/>
                  <a:pt x="6172136" y="86084"/>
                </a:cubicBezTo>
                <a:cubicBezTo>
                  <a:pt x="6172136" y="85060"/>
                  <a:pt x="6171881" y="83777"/>
                  <a:pt x="6171629" y="81987"/>
                </a:cubicBezTo>
                <a:cubicBezTo>
                  <a:pt x="6171122" y="79684"/>
                  <a:pt x="6170867" y="77635"/>
                  <a:pt x="6170867" y="75841"/>
                </a:cubicBezTo>
                <a:cubicBezTo>
                  <a:pt x="6170867" y="68929"/>
                  <a:pt x="6178983" y="63295"/>
                  <a:pt x="6189131" y="63295"/>
                </a:cubicBezTo>
                <a:cubicBezTo>
                  <a:pt x="6201559" y="63295"/>
                  <a:pt x="6208406" y="70719"/>
                  <a:pt x="6208406" y="84547"/>
                </a:cubicBezTo>
                <a:lnTo>
                  <a:pt x="6208406" y="100166"/>
                </a:lnTo>
                <a:cubicBezTo>
                  <a:pt x="6169346" y="116039"/>
                  <a:pt x="6165034" y="118087"/>
                  <a:pt x="6154127" y="127818"/>
                </a:cubicBezTo>
                <a:cubicBezTo>
                  <a:pt x="6148546" y="132940"/>
                  <a:pt x="6144993" y="141642"/>
                  <a:pt x="6144993" y="150091"/>
                </a:cubicBezTo>
                <a:cubicBezTo>
                  <a:pt x="6144993" y="166225"/>
                  <a:pt x="6156155" y="177497"/>
                  <a:pt x="6171629" y="177497"/>
                </a:cubicBezTo>
                <a:cubicBezTo>
                  <a:pt x="6182788" y="177497"/>
                  <a:pt x="6193187" y="172117"/>
                  <a:pt x="6208661" y="158793"/>
                </a:cubicBezTo>
                <a:cubicBezTo>
                  <a:pt x="6209931" y="172117"/>
                  <a:pt x="6214494" y="177497"/>
                  <a:pt x="6224894" y="177497"/>
                </a:cubicBezTo>
                <a:cubicBezTo>
                  <a:pt x="6233517" y="177497"/>
                  <a:pt x="6238847" y="174424"/>
                  <a:pt x="6247722" y="164689"/>
                </a:cubicBezTo>
                <a:lnTo>
                  <a:pt x="6247722" y="158031"/>
                </a:lnTo>
                <a:moveTo>
                  <a:pt x="6208406" y="143421"/>
                </a:moveTo>
                <a:cubicBezTo>
                  <a:pt x="6208406" y="151365"/>
                  <a:pt x="6207140" y="153672"/>
                  <a:pt x="6201811" y="156745"/>
                </a:cubicBezTo>
                <a:cubicBezTo>
                  <a:pt x="6195726" y="160334"/>
                  <a:pt x="6188624" y="162636"/>
                  <a:pt x="6183295" y="162636"/>
                </a:cubicBezTo>
                <a:cubicBezTo>
                  <a:pt x="6174420" y="162636"/>
                  <a:pt x="6167317" y="153926"/>
                  <a:pt x="6167317" y="142909"/>
                </a:cubicBezTo>
                <a:lnTo>
                  <a:pt x="6167317" y="141885"/>
                </a:lnTo>
                <a:cubicBezTo>
                  <a:pt x="6167317" y="126766"/>
                  <a:pt x="6177713" y="117544"/>
                  <a:pt x="6208406" y="106269"/>
                </a:cubicBezTo>
                <a:lnTo>
                  <a:pt x="6208406" y="143421"/>
                </a:lnTo>
                <a:close/>
                <a:moveTo>
                  <a:pt x="6250005" y="75083"/>
                </a:moveTo>
                <a:cubicBezTo>
                  <a:pt x="6253558" y="74312"/>
                  <a:pt x="6255842" y="74054"/>
                  <a:pt x="6258884" y="74054"/>
                </a:cubicBezTo>
                <a:cubicBezTo>
                  <a:pt x="6265224" y="74054"/>
                  <a:pt x="6267507" y="78155"/>
                  <a:pt x="6267507" y="89427"/>
                </a:cubicBezTo>
                <a:lnTo>
                  <a:pt x="6267507" y="153476"/>
                </a:lnTo>
                <a:cubicBezTo>
                  <a:pt x="6267507" y="166284"/>
                  <a:pt x="6265731" y="168078"/>
                  <a:pt x="6249498" y="171151"/>
                </a:cubicBezTo>
                <a:lnTo>
                  <a:pt x="6249498" y="174994"/>
                </a:lnTo>
                <a:lnTo>
                  <a:pt x="6310376" y="174994"/>
                </a:lnTo>
                <a:lnTo>
                  <a:pt x="6310376" y="171151"/>
                </a:lnTo>
                <a:cubicBezTo>
                  <a:pt x="6293126" y="170385"/>
                  <a:pt x="6288814" y="166542"/>
                  <a:pt x="6288814" y="151940"/>
                </a:cubicBezTo>
                <a:lnTo>
                  <a:pt x="6288814" y="94294"/>
                </a:lnTo>
                <a:cubicBezTo>
                  <a:pt x="6288814" y="86096"/>
                  <a:pt x="6299721" y="73288"/>
                  <a:pt x="6306572" y="73288"/>
                </a:cubicBezTo>
                <a:cubicBezTo>
                  <a:pt x="6308093" y="73288"/>
                  <a:pt x="6310376" y="74570"/>
                  <a:pt x="6313167" y="77131"/>
                </a:cubicBezTo>
                <a:cubicBezTo>
                  <a:pt x="6317223" y="80716"/>
                  <a:pt x="6320014" y="82253"/>
                  <a:pt x="6323311" y="82253"/>
                </a:cubicBezTo>
                <a:cubicBezTo>
                  <a:pt x="6329399" y="82253"/>
                  <a:pt x="6333204" y="77897"/>
                  <a:pt x="6333204" y="70727"/>
                </a:cubicBezTo>
                <a:cubicBezTo>
                  <a:pt x="6333204" y="62271"/>
                  <a:pt x="6327878" y="57146"/>
                  <a:pt x="6319255" y="57146"/>
                </a:cubicBezTo>
                <a:cubicBezTo>
                  <a:pt x="6308600" y="57146"/>
                  <a:pt x="6301246" y="63041"/>
                  <a:pt x="6288814" y="81228"/>
                </a:cubicBezTo>
                <a:lnTo>
                  <a:pt x="6288814" y="57662"/>
                </a:lnTo>
                <a:lnTo>
                  <a:pt x="6287548" y="57146"/>
                </a:lnTo>
                <a:cubicBezTo>
                  <a:pt x="6274103" y="62783"/>
                  <a:pt x="6264972" y="66114"/>
                  <a:pt x="6250005" y="70981"/>
                </a:cubicBezTo>
                <a:lnTo>
                  <a:pt x="6250005" y="75083"/>
                </a:lnTo>
                <a:close/>
                <a:moveTo>
                  <a:pt x="6337518" y="15372"/>
                </a:moveTo>
                <a:lnTo>
                  <a:pt x="6339039" y="15372"/>
                </a:lnTo>
                <a:cubicBezTo>
                  <a:pt x="6341829" y="15118"/>
                  <a:pt x="6344871" y="14860"/>
                  <a:pt x="6346903" y="14860"/>
                </a:cubicBezTo>
                <a:cubicBezTo>
                  <a:pt x="6355020" y="14860"/>
                  <a:pt x="6357555" y="18449"/>
                  <a:pt x="6357555" y="30490"/>
                </a:cubicBezTo>
                <a:lnTo>
                  <a:pt x="6357555" y="152706"/>
                </a:lnTo>
                <a:cubicBezTo>
                  <a:pt x="6357555" y="166542"/>
                  <a:pt x="6354006" y="169873"/>
                  <a:pt x="6338025" y="171151"/>
                </a:cubicBezTo>
                <a:lnTo>
                  <a:pt x="6338025" y="174994"/>
                </a:lnTo>
                <a:lnTo>
                  <a:pt x="6397885" y="174994"/>
                </a:lnTo>
                <a:lnTo>
                  <a:pt x="6397885" y="171151"/>
                </a:lnTo>
                <a:cubicBezTo>
                  <a:pt x="6381908" y="170127"/>
                  <a:pt x="6378862" y="167566"/>
                  <a:pt x="6378862" y="153472"/>
                </a:cubicBezTo>
                <a:lnTo>
                  <a:pt x="6378862" y="512"/>
                </a:lnTo>
                <a:lnTo>
                  <a:pt x="6377847" y="0"/>
                </a:lnTo>
                <a:cubicBezTo>
                  <a:pt x="6364657" y="4355"/>
                  <a:pt x="6355020" y="6920"/>
                  <a:pt x="6337518" y="11275"/>
                </a:cubicBezTo>
                <a:lnTo>
                  <a:pt x="6337518" y="15372"/>
                </a:lnTo>
                <a:close/>
                <a:moveTo>
                  <a:pt x="6523696" y="59648"/>
                </a:moveTo>
                <a:lnTo>
                  <a:pt x="6489455" y="59648"/>
                </a:lnTo>
                <a:lnTo>
                  <a:pt x="6489455" y="63495"/>
                </a:lnTo>
                <a:cubicBezTo>
                  <a:pt x="6497571" y="63495"/>
                  <a:pt x="6501631" y="65797"/>
                  <a:pt x="6501631" y="69898"/>
                </a:cubicBezTo>
                <a:cubicBezTo>
                  <a:pt x="6501631" y="70923"/>
                  <a:pt x="6501376" y="72459"/>
                  <a:pt x="6500613" y="74254"/>
                </a:cubicBezTo>
                <a:lnTo>
                  <a:pt x="6476009" y="144965"/>
                </a:lnTo>
                <a:lnTo>
                  <a:pt x="6446841" y="80145"/>
                </a:lnTo>
                <a:cubicBezTo>
                  <a:pt x="6445316" y="76560"/>
                  <a:pt x="6444302" y="73229"/>
                  <a:pt x="6444302" y="70411"/>
                </a:cubicBezTo>
                <a:cubicBezTo>
                  <a:pt x="6444302" y="65797"/>
                  <a:pt x="6448107" y="64007"/>
                  <a:pt x="6459014" y="63495"/>
                </a:cubicBezTo>
                <a:lnTo>
                  <a:pt x="6459014" y="59648"/>
                </a:lnTo>
                <a:lnTo>
                  <a:pt x="6406763" y="59648"/>
                </a:lnTo>
                <a:lnTo>
                  <a:pt x="6406763" y="63237"/>
                </a:lnTo>
                <a:cubicBezTo>
                  <a:pt x="6413358" y="64261"/>
                  <a:pt x="6417670" y="67080"/>
                  <a:pt x="6419698" y="71435"/>
                </a:cubicBezTo>
                <a:lnTo>
                  <a:pt x="6448614" y="134464"/>
                </a:lnTo>
                <a:lnTo>
                  <a:pt x="6449376" y="136513"/>
                </a:lnTo>
                <a:lnTo>
                  <a:pt x="6453181" y="144199"/>
                </a:lnTo>
                <a:cubicBezTo>
                  <a:pt x="6460283" y="157011"/>
                  <a:pt x="6464343" y="166233"/>
                  <a:pt x="6464343" y="170076"/>
                </a:cubicBezTo>
                <a:cubicBezTo>
                  <a:pt x="6464343" y="173919"/>
                  <a:pt x="6458507" y="190058"/>
                  <a:pt x="6454195" y="197744"/>
                </a:cubicBezTo>
                <a:cubicBezTo>
                  <a:pt x="6450646" y="204406"/>
                  <a:pt x="6445065" y="209273"/>
                  <a:pt x="6441512" y="209273"/>
                </a:cubicBezTo>
                <a:cubicBezTo>
                  <a:pt x="6439991" y="209273"/>
                  <a:pt x="6437707" y="208761"/>
                  <a:pt x="6435172" y="207483"/>
                </a:cubicBezTo>
                <a:cubicBezTo>
                  <a:pt x="6430353" y="205688"/>
                  <a:pt x="6426042" y="204664"/>
                  <a:pt x="6421730" y="204664"/>
                </a:cubicBezTo>
                <a:cubicBezTo>
                  <a:pt x="6415893" y="204664"/>
                  <a:pt x="6410823" y="209789"/>
                  <a:pt x="6410823" y="215935"/>
                </a:cubicBezTo>
                <a:cubicBezTo>
                  <a:pt x="6410823" y="224391"/>
                  <a:pt x="6418939" y="230799"/>
                  <a:pt x="6429591" y="230799"/>
                </a:cubicBezTo>
                <a:cubicBezTo>
                  <a:pt x="6446586" y="230799"/>
                  <a:pt x="6458762" y="216451"/>
                  <a:pt x="6472460" y="179557"/>
                </a:cubicBezTo>
                <a:lnTo>
                  <a:pt x="6511520" y="75024"/>
                </a:lnTo>
                <a:cubicBezTo>
                  <a:pt x="6514818" y="66822"/>
                  <a:pt x="6517608" y="64261"/>
                  <a:pt x="6523696" y="63495"/>
                </a:cubicBezTo>
                <a:lnTo>
                  <a:pt x="6523696" y="59648"/>
                </a:lnTo>
                <a:close/>
                <a:moveTo>
                  <a:pt x="6658892" y="59648"/>
                </a:moveTo>
                <a:lnTo>
                  <a:pt x="6633273" y="59648"/>
                </a:lnTo>
                <a:lnTo>
                  <a:pt x="6633273" y="29927"/>
                </a:lnTo>
                <a:cubicBezTo>
                  <a:pt x="6633273" y="27367"/>
                  <a:pt x="6633022" y="26597"/>
                  <a:pt x="6631497" y="26597"/>
                </a:cubicBezTo>
                <a:cubicBezTo>
                  <a:pt x="6629724" y="28903"/>
                  <a:pt x="6628199" y="31210"/>
                  <a:pt x="6626427" y="33771"/>
                </a:cubicBezTo>
                <a:cubicBezTo>
                  <a:pt x="6616785" y="47864"/>
                  <a:pt x="6605878" y="60164"/>
                  <a:pt x="6601822" y="61188"/>
                </a:cubicBezTo>
                <a:cubicBezTo>
                  <a:pt x="6599032" y="62979"/>
                  <a:pt x="6597507" y="64773"/>
                  <a:pt x="6597507" y="66055"/>
                </a:cubicBezTo>
                <a:cubicBezTo>
                  <a:pt x="6597507" y="66826"/>
                  <a:pt x="6597762" y="67338"/>
                  <a:pt x="6598525" y="67850"/>
                </a:cubicBezTo>
                <a:lnTo>
                  <a:pt x="6611967" y="67850"/>
                </a:lnTo>
                <a:lnTo>
                  <a:pt x="6611967" y="144961"/>
                </a:lnTo>
                <a:cubicBezTo>
                  <a:pt x="6611967" y="166479"/>
                  <a:pt x="6619576" y="177497"/>
                  <a:pt x="6634543" y="177497"/>
                </a:cubicBezTo>
                <a:cubicBezTo>
                  <a:pt x="6646971" y="177497"/>
                  <a:pt x="6656608" y="171351"/>
                  <a:pt x="6664980" y="158027"/>
                </a:cubicBezTo>
                <a:lnTo>
                  <a:pt x="6661682" y="155208"/>
                </a:lnTo>
                <a:cubicBezTo>
                  <a:pt x="6656357" y="161612"/>
                  <a:pt x="6652045" y="164177"/>
                  <a:pt x="6646464" y="164177"/>
                </a:cubicBezTo>
                <a:cubicBezTo>
                  <a:pt x="6637078" y="164177"/>
                  <a:pt x="6633273" y="157257"/>
                  <a:pt x="6633273" y="141118"/>
                </a:cubicBezTo>
                <a:lnTo>
                  <a:pt x="6633273" y="67850"/>
                </a:lnTo>
                <a:lnTo>
                  <a:pt x="6658892" y="67850"/>
                </a:lnTo>
                <a:lnTo>
                  <a:pt x="6658892" y="59648"/>
                </a:lnTo>
                <a:close/>
                <a:moveTo>
                  <a:pt x="6728141" y="57146"/>
                </a:moveTo>
                <a:cubicBezTo>
                  <a:pt x="6695165" y="57146"/>
                  <a:pt x="6672081" y="81733"/>
                  <a:pt x="6672081" y="117067"/>
                </a:cubicBezTo>
                <a:cubicBezTo>
                  <a:pt x="6672081" y="151631"/>
                  <a:pt x="6695672" y="177497"/>
                  <a:pt x="6727630" y="177497"/>
                </a:cubicBezTo>
                <a:cubicBezTo>
                  <a:pt x="6759592" y="177497"/>
                  <a:pt x="6783941" y="150353"/>
                  <a:pt x="6783941" y="115018"/>
                </a:cubicBezTo>
                <a:cubicBezTo>
                  <a:pt x="6783941" y="81475"/>
                  <a:pt x="6760606" y="57146"/>
                  <a:pt x="6728141" y="57146"/>
                </a:cubicBezTo>
                <a:moveTo>
                  <a:pt x="6724843" y="64323"/>
                </a:moveTo>
                <a:cubicBezTo>
                  <a:pt x="6746150" y="64323"/>
                  <a:pt x="6761113" y="88903"/>
                  <a:pt x="6761113" y="123979"/>
                </a:cubicBezTo>
                <a:cubicBezTo>
                  <a:pt x="6761113" y="152913"/>
                  <a:pt x="6749699" y="170323"/>
                  <a:pt x="6730676" y="170323"/>
                </a:cubicBezTo>
                <a:cubicBezTo>
                  <a:pt x="6720783" y="170323"/>
                  <a:pt x="6711397" y="164181"/>
                  <a:pt x="6706071" y="153938"/>
                </a:cubicBezTo>
                <a:cubicBezTo>
                  <a:pt x="6698969" y="140622"/>
                  <a:pt x="6694909" y="122701"/>
                  <a:pt x="6694909" y="104521"/>
                </a:cubicBezTo>
                <a:cubicBezTo>
                  <a:pt x="6694909" y="80196"/>
                  <a:pt x="6706830" y="64323"/>
                  <a:pt x="6724843" y="643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Encrypt-and-MAC.">
            <a:extLst xmlns:a="http://schemas.openxmlformats.org/drawingml/2006/main">
              <a:ext uri="{FF2B5EF4-FFF2-40B4-BE49-F238E27FC236}">
                <a16:creationId xmlns:a16="http://schemas.microsoft.com/office/drawing/2014/main" id="{DD43A6FE-626A-495F-A27D-EA85F478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174" y="3449185"/>
            <a:ext cx="1968503" cy="230787"/>
          </a:xfrm>
          <a:custGeom xmlns:a="http://schemas.openxmlformats.org/drawingml/2006/main">
            <a:pathLst>
              <a:path w="1968503" h="230787">
                <a:moveTo>
                  <a:pt x="149887" y="131669"/>
                </a:moveTo>
                <a:lnTo>
                  <a:pt x="142713" y="131669"/>
                </a:lnTo>
                <a:cubicBezTo>
                  <a:pt x="129902" y="159352"/>
                  <a:pt x="118885" y="165506"/>
                  <a:pt x="82245" y="165506"/>
                </a:cubicBezTo>
                <a:lnTo>
                  <a:pt x="75329" y="165506"/>
                </a:lnTo>
                <a:cubicBezTo>
                  <a:pt x="62771" y="165506"/>
                  <a:pt x="52012" y="164224"/>
                  <a:pt x="50218" y="162429"/>
                </a:cubicBezTo>
                <a:cubicBezTo>
                  <a:pt x="48936" y="161659"/>
                  <a:pt x="48423" y="158840"/>
                  <a:pt x="48423" y="154481"/>
                </a:cubicBezTo>
                <a:lnTo>
                  <a:pt x="48423" y="91162"/>
                </a:lnTo>
                <a:lnTo>
                  <a:pt x="87882" y="91162"/>
                </a:lnTo>
                <a:cubicBezTo>
                  <a:pt x="108892" y="91162"/>
                  <a:pt x="112735" y="94497"/>
                  <a:pt x="116066" y="115773"/>
                </a:cubicBezTo>
                <a:lnTo>
                  <a:pt x="121958" y="115773"/>
                </a:lnTo>
                <a:lnTo>
                  <a:pt x="121958" y="56325"/>
                </a:lnTo>
                <a:lnTo>
                  <a:pt x="116066" y="56325"/>
                </a:lnTo>
                <a:cubicBezTo>
                  <a:pt x="114272" y="66826"/>
                  <a:pt x="113247" y="70669"/>
                  <a:pt x="110429" y="74254"/>
                </a:cubicBezTo>
                <a:cubicBezTo>
                  <a:pt x="107098" y="78609"/>
                  <a:pt x="99924" y="80661"/>
                  <a:pt x="87882" y="80661"/>
                </a:cubicBezTo>
                <a:lnTo>
                  <a:pt x="48423" y="80661"/>
                </a:lnTo>
                <a:lnTo>
                  <a:pt x="48423" y="23789"/>
                </a:lnTo>
                <a:cubicBezTo>
                  <a:pt x="48423" y="16616"/>
                  <a:pt x="49960" y="15079"/>
                  <a:pt x="56880" y="15079"/>
                </a:cubicBezTo>
                <a:lnTo>
                  <a:pt x="91467" y="15079"/>
                </a:lnTo>
                <a:cubicBezTo>
                  <a:pt x="120421" y="15079"/>
                  <a:pt x="126059" y="18922"/>
                  <a:pt x="130414" y="41977"/>
                </a:cubicBezTo>
                <a:lnTo>
                  <a:pt x="136818" y="41977"/>
                </a:lnTo>
                <a:lnTo>
                  <a:pt x="136052" y="5340"/>
                </a:lnTo>
                <a:lnTo>
                  <a:pt x="0" y="5340"/>
                </a:lnTo>
                <a:lnTo>
                  <a:pt x="0" y="10212"/>
                </a:lnTo>
                <a:cubicBezTo>
                  <a:pt x="18961" y="11748"/>
                  <a:pt x="22292" y="15333"/>
                  <a:pt x="22292" y="33274"/>
                </a:cubicBezTo>
                <a:lnTo>
                  <a:pt x="22292" y="147053"/>
                </a:lnTo>
                <a:cubicBezTo>
                  <a:pt x="22292" y="164990"/>
                  <a:pt x="18703" y="168837"/>
                  <a:pt x="0" y="170115"/>
                </a:cubicBezTo>
                <a:lnTo>
                  <a:pt x="0" y="174983"/>
                </a:lnTo>
                <a:lnTo>
                  <a:pt x="138354" y="174983"/>
                </a:lnTo>
                <a:lnTo>
                  <a:pt x="149887" y="131669"/>
                </a:lnTo>
                <a:close/>
                <a:moveTo>
                  <a:pt x="157572" y="73022"/>
                </a:moveTo>
                <a:cubicBezTo>
                  <a:pt x="159109" y="72252"/>
                  <a:pt x="161673" y="71998"/>
                  <a:pt x="164492" y="71998"/>
                </a:cubicBezTo>
                <a:cubicBezTo>
                  <a:pt x="171666" y="71998"/>
                  <a:pt x="173969" y="75841"/>
                  <a:pt x="173969" y="88391"/>
                </a:cubicBezTo>
                <a:lnTo>
                  <a:pt x="173969" y="151928"/>
                </a:lnTo>
                <a:cubicBezTo>
                  <a:pt x="173969" y="166530"/>
                  <a:pt x="171150" y="170115"/>
                  <a:pt x="158084" y="171140"/>
                </a:cubicBezTo>
                <a:lnTo>
                  <a:pt x="158084" y="174983"/>
                </a:lnTo>
                <a:lnTo>
                  <a:pt x="212403" y="174983"/>
                </a:lnTo>
                <a:lnTo>
                  <a:pt x="212403" y="171140"/>
                </a:lnTo>
                <a:cubicBezTo>
                  <a:pt x="199334" y="170115"/>
                  <a:pt x="195491" y="167042"/>
                  <a:pt x="195491" y="157820"/>
                </a:cubicBezTo>
                <a:lnTo>
                  <a:pt x="195491" y="85830"/>
                </a:lnTo>
                <a:cubicBezTo>
                  <a:pt x="207790" y="74301"/>
                  <a:pt x="213428" y="71228"/>
                  <a:pt x="221884" y="71228"/>
                </a:cubicBezTo>
                <a:cubicBezTo>
                  <a:pt x="234437" y="71228"/>
                  <a:pt x="240587" y="79168"/>
                  <a:pt x="240587" y="96077"/>
                </a:cubicBezTo>
                <a:lnTo>
                  <a:pt x="240587" y="149622"/>
                </a:lnTo>
                <a:cubicBezTo>
                  <a:pt x="240587" y="165760"/>
                  <a:pt x="237256" y="170115"/>
                  <a:pt x="224445" y="171140"/>
                </a:cubicBezTo>
                <a:lnTo>
                  <a:pt x="224445" y="174983"/>
                </a:lnTo>
                <a:lnTo>
                  <a:pt x="277739" y="174983"/>
                </a:lnTo>
                <a:lnTo>
                  <a:pt x="277739" y="171140"/>
                </a:lnTo>
                <a:cubicBezTo>
                  <a:pt x="265182" y="169861"/>
                  <a:pt x="262109" y="166784"/>
                  <a:pt x="262109" y="154235"/>
                </a:cubicBezTo>
                <a:lnTo>
                  <a:pt x="262109" y="95565"/>
                </a:lnTo>
                <a:cubicBezTo>
                  <a:pt x="262109" y="71486"/>
                  <a:pt x="250834" y="57134"/>
                  <a:pt x="231877" y="57134"/>
                </a:cubicBezTo>
                <a:cubicBezTo>
                  <a:pt x="220089" y="57134"/>
                  <a:pt x="212145" y="61493"/>
                  <a:pt x="194724" y="77890"/>
                </a:cubicBezTo>
                <a:lnTo>
                  <a:pt x="194724" y="57650"/>
                </a:lnTo>
                <a:lnTo>
                  <a:pt x="192930" y="57134"/>
                </a:lnTo>
                <a:cubicBezTo>
                  <a:pt x="180376" y="61747"/>
                  <a:pt x="171666" y="64566"/>
                  <a:pt x="157572" y="68667"/>
                </a:cubicBezTo>
                <a:lnTo>
                  <a:pt x="157572" y="73022"/>
                </a:lnTo>
                <a:close/>
                <a:moveTo>
                  <a:pt x="383555" y="134973"/>
                </a:moveTo>
                <a:cubicBezTo>
                  <a:pt x="371256" y="152894"/>
                  <a:pt x="362033" y="159040"/>
                  <a:pt x="347427" y="159040"/>
                </a:cubicBezTo>
                <a:cubicBezTo>
                  <a:pt x="324111" y="159040"/>
                  <a:pt x="307714" y="138558"/>
                  <a:pt x="307714" y="109115"/>
                </a:cubicBezTo>
                <a:cubicBezTo>
                  <a:pt x="307714" y="82745"/>
                  <a:pt x="321808" y="64566"/>
                  <a:pt x="342560" y="64566"/>
                </a:cubicBezTo>
                <a:cubicBezTo>
                  <a:pt x="351782" y="64566"/>
                  <a:pt x="355113" y="67381"/>
                  <a:pt x="357678" y="76854"/>
                </a:cubicBezTo>
                <a:lnTo>
                  <a:pt x="359214" y="82487"/>
                </a:lnTo>
                <a:cubicBezTo>
                  <a:pt x="361263" y="89657"/>
                  <a:pt x="365876" y="94267"/>
                  <a:pt x="371256" y="94267"/>
                </a:cubicBezTo>
                <a:cubicBezTo>
                  <a:pt x="377917" y="94267"/>
                  <a:pt x="383555" y="89399"/>
                  <a:pt x="383555" y="83511"/>
                </a:cubicBezTo>
                <a:cubicBezTo>
                  <a:pt x="383555" y="69175"/>
                  <a:pt x="365618" y="57134"/>
                  <a:pt x="344096" y="57134"/>
                </a:cubicBezTo>
                <a:cubicBezTo>
                  <a:pt x="331543" y="57134"/>
                  <a:pt x="318477" y="62259"/>
                  <a:pt x="307972" y="71478"/>
                </a:cubicBezTo>
                <a:cubicBezTo>
                  <a:pt x="295160" y="82745"/>
                  <a:pt x="287986" y="100154"/>
                  <a:pt x="287986" y="120378"/>
                </a:cubicBezTo>
                <a:cubicBezTo>
                  <a:pt x="287986" y="153664"/>
                  <a:pt x="308226" y="177485"/>
                  <a:pt x="336668" y="177485"/>
                </a:cubicBezTo>
                <a:cubicBezTo>
                  <a:pt x="348197" y="177485"/>
                  <a:pt x="358444" y="173388"/>
                  <a:pt x="367671" y="165443"/>
                </a:cubicBezTo>
                <a:cubicBezTo>
                  <a:pt x="374586" y="159294"/>
                  <a:pt x="379454" y="152382"/>
                  <a:pt x="387140" y="137275"/>
                </a:cubicBezTo>
                <a:lnTo>
                  <a:pt x="383555" y="134973"/>
                </a:lnTo>
                <a:close/>
                <a:moveTo>
                  <a:pt x="397133" y="75071"/>
                </a:moveTo>
                <a:cubicBezTo>
                  <a:pt x="400722" y="74301"/>
                  <a:pt x="403028" y="74043"/>
                  <a:pt x="406101" y="74043"/>
                </a:cubicBezTo>
                <a:cubicBezTo>
                  <a:pt x="412505" y="74043"/>
                  <a:pt x="414812" y="78144"/>
                  <a:pt x="414812" y="89415"/>
                </a:cubicBezTo>
                <a:lnTo>
                  <a:pt x="414812" y="153465"/>
                </a:lnTo>
                <a:cubicBezTo>
                  <a:pt x="414812" y="166272"/>
                  <a:pt x="413017" y="168067"/>
                  <a:pt x="396621" y="171140"/>
                </a:cubicBezTo>
                <a:lnTo>
                  <a:pt x="396621" y="174983"/>
                </a:lnTo>
                <a:lnTo>
                  <a:pt x="458114" y="174983"/>
                </a:lnTo>
                <a:lnTo>
                  <a:pt x="458114" y="171140"/>
                </a:lnTo>
                <a:cubicBezTo>
                  <a:pt x="440689" y="170373"/>
                  <a:pt x="436334" y="166530"/>
                  <a:pt x="436334" y="151928"/>
                </a:cubicBezTo>
                <a:lnTo>
                  <a:pt x="436334" y="94282"/>
                </a:lnTo>
                <a:cubicBezTo>
                  <a:pt x="436334" y="86084"/>
                  <a:pt x="447351" y="73276"/>
                  <a:pt x="454271" y="73276"/>
                </a:cubicBezTo>
                <a:cubicBezTo>
                  <a:pt x="455807" y="73276"/>
                  <a:pt x="458114" y="74559"/>
                  <a:pt x="460932" y="77119"/>
                </a:cubicBezTo>
                <a:cubicBezTo>
                  <a:pt x="465030" y="80704"/>
                  <a:pt x="467848" y="82241"/>
                  <a:pt x="471179" y="82241"/>
                </a:cubicBezTo>
                <a:cubicBezTo>
                  <a:pt x="477329" y="82241"/>
                  <a:pt x="481172" y="77886"/>
                  <a:pt x="481172" y="70716"/>
                </a:cubicBezTo>
                <a:cubicBezTo>
                  <a:pt x="481172" y="62259"/>
                  <a:pt x="475793" y="57134"/>
                  <a:pt x="467082" y="57134"/>
                </a:cubicBezTo>
                <a:cubicBezTo>
                  <a:pt x="456319" y="57134"/>
                  <a:pt x="448891" y="63029"/>
                  <a:pt x="436334" y="81217"/>
                </a:cubicBezTo>
                <a:lnTo>
                  <a:pt x="436334" y="57650"/>
                </a:lnTo>
                <a:lnTo>
                  <a:pt x="435055" y="57134"/>
                </a:lnTo>
                <a:cubicBezTo>
                  <a:pt x="421474" y="62771"/>
                  <a:pt x="412251" y="66102"/>
                  <a:pt x="397133" y="70970"/>
                </a:cubicBezTo>
                <a:lnTo>
                  <a:pt x="397133" y="75071"/>
                </a:lnTo>
                <a:close/>
                <a:moveTo>
                  <a:pt x="602362" y="59636"/>
                </a:moveTo>
                <a:lnTo>
                  <a:pt x="567774" y="59636"/>
                </a:lnTo>
                <a:lnTo>
                  <a:pt x="567774" y="63483"/>
                </a:lnTo>
                <a:cubicBezTo>
                  <a:pt x="575972" y="63483"/>
                  <a:pt x="580073" y="65786"/>
                  <a:pt x="580073" y="69887"/>
                </a:cubicBezTo>
                <a:cubicBezTo>
                  <a:pt x="580073" y="70911"/>
                  <a:pt x="579815" y="72447"/>
                  <a:pt x="579045" y="74242"/>
                </a:cubicBezTo>
                <a:lnTo>
                  <a:pt x="554192" y="144954"/>
                </a:lnTo>
                <a:lnTo>
                  <a:pt x="524730" y="80134"/>
                </a:lnTo>
                <a:cubicBezTo>
                  <a:pt x="523190" y="76549"/>
                  <a:pt x="522165" y="73218"/>
                  <a:pt x="522165" y="70399"/>
                </a:cubicBezTo>
                <a:cubicBezTo>
                  <a:pt x="522165" y="65786"/>
                  <a:pt x="526008" y="63995"/>
                  <a:pt x="537026" y="63483"/>
                </a:cubicBezTo>
                <a:lnTo>
                  <a:pt x="537026" y="59636"/>
                </a:lnTo>
                <a:lnTo>
                  <a:pt x="484247" y="59636"/>
                </a:lnTo>
                <a:lnTo>
                  <a:pt x="484247" y="63225"/>
                </a:lnTo>
                <a:cubicBezTo>
                  <a:pt x="490909" y="64249"/>
                  <a:pt x="495264" y="67068"/>
                  <a:pt x="497313" y="71423"/>
                </a:cubicBezTo>
                <a:lnTo>
                  <a:pt x="526521" y="134453"/>
                </a:lnTo>
                <a:lnTo>
                  <a:pt x="527291" y="136501"/>
                </a:lnTo>
                <a:lnTo>
                  <a:pt x="531134" y="144187"/>
                </a:lnTo>
                <a:cubicBezTo>
                  <a:pt x="538308" y="156999"/>
                  <a:pt x="542409" y="166221"/>
                  <a:pt x="542409" y="170065"/>
                </a:cubicBezTo>
                <a:cubicBezTo>
                  <a:pt x="542409" y="173908"/>
                  <a:pt x="536513" y="190046"/>
                  <a:pt x="532158" y="197732"/>
                </a:cubicBezTo>
                <a:cubicBezTo>
                  <a:pt x="528573" y="204394"/>
                  <a:pt x="522936" y="209261"/>
                  <a:pt x="519347" y="209261"/>
                </a:cubicBezTo>
                <a:cubicBezTo>
                  <a:pt x="517810" y="209261"/>
                  <a:pt x="515504" y="208749"/>
                  <a:pt x="512943" y="207471"/>
                </a:cubicBezTo>
                <a:cubicBezTo>
                  <a:pt x="508075" y="205676"/>
                  <a:pt x="503720" y="204652"/>
                  <a:pt x="499365" y="204652"/>
                </a:cubicBezTo>
                <a:cubicBezTo>
                  <a:pt x="493469" y="204652"/>
                  <a:pt x="488348" y="209778"/>
                  <a:pt x="488348" y="215923"/>
                </a:cubicBezTo>
                <a:cubicBezTo>
                  <a:pt x="488348" y="224380"/>
                  <a:pt x="496546" y="230787"/>
                  <a:pt x="507305" y="230787"/>
                </a:cubicBezTo>
                <a:cubicBezTo>
                  <a:pt x="524472" y="230787"/>
                  <a:pt x="536771" y="216439"/>
                  <a:pt x="550607" y="179545"/>
                </a:cubicBezTo>
                <a:lnTo>
                  <a:pt x="590062" y="75012"/>
                </a:lnTo>
                <a:cubicBezTo>
                  <a:pt x="593393" y="66810"/>
                  <a:pt x="596212" y="64249"/>
                  <a:pt x="602362" y="63483"/>
                </a:cubicBezTo>
                <a:lnTo>
                  <a:pt x="602362" y="59636"/>
                </a:lnTo>
                <a:close/>
                <a:moveTo>
                  <a:pt x="611071" y="74238"/>
                </a:moveTo>
                <a:cubicBezTo>
                  <a:pt x="613378" y="73984"/>
                  <a:pt x="615173" y="73984"/>
                  <a:pt x="617479" y="73984"/>
                </a:cubicBezTo>
                <a:cubicBezTo>
                  <a:pt x="626190" y="73984"/>
                  <a:pt x="627984" y="76545"/>
                  <a:pt x="627984" y="88586"/>
                </a:cubicBezTo>
                <a:lnTo>
                  <a:pt x="627984" y="208495"/>
                </a:lnTo>
                <a:cubicBezTo>
                  <a:pt x="627984" y="221819"/>
                  <a:pt x="625165" y="224638"/>
                  <a:pt x="610047" y="226174"/>
                </a:cubicBezTo>
                <a:lnTo>
                  <a:pt x="610047" y="230529"/>
                </a:lnTo>
                <a:lnTo>
                  <a:pt x="672052" y="230529"/>
                </a:lnTo>
                <a:lnTo>
                  <a:pt x="672052" y="225920"/>
                </a:lnTo>
                <a:cubicBezTo>
                  <a:pt x="652837" y="225662"/>
                  <a:pt x="649506" y="222843"/>
                  <a:pt x="649506" y="206701"/>
                </a:cubicBezTo>
                <a:lnTo>
                  <a:pt x="649506" y="166472"/>
                </a:lnTo>
                <a:cubicBezTo>
                  <a:pt x="658474" y="174924"/>
                  <a:pt x="664620" y="177485"/>
                  <a:pt x="675383" y="177485"/>
                </a:cubicBezTo>
                <a:cubicBezTo>
                  <a:pt x="705616" y="177485"/>
                  <a:pt x="729186" y="148804"/>
                  <a:pt x="729186" y="111680"/>
                </a:cubicBezTo>
                <a:cubicBezTo>
                  <a:pt x="729186" y="79934"/>
                  <a:pt x="711253" y="57134"/>
                  <a:pt x="686400" y="57134"/>
                </a:cubicBezTo>
                <a:cubicBezTo>
                  <a:pt x="672052" y="57134"/>
                  <a:pt x="660777" y="63542"/>
                  <a:pt x="649506" y="77373"/>
                </a:cubicBezTo>
                <a:lnTo>
                  <a:pt x="649506" y="57650"/>
                </a:lnTo>
                <a:lnTo>
                  <a:pt x="647970" y="57134"/>
                </a:lnTo>
                <a:cubicBezTo>
                  <a:pt x="634134" y="62517"/>
                  <a:pt x="625165" y="65848"/>
                  <a:pt x="611071" y="70203"/>
                </a:cubicBezTo>
                <a:lnTo>
                  <a:pt x="611071" y="74238"/>
                </a:lnTo>
                <a:moveTo>
                  <a:pt x="649506" y="89407"/>
                </a:moveTo>
                <a:cubicBezTo>
                  <a:pt x="649506" y="81725"/>
                  <a:pt x="663854" y="72510"/>
                  <a:pt x="675637" y="72510"/>
                </a:cubicBezTo>
                <a:cubicBezTo>
                  <a:pt x="694599" y="72510"/>
                  <a:pt x="707152" y="91968"/>
                  <a:pt x="707152" y="121668"/>
                </a:cubicBezTo>
                <a:cubicBezTo>
                  <a:pt x="707152" y="150087"/>
                  <a:pt x="694599" y="169287"/>
                  <a:pt x="676153" y="169287"/>
                </a:cubicBezTo>
                <a:cubicBezTo>
                  <a:pt x="664108" y="169287"/>
                  <a:pt x="649506" y="160072"/>
                  <a:pt x="649506" y="152390"/>
                </a:cubicBezTo>
                <a:lnTo>
                  <a:pt x="649506" y="89407"/>
                </a:lnTo>
                <a:close/>
                <a:moveTo>
                  <a:pt x="802209" y="59636"/>
                </a:moveTo>
                <a:lnTo>
                  <a:pt x="776332" y="59636"/>
                </a:lnTo>
                <a:lnTo>
                  <a:pt x="776332" y="29916"/>
                </a:lnTo>
                <a:cubicBezTo>
                  <a:pt x="776332" y="27355"/>
                  <a:pt x="776078" y="26585"/>
                  <a:pt x="774537" y="26585"/>
                </a:cubicBezTo>
                <a:cubicBezTo>
                  <a:pt x="772747" y="28891"/>
                  <a:pt x="771206" y="31198"/>
                  <a:pt x="769416" y="33759"/>
                </a:cubicBezTo>
                <a:cubicBezTo>
                  <a:pt x="759677" y="47853"/>
                  <a:pt x="748660" y="60152"/>
                  <a:pt x="744563" y="61176"/>
                </a:cubicBezTo>
                <a:cubicBezTo>
                  <a:pt x="741744" y="62967"/>
                  <a:pt x="740204" y="64761"/>
                  <a:pt x="740204" y="66044"/>
                </a:cubicBezTo>
                <a:cubicBezTo>
                  <a:pt x="740204" y="66814"/>
                  <a:pt x="740462" y="67326"/>
                  <a:pt x="741232" y="67838"/>
                </a:cubicBezTo>
                <a:lnTo>
                  <a:pt x="754810" y="67838"/>
                </a:lnTo>
                <a:lnTo>
                  <a:pt x="754810" y="144950"/>
                </a:lnTo>
                <a:cubicBezTo>
                  <a:pt x="754810" y="166468"/>
                  <a:pt x="762496" y="177485"/>
                  <a:pt x="777614" y="177485"/>
                </a:cubicBezTo>
                <a:cubicBezTo>
                  <a:pt x="790168" y="177485"/>
                  <a:pt x="799902" y="171339"/>
                  <a:pt x="808359" y="158015"/>
                </a:cubicBezTo>
                <a:lnTo>
                  <a:pt x="805028" y="155197"/>
                </a:lnTo>
                <a:cubicBezTo>
                  <a:pt x="799648" y="161600"/>
                  <a:pt x="795293" y="164165"/>
                  <a:pt x="789655" y="164165"/>
                </a:cubicBezTo>
                <a:cubicBezTo>
                  <a:pt x="780175" y="164165"/>
                  <a:pt x="776332" y="157245"/>
                  <a:pt x="776332" y="141107"/>
                </a:cubicBezTo>
                <a:lnTo>
                  <a:pt x="776332" y="67838"/>
                </a:lnTo>
                <a:lnTo>
                  <a:pt x="802209" y="67838"/>
                </a:lnTo>
                <a:lnTo>
                  <a:pt x="802209" y="59636"/>
                </a:lnTo>
                <a:close/>
                <a:moveTo>
                  <a:pt x="818093" y="109178"/>
                </a:moveTo>
                <a:lnTo>
                  <a:pt x="818093" y="125320"/>
                </a:lnTo>
                <a:lnTo>
                  <a:pt x="881122" y="125320"/>
                </a:lnTo>
                <a:lnTo>
                  <a:pt x="881122" y="109178"/>
                </a:lnTo>
                <a:lnTo>
                  <a:pt x="818093" y="109178"/>
                </a:lnTo>
                <a:close/>
                <a:moveTo>
                  <a:pt x="1006667" y="158019"/>
                </a:moveTo>
                <a:cubicBezTo>
                  <a:pt x="1002312" y="161600"/>
                  <a:pt x="999239" y="162883"/>
                  <a:pt x="995396" y="162883"/>
                </a:cubicBezTo>
                <a:cubicBezTo>
                  <a:pt x="989504" y="162883"/>
                  <a:pt x="987710" y="159298"/>
                  <a:pt x="987710" y="148034"/>
                </a:cubicBezTo>
                <a:lnTo>
                  <a:pt x="987710" y="98106"/>
                </a:lnTo>
                <a:cubicBezTo>
                  <a:pt x="987710" y="84790"/>
                  <a:pt x="986427" y="77366"/>
                  <a:pt x="982584" y="71220"/>
                </a:cubicBezTo>
                <a:cubicBezTo>
                  <a:pt x="976947" y="62005"/>
                  <a:pt x="965930" y="57134"/>
                  <a:pt x="950815" y="57134"/>
                </a:cubicBezTo>
                <a:cubicBezTo>
                  <a:pt x="926729" y="57134"/>
                  <a:pt x="907771" y="69683"/>
                  <a:pt x="907771" y="85814"/>
                </a:cubicBezTo>
                <a:cubicBezTo>
                  <a:pt x="907771" y="91706"/>
                  <a:pt x="912893" y="96823"/>
                  <a:pt x="918788" y="96823"/>
                </a:cubicBezTo>
                <a:cubicBezTo>
                  <a:pt x="924934" y="96823"/>
                  <a:pt x="930318" y="91706"/>
                  <a:pt x="930318" y="86072"/>
                </a:cubicBezTo>
                <a:cubicBezTo>
                  <a:pt x="930318" y="85048"/>
                  <a:pt x="930060" y="83766"/>
                  <a:pt x="929806" y="81975"/>
                </a:cubicBezTo>
                <a:cubicBezTo>
                  <a:pt x="929293" y="79672"/>
                  <a:pt x="929035" y="77624"/>
                  <a:pt x="929035" y="75829"/>
                </a:cubicBezTo>
                <a:cubicBezTo>
                  <a:pt x="929035" y="68917"/>
                  <a:pt x="937234" y="63284"/>
                  <a:pt x="947484" y="63284"/>
                </a:cubicBezTo>
                <a:cubicBezTo>
                  <a:pt x="960038" y="63284"/>
                  <a:pt x="966954" y="70708"/>
                  <a:pt x="966954" y="84536"/>
                </a:cubicBezTo>
                <a:lnTo>
                  <a:pt x="966954" y="100154"/>
                </a:lnTo>
                <a:cubicBezTo>
                  <a:pt x="927499" y="116027"/>
                  <a:pt x="923144" y="118076"/>
                  <a:pt x="912127" y="127806"/>
                </a:cubicBezTo>
                <a:cubicBezTo>
                  <a:pt x="906489" y="132928"/>
                  <a:pt x="902900" y="141631"/>
                  <a:pt x="902900" y="150079"/>
                </a:cubicBezTo>
                <a:cubicBezTo>
                  <a:pt x="902900" y="166214"/>
                  <a:pt x="914175" y="177485"/>
                  <a:pt x="929806" y="177485"/>
                </a:cubicBezTo>
                <a:cubicBezTo>
                  <a:pt x="941077" y="177485"/>
                  <a:pt x="951582" y="172105"/>
                  <a:pt x="967212" y="158782"/>
                </a:cubicBezTo>
                <a:cubicBezTo>
                  <a:pt x="968494" y="172105"/>
                  <a:pt x="973104" y="177485"/>
                  <a:pt x="983608" y="177485"/>
                </a:cubicBezTo>
                <a:cubicBezTo>
                  <a:pt x="992319" y="177485"/>
                  <a:pt x="997702" y="174412"/>
                  <a:pt x="1006667" y="164677"/>
                </a:cubicBezTo>
                <a:lnTo>
                  <a:pt x="1006667" y="158019"/>
                </a:lnTo>
                <a:moveTo>
                  <a:pt x="966954" y="143409"/>
                </a:moveTo>
                <a:cubicBezTo>
                  <a:pt x="966954" y="151354"/>
                  <a:pt x="965675" y="153660"/>
                  <a:pt x="960292" y="156733"/>
                </a:cubicBezTo>
                <a:cubicBezTo>
                  <a:pt x="954146" y="160322"/>
                  <a:pt x="946972" y="162625"/>
                  <a:pt x="941589" y="162625"/>
                </a:cubicBezTo>
                <a:cubicBezTo>
                  <a:pt x="932624" y="162625"/>
                  <a:pt x="925450" y="153914"/>
                  <a:pt x="925450" y="142897"/>
                </a:cubicBezTo>
                <a:lnTo>
                  <a:pt x="925450" y="141873"/>
                </a:lnTo>
                <a:cubicBezTo>
                  <a:pt x="925450" y="126755"/>
                  <a:pt x="935951" y="117532"/>
                  <a:pt x="966954" y="106257"/>
                </a:cubicBezTo>
                <a:lnTo>
                  <a:pt x="966954" y="143409"/>
                </a:lnTo>
                <a:close/>
                <a:moveTo>
                  <a:pt x="1011280" y="73022"/>
                </a:moveTo>
                <a:cubicBezTo>
                  <a:pt x="1012816" y="72252"/>
                  <a:pt x="1015381" y="71998"/>
                  <a:pt x="1018200" y="71998"/>
                </a:cubicBezTo>
                <a:cubicBezTo>
                  <a:pt x="1025374" y="71998"/>
                  <a:pt x="1027677" y="75841"/>
                  <a:pt x="1027677" y="88391"/>
                </a:cubicBezTo>
                <a:lnTo>
                  <a:pt x="1027677" y="151928"/>
                </a:lnTo>
                <a:cubicBezTo>
                  <a:pt x="1027677" y="166530"/>
                  <a:pt x="1024858" y="170115"/>
                  <a:pt x="1011792" y="171140"/>
                </a:cubicBezTo>
                <a:lnTo>
                  <a:pt x="1011792" y="174983"/>
                </a:lnTo>
                <a:lnTo>
                  <a:pt x="1066111" y="174983"/>
                </a:lnTo>
                <a:lnTo>
                  <a:pt x="1066111" y="171140"/>
                </a:lnTo>
                <a:cubicBezTo>
                  <a:pt x="1053042" y="170115"/>
                  <a:pt x="1049199" y="167042"/>
                  <a:pt x="1049199" y="157820"/>
                </a:cubicBezTo>
                <a:lnTo>
                  <a:pt x="1049199" y="85830"/>
                </a:lnTo>
                <a:cubicBezTo>
                  <a:pt x="1061498" y="74301"/>
                  <a:pt x="1067135" y="71228"/>
                  <a:pt x="1075592" y="71228"/>
                </a:cubicBezTo>
                <a:cubicBezTo>
                  <a:pt x="1088145" y="71228"/>
                  <a:pt x="1094295" y="79168"/>
                  <a:pt x="1094295" y="96077"/>
                </a:cubicBezTo>
                <a:lnTo>
                  <a:pt x="1094295" y="149622"/>
                </a:lnTo>
                <a:cubicBezTo>
                  <a:pt x="1094295" y="165760"/>
                  <a:pt x="1090964" y="170115"/>
                  <a:pt x="1078152" y="171140"/>
                </a:cubicBezTo>
                <a:lnTo>
                  <a:pt x="1078152" y="174983"/>
                </a:lnTo>
                <a:lnTo>
                  <a:pt x="1131447" y="174983"/>
                </a:lnTo>
                <a:lnTo>
                  <a:pt x="1131447" y="171140"/>
                </a:lnTo>
                <a:cubicBezTo>
                  <a:pt x="1118890" y="169861"/>
                  <a:pt x="1115817" y="166784"/>
                  <a:pt x="1115817" y="154235"/>
                </a:cubicBezTo>
                <a:lnTo>
                  <a:pt x="1115817" y="95565"/>
                </a:lnTo>
                <a:cubicBezTo>
                  <a:pt x="1115817" y="71486"/>
                  <a:pt x="1104542" y="57134"/>
                  <a:pt x="1085584" y="57134"/>
                </a:cubicBezTo>
                <a:cubicBezTo>
                  <a:pt x="1073797" y="57134"/>
                  <a:pt x="1065853" y="61493"/>
                  <a:pt x="1048432" y="77890"/>
                </a:cubicBezTo>
                <a:lnTo>
                  <a:pt x="1048432" y="57650"/>
                </a:lnTo>
                <a:lnTo>
                  <a:pt x="1046638" y="57134"/>
                </a:lnTo>
                <a:cubicBezTo>
                  <a:pt x="1034084" y="61747"/>
                  <a:pt x="1025374" y="64566"/>
                  <a:pt x="1011280" y="68667"/>
                </a:cubicBezTo>
                <a:lnTo>
                  <a:pt x="1011280" y="73022"/>
                </a:lnTo>
                <a:close/>
                <a:moveTo>
                  <a:pt x="1223427" y="177485"/>
                </a:moveTo>
                <a:lnTo>
                  <a:pt x="1261092" y="164165"/>
                </a:lnTo>
                <a:lnTo>
                  <a:pt x="1261092" y="160068"/>
                </a:lnTo>
                <a:cubicBezTo>
                  <a:pt x="1256478" y="160322"/>
                  <a:pt x="1255966" y="160322"/>
                  <a:pt x="1255196" y="160322"/>
                </a:cubicBezTo>
                <a:cubicBezTo>
                  <a:pt x="1245973" y="160322"/>
                  <a:pt x="1243925" y="157507"/>
                  <a:pt x="1243925" y="145728"/>
                </a:cubicBezTo>
                <a:lnTo>
                  <a:pt x="1243925" y="512"/>
                </a:lnTo>
                <a:lnTo>
                  <a:pt x="1242643" y="0"/>
                </a:lnTo>
                <a:cubicBezTo>
                  <a:pt x="1230343" y="4355"/>
                  <a:pt x="1221379" y="6916"/>
                  <a:pt x="1204978" y="11275"/>
                </a:cubicBezTo>
                <a:lnTo>
                  <a:pt x="1204978" y="15372"/>
                </a:lnTo>
                <a:cubicBezTo>
                  <a:pt x="1207031" y="15118"/>
                  <a:pt x="1208567" y="15118"/>
                  <a:pt x="1210616" y="15118"/>
                </a:cubicBezTo>
                <a:cubicBezTo>
                  <a:pt x="1220096" y="15118"/>
                  <a:pt x="1222403" y="17679"/>
                  <a:pt x="1222403" y="28184"/>
                </a:cubicBezTo>
                <a:lnTo>
                  <a:pt x="1222403" y="68151"/>
                </a:lnTo>
                <a:cubicBezTo>
                  <a:pt x="1212664" y="59953"/>
                  <a:pt x="1205748" y="57134"/>
                  <a:pt x="1195498" y="57134"/>
                </a:cubicBezTo>
                <a:cubicBezTo>
                  <a:pt x="1166035" y="57134"/>
                  <a:pt x="1142207" y="86072"/>
                  <a:pt x="1142207" y="122431"/>
                </a:cubicBezTo>
                <a:cubicBezTo>
                  <a:pt x="1142207" y="155200"/>
                  <a:pt x="1161422" y="177485"/>
                  <a:pt x="1189606" y="177485"/>
                </a:cubicBezTo>
                <a:cubicBezTo>
                  <a:pt x="1203954" y="177485"/>
                  <a:pt x="1213693" y="172363"/>
                  <a:pt x="1222403" y="160322"/>
                </a:cubicBezTo>
                <a:lnTo>
                  <a:pt x="1222403" y="176719"/>
                </a:lnTo>
                <a:lnTo>
                  <a:pt x="1223427" y="177485"/>
                </a:lnTo>
                <a:moveTo>
                  <a:pt x="1222403" y="148801"/>
                </a:moveTo>
                <a:cubicBezTo>
                  <a:pt x="1222403" y="150595"/>
                  <a:pt x="1220608" y="153668"/>
                  <a:pt x="1218048" y="156483"/>
                </a:cubicBezTo>
                <a:cubicBezTo>
                  <a:pt x="1213434" y="161604"/>
                  <a:pt x="1207031" y="164165"/>
                  <a:pt x="1199599" y="164165"/>
                </a:cubicBezTo>
                <a:cubicBezTo>
                  <a:pt x="1178335" y="164165"/>
                  <a:pt x="1164241" y="143679"/>
                  <a:pt x="1164241" y="112188"/>
                </a:cubicBezTo>
                <a:cubicBezTo>
                  <a:pt x="1164241" y="83257"/>
                  <a:pt x="1176794" y="64312"/>
                  <a:pt x="1196268" y="64312"/>
                </a:cubicBezTo>
                <a:cubicBezTo>
                  <a:pt x="1209849" y="64312"/>
                  <a:pt x="1222403" y="76341"/>
                  <a:pt x="1222403" y="89911"/>
                </a:cubicBezTo>
                <a:lnTo>
                  <a:pt x="1222403" y="148801"/>
                </a:lnTo>
                <a:close/>
                <a:moveTo>
                  <a:pt x="1273387" y="109178"/>
                </a:moveTo>
                <a:lnTo>
                  <a:pt x="1273387" y="125320"/>
                </a:lnTo>
                <a:lnTo>
                  <a:pt x="1336417" y="125320"/>
                </a:lnTo>
                <a:lnTo>
                  <a:pt x="1336417" y="109178"/>
                </a:lnTo>
                <a:lnTo>
                  <a:pt x="1273387" y="109178"/>
                </a:lnTo>
                <a:close/>
                <a:moveTo>
                  <a:pt x="1521406" y="28149"/>
                </a:moveTo>
                <a:lnTo>
                  <a:pt x="1521406" y="144234"/>
                </a:lnTo>
                <a:cubicBezTo>
                  <a:pt x="1521406" y="165502"/>
                  <a:pt x="1518329" y="168837"/>
                  <a:pt x="1498089" y="170115"/>
                </a:cubicBezTo>
                <a:lnTo>
                  <a:pt x="1498089" y="174983"/>
                </a:lnTo>
                <a:lnTo>
                  <a:pt x="1569829" y="174983"/>
                </a:lnTo>
                <a:lnTo>
                  <a:pt x="1569829" y="170115"/>
                </a:lnTo>
                <a:cubicBezTo>
                  <a:pt x="1551126" y="168837"/>
                  <a:pt x="1547541" y="165248"/>
                  <a:pt x="1547541" y="147053"/>
                </a:cubicBezTo>
                <a:lnTo>
                  <a:pt x="1547541" y="33274"/>
                </a:lnTo>
                <a:cubicBezTo>
                  <a:pt x="1547541" y="15079"/>
                  <a:pt x="1550872" y="11748"/>
                  <a:pt x="1569829" y="10212"/>
                </a:cubicBezTo>
                <a:lnTo>
                  <a:pt x="1569829" y="5340"/>
                </a:lnTo>
                <a:lnTo>
                  <a:pt x="1518841" y="5340"/>
                </a:lnTo>
                <a:lnTo>
                  <a:pt x="1462220" y="134754"/>
                </a:lnTo>
                <a:lnTo>
                  <a:pt x="1403033" y="5340"/>
                </a:lnTo>
                <a:lnTo>
                  <a:pt x="1352303" y="5340"/>
                </a:lnTo>
                <a:lnTo>
                  <a:pt x="1352303" y="10212"/>
                </a:lnTo>
                <a:cubicBezTo>
                  <a:pt x="1373313" y="11490"/>
                  <a:pt x="1376644" y="14567"/>
                  <a:pt x="1376644" y="33274"/>
                </a:cubicBezTo>
                <a:lnTo>
                  <a:pt x="1376644" y="137314"/>
                </a:lnTo>
                <a:cubicBezTo>
                  <a:pt x="1376644" y="163712"/>
                  <a:pt x="1373055" y="168579"/>
                  <a:pt x="1351791" y="170115"/>
                </a:cubicBezTo>
                <a:lnTo>
                  <a:pt x="1351791" y="174983"/>
                </a:lnTo>
                <a:lnTo>
                  <a:pt x="1412002" y="174983"/>
                </a:lnTo>
                <a:lnTo>
                  <a:pt x="1412002" y="170115"/>
                </a:lnTo>
                <a:cubicBezTo>
                  <a:pt x="1392274" y="169091"/>
                  <a:pt x="1387919" y="163199"/>
                  <a:pt x="1387919" y="137314"/>
                </a:cubicBezTo>
                <a:lnTo>
                  <a:pt x="1387919" y="34040"/>
                </a:lnTo>
                <a:lnTo>
                  <a:pt x="1452227" y="174983"/>
                </a:lnTo>
                <a:lnTo>
                  <a:pt x="1455816" y="174983"/>
                </a:lnTo>
                <a:lnTo>
                  <a:pt x="1521406" y="28149"/>
                </a:lnTo>
                <a:close/>
                <a:moveTo>
                  <a:pt x="1757379" y="170115"/>
                </a:moveTo>
                <a:cubicBezTo>
                  <a:pt x="1745850" y="169349"/>
                  <a:pt x="1743289" y="166788"/>
                  <a:pt x="1734321" y="147843"/>
                </a:cubicBezTo>
                <a:lnTo>
                  <a:pt x="1670521" y="2338"/>
                </a:lnTo>
                <a:lnTo>
                  <a:pt x="1665400" y="2338"/>
                </a:lnTo>
                <a:lnTo>
                  <a:pt x="1612105" y="128131"/>
                </a:lnTo>
                <a:cubicBezTo>
                  <a:pt x="1595708" y="165510"/>
                  <a:pt x="1592632" y="169603"/>
                  <a:pt x="1580336" y="170115"/>
                </a:cubicBezTo>
                <a:lnTo>
                  <a:pt x="1580336" y="174983"/>
                </a:lnTo>
                <a:lnTo>
                  <a:pt x="1631066" y="174983"/>
                </a:lnTo>
                <a:lnTo>
                  <a:pt x="1631066" y="170115"/>
                </a:lnTo>
                <a:cubicBezTo>
                  <a:pt x="1618767" y="170115"/>
                  <a:pt x="1613641" y="166788"/>
                  <a:pt x="1613641" y="159622"/>
                </a:cubicBezTo>
                <a:cubicBezTo>
                  <a:pt x="1613641" y="156549"/>
                  <a:pt x="1614412" y="152964"/>
                  <a:pt x="1615694" y="149637"/>
                </a:cubicBezTo>
                <a:lnTo>
                  <a:pt x="1627477" y="119682"/>
                </a:lnTo>
                <a:lnTo>
                  <a:pt x="1694608" y="119682"/>
                </a:lnTo>
                <a:lnTo>
                  <a:pt x="1705113" y="144262"/>
                </a:lnTo>
                <a:cubicBezTo>
                  <a:pt x="1708186" y="151174"/>
                  <a:pt x="1709980" y="157828"/>
                  <a:pt x="1709980" y="161413"/>
                </a:cubicBezTo>
                <a:cubicBezTo>
                  <a:pt x="1709980" y="167813"/>
                  <a:pt x="1705625" y="169861"/>
                  <a:pt x="1692043" y="170115"/>
                </a:cubicBezTo>
                <a:lnTo>
                  <a:pt x="1692043" y="174983"/>
                </a:lnTo>
                <a:lnTo>
                  <a:pt x="1757379" y="174983"/>
                </a:lnTo>
                <a:lnTo>
                  <a:pt x="1757379" y="170115"/>
                </a:lnTo>
                <a:moveTo>
                  <a:pt x="1631832" y="109178"/>
                </a:moveTo>
                <a:lnTo>
                  <a:pt x="1661299" y="38720"/>
                </a:lnTo>
                <a:lnTo>
                  <a:pt x="1691019" y="109178"/>
                </a:lnTo>
                <a:lnTo>
                  <a:pt x="1631832" y="109178"/>
                </a:lnTo>
                <a:close/>
                <a:moveTo>
                  <a:pt x="1910084" y="59702"/>
                </a:moveTo>
                <a:lnTo>
                  <a:pt x="1907777" y="1837"/>
                </a:lnTo>
                <a:lnTo>
                  <a:pt x="1902398" y="1837"/>
                </a:lnTo>
                <a:cubicBezTo>
                  <a:pt x="1900861" y="7221"/>
                  <a:pt x="1896760" y="10294"/>
                  <a:pt x="1891635" y="10294"/>
                </a:cubicBezTo>
                <a:cubicBezTo>
                  <a:pt x="1889328" y="10294"/>
                  <a:pt x="1885485" y="9528"/>
                  <a:pt x="1881642" y="7987"/>
                </a:cubicBezTo>
                <a:cubicBezTo>
                  <a:pt x="1869089" y="3890"/>
                  <a:pt x="1856277" y="1837"/>
                  <a:pt x="1844236" y="1837"/>
                </a:cubicBezTo>
                <a:cubicBezTo>
                  <a:pt x="1823226" y="1837"/>
                  <a:pt x="1801962" y="9782"/>
                  <a:pt x="1786074" y="23864"/>
                </a:cubicBezTo>
                <a:cubicBezTo>
                  <a:pt x="1768141" y="39736"/>
                  <a:pt x="1758406" y="63542"/>
                  <a:pt x="1758406" y="91698"/>
                </a:cubicBezTo>
                <a:cubicBezTo>
                  <a:pt x="1758406" y="115507"/>
                  <a:pt x="1766092" y="137522"/>
                  <a:pt x="1779158" y="152112"/>
                </a:cubicBezTo>
                <a:cubicBezTo>
                  <a:pt x="1794530" y="168751"/>
                  <a:pt x="1818101" y="178486"/>
                  <a:pt x="1843470" y="178486"/>
                </a:cubicBezTo>
                <a:cubicBezTo>
                  <a:pt x="1872420" y="178486"/>
                  <a:pt x="1897785" y="166702"/>
                  <a:pt x="1913415" y="145966"/>
                </a:cubicBezTo>
                <a:lnTo>
                  <a:pt x="1908802" y="141361"/>
                </a:lnTo>
                <a:cubicBezTo>
                  <a:pt x="1889844" y="159536"/>
                  <a:pt x="1872932" y="167214"/>
                  <a:pt x="1851668" y="167214"/>
                </a:cubicBezTo>
                <a:cubicBezTo>
                  <a:pt x="1835525" y="167214"/>
                  <a:pt x="1821177" y="162093"/>
                  <a:pt x="1810160" y="152366"/>
                </a:cubicBezTo>
                <a:cubicBezTo>
                  <a:pt x="1796067" y="139824"/>
                  <a:pt x="1788126" y="116785"/>
                  <a:pt x="1788126" y="88371"/>
                </a:cubicBezTo>
                <a:cubicBezTo>
                  <a:pt x="1788126" y="42039"/>
                  <a:pt x="1811955" y="12088"/>
                  <a:pt x="1849103" y="12088"/>
                </a:cubicBezTo>
                <a:cubicBezTo>
                  <a:pt x="1863709" y="12088"/>
                  <a:pt x="1877033" y="17464"/>
                  <a:pt x="1887280" y="27703"/>
                </a:cubicBezTo>
                <a:cubicBezTo>
                  <a:pt x="1895478" y="35893"/>
                  <a:pt x="1899321" y="43063"/>
                  <a:pt x="1904192" y="59702"/>
                </a:cubicBezTo>
                <a:lnTo>
                  <a:pt x="1910084" y="59702"/>
                </a:lnTo>
                <a:close/>
                <a:moveTo>
                  <a:pt x="1954155" y="149297"/>
                </a:moveTo>
                <a:cubicBezTo>
                  <a:pt x="1946465" y="149297"/>
                  <a:pt x="1940061" y="155959"/>
                  <a:pt x="1940061" y="163903"/>
                </a:cubicBezTo>
                <a:cubicBezTo>
                  <a:pt x="1940061" y="171331"/>
                  <a:pt x="1946465" y="177735"/>
                  <a:pt x="1953897" y="177735"/>
                </a:cubicBezTo>
                <a:cubicBezTo>
                  <a:pt x="1961841" y="177735"/>
                  <a:pt x="1968503" y="171331"/>
                  <a:pt x="1968503" y="163903"/>
                </a:cubicBezTo>
                <a:cubicBezTo>
                  <a:pt x="1968503" y="155959"/>
                  <a:pt x="1961841" y="149297"/>
                  <a:pt x="1954155" y="1492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724FF-7503-4EDC-B737-C2788F19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7" y="3826279"/>
            <a:ext cx="6815623" cy="10"/>
          </a:xfrm>
          <a:custGeom xmlns:a="http://schemas.openxmlformats.org/drawingml/2006/main">
            <a:pathLst>
              <a:path w="6815623" h="1" fill="none">
                <a:moveTo>
                  <a:pt x="0" y="0"/>
                </a:moveTo>
                <a:lnTo>
                  <a:pt x="6815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EB646-C22B-444D-AC99-EE14478F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" y="3831993"/>
            <a:ext cx="10" cy="3058868"/>
          </a:xfrm>
          <a:custGeom xmlns:a="http://schemas.openxmlformats.org/drawingml/2006/main">
            <a:pathLst>
              <a:path w="1" h="3058868" fill="none">
                <a:moveTo>
                  <a:pt x="0" y="305886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5ED55-23DB-4335-A4A5-AA3F0900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831932"/>
            <a:ext cx="6792719" cy="3058929"/>
          </a:xfrm>
          <a:custGeom xmlns:a="http://schemas.openxmlformats.org/drawingml/2006/main">
            <a:pathLst>
              <a:path w="6792719" h="3058929">
                <a:moveTo>
                  <a:pt x="0" y="3058929"/>
                </a:moveTo>
                <a:lnTo>
                  <a:pt x="0" y="0"/>
                </a:lnTo>
                <a:lnTo>
                  <a:pt x="6792719" y="0"/>
                </a:lnTo>
                <a:lnTo>
                  <a:pt x="6792719" y="3058929"/>
                </a:lnTo>
                <a:lnTo>
                  <a:pt x="0" y="30589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8FBC2-7F17-4D31-9D8E-9E8452FE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20" y="5010066"/>
            <a:ext cx="1810817" cy="316342"/>
          </a:xfrm>
          <a:custGeom xmlns:a="http://schemas.openxmlformats.org/drawingml/2006/main">
            <a:pathLst>
              <a:path w="1810817" h="316342">
                <a:moveTo>
                  <a:pt x="0" y="316342"/>
                </a:moveTo>
                <a:lnTo>
                  <a:pt x="0" y="0"/>
                </a:lnTo>
                <a:lnTo>
                  <a:pt x="1810817" y="0"/>
                </a:lnTo>
                <a:lnTo>
                  <a:pt x="1810817" y="316342"/>
                </a:lnTo>
                <a:lnTo>
                  <a:pt x="0" y="3163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8Bytes">
            <a:extLst xmlns:a="http://schemas.openxmlformats.org/drawingml/2006/main">
              <a:ext uri="{FF2B5EF4-FFF2-40B4-BE49-F238E27FC236}">
                <a16:creationId xmlns:a16="http://schemas.microsoft.com/office/drawing/2014/main" id="{A6B2494A-FE29-4EFE-A174-69112D6A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199" y="5120584"/>
            <a:ext cx="398448" cy="121865"/>
          </a:xfrm>
          <a:custGeom xmlns:a="http://schemas.openxmlformats.org/drawingml/2006/main">
            <a:pathLst>
              <a:path w="398448" h="121865">
                <a:moveTo>
                  <a:pt x="31897" y="41575"/>
                </a:moveTo>
                <a:cubicBezTo>
                  <a:pt x="37441" y="45664"/>
                  <a:pt x="41734" y="49254"/>
                  <a:pt x="44778" y="52345"/>
                </a:cubicBezTo>
                <a:cubicBezTo>
                  <a:pt x="47823" y="55435"/>
                  <a:pt x="49959" y="58433"/>
                  <a:pt x="51187" y="61341"/>
                </a:cubicBezTo>
                <a:cubicBezTo>
                  <a:pt x="52414" y="64249"/>
                  <a:pt x="53027" y="67475"/>
                  <a:pt x="53027" y="71019"/>
                </a:cubicBezTo>
                <a:cubicBezTo>
                  <a:pt x="53027" y="78016"/>
                  <a:pt x="50596" y="83605"/>
                  <a:pt x="45733" y="87786"/>
                </a:cubicBezTo>
                <a:cubicBezTo>
                  <a:pt x="40871" y="91967"/>
                  <a:pt x="34351" y="94057"/>
                  <a:pt x="26173" y="94057"/>
                </a:cubicBezTo>
                <a:cubicBezTo>
                  <a:pt x="20992" y="94057"/>
                  <a:pt x="16448" y="93103"/>
                  <a:pt x="12540" y="91195"/>
                </a:cubicBezTo>
                <a:cubicBezTo>
                  <a:pt x="8633" y="89286"/>
                  <a:pt x="5565" y="86650"/>
                  <a:pt x="3338" y="83287"/>
                </a:cubicBezTo>
                <a:cubicBezTo>
                  <a:pt x="1113" y="79924"/>
                  <a:pt x="0" y="76017"/>
                  <a:pt x="0" y="71564"/>
                </a:cubicBezTo>
                <a:cubicBezTo>
                  <a:pt x="0" y="68383"/>
                  <a:pt x="454" y="65657"/>
                  <a:pt x="1362" y="63386"/>
                </a:cubicBezTo>
                <a:cubicBezTo>
                  <a:pt x="2272" y="61114"/>
                  <a:pt x="3999" y="58729"/>
                  <a:pt x="6544" y="56231"/>
                </a:cubicBezTo>
                <a:cubicBezTo>
                  <a:pt x="9088" y="53730"/>
                  <a:pt x="12814" y="50617"/>
                  <a:pt x="17722" y="46891"/>
                </a:cubicBezTo>
                <a:cubicBezTo>
                  <a:pt x="12996" y="42711"/>
                  <a:pt x="9406" y="39303"/>
                  <a:pt x="6951" y="36668"/>
                </a:cubicBezTo>
                <a:cubicBezTo>
                  <a:pt x="4498" y="34032"/>
                  <a:pt x="2863" y="31578"/>
                  <a:pt x="2045" y="29307"/>
                </a:cubicBezTo>
                <a:cubicBezTo>
                  <a:pt x="1227" y="27036"/>
                  <a:pt x="817" y="24445"/>
                  <a:pt x="817" y="21536"/>
                </a:cubicBezTo>
                <a:cubicBezTo>
                  <a:pt x="817" y="17357"/>
                  <a:pt x="1953" y="13654"/>
                  <a:pt x="4224" y="10429"/>
                </a:cubicBezTo>
                <a:cubicBezTo>
                  <a:pt x="6497" y="7202"/>
                  <a:pt x="9587" y="4658"/>
                  <a:pt x="13495" y="2796"/>
                </a:cubicBezTo>
                <a:cubicBezTo>
                  <a:pt x="17403" y="932"/>
                  <a:pt x="21810" y="0"/>
                  <a:pt x="26718" y="0"/>
                </a:cubicBezTo>
                <a:cubicBezTo>
                  <a:pt x="33624" y="0"/>
                  <a:pt x="39259" y="1818"/>
                  <a:pt x="43620" y="5454"/>
                </a:cubicBezTo>
                <a:cubicBezTo>
                  <a:pt x="47982" y="9088"/>
                  <a:pt x="50163" y="13722"/>
                  <a:pt x="50163" y="19356"/>
                </a:cubicBezTo>
                <a:cubicBezTo>
                  <a:pt x="50163" y="23991"/>
                  <a:pt x="48800" y="27944"/>
                  <a:pt x="46074" y="31217"/>
                </a:cubicBezTo>
                <a:cubicBezTo>
                  <a:pt x="43348" y="34488"/>
                  <a:pt x="38622" y="37940"/>
                  <a:pt x="31897" y="41575"/>
                </a:cubicBezTo>
                <a:moveTo>
                  <a:pt x="29444" y="55615"/>
                </a:moveTo>
                <a:lnTo>
                  <a:pt x="21266" y="49618"/>
                </a:lnTo>
                <a:cubicBezTo>
                  <a:pt x="17267" y="52889"/>
                  <a:pt x="14449" y="56093"/>
                  <a:pt x="12813" y="59228"/>
                </a:cubicBezTo>
                <a:cubicBezTo>
                  <a:pt x="11178" y="62363"/>
                  <a:pt x="10360" y="66157"/>
                  <a:pt x="10360" y="70610"/>
                </a:cubicBezTo>
                <a:cubicBezTo>
                  <a:pt x="10360" y="76427"/>
                  <a:pt x="11950" y="81152"/>
                  <a:pt x="15130" y="84787"/>
                </a:cubicBezTo>
                <a:cubicBezTo>
                  <a:pt x="18311" y="88421"/>
                  <a:pt x="22492" y="90238"/>
                  <a:pt x="27672" y="90238"/>
                </a:cubicBezTo>
                <a:cubicBezTo>
                  <a:pt x="32125" y="90238"/>
                  <a:pt x="35737" y="88853"/>
                  <a:pt x="38509" y="86083"/>
                </a:cubicBezTo>
                <a:cubicBezTo>
                  <a:pt x="41281" y="83311"/>
                  <a:pt x="42667" y="79698"/>
                  <a:pt x="42667" y="75246"/>
                </a:cubicBezTo>
                <a:cubicBezTo>
                  <a:pt x="42667" y="71428"/>
                  <a:pt x="41712" y="68089"/>
                  <a:pt x="39803" y="65227"/>
                </a:cubicBezTo>
                <a:cubicBezTo>
                  <a:pt x="37895" y="62363"/>
                  <a:pt x="34442" y="59159"/>
                  <a:pt x="29444" y="55615"/>
                </a:cubicBezTo>
                <a:moveTo>
                  <a:pt x="27945" y="39121"/>
                </a:moveTo>
                <a:cubicBezTo>
                  <a:pt x="32579" y="36123"/>
                  <a:pt x="35873" y="33102"/>
                  <a:pt x="37827" y="30058"/>
                </a:cubicBezTo>
                <a:cubicBezTo>
                  <a:pt x="39781" y="27013"/>
                  <a:pt x="40757" y="23400"/>
                  <a:pt x="40757" y="19219"/>
                </a:cubicBezTo>
                <a:cubicBezTo>
                  <a:pt x="40757" y="14493"/>
                  <a:pt x="39394" y="10745"/>
                  <a:pt x="36668" y="7975"/>
                </a:cubicBezTo>
                <a:cubicBezTo>
                  <a:pt x="33942" y="5203"/>
                  <a:pt x="30262" y="3817"/>
                  <a:pt x="25628" y="3817"/>
                </a:cubicBezTo>
                <a:cubicBezTo>
                  <a:pt x="21357" y="3817"/>
                  <a:pt x="17835" y="5066"/>
                  <a:pt x="15063" y="7565"/>
                </a:cubicBezTo>
                <a:cubicBezTo>
                  <a:pt x="12291" y="10064"/>
                  <a:pt x="10905" y="13313"/>
                  <a:pt x="10905" y="17312"/>
                </a:cubicBezTo>
                <a:cubicBezTo>
                  <a:pt x="10905" y="21128"/>
                  <a:pt x="12223" y="24717"/>
                  <a:pt x="14857" y="28080"/>
                </a:cubicBezTo>
                <a:cubicBezTo>
                  <a:pt x="17493" y="31443"/>
                  <a:pt x="21856" y="35123"/>
                  <a:pt x="27945" y="39121"/>
                </a:cubicBezTo>
                <a:close/>
                <a:moveTo>
                  <a:pt x="96238" y="4497"/>
                </a:moveTo>
                <a:lnTo>
                  <a:pt x="96238" y="1907"/>
                </a:lnTo>
                <a:lnTo>
                  <a:pt x="134406" y="1907"/>
                </a:lnTo>
                <a:cubicBezTo>
                  <a:pt x="146128" y="1907"/>
                  <a:pt x="155011" y="3861"/>
                  <a:pt x="161054" y="7769"/>
                </a:cubicBezTo>
                <a:cubicBezTo>
                  <a:pt x="167099" y="11676"/>
                  <a:pt x="170121" y="17447"/>
                  <a:pt x="170121" y="25081"/>
                </a:cubicBezTo>
                <a:cubicBezTo>
                  <a:pt x="170121" y="30988"/>
                  <a:pt x="168303" y="35532"/>
                  <a:pt x="164667" y="38713"/>
                </a:cubicBezTo>
                <a:cubicBezTo>
                  <a:pt x="163033" y="40166"/>
                  <a:pt x="161306" y="41302"/>
                  <a:pt x="159488" y="42120"/>
                </a:cubicBezTo>
                <a:cubicBezTo>
                  <a:pt x="157670" y="42938"/>
                  <a:pt x="154989" y="43801"/>
                  <a:pt x="151445" y="44709"/>
                </a:cubicBezTo>
                <a:cubicBezTo>
                  <a:pt x="155897" y="45801"/>
                  <a:pt x="159282" y="46869"/>
                  <a:pt x="161599" y="47915"/>
                </a:cubicBezTo>
                <a:cubicBezTo>
                  <a:pt x="163918" y="48959"/>
                  <a:pt x="166077" y="50390"/>
                  <a:pt x="168077" y="52208"/>
                </a:cubicBezTo>
                <a:cubicBezTo>
                  <a:pt x="172529" y="56207"/>
                  <a:pt x="174755" y="61342"/>
                  <a:pt x="174755" y="67612"/>
                </a:cubicBezTo>
                <a:cubicBezTo>
                  <a:pt x="174755" y="74428"/>
                  <a:pt x="172211" y="80108"/>
                  <a:pt x="167122" y="84652"/>
                </a:cubicBezTo>
                <a:cubicBezTo>
                  <a:pt x="164577" y="86923"/>
                  <a:pt x="161033" y="88740"/>
                  <a:pt x="156489" y="90103"/>
                </a:cubicBezTo>
                <a:cubicBezTo>
                  <a:pt x="151945" y="91466"/>
                  <a:pt x="147037" y="92148"/>
                  <a:pt x="141767" y="92148"/>
                </a:cubicBezTo>
                <a:lnTo>
                  <a:pt x="96238" y="92148"/>
                </a:lnTo>
                <a:lnTo>
                  <a:pt x="96238" y="89558"/>
                </a:lnTo>
                <a:cubicBezTo>
                  <a:pt x="99964" y="89377"/>
                  <a:pt x="102758" y="88990"/>
                  <a:pt x="104620" y="88400"/>
                </a:cubicBezTo>
                <a:cubicBezTo>
                  <a:pt x="106484" y="87809"/>
                  <a:pt x="107734" y="86650"/>
                  <a:pt x="108370" y="84924"/>
                </a:cubicBezTo>
                <a:cubicBezTo>
                  <a:pt x="109007" y="83196"/>
                  <a:pt x="109325" y="80652"/>
                  <a:pt x="109325" y="77291"/>
                </a:cubicBezTo>
                <a:lnTo>
                  <a:pt x="109325" y="16767"/>
                </a:lnTo>
                <a:cubicBezTo>
                  <a:pt x="109325" y="13313"/>
                  <a:pt x="109030" y="10768"/>
                  <a:pt x="108439" y="9133"/>
                </a:cubicBezTo>
                <a:cubicBezTo>
                  <a:pt x="107848" y="7497"/>
                  <a:pt x="106621" y="6361"/>
                  <a:pt x="104757" y="5724"/>
                </a:cubicBezTo>
                <a:cubicBezTo>
                  <a:pt x="102895" y="5088"/>
                  <a:pt x="100055" y="4679"/>
                  <a:pt x="96238" y="4497"/>
                </a:cubicBezTo>
                <a:moveTo>
                  <a:pt x="123228" y="47709"/>
                </a:moveTo>
                <a:lnTo>
                  <a:pt x="123228" y="81515"/>
                </a:lnTo>
                <a:cubicBezTo>
                  <a:pt x="123228" y="83696"/>
                  <a:pt x="123818" y="85173"/>
                  <a:pt x="125000" y="85945"/>
                </a:cubicBezTo>
                <a:cubicBezTo>
                  <a:pt x="126181" y="86718"/>
                  <a:pt x="128453" y="87104"/>
                  <a:pt x="131816" y="87104"/>
                </a:cubicBezTo>
                <a:cubicBezTo>
                  <a:pt x="136360" y="87104"/>
                  <a:pt x="140109" y="86809"/>
                  <a:pt x="143062" y="86218"/>
                </a:cubicBezTo>
                <a:cubicBezTo>
                  <a:pt x="146016" y="85627"/>
                  <a:pt x="148583" y="84741"/>
                  <a:pt x="150765" y="83560"/>
                </a:cubicBezTo>
                <a:cubicBezTo>
                  <a:pt x="156307" y="80379"/>
                  <a:pt x="159078" y="75108"/>
                  <a:pt x="159078" y="67748"/>
                </a:cubicBezTo>
                <a:cubicBezTo>
                  <a:pt x="159078" y="59387"/>
                  <a:pt x="155262" y="53662"/>
                  <a:pt x="147628" y="50573"/>
                </a:cubicBezTo>
                <a:cubicBezTo>
                  <a:pt x="145175" y="49573"/>
                  <a:pt x="142154" y="48846"/>
                  <a:pt x="138563" y="48391"/>
                </a:cubicBezTo>
                <a:cubicBezTo>
                  <a:pt x="134973" y="47936"/>
                  <a:pt x="129861" y="47709"/>
                  <a:pt x="123228" y="47709"/>
                </a:cubicBezTo>
                <a:moveTo>
                  <a:pt x="123228" y="42392"/>
                </a:moveTo>
                <a:lnTo>
                  <a:pt x="136178" y="42257"/>
                </a:lnTo>
                <a:cubicBezTo>
                  <a:pt x="149537" y="42076"/>
                  <a:pt x="156216" y="36532"/>
                  <a:pt x="156216" y="25626"/>
                </a:cubicBezTo>
                <a:cubicBezTo>
                  <a:pt x="156216" y="19538"/>
                  <a:pt x="154103" y="14859"/>
                  <a:pt x="149877" y="11588"/>
                </a:cubicBezTo>
                <a:cubicBezTo>
                  <a:pt x="145651" y="8315"/>
                  <a:pt x="139768" y="6770"/>
                  <a:pt x="132226" y="6951"/>
                </a:cubicBezTo>
                <a:lnTo>
                  <a:pt x="126227" y="7089"/>
                </a:lnTo>
                <a:cubicBezTo>
                  <a:pt x="125046" y="7179"/>
                  <a:pt x="124273" y="7474"/>
                  <a:pt x="123910" y="7975"/>
                </a:cubicBezTo>
                <a:cubicBezTo>
                  <a:pt x="123547" y="8474"/>
                  <a:pt x="123319" y="9496"/>
                  <a:pt x="123228" y="11041"/>
                </a:cubicBezTo>
                <a:lnTo>
                  <a:pt x="123228" y="42392"/>
                </a:lnTo>
                <a:close/>
                <a:moveTo>
                  <a:pt x="249593" y="30807"/>
                </a:moveTo>
                <a:lnTo>
                  <a:pt x="249593" y="32851"/>
                </a:lnTo>
                <a:cubicBezTo>
                  <a:pt x="247956" y="33033"/>
                  <a:pt x="246683" y="33556"/>
                  <a:pt x="245774" y="34420"/>
                </a:cubicBezTo>
                <a:cubicBezTo>
                  <a:pt x="244866" y="35282"/>
                  <a:pt x="243957" y="36804"/>
                  <a:pt x="243049" y="38985"/>
                </a:cubicBezTo>
                <a:lnTo>
                  <a:pt x="222056" y="94602"/>
                </a:lnTo>
                <a:cubicBezTo>
                  <a:pt x="218330" y="104507"/>
                  <a:pt x="214717" y="111527"/>
                  <a:pt x="211219" y="115662"/>
                </a:cubicBezTo>
                <a:cubicBezTo>
                  <a:pt x="207720" y="119797"/>
                  <a:pt x="203654" y="121865"/>
                  <a:pt x="199020" y="121865"/>
                </a:cubicBezTo>
                <a:cubicBezTo>
                  <a:pt x="196112" y="121865"/>
                  <a:pt x="193703" y="121115"/>
                  <a:pt x="191794" y="119614"/>
                </a:cubicBezTo>
                <a:cubicBezTo>
                  <a:pt x="189886" y="118115"/>
                  <a:pt x="188932" y="116230"/>
                  <a:pt x="188932" y="113959"/>
                </a:cubicBezTo>
                <a:cubicBezTo>
                  <a:pt x="188932" y="112232"/>
                  <a:pt x="189500" y="110801"/>
                  <a:pt x="190635" y="109664"/>
                </a:cubicBezTo>
                <a:cubicBezTo>
                  <a:pt x="191771" y="108528"/>
                  <a:pt x="193157" y="107960"/>
                  <a:pt x="194793" y="107960"/>
                </a:cubicBezTo>
                <a:cubicBezTo>
                  <a:pt x="196974" y="107960"/>
                  <a:pt x="199337" y="108460"/>
                  <a:pt x="201882" y="109460"/>
                </a:cubicBezTo>
                <a:cubicBezTo>
                  <a:pt x="203245" y="110096"/>
                  <a:pt x="204426" y="110414"/>
                  <a:pt x="205426" y="110414"/>
                </a:cubicBezTo>
                <a:cubicBezTo>
                  <a:pt x="206426" y="110414"/>
                  <a:pt x="207562" y="109846"/>
                  <a:pt x="208833" y="108709"/>
                </a:cubicBezTo>
                <a:cubicBezTo>
                  <a:pt x="210106" y="107573"/>
                  <a:pt x="211242" y="106142"/>
                  <a:pt x="212242" y="104416"/>
                </a:cubicBezTo>
                <a:cubicBezTo>
                  <a:pt x="213060" y="102963"/>
                  <a:pt x="213878" y="101236"/>
                  <a:pt x="214695" y="99237"/>
                </a:cubicBezTo>
                <a:cubicBezTo>
                  <a:pt x="215513" y="97237"/>
                  <a:pt x="216217" y="95328"/>
                  <a:pt x="216808" y="93510"/>
                </a:cubicBezTo>
                <a:cubicBezTo>
                  <a:pt x="217399" y="91694"/>
                  <a:pt x="217694" y="90422"/>
                  <a:pt x="217694" y="89694"/>
                </a:cubicBezTo>
                <a:cubicBezTo>
                  <a:pt x="217694" y="88694"/>
                  <a:pt x="217171" y="86967"/>
                  <a:pt x="216126" y="84514"/>
                </a:cubicBezTo>
                <a:cubicBezTo>
                  <a:pt x="215081" y="82061"/>
                  <a:pt x="213605" y="79153"/>
                  <a:pt x="211697" y="75791"/>
                </a:cubicBezTo>
                <a:cubicBezTo>
                  <a:pt x="211333" y="75063"/>
                  <a:pt x="211037" y="74472"/>
                  <a:pt x="210809" y="74019"/>
                </a:cubicBezTo>
                <a:cubicBezTo>
                  <a:pt x="210583" y="73564"/>
                  <a:pt x="210061" y="72427"/>
                  <a:pt x="209243" y="70610"/>
                </a:cubicBezTo>
                <a:lnTo>
                  <a:pt x="193703" y="37076"/>
                </a:lnTo>
                <a:cubicBezTo>
                  <a:pt x="192612" y="34714"/>
                  <a:pt x="190295" y="33260"/>
                  <a:pt x="186752" y="32714"/>
                </a:cubicBezTo>
                <a:lnTo>
                  <a:pt x="186752" y="30807"/>
                </a:lnTo>
                <a:lnTo>
                  <a:pt x="214832" y="30807"/>
                </a:lnTo>
                <a:lnTo>
                  <a:pt x="214832" y="32851"/>
                </a:lnTo>
                <a:cubicBezTo>
                  <a:pt x="211924" y="32942"/>
                  <a:pt x="209879" y="33260"/>
                  <a:pt x="208698" y="33806"/>
                </a:cubicBezTo>
                <a:cubicBezTo>
                  <a:pt x="207516" y="34351"/>
                  <a:pt x="206926" y="35259"/>
                  <a:pt x="206926" y="36531"/>
                </a:cubicBezTo>
                <a:cubicBezTo>
                  <a:pt x="206926" y="37894"/>
                  <a:pt x="207380" y="39621"/>
                  <a:pt x="208288" y="41712"/>
                </a:cubicBezTo>
                <a:lnTo>
                  <a:pt x="223965" y="76199"/>
                </a:lnTo>
                <a:lnTo>
                  <a:pt x="237188" y="38576"/>
                </a:lnTo>
                <a:cubicBezTo>
                  <a:pt x="237551" y="37759"/>
                  <a:pt x="237733" y="36986"/>
                  <a:pt x="237733" y="36258"/>
                </a:cubicBezTo>
                <a:cubicBezTo>
                  <a:pt x="237733" y="33987"/>
                  <a:pt x="235551" y="32851"/>
                  <a:pt x="231189" y="32851"/>
                </a:cubicBezTo>
                <a:lnTo>
                  <a:pt x="231189" y="30807"/>
                </a:lnTo>
                <a:lnTo>
                  <a:pt x="249593" y="30807"/>
                </a:lnTo>
                <a:close/>
                <a:moveTo>
                  <a:pt x="288305" y="30807"/>
                </a:moveTo>
                <a:lnTo>
                  <a:pt x="288305" y="35169"/>
                </a:lnTo>
                <a:lnTo>
                  <a:pt x="274538" y="35169"/>
                </a:lnTo>
                <a:lnTo>
                  <a:pt x="274538" y="74154"/>
                </a:lnTo>
                <a:cubicBezTo>
                  <a:pt x="274538" y="78425"/>
                  <a:pt x="275083" y="81537"/>
                  <a:pt x="276172" y="83491"/>
                </a:cubicBezTo>
                <a:cubicBezTo>
                  <a:pt x="277264" y="85445"/>
                  <a:pt x="279082" y="86422"/>
                  <a:pt x="281626" y="86422"/>
                </a:cubicBezTo>
                <a:cubicBezTo>
                  <a:pt x="283171" y="86422"/>
                  <a:pt x="284556" y="86058"/>
                  <a:pt x="285782" y="85332"/>
                </a:cubicBezTo>
                <a:cubicBezTo>
                  <a:pt x="287009" y="84605"/>
                  <a:pt x="288350" y="83379"/>
                  <a:pt x="289805" y="81652"/>
                </a:cubicBezTo>
                <a:lnTo>
                  <a:pt x="291577" y="83152"/>
                </a:lnTo>
                <a:cubicBezTo>
                  <a:pt x="287214" y="90058"/>
                  <a:pt x="281761" y="93510"/>
                  <a:pt x="275218" y="93510"/>
                </a:cubicBezTo>
                <a:cubicBezTo>
                  <a:pt x="267131" y="93510"/>
                  <a:pt x="263087" y="87740"/>
                  <a:pt x="263087" y="76199"/>
                </a:cubicBezTo>
                <a:lnTo>
                  <a:pt x="263087" y="35169"/>
                </a:lnTo>
                <a:lnTo>
                  <a:pt x="255861" y="35169"/>
                </a:lnTo>
                <a:cubicBezTo>
                  <a:pt x="255498" y="34895"/>
                  <a:pt x="255316" y="34577"/>
                  <a:pt x="255316" y="34214"/>
                </a:cubicBezTo>
                <a:cubicBezTo>
                  <a:pt x="255316" y="33487"/>
                  <a:pt x="256089" y="32624"/>
                  <a:pt x="257634" y="31624"/>
                </a:cubicBezTo>
                <a:cubicBezTo>
                  <a:pt x="259633" y="30443"/>
                  <a:pt x="261814" y="28512"/>
                  <a:pt x="264177" y="25831"/>
                </a:cubicBezTo>
                <a:cubicBezTo>
                  <a:pt x="266540" y="23150"/>
                  <a:pt x="269675" y="18947"/>
                  <a:pt x="273583" y="13223"/>
                </a:cubicBezTo>
                <a:cubicBezTo>
                  <a:pt x="274219" y="13223"/>
                  <a:pt x="274538" y="13813"/>
                  <a:pt x="274538" y="14995"/>
                </a:cubicBezTo>
                <a:lnTo>
                  <a:pt x="274538" y="30807"/>
                </a:lnTo>
                <a:lnTo>
                  <a:pt x="288305" y="30807"/>
                </a:lnTo>
                <a:close/>
                <a:moveTo>
                  <a:pt x="346920" y="69792"/>
                </a:moveTo>
                <a:lnTo>
                  <a:pt x="349100" y="70747"/>
                </a:lnTo>
                <a:cubicBezTo>
                  <a:pt x="346284" y="78107"/>
                  <a:pt x="342399" y="83741"/>
                  <a:pt x="337446" y="87649"/>
                </a:cubicBezTo>
                <a:cubicBezTo>
                  <a:pt x="332493" y="91557"/>
                  <a:pt x="326745" y="93510"/>
                  <a:pt x="320203" y="93510"/>
                </a:cubicBezTo>
                <a:cubicBezTo>
                  <a:pt x="312387" y="93510"/>
                  <a:pt x="306185" y="90762"/>
                  <a:pt x="301595" y="85265"/>
                </a:cubicBezTo>
                <a:cubicBezTo>
                  <a:pt x="297006" y="79767"/>
                  <a:pt x="294712" y="72337"/>
                  <a:pt x="294712" y="62976"/>
                </a:cubicBezTo>
                <a:cubicBezTo>
                  <a:pt x="294712" y="57342"/>
                  <a:pt x="295598" y="52231"/>
                  <a:pt x="297370" y="47642"/>
                </a:cubicBezTo>
                <a:cubicBezTo>
                  <a:pt x="299143" y="43052"/>
                  <a:pt x="301619" y="39349"/>
                  <a:pt x="304798" y="36531"/>
                </a:cubicBezTo>
                <a:cubicBezTo>
                  <a:pt x="310069" y="31805"/>
                  <a:pt x="316203" y="29442"/>
                  <a:pt x="323202" y="29442"/>
                </a:cubicBezTo>
                <a:cubicBezTo>
                  <a:pt x="330562" y="29442"/>
                  <a:pt x="336378" y="32033"/>
                  <a:pt x="340649" y="37213"/>
                </a:cubicBezTo>
                <a:cubicBezTo>
                  <a:pt x="342375" y="39394"/>
                  <a:pt x="343648" y="41689"/>
                  <a:pt x="344466" y="44098"/>
                </a:cubicBezTo>
                <a:cubicBezTo>
                  <a:pt x="345284" y="46505"/>
                  <a:pt x="345965" y="49936"/>
                  <a:pt x="346510" y="54390"/>
                </a:cubicBezTo>
                <a:lnTo>
                  <a:pt x="304526" y="54390"/>
                </a:lnTo>
                <a:cubicBezTo>
                  <a:pt x="304707" y="58569"/>
                  <a:pt x="305071" y="61954"/>
                  <a:pt x="305616" y="64544"/>
                </a:cubicBezTo>
                <a:cubicBezTo>
                  <a:pt x="306162" y="67135"/>
                  <a:pt x="307026" y="69747"/>
                  <a:pt x="308207" y="72382"/>
                </a:cubicBezTo>
                <a:cubicBezTo>
                  <a:pt x="312205" y="80197"/>
                  <a:pt x="318066" y="84105"/>
                  <a:pt x="325792" y="84105"/>
                </a:cubicBezTo>
                <a:cubicBezTo>
                  <a:pt x="330154" y="84105"/>
                  <a:pt x="333948" y="83015"/>
                  <a:pt x="337173" y="80835"/>
                </a:cubicBezTo>
                <a:cubicBezTo>
                  <a:pt x="340400" y="78654"/>
                  <a:pt x="343649" y="74973"/>
                  <a:pt x="346920" y="69792"/>
                </a:cubicBezTo>
                <a:moveTo>
                  <a:pt x="304798" y="50026"/>
                </a:moveTo>
                <a:lnTo>
                  <a:pt x="332608" y="50026"/>
                </a:lnTo>
                <a:cubicBezTo>
                  <a:pt x="331698" y="44120"/>
                  <a:pt x="330289" y="40032"/>
                  <a:pt x="328381" y="37760"/>
                </a:cubicBezTo>
                <a:cubicBezTo>
                  <a:pt x="326473" y="35487"/>
                  <a:pt x="323429" y="34351"/>
                  <a:pt x="319248" y="34351"/>
                </a:cubicBezTo>
                <a:cubicBezTo>
                  <a:pt x="315067" y="34351"/>
                  <a:pt x="311795" y="35623"/>
                  <a:pt x="309432" y="38168"/>
                </a:cubicBezTo>
                <a:cubicBezTo>
                  <a:pt x="307071" y="40712"/>
                  <a:pt x="305526" y="44665"/>
                  <a:pt x="304798" y="50026"/>
                </a:cubicBezTo>
                <a:close/>
                <a:moveTo>
                  <a:pt x="393949" y="49346"/>
                </a:moveTo>
                <a:lnTo>
                  <a:pt x="391904" y="49346"/>
                </a:lnTo>
                <a:cubicBezTo>
                  <a:pt x="390359" y="43165"/>
                  <a:pt x="388451" y="38826"/>
                  <a:pt x="386178" y="36327"/>
                </a:cubicBezTo>
                <a:cubicBezTo>
                  <a:pt x="383906" y="33828"/>
                  <a:pt x="380817" y="32579"/>
                  <a:pt x="376909" y="32579"/>
                </a:cubicBezTo>
                <a:cubicBezTo>
                  <a:pt x="373820" y="32579"/>
                  <a:pt x="371298" y="33420"/>
                  <a:pt x="369344" y="35102"/>
                </a:cubicBezTo>
                <a:cubicBezTo>
                  <a:pt x="367391" y="36783"/>
                  <a:pt x="366414" y="39031"/>
                  <a:pt x="366414" y="41847"/>
                </a:cubicBezTo>
                <a:cubicBezTo>
                  <a:pt x="366414" y="45755"/>
                  <a:pt x="368367" y="48845"/>
                  <a:pt x="372275" y="51118"/>
                </a:cubicBezTo>
                <a:lnTo>
                  <a:pt x="386997" y="59841"/>
                </a:lnTo>
                <a:cubicBezTo>
                  <a:pt x="391177" y="62294"/>
                  <a:pt x="394130" y="64748"/>
                  <a:pt x="395856" y="67203"/>
                </a:cubicBezTo>
                <a:cubicBezTo>
                  <a:pt x="397584" y="69656"/>
                  <a:pt x="398448" y="72609"/>
                  <a:pt x="398448" y="76063"/>
                </a:cubicBezTo>
                <a:cubicBezTo>
                  <a:pt x="398448" y="79244"/>
                  <a:pt x="397584" y="82153"/>
                  <a:pt x="395856" y="84789"/>
                </a:cubicBezTo>
                <a:cubicBezTo>
                  <a:pt x="394130" y="87424"/>
                  <a:pt x="391812" y="89536"/>
                  <a:pt x="388905" y="91127"/>
                </a:cubicBezTo>
                <a:cubicBezTo>
                  <a:pt x="385997" y="92716"/>
                  <a:pt x="382771" y="93510"/>
                  <a:pt x="379226" y="93510"/>
                </a:cubicBezTo>
                <a:cubicBezTo>
                  <a:pt x="377863" y="93510"/>
                  <a:pt x="376319" y="93374"/>
                  <a:pt x="374592" y="93101"/>
                </a:cubicBezTo>
                <a:cubicBezTo>
                  <a:pt x="372866" y="92829"/>
                  <a:pt x="371094" y="92511"/>
                  <a:pt x="369276" y="92148"/>
                </a:cubicBezTo>
                <a:cubicBezTo>
                  <a:pt x="367731" y="91693"/>
                  <a:pt x="366481" y="91398"/>
                  <a:pt x="365526" y="91262"/>
                </a:cubicBezTo>
                <a:cubicBezTo>
                  <a:pt x="364572" y="91126"/>
                  <a:pt x="363731" y="91058"/>
                  <a:pt x="363005" y="91058"/>
                </a:cubicBezTo>
                <a:cubicBezTo>
                  <a:pt x="361641" y="91058"/>
                  <a:pt x="360597" y="91603"/>
                  <a:pt x="359870" y="92693"/>
                </a:cubicBezTo>
                <a:lnTo>
                  <a:pt x="358098" y="92693"/>
                </a:lnTo>
                <a:lnTo>
                  <a:pt x="358098" y="71429"/>
                </a:lnTo>
                <a:lnTo>
                  <a:pt x="360278" y="71429"/>
                </a:lnTo>
                <a:cubicBezTo>
                  <a:pt x="361824" y="78335"/>
                  <a:pt x="363914" y="83242"/>
                  <a:pt x="366549" y="86151"/>
                </a:cubicBezTo>
                <a:cubicBezTo>
                  <a:pt x="369185" y="89059"/>
                  <a:pt x="372866" y="90513"/>
                  <a:pt x="377592" y="90513"/>
                </a:cubicBezTo>
                <a:cubicBezTo>
                  <a:pt x="381044" y="90513"/>
                  <a:pt x="383793" y="89627"/>
                  <a:pt x="385837" y="87855"/>
                </a:cubicBezTo>
                <a:cubicBezTo>
                  <a:pt x="387882" y="86083"/>
                  <a:pt x="388905" y="83697"/>
                  <a:pt x="388905" y="80698"/>
                </a:cubicBezTo>
                <a:cubicBezTo>
                  <a:pt x="388905" y="76608"/>
                  <a:pt x="386542" y="73201"/>
                  <a:pt x="381816" y="70474"/>
                </a:cubicBezTo>
                <a:lnTo>
                  <a:pt x="373910" y="65975"/>
                </a:lnTo>
                <a:cubicBezTo>
                  <a:pt x="368094" y="62704"/>
                  <a:pt x="363982" y="59569"/>
                  <a:pt x="361574" y="56570"/>
                </a:cubicBezTo>
                <a:cubicBezTo>
                  <a:pt x="359165" y="53570"/>
                  <a:pt x="357961" y="50163"/>
                  <a:pt x="357961" y="46346"/>
                </a:cubicBezTo>
                <a:cubicBezTo>
                  <a:pt x="357961" y="41439"/>
                  <a:pt x="359710" y="37395"/>
                  <a:pt x="363208" y="34214"/>
                </a:cubicBezTo>
                <a:cubicBezTo>
                  <a:pt x="366708" y="31033"/>
                  <a:pt x="371139" y="29442"/>
                  <a:pt x="376500" y="29442"/>
                </a:cubicBezTo>
                <a:cubicBezTo>
                  <a:pt x="378136" y="29442"/>
                  <a:pt x="379749" y="29602"/>
                  <a:pt x="381340" y="29921"/>
                </a:cubicBezTo>
                <a:cubicBezTo>
                  <a:pt x="382930" y="30238"/>
                  <a:pt x="384498" y="30670"/>
                  <a:pt x="386043" y="31214"/>
                </a:cubicBezTo>
                <a:cubicBezTo>
                  <a:pt x="387406" y="31851"/>
                  <a:pt x="388632" y="32169"/>
                  <a:pt x="389722" y="32169"/>
                </a:cubicBezTo>
                <a:cubicBezTo>
                  <a:pt x="390450" y="32169"/>
                  <a:pt x="391177" y="31669"/>
                  <a:pt x="391904" y="30670"/>
                </a:cubicBezTo>
                <a:lnTo>
                  <a:pt x="393404" y="30670"/>
                </a:lnTo>
                <a:lnTo>
                  <a:pt x="393949" y="493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BC34AB-72CA-4E42-9ABE-4F541A18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057" y="5010066"/>
            <a:ext cx="908763" cy="316342"/>
          </a:xfrm>
          <a:custGeom xmlns:a="http://schemas.openxmlformats.org/drawingml/2006/main">
            <a:pathLst>
              <a:path w="908763" h="316342">
                <a:moveTo>
                  <a:pt x="0" y="316342"/>
                </a:moveTo>
                <a:lnTo>
                  <a:pt x="0" y="0"/>
                </a:lnTo>
                <a:lnTo>
                  <a:pt x="908763" y="0"/>
                </a:lnTo>
                <a:lnTo>
                  <a:pt x="908763" y="316342"/>
                </a:lnTo>
                <a:lnTo>
                  <a:pt x="0" y="3163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4Bytes">
            <a:extLst xmlns:a="http://schemas.openxmlformats.org/drawingml/2006/main">
              <a:ext uri="{FF2B5EF4-FFF2-40B4-BE49-F238E27FC236}">
                <a16:creationId xmlns:a16="http://schemas.microsoft.com/office/drawing/2014/main" id="{634344D5-C23C-4DE2-81D6-D8AA4F28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531" y="5120584"/>
            <a:ext cx="404447" cy="121865"/>
          </a:xfrm>
          <a:custGeom xmlns:a="http://schemas.openxmlformats.org/drawingml/2006/main">
            <a:pathLst>
              <a:path w="404447" h="121865">
                <a:moveTo>
                  <a:pt x="62706" y="60659"/>
                </a:moveTo>
                <a:lnTo>
                  <a:pt x="62706" y="69382"/>
                </a:lnTo>
                <a:lnTo>
                  <a:pt x="48801" y="69382"/>
                </a:lnTo>
                <a:lnTo>
                  <a:pt x="48801" y="92148"/>
                </a:lnTo>
                <a:lnTo>
                  <a:pt x="38305" y="92148"/>
                </a:lnTo>
                <a:lnTo>
                  <a:pt x="38305" y="69382"/>
                </a:lnTo>
                <a:lnTo>
                  <a:pt x="0" y="69382"/>
                </a:lnTo>
                <a:lnTo>
                  <a:pt x="0" y="60659"/>
                </a:lnTo>
                <a:lnTo>
                  <a:pt x="42804" y="0"/>
                </a:lnTo>
                <a:lnTo>
                  <a:pt x="48801" y="0"/>
                </a:lnTo>
                <a:lnTo>
                  <a:pt x="48801" y="60659"/>
                </a:lnTo>
                <a:lnTo>
                  <a:pt x="62706" y="60659"/>
                </a:lnTo>
                <a:moveTo>
                  <a:pt x="38170" y="60659"/>
                </a:moveTo>
                <a:lnTo>
                  <a:pt x="38170" y="13903"/>
                </a:lnTo>
                <a:lnTo>
                  <a:pt x="5454" y="60659"/>
                </a:lnTo>
                <a:lnTo>
                  <a:pt x="38170" y="60659"/>
                </a:lnTo>
                <a:close/>
                <a:moveTo>
                  <a:pt x="102237" y="4497"/>
                </a:moveTo>
                <a:lnTo>
                  <a:pt x="102237" y="1907"/>
                </a:lnTo>
                <a:lnTo>
                  <a:pt x="140405" y="1907"/>
                </a:lnTo>
                <a:cubicBezTo>
                  <a:pt x="152127" y="1907"/>
                  <a:pt x="161010" y="3861"/>
                  <a:pt x="167053" y="7769"/>
                </a:cubicBezTo>
                <a:cubicBezTo>
                  <a:pt x="173098" y="11676"/>
                  <a:pt x="176120" y="17447"/>
                  <a:pt x="176120" y="25081"/>
                </a:cubicBezTo>
                <a:cubicBezTo>
                  <a:pt x="176120" y="30988"/>
                  <a:pt x="174302" y="35532"/>
                  <a:pt x="170666" y="38713"/>
                </a:cubicBezTo>
                <a:cubicBezTo>
                  <a:pt x="169032" y="40166"/>
                  <a:pt x="167305" y="41302"/>
                  <a:pt x="165487" y="42120"/>
                </a:cubicBezTo>
                <a:cubicBezTo>
                  <a:pt x="163669" y="42938"/>
                  <a:pt x="160988" y="43801"/>
                  <a:pt x="157444" y="44709"/>
                </a:cubicBezTo>
                <a:cubicBezTo>
                  <a:pt x="161896" y="45801"/>
                  <a:pt x="165281" y="46869"/>
                  <a:pt x="167598" y="47915"/>
                </a:cubicBezTo>
                <a:cubicBezTo>
                  <a:pt x="169917" y="48959"/>
                  <a:pt x="172076" y="50390"/>
                  <a:pt x="174075" y="52208"/>
                </a:cubicBezTo>
                <a:cubicBezTo>
                  <a:pt x="178528" y="56207"/>
                  <a:pt x="180754" y="61342"/>
                  <a:pt x="180754" y="67612"/>
                </a:cubicBezTo>
                <a:cubicBezTo>
                  <a:pt x="180754" y="74428"/>
                  <a:pt x="178210" y="80108"/>
                  <a:pt x="173121" y="84652"/>
                </a:cubicBezTo>
                <a:cubicBezTo>
                  <a:pt x="170576" y="86923"/>
                  <a:pt x="167032" y="88740"/>
                  <a:pt x="162488" y="90103"/>
                </a:cubicBezTo>
                <a:cubicBezTo>
                  <a:pt x="157944" y="91466"/>
                  <a:pt x="153036" y="92148"/>
                  <a:pt x="147766" y="92148"/>
                </a:cubicBezTo>
                <a:lnTo>
                  <a:pt x="102237" y="92148"/>
                </a:lnTo>
                <a:lnTo>
                  <a:pt x="102237" y="89558"/>
                </a:lnTo>
                <a:cubicBezTo>
                  <a:pt x="105963" y="89377"/>
                  <a:pt x="108757" y="88990"/>
                  <a:pt x="110619" y="88400"/>
                </a:cubicBezTo>
                <a:cubicBezTo>
                  <a:pt x="112483" y="87809"/>
                  <a:pt x="113733" y="86650"/>
                  <a:pt x="114369" y="84924"/>
                </a:cubicBezTo>
                <a:cubicBezTo>
                  <a:pt x="115006" y="83196"/>
                  <a:pt x="115324" y="80652"/>
                  <a:pt x="115324" y="77291"/>
                </a:cubicBezTo>
                <a:lnTo>
                  <a:pt x="115324" y="16767"/>
                </a:lnTo>
                <a:cubicBezTo>
                  <a:pt x="115324" y="13313"/>
                  <a:pt x="115029" y="10768"/>
                  <a:pt x="114438" y="9133"/>
                </a:cubicBezTo>
                <a:cubicBezTo>
                  <a:pt x="113847" y="7497"/>
                  <a:pt x="112620" y="6361"/>
                  <a:pt x="110756" y="5724"/>
                </a:cubicBezTo>
                <a:cubicBezTo>
                  <a:pt x="108894" y="5088"/>
                  <a:pt x="106054" y="4679"/>
                  <a:pt x="102237" y="4497"/>
                </a:cubicBezTo>
                <a:moveTo>
                  <a:pt x="129227" y="47709"/>
                </a:moveTo>
                <a:lnTo>
                  <a:pt x="129227" y="81515"/>
                </a:lnTo>
                <a:cubicBezTo>
                  <a:pt x="129227" y="83696"/>
                  <a:pt x="129817" y="85173"/>
                  <a:pt x="130999" y="85945"/>
                </a:cubicBezTo>
                <a:cubicBezTo>
                  <a:pt x="132180" y="86718"/>
                  <a:pt x="134452" y="87104"/>
                  <a:pt x="137815" y="87104"/>
                </a:cubicBezTo>
                <a:cubicBezTo>
                  <a:pt x="142359" y="87104"/>
                  <a:pt x="146108" y="86809"/>
                  <a:pt x="149061" y="86218"/>
                </a:cubicBezTo>
                <a:cubicBezTo>
                  <a:pt x="152015" y="85627"/>
                  <a:pt x="154582" y="84741"/>
                  <a:pt x="156764" y="83560"/>
                </a:cubicBezTo>
                <a:cubicBezTo>
                  <a:pt x="162306" y="80379"/>
                  <a:pt x="165077" y="75108"/>
                  <a:pt x="165077" y="67748"/>
                </a:cubicBezTo>
                <a:cubicBezTo>
                  <a:pt x="165077" y="59387"/>
                  <a:pt x="161261" y="53662"/>
                  <a:pt x="153627" y="50573"/>
                </a:cubicBezTo>
                <a:cubicBezTo>
                  <a:pt x="151174" y="49573"/>
                  <a:pt x="148153" y="48846"/>
                  <a:pt x="144562" y="48391"/>
                </a:cubicBezTo>
                <a:cubicBezTo>
                  <a:pt x="140972" y="47936"/>
                  <a:pt x="135860" y="47709"/>
                  <a:pt x="129227" y="47709"/>
                </a:cubicBezTo>
                <a:moveTo>
                  <a:pt x="129227" y="42392"/>
                </a:moveTo>
                <a:lnTo>
                  <a:pt x="142177" y="42257"/>
                </a:lnTo>
                <a:cubicBezTo>
                  <a:pt x="155536" y="42076"/>
                  <a:pt x="162215" y="36532"/>
                  <a:pt x="162215" y="25626"/>
                </a:cubicBezTo>
                <a:cubicBezTo>
                  <a:pt x="162215" y="19538"/>
                  <a:pt x="160102" y="14859"/>
                  <a:pt x="155876" y="11588"/>
                </a:cubicBezTo>
                <a:cubicBezTo>
                  <a:pt x="151650" y="8315"/>
                  <a:pt x="145767" y="6770"/>
                  <a:pt x="138225" y="6951"/>
                </a:cubicBezTo>
                <a:lnTo>
                  <a:pt x="132226" y="7089"/>
                </a:lnTo>
                <a:cubicBezTo>
                  <a:pt x="131045" y="7179"/>
                  <a:pt x="130272" y="7474"/>
                  <a:pt x="129909" y="7975"/>
                </a:cubicBezTo>
                <a:cubicBezTo>
                  <a:pt x="129546" y="8474"/>
                  <a:pt x="129318" y="9496"/>
                  <a:pt x="129227" y="11041"/>
                </a:cubicBezTo>
                <a:lnTo>
                  <a:pt x="129227" y="42392"/>
                </a:lnTo>
                <a:close/>
                <a:moveTo>
                  <a:pt x="255592" y="30807"/>
                </a:moveTo>
                <a:lnTo>
                  <a:pt x="255592" y="32851"/>
                </a:lnTo>
                <a:cubicBezTo>
                  <a:pt x="253955" y="33033"/>
                  <a:pt x="252682" y="33556"/>
                  <a:pt x="251773" y="34420"/>
                </a:cubicBezTo>
                <a:cubicBezTo>
                  <a:pt x="250865" y="35282"/>
                  <a:pt x="249956" y="36804"/>
                  <a:pt x="249048" y="38985"/>
                </a:cubicBezTo>
                <a:lnTo>
                  <a:pt x="228055" y="94602"/>
                </a:lnTo>
                <a:cubicBezTo>
                  <a:pt x="224329" y="104507"/>
                  <a:pt x="220716" y="111527"/>
                  <a:pt x="217218" y="115662"/>
                </a:cubicBezTo>
                <a:cubicBezTo>
                  <a:pt x="213719" y="119797"/>
                  <a:pt x="209653" y="121865"/>
                  <a:pt x="205019" y="121865"/>
                </a:cubicBezTo>
                <a:cubicBezTo>
                  <a:pt x="202111" y="121865"/>
                  <a:pt x="199702" y="121115"/>
                  <a:pt x="197793" y="119614"/>
                </a:cubicBezTo>
                <a:cubicBezTo>
                  <a:pt x="195885" y="118115"/>
                  <a:pt x="194931" y="116230"/>
                  <a:pt x="194931" y="113959"/>
                </a:cubicBezTo>
                <a:cubicBezTo>
                  <a:pt x="194931" y="112232"/>
                  <a:pt x="195499" y="110801"/>
                  <a:pt x="196634" y="109664"/>
                </a:cubicBezTo>
                <a:cubicBezTo>
                  <a:pt x="197770" y="108528"/>
                  <a:pt x="199156" y="107960"/>
                  <a:pt x="200792" y="107960"/>
                </a:cubicBezTo>
                <a:cubicBezTo>
                  <a:pt x="202973" y="107960"/>
                  <a:pt x="205336" y="108460"/>
                  <a:pt x="207881" y="109460"/>
                </a:cubicBezTo>
                <a:cubicBezTo>
                  <a:pt x="209244" y="110096"/>
                  <a:pt x="210425" y="110414"/>
                  <a:pt x="211425" y="110414"/>
                </a:cubicBezTo>
                <a:cubicBezTo>
                  <a:pt x="212425" y="110414"/>
                  <a:pt x="213561" y="109846"/>
                  <a:pt x="214832" y="108709"/>
                </a:cubicBezTo>
                <a:cubicBezTo>
                  <a:pt x="216105" y="107573"/>
                  <a:pt x="217241" y="106142"/>
                  <a:pt x="218241" y="104416"/>
                </a:cubicBezTo>
                <a:cubicBezTo>
                  <a:pt x="219059" y="102963"/>
                  <a:pt x="219877" y="101236"/>
                  <a:pt x="220694" y="99237"/>
                </a:cubicBezTo>
                <a:cubicBezTo>
                  <a:pt x="221512" y="97237"/>
                  <a:pt x="222216" y="95328"/>
                  <a:pt x="222807" y="93510"/>
                </a:cubicBezTo>
                <a:cubicBezTo>
                  <a:pt x="223398" y="91694"/>
                  <a:pt x="223693" y="90422"/>
                  <a:pt x="223693" y="89694"/>
                </a:cubicBezTo>
                <a:cubicBezTo>
                  <a:pt x="223693" y="88694"/>
                  <a:pt x="223170" y="86967"/>
                  <a:pt x="222125" y="84514"/>
                </a:cubicBezTo>
                <a:cubicBezTo>
                  <a:pt x="221080" y="82061"/>
                  <a:pt x="219604" y="79153"/>
                  <a:pt x="217696" y="75791"/>
                </a:cubicBezTo>
                <a:cubicBezTo>
                  <a:pt x="217332" y="75063"/>
                  <a:pt x="217036" y="74472"/>
                  <a:pt x="216808" y="74019"/>
                </a:cubicBezTo>
                <a:cubicBezTo>
                  <a:pt x="216582" y="73564"/>
                  <a:pt x="216060" y="72427"/>
                  <a:pt x="215242" y="70610"/>
                </a:cubicBezTo>
                <a:lnTo>
                  <a:pt x="199702" y="37076"/>
                </a:lnTo>
                <a:cubicBezTo>
                  <a:pt x="198611" y="34714"/>
                  <a:pt x="196294" y="33260"/>
                  <a:pt x="192751" y="32714"/>
                </a:cubicBezTo>
                <a:lnTo>
                  <a:pt x="192751" y="30807"/>
                </a:lnTo>
                <a:lnTo>
                  <a:pt x="220831" y="30807"/>
                </a:lnTo>
                <a:lnTo>
                  <a:pt x="220831" y="32851"/>
                </a:lnTo>
                <a:cubicBezTo>
                  <a:pt x="217923" y="32942"/>
                  <a:pt x="215878" y="33260"/>
                  <a:pt x="214697" y="33806"/>
                </a:cubicBezTo>
                <a:cubicBezTo>
                  <a:pt x="213515" y="34351"/>
                  <a:pt x="212925" y="35259"/>
                  <a:pt x="212925" y="36531"/>
                </a:cubicBezTo>
                <a:cubicBezTo>
                  <a:pt x="212925" y="37894"/>
                  <a:pt x="213379" y="39621"/>
                  <a:pt x="214287" y="41712"/>
                </a:cubicBezTo>
                <a:lnTo>
                  <a:pt x="229964" y="76199"/>
                </a:lnTo>
                <a:lnTo>
                  <a:pt x="243187" y="38576"/>
                </a:lnTo>
                <a:cubicBezTo>
                  <a:pt x="243550" y="37759"/>
                  <a:pt x="243732" y="36986"/>
                  <a:pt x="243732" y="36258"/>
                </a:cubicBezTo>
                <a:cubicBezTo>
                  <a:pt x="243732" y="33987"/>
                  <a:pt x="241550" y="32851"/>
                  <a:pt x="237188" y="32851"/>
                </a:cubicBezTo>
                <a:lnTo>
                  <a:pt x="237188" y="30807"/>
                </a:lnTo>
                <a:lnTo>
                  <a:pt x="255592" y="30807"/>
                </a:lnTo>
                <a:close/>
                <a:moveTo>
                  <a:pt x="294305" y="30807"/>
                </a:moveTo>
                <a:lnTo>
                  <a:pt x="294305" y="35169"/>
                </a:lnTo>
                <a:lnTo>
                  <a:pt x="280537" y="35169"/>
                </a:lnTo>
                <a:lnTo>
                  <a:pt x="280537" y="74154"/>
                </a:lnTo>
                <a:cubicBezTo>
                  <a:pt x="280537" y="78425"/>
                  <a:pt x="281082" y="81537"/>
                  <a:pt x="282172" y="83491"/>
                </a:cubicBezTo>
                <a:cubicBezTo>
                  <a:pt x="283263" y="85445"/>
                  <a:pt x="285081" y="86422"/>
                  <a:pt x="287626" y="86422"/>
                </a:cubicBezTo>
                <a:cubicBezTo>
                  <a:pt x="289171" y="86422"/>
                  <a:pt x="290556" y="86058"/>
                  <a:pt x="291782" y="85332"/>
                </a:cubicBezTo>
                <a:cubicBezTo>
                  <a:pt x="293009" y="84605"/>
                  <a:pt x="294350" y="83379"/>
                  <a:pt x="295804" y="81652"/>
                </a:cubicBezTo>
                <a:lnTo>
                  <a:pt x="297577" y="83152"/>
                </a:lnTo>
                <a:cubicBezTo>
                  <a:pt x="293214" y="90058"/>
                  <a:pt x="287761" y="93510"/>
                  <a:pt x="281217" y="93510"/>
                </a:cubicBezTo>
                <a:cubicBezTo>
                  <a:pt x="273130" y="93510"/>
                  <a:pt x="269087" y="87740"/>
                  <a:pt x="269087" y="76199"/>
                </a:cubicBezTo>
                <a:lnTo>
                  <a:pt x="269087" y="35169"/>
                </a:lnTo>
                <a:lnTo>
                  <a:pt x="261861" y="35169"/>
                </a:lnTo>
                <a:cubicBezTo>
                  <a:pt x="261498" y="34895"/>
                  <a:pt x="261316" y="34577"/>
                  <a:pt x="261316" y="34214"/>
                </a:cubicBezTo>
                <a:cubicBezTo>
                  <a:pt x="261316" y="33487"/>
                  <a:pt x="262088" y="32624"/>
                  <a:pt x="263633" y="31624"/>
                </a:cubicBezTo>
                <a:cubicBezTo>
                  <a:pt x="265633" y="30443"/>
                  <a:pt x="267814" y="28512"/>
                  <a:pt x="270177" y="25831"/>
                </a:cubicBezTo>
                <a:cubicBezTo>
                  <a:pt x="272540" y="23150"/>
                  <a:pt x="275675" y="18947"/>
                  <a:pt x="279582" y="13223"/>
                </a:cubicBezTo>
                <a:cubicBezTo>
                  <a:pt x="280219" y="13223"/>
                  <a:pt x="280537" y="13813"/>
                  <a:pt x="280537" y="14995"/>
                </a:cubicBezTo>
                <a:lnTo>
                  <a:pt x="280537" y="30807"/>
                </a:lnTo>
                <a:lnTo>
                  <a:pt x="294305" y="30807"/>
                </a:lnTo>
                <a:close/>
                <a:moveTo>
                  <a:pt x="352919" y="69792"/>
                </a:moveTo>
                <a:lnTo>
                  <a:pt x="355099" y="70747"/>
                </a:lnTo>
                <a:cubicBezTo>
                  <a:pt x="352283" y="78107"/>
                  <a:pt x="348398" y="83741"/>
                  <a:pt x="343445" y="87649"/>
                </a:cubicBezTo>
                <a:cubicBezTo>
                  <a:pt x="338492" y="91557"/>
                  <a:pt x="332744" y="93510"/>
                  <a:pt x="326202" y="93510"/>
                </a:cubicBezTo>
                <a:cubicBezTo>
                  <a:pt x="318387" y="93510"/>
                  <a:pt x="312184" y="90762"/>
                  <a:pt x="307594" y="85265"/>
                </a:cubicBezTo>
                <a:cubicBezTo>
                  <a:pt x="303006" y="79767"/>
                  <a:pt x="300712" y="72337"/>
                  <a:pt x="300712" y="62976"/>
                </a:cubicBezTo>
                <a:cubicBezTo>
                  <a:pt x="300712" y="57342"/>
                  <a:pt x="301598" y="52231"/>
                  <a:pt x="303370" y="47642"/>
                </a:cubicBezTo>
                <a:cubicBezTo>
                  <a:pt x="305142" y="43052"/>
                  <a:pt x="307618" y="39349"/>
                  <a:pt x="310797" y="36531"/>
                </a:cubicBezTo>
                <a:cubicBezTo>
                  <a:pt x="316068" y="31805"/>
                  <a:pt x="322203" y="29442"/>
                  <a:pt x="329201" y="29442"/>
                </a:cubicBezTo>
                <a:cubicBezTo>
                  <a:pt x="336562" y="29442"/>
                  <a:pt x="342377" y="32033"/>
                  <a:pt x="346648" y="37213"/>
                </a:cubicBezTo>
                <a:cubicBezTo>
                  <a:pt x="348375" y="39394"/>
                  <a:pt x="349647" y="41689"/>
                  <a:pt x="350465" y="44098"/>
                </a:cubicBezTo>
                <a:cubicBezTo>
                  <a:pt x="351283" y="46505"/>
                  <a:pt x="351965" y="49936"/>
                  <a:pt x="352510" y="54390"/>
                </a:cubicBezTo>
                <a:lnTo>
                  <a:pt x="310525" y="54390"/>
                </a:lnTo>
                <a:cubicBezTo>
                  <a:pt x="310707" y="58569"/>
                  <a:pt x="311070" y="61954"/>
                  <a:pt x="311615" y="64544"/>
                </a:cubicBezTo>
                <a:cubicBezTo>
                  <a:pt x="312161" y="67135"/>
                  <a:pt x="313025" y="69747"/>
                  <a:pt x="314207" y="72382"/>
                </a:cubicBezTo>
                <a:cubicBezTo>
                  <a:pt x="318204" y="80197"/>
                  <a:pt x="324066" y="84105"/>
                  <a:pt x="331791" y="84105"/>
                </a:cubicBezTo>
                <a:cubicBezTo>
                  <a:pt x="336153" y="84105"/>
                  <a:pt x="339947" y="83015"/>
                  <a:pt x="343173" y="80835"/>
                </a:cubicBezTo>
                <a:cubicBezTo>
                  <a:pt x="346399" y="78654"/>
                  <a:pt x="349648" y="74973"/>
                  <a:pt x="352919" y="69792"/>
                </a:cubicBezTo>
                <a:moveTo>
                  <a:pt x="310797" y="50026"/>
                </a:moveTo>
                <a:lnTo>
                  <a:pt x="338607" y="50026"/>
                </a:lnTo>
                <a:cubicBezTo>
                  <a:pt x="337697" y="44120"/>
                  <a:pt x="336288" y="40032"/>
                  <a:pt x="334380" y="37760"/>
                </a:cubicBezTo>
                <a:cubicBezTo>
                  <a:pt x="332472" y="35487"/>
                  <a:pt x="329428" y="34351"/>
                  <a:pt x="325247" y="34351"/>
                </a:cubicBezTo>
                <a:cubicBezTo>
                  <a:pt x="321066" y="34351"/>
                  <a:pt x="317794" y="35623"/>
                  <a:pt x="315432" y="38168"/>
                </a:cubicBezTo>
                <a:cubicBezTo>
                  <a:pt x="313070" y="40712"/>
                  <a:pt x="311525" y="44665"/>
                  <a:pt x="310797" y="50026"/>
                </a:cubicBezTo>
                <a:close/>
                <a:moveTo>
                  <a:pt x="399948" y="49346"/>
                </a:moveTo>
                <a:lnTo>
                  <a:pt x="397904" y="49346"/>
                </a:lnTo>
                <a:cubicBezTo>
                  <a:pt x="396359" y="43165"/>
                  <a:pt x="394450" y="38826"/>
                  <a:pt x="392177" y="36327"/>
                </a:cubicBezTo>
                <a:cubicBezTo>
                  <a:pt x="389906" y="33828"/>
                  <a:pt x="386817" y="32579"/>
                  <a:pt x="382909" y="32579"/>
                </a:cubicBezTo>
                <a:cubicBezTo>
                  <a:pt x="379819" y="32579"/>
                  <a:pt x="377298" y="33420"/>
                  <a:pt x="375344" y="35102"/>
                </a:cubicBezTo>
                <a:cubicBezTo>
                  <a:pt x="373390" y="36783"/>
                  <a:pt x="372413" y="39031"/>
                  <a:pt x="372413" y="41847"/>
                </a:cubicBezTo>
                <a:cubicBezTo>
                  <a:pt x="372413" y="45755"/>
                  <a:pt x="374367" y="48845"/>
                  <a:pt x="378275" y="51118"/>
                </a:cubicBezTo>
                <a:lnTo>
                  <a:pt x="392997" y="59841"/>
                </a:lnTo>
                <a:cubicBezTo>
                  <a:pt x="397176" y="62294"/>
                  <a:pt x="400129" y="64748"/>
                  <a:pt x="401856" y="67203"/>
                </a:cubicBezTo>
                <a:cubicBezTo>
                  <a:pt x="403583" y="69656"/>
                  <a:pt x="404447" y="72609"/>
                  <a:pt x="404447" y="76063"/>
                </a:cubicBezTo>
                <a:cubicBezTo>
                  <a:pt x="404447" y="79244"/>
                  <a:pt x="403583" y="82153"/>
                  <a:pt x="401856" y="84789"/>
                </a:cubicBezTo>
                <a:cubicBezTo>
                  <a:pt x="400129" y="87424"/>
                  <a:pt x="397812" y="89536"/>
                  <a:pt x="394904" y="91127"/>
                </a:cubicBezTo>
                <a:cubicBezTo>
                  <a:pt x="391996" y="92716"/>
                  <a:pt x="388770" y="93510"/>
                  <a:pt x="385226" y="93510"/>
                </a:cubicBezTo>
                <a:cubicBezTo>
                  <a:pt x="383863" y="93510"/>
                  <a:pt x="382318" y="93374"/>
                  <a:pt x="380592" y="93101"/>
                </a:cubicBezTo>
                <a:cubicBezTo>
                  <a:pt x="378865" y="92829"/>
                  <a:pt x="377093" y="92511"/>
                  <a:pt x="375275" y="92148"/>
                </a:cubicBezTo>
                <a:cubicBezTo>
                  <a:pt x="373731" y="91693"/>
                  <a:pt x="372480" y="91398"/>
                  <a:pt x="371525" y="91262"/>
                </a:cubicBezTo>
                <a:cubicBezTo>
                  <a:pt x="370571" y="91126"/>
                  <a:pt x="369731" y="91058"/>
                  <a:pt x="369004" y="91058"/>
                </a:cubicBezTo>
                <a:cubicBezTo>
                  <a:pt x="367641" y="91058"/>
                  <a:pt x="366596" y="91603"/>
                  <a:pt x="365870" y="92693"/>
                </a:cubicBezTo>
                <a:lnTo>
                  <a:pt x="364097" y="92693"/>
                </a:lnTo>
                <a:lnTo>
                  <a:pt x="364097" y="71429"/>
                </a:lnTo>
                <a:lnTo>
                  <a:pt x="366277" y="71429"/>
                </a:lnTo>
                <a:cubicBezTo>
                  <a:pt x="367823" y="78335"/>
                  <a:pt x="369914" y="83242"/>
                  <a:pt x="372548" y="86151"/>
                </a:cubicBezTo>
                <a:cubicBezTo>
                  <a:pt x="375184" y="89059"/>
                  <a:pt x="378865" y="90513"/>
                  <a:pt x="383591" y="90513"/>
                </a:cubicBezTo>
                <a:cubicBezTo>
                  <a:pt x="387044" y="90513"/>
                  <a:pt x="389792" y="89627"/>
                  <a:pt x="391836" y="87855"/>
                </a:cubicBezTo>
                <a:cubicBezTo>
                  <a:pt x="393882" y="86083"/>
                  <a:pt x="394904" y="83697"/>
                  <a:pt x="394904" y="80698"/>
                </a:cubicBezTo>
                <a:cubicBezTo>
                  <a:pt x="394904" y="76608"/>
                  <a:pt x="392541" y="73201"/>
                  <a:pt x="387816" y="70474"/>
                </a:cubicBezTo>
                <a:lnTo>
                  <a:pt x="379910" y="65975"/>
                </a:lnTo>
                <a:cubicBezTo>
                  <a:pt x="374094" y="62704"/>
                  <a:pt x="369982" y="59569"/>
                  <a:pt x="367573" y="56570"/>
                </a:cubicBezTo>
                <a:cubicBezTo>
                  <a:pt x="365164" y="53570"/>
                  <a:pt x="363960" y="50163"/>
                  <a:pt x="363960" y="46346"/>
                </a:cubicBezTo>
                <a:cubicBezTo>
                  <a:pt x="363960" y="41439"/>
                  <a:pt x="365709" y="37395"/>
                  <a:pt x="369208" y="34214"/>
                </a:cubicBezTo>
                <a:cubicBezTo>
                  <a:pt x="372708" y="31033"/>
                  <a:pt x="377138" y="29442"/>
                  <a:pt x="382499" y="29442"/>
                </a:cubicBezTo>
                <a:cubicBezTo>
                  <a:pt x="384135" y="29442"/>
                  <a:pt x="385749" y="29602"/>
                  <a:pt x="387339" y="29921"/>
                </a:cubicBezTo>
                <a:cubicBezTo>
                  <a:pt x="388930" y="30238"/>
                  <a:pt x="390497" y="30670"/>
                  <a:pt x="392042" y="31214"/>
                </a:cubicBezTo>
                <a:cubicBezTo>
                  <a:pt x="393405" y="31851"/>
                  <a:pt x="394632" y="32169"/>
                  <a:pt x="395722" y="32169"/>
                </a:cubicBezTo>
                <a:cubicBezTo>
                  <a:pt x="396450" y="32169"/>
                  <a:pt x="397177" y="31669"/>
                  <a:pt x="397904" y="30670"/>
                </a:cubicBezTo>
                <a:lnTo>
                  <a:pt x="399403" y="30670"/>
                </a:lnTo>
                <a:lnTo>
                  <a:pt x="399948" y="493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D9FB5-C795-4698-9FE0-83A3F3BE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933" y="5286146"/>
            <a:ext cx="2716704" cy="317300"/>
          </a:xfrm>
          <a:custGeom xmlns:a="http://schemas.openxmlformats.org/drawingml/2006/main">
            <a:pathLst>
              <a:path w="2716704" h="317300">
                <a:moveTo>
                  <a:pt x="0" y="317300"/>
                </a:moveTo>
                <a:lnTo>
                  <a:pt x="0" y="0"/>
                </a:lnTo>
                <a:lnTo>
                  <a:pt x="2716704" y="0"/>
                </a:lnTo>
                <a:lnTo>
                  <a:pt x="2716704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A7AC2-811C-42B6-A4CD-CABB395A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933" y="5286146"/>
            <a:ext cx="2716704" cy="317300"/>
          </a:xfrm>
          <a:custGeom xmlns:a="http://schemas.openxmlformats.org/drawingml/2006/main">
            <a:pathLst>
              <a:path w="2716704" h="317300" fill="none">
                <a:moveTo>
                  <a:pt x="0" y="317300"/>
                </a:moveTo>
                <a:lnTo>
                  <a:pt x="2716704" y="317300"/>
                </a:lnTo>
                <a:lnTo>
                  <a:pt x="2716704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B0A0E6-72CA-4F7A-8748-9CE218AA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184" y="5615908"/>
            <a:ext cx="65026" cy="412922"/>
          </a:xfrm>
          <a:custGeom xmlns:a="http://schemas.openxmlformats.org/drawingml/2006/main">
            <a:pathLst>
              <a:path w="65026" h="412922">
                <a:moveTo>
                  <a:pt x="28519" y="0"/>
                </a:moveTo>
                <a:lnTo>
                  <a:pt x="28519" y="390280"/>
                </a:lnTo>
                <a:lnTo>
                  <a:pt x="7988" y="355086"/>
                </a:lnTo>
                <a:lnTo>
                  <a:pt x="7842" y="354853"/>
                </a:lnTo>
                <a:lnTo>
                  <a:pt x="7683" y="354633"/>
                </a:lnTo>
                <a:lnTo>
                  <a:pt x="7513" y="354427"/>
                </a:lnTo>
                <a:lnTo>
                  <a:pt x="7331" y="354236"/>
                </a:lnTo>
                <a:lnTo>
                  <a:pt x="7139" y="354058"/>
                </a:lnTo>
                <a:lnTo>
                  <a:pt x="6937" y="353895"/>
                </a:lnTo>
                <a:lnTo>
                  <a:pt x="6727" y="353746"/>
                </a:lnTo>
                <a:lnTo>
                  <a:pt x="6509" y="353612"/>
                </a:lnTo>
                <a:lnTo>
                  <a:pt x="6284" y="353493"/>
                </a:lnTo>
                <a:lnTo>
                  <a:pt x="6052" y="353389"/>
                </a:lnTo>
                <a:lnTo>
                  <a:pt x="5814" y="353301"/>
                </a:lnTo>
                <a:lnTo>
                  <a:pt x="5572" y="353228"/>
                </a:lnTo>
                <a:lnTo>
                  <a:pt x="5325" y="353171"/>
                </a:lnTo>
                <a:lnTo>
                  <a:pt x="5075" y="353130"/>
                </a:lnTo>
                <a:lnTo>
                  <a:pt x="4823" y="353106"/>
                </a:lnTo>
                <a:lnTo>
                  <a:pt x="4568" y="353097"/>
                </a:lnTo>
                <a:lnTo>
                  <a:pt x="4313" y="353106"/>
                </a:lnTo>
                <a:lnTo>
                  <a:pt x="4057" y="353131"/>
                </a:lnTo>
                <a:lnTo>
                  <a:pt x="3801" y="353173"/>
                </a:lnTo>
                <a:lnTo>
                  <a:pt x="3547" y="353233"/>
                </a:lnTo>
                <a:lnTo>
                  <a:pt x="3294" y="353310"/>
                </a:lnTo>
                <a:lnTo>
                  <a:pt x="3045" y="353404"/>
                </a:lnTo>
                <a:lnTo>
                  <a:pt x="2798" y="353517"/>
                </a:lnTo>
                <a:lnTo>
                  <a:pt x="2556" y="353648"/>
                </a:lnTo>
                <a:lnTo>
                  <a:pt x="2323" y="353785"/>
                </a:lnTo>
                <a:lnTo>
                  <a:pt x="2104" y="353936"/>
                </a:lnTo>
                <a:lnTo>
                  <a:pt x="1898" y="354101"/>
                </a:lnTo>
                <a:lnTo>
                  <a:pt x="1706" y="354277"/>
                </a:lnTo>
                <a:lnTo>
                  <a:pt x="1529" y="354466"/>
                </a:lnTo>
                <a:lnTo>
                  <a:pt x="1366" y="354665"/>
                </a:lnTo>
                <a:lnTo>
                  <a:pt x="1217" y="354874"/>
                </a:lnTo>
                <a:lnTo>
                  <a:pt x="1083" y="355091"/>
                </a:lnTo>
                <a:lnTo>
                  <a:pt x="964" y="355317"/>
                </a:lnTo>
                <a:lnTo>
                  <a:pt x="860" y="355550"/>
                </a:lnTo>
                <a:lnTo>
                  <a:pt x="772" y="355789"/>
                </a:lnTo>
                <a:lnTo>
                  <a:pt x="699" y="356034"/>
                </a:lnTo>
                <a:lnTo>
                  <a:pt x="642" y="356283"/>
                </a:lnTo>
                <a:lnTo>
                  <a:pt x="601" y="356536"/>
                </a:lnTo>
                <a:lnTo>
                  <a:pt x="576" y="356792"/>
                </a:lnTo>
                <a:lnTo>
                  <a:pt x="568" y="357050"/>
                </a:lnTo>
                <a:lnTo>
                  <a:pt x="576" y="357309"/>
                </a:lnTo>
                <a:lnTo>
                  <a:pt x="602" y="357568"/>
                </a:lnTo>
                <a:lnTo>
                  <a:pt x="644" y="357827"/>
                </a:lnTo>
                <a:lnTo>
                  <a:pt x="703" y="358084"/>
                </a:lnTo>
                <a:lnTo>
                  <a:pt x="780" y="358339"/>
                </a:lnTo>
                <a:lnTo>
                  <a:pt x="875" y="358590"/>
                </a:lnTo>
                <a:lnTo>
                  <a:pt x="988" y="358837"/>
                </a:lnTo>
                <a:lnTo>
                  <a:pt x="1118" y="359080"/>
                </a:lnTo>
                <a:lnTo>
                  <a:pt x="32513" y="412922"/>
                </a:lnTo>
                <a:lnTo>
                  <a:pt x="63907" y="359080"/>
                </a:lnTo>
                <a:lnTo>
                  <a:pt x="64038" y="358837"/>
                </a:lnTo>
                <a:lnTo>
                  <a:pt x="64151" y="358590"/>
                </a:lnTo>
                <a:lnTo>
                  <a:pt x="64245" y="358339"/>
                </a:lnTo>
                <a:lnTo>
                  <a:pt x="64322" y="358084"/>
                </a:lnTo>
                <a:lnTo>
                  <a:pt x="64382" y="357827"/>
                </a:lnTo>
                <a:lnTo>
                  <a:pt x="64424" y="357568"/>
                </a:lnTo>
                <a:lnTo>
                  <a:pt x="64449" y="357309"/>
                </a:lnTo>
                <a:lnTo>
                  <a:pt x="64458" y="357050"/>
                </a:lnTo>
                <a:lnTo>
                  <a:pt x="64449" y="356792"/>
                </a:lnTo>
                <a:lnTo>
                  <a:pt x="64425" y="356536"/>
                </a:lnTo>
                <a:lnTo>
                  <a:pt x="64384" y="356283"/>
                </a:lnTo>
                <a:lnTo>
                  <a:pt x="64327" y="356034"/>
                </a:lnTo>
                <a:lnTo>
                  <a:pt x="64254" y="355789"/>
                </a:lnTo>
                <a:lnTo>
                  <a:pt x="64166" y="355550"/>
                </a:lnTo>
                <a:lnTo>
                  <a:pt x="64062" y="355317"/>
                </a:lnTo>
                <a:lnTo>
                  <a:pt x="63943" y="355091"/>
                </a:lnTo>
                <a:lnTo>
                  <a:pt x="63809" y="354874"/>
                </a:lnTo>
                <a:lnTo>
                  <a:pt x="63660" y="354665"/>
                </a:lnTo>
                <a:lnTo>
                  <a:pt x="63497" y="354466"/>
                </a:lnTo>
                <a:lnTo>
                  <a:pt x="63319" y="354277"/>
                </a:lnTo>
                <a:lnTo>
                  <a:pt x="63128" y="354101"/>
                </a:lnTo>
                <a:lnTo>
                  <a:pt x="62922" y="353936"/>
                </a:lnTo>
                <a:lnTo>
                  <a:pt x="62702" y="353785"/>
                </a:lnTo>
                <a:lnTo>
                  <a:pt x="62469" y="353648"/>
                </a:lnTo>
                <a:lnTo>
                  <a:pt x="62227" y="353517"/>
                </a:lnTo>
                <a:lnTo>
                  <a:pt x="61981" y="353404"/>
                </a:lnTo>
                <a:lnTo>
                  <a:pt x="61732" y="353310"/>
                </a:lnTo>
                <a:lnTo>
                  <a:pt x="61479" y="353233"/>
                </a:lnTo>
                <a:lnTo>
                  <a:pt x="61225" y="353173"/>
                </a:lnTo>
                <a:lnTo>
                  <a:pt x="60969" y="353131"/>
                </a:lnTo>
                <a:lnTo>
                  <a:pt x="60713" y="353106"/>
                </a:lnTo>
                <a:lnTo>
                  <a:pt x="60458" y="353097"/>
                </a:lnTo>
                <a:lnTo>
                  <a:pt x="60203" y="353106"/>
                </a:lnTo>
                <a:lnTo>
                  <a:pt x="59950" y="353130"/>
                </a:lnTo>
                <a:lnTo>
                  <a:pt x="59700" y="353171"/>
                </a:lnTo>
                <a:lnTo>
                  <a:pt x="59454" y="353228"/>
                </a:lnTo>
                <a:lnTo>
                  <a:pt x="59211" y="353301"/>
                </a:lnTo>
                <a:lnTo>
                  <a:pt x="58974" y="353389"/>
                </a:lnTo>
                <a:lnTo>
                  <a:pt x="58742" y="353493"/>
                </a:lnTo>
                <a:lnTo>
                  <a:pt x="58517" y="353612"/>
                </a:lnTo>
                <a:lnTo>
                  <a:pt x="58299" y="353746"/>
                </a:lnTo>
                <a:lnTo>
                  <a:pt x="58088" y="353895"/>
                </a:lnTo>
                <a:lnTo>
                  <a:pt x="57887" y="354058"/>
                </a:lnTo>
                <a:lnTo>
                  <a:pt x="57695" y="354236"/>
                </a:lnTo>
                <a:lnTo>
                  <a:pt x="57513" y="354427"/>
                </a:lnTo>
                <a:lnTo>
                  <a:pt x="57343" y="354633"/>
                </a:lnTo>
                <a:lnTo>
                  <a:pt x="57184" y="354853"/>
                </a:lnTo>
                <a:lnTo>
                  <a:pt x="57037" y="355086"/>
                </a:lnTo>
                <a:lnTo>
                  <a:pt x="36507" y="390280"/>
                </a:lnTo>
                <a:lnTo>
                  <a:pt x="36507" y="0"/>
                </a:lnTo>
                <a:lnTo>
                  <a:pt x="285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08282-D776-4DE9-A460-CCB9CE89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157" y="4918039"/>
            <a:ext cx="3623550" cy="186929"/>
          </a:xfrm>
          <a:custGeom xmlns:a="http://schemas.openxmlformats.org/drawingml/2006/main">
            <a:pathLst>
              <a:path w="3623550" h="186929" fill="none">
                <a:moveTo>
                  <a:pt x="3623550" y="0"/>
                </a:moveTo>
                <a:cubicBezTo>
                  <a:pt x="3623550" y="51605"/>
                  <a:pt x="3623550" y="93465"/>
                  <a:pt x="3623550" y="93465"/>
                </a:cubicBezTo>
                <a:lnTo>
                  <a:pt x="849729" y="93465"/>
                </a:lnTo>
                <a:cubicBezTo>
                  <a:pt x="849729" y="93465"/>
                  <a:pt x="849729" y="135324"/>
                  <a:pt x="849729" y="186929"/>
                </a:cubicBezTo>
                <a:cubicBezTo>
                  <a:pt x="849729" y="135324"/>
                  <a:pt x="849729" y="93465"/>
                  <a:pt x="849729" y="93465"/>
                </a:cubicBezTo>
                <a:lnTo>
                  <a:pt x="0" y="93465"/>
                </a:lnTo>
                <a:cubicBezTo>
                  <a:pt x="0" y="93465"/>
                  <a:pt x="0" y="5160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988" cap="flat">
            <a:solidFill>
              <a:srgbClr val="000000"/>
            </a:solidFill>
            <a:round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F20F2-572C-4D89-BAD8-57F01255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134" y="5104969"/>
            <a:ext cx="65026" cy="171591"/>
          </a:xfrm>
          <a:custGeom xmlns:a="http://schemas.openxmlformats.org/drawingml/2006/main">
            <a:pathLst>
              <a:path w="65026" h="171591">
                <a:moveTo>
                  <a:pt x="36827" y="0"/>
                </a:moveTo>
                <a:lnTo>
                  <a:pt x="28838" y="0"/>
                </a:lnTo>
                <a:lnTo>
                  <a:pt x="28402" y="148750"/>
                </a:lnTo>
                <a:lnTo>
                  <a:pt x="7988" y="113595"/>
                </a:lnTo>
                <a:lnTo>
                  <a:pt x="7842" y="113362"/>
                </a:lnTo>
                <a:lnTo>
                  <a:pt x="7683" y="113143"/>
                </a:lnTo>
                <a:lnTo>
                  <a:pt x="7513" y="112937"/>
                </a:lnTo>
                <a:lnTo>
                  <a:pt x="7331" y="112746"/>
                </a:lnTo>
                <a:lnTo>
                  <a:pt x="7139" y="112568"/>
                </a:lnTo>
                <a:lnTo>
                  <a:pt x="6937" y="112405"/>
                </a:lnTo>
                <a:lnTo>
                  <a:pt x="6727" y="112256"/>
                </a:lnTo>
                <a:lnTo>
                  <a:pt x="6509" y="112122"/>
                </a:lnTo>
                <a:lnTo>
                  <a:pt x="6284" y="112003"/>
                </a:lnTo>
                <a:lnTo>
                  <a:pt x="6052" y="111899"/>
                </a:lnTo>
                <a:lnTo>
                  <a:pt x="5814" y="111811"/>
                </a:lnTo>
                <a:lnTo>
                  <a:pt x="5572" y="111738"/>
                </a:lnTo>
                <a:lnTo>
                  <a:pt x="5325" y="111681"/>
                </a:lnTo>
                <a:lnTo>
                  <a:pt x="5075" y="111640"/>
                </a:lnTo>
                <a:lnTo>
                  <a:pt x="4823" y="111615"/>
                </a:lnTo>
                <a:lnTo>
                  <a:pt x="4568" y="111607"/>
                </a:lnTo>
                <a:lnTo>
                  <a:pt x="4313" y="111616"/>
                </a:lnTo>
                <a:lnTo>
                  <a:pt x="4057" y="111641"/>
                </a:lnTo>
                <a:lnTo>
                  <a:pt x="3801" y="111683"/>
                </a:lnTo>
                <a:lnTo>
                  <a:pt x="3547" y="111743"/>
                </a:lnTo>
                <a:lnTo>
                  <a:pt x="3294" y="111820"/>
                </a:lnTo>
                <a:lnTo>
                  <a:pt x="3045" y="111914"/>
                </a:lnTo>
                <a:lnTo>
                  <a:pt x="2798" y="112027"/>
                </a:lnTo>
                <a:lnTo>
                  <a:pt x="2556" y="112158"/>
                </a:lnTo>
                <a:lnTo>
                  <a:pt x="2323" y="112304"/>
                </a:lnTo>
                <a:lnTo>
                  <a:pt x="2104" y="112464"/>
                </a:lnTo>
                <a:lnTo>
                  <a:pt x="1898" y="112637"/>
                </a:lnTo>
                <a:lnTo>
                  <a:pt x="1706" y="112821"/>
                </a:lnTo>
                <a:lnTo>
                  <a:pt x="1529" y="113015"/>
                </a:lnTo>
                <a:lnTo>
                  <a:pt x="1366" y="113220"/>
                </a:lnTo>
                <a:lnTo>
                  <a:pt x="1217" y="113433"/>
                </a:lnTo>
                <a:lnTo>
                  <a:pt x="1083" y="113655"/>
                </a:lnTo>
                <a:lnTo>
                  <a:pt x="964" y="113883"/>
                </a:lnTo>
                <a:lnTo>
                  <a:pt x="860" y="114118"/>
                </a:lnTo>
                <a:lnTo>
                  <a:pt x="772" y="114359"/>
                </a:lnTo>
                <a:lnTo>
                  <a:pt x="699" y="114604"/>
                </a:lnTo>
                <a:lnTo>
                  <a:pt x="642" y="114853"/>
                </a:lnTo>
                <a:lnTo>
                  <a:pt x="601" y="115105"/>
                </a:lnTo>
                <a:lnTo>
                  <a:pt x="576" y="115358"/>
                </a:lnTo>
                <a:lnTo>
                  <a:pt x="568" y="115613"/>
                </a:lnTo>
                <a:lnTo>
                  <a:pt x="576" y="115868"/>
                </a:lnTo>
                <a:lnTo>
                  <a:pt x="602" y="116123"/>
                </a:lnTo>
                <a:lnTo>
                  <a:pt x="644" y="116376"/>
                </a:lnTo>
                <a:lnTo>
                  <a:pt x="703" y="116627"/>
                </a:lnTo>
                <a:lnTo>
                  <a:pt x="780" y="116875"/>
                </a:lnTo>
                <a:lnTo>
                  <a:pt x="875" y="117118"/>
                </a:lnTo>
                <a:lnTo>
                  <a:pt x="988" y="117357"/>
                </a:lnTo>
                <a:lnTo>
                  <a:pt x="1118" y="117590"/>
                </a:lnTo>
                <a:lnTo>
                  <a:pt x="32353" y="171591"/>
                </a:lnTo>
                <a:lnTo>
                  <a:pt x="63907" y="117829"/>
                </a:lnTo>
                <a:lnTo>
                  <a:pt x="64038" y="117587"/>
                </a:lnTo>
                <a:lnTo>
                  <a:pt x="64151" y="117339"/>
                </a:lnTo>
                <a:lnTo>
                  <a:pt x="64245" y="117088"/>
                </a:lnTo>
                <a:lnTo>
                  <a:pt x="64322" y="116833"/>
                </a:lnTo>
                <a:lnTo>
                  <a:pt x="64382" y="116576"/>
                </a:lnTo>
                <a:lnTo>
                  <a:pt x="64424" y="116316"/>
                </a:lnTo>
                <a:lnTo>
                  <a:pt x="64449" y="116057"/>
                </a:lnTo>
                <a:lnTo>
                  <a:pt x="64458" y="115797"/>
                </a:lnTo>
                <a:lnTo>
                  <a:pt x="64449" y="115538"/>
                </a:lnTo>
                <a:lnTo>
                  <a:pt x="64425" y="115280"/>
                </a:lnTo>
                <a:lnTo>
                  <a:pt x="64384" y="115025"/>
                </a:lnTo>
                <a:lnTo>
                  <a:pt x="64327" y="114774"/>
                </a:lnTo>
                <a:lnTo>
                  <a:pt x="64254" y="114526"/>
                </a:lnTo>
                <a:lnTo>
                  <a:pt x="64166" y="114284"/>
                </a:lnTo>
                <a:lnTo>
                  <a:pt x="64062" y="114047"/>
                </a:lnTo>
                <a:lnTo>
                  <a:pt x="63943" y="113817"/>
                </a:lnTo>
                <a:lnTo>
                  <a:pt x="63809" y="113595"/>
                </a:lnTo>
                <a:lnTo>
                  <a:pt x="63660" y="113381"/>
                </a:lnTo>
                <a:lnTo>
                  <a:pt x="63497" y="113176"/>
                </a:lnTo>
                <a:lnTo>
                  <a:pt x="63319" y="112981"/>
                </a:lnTo>
                <a:lnTo>
                  <a:pt x="63128" y="112797"/>
                </a:lnTo>
                <a:lnTo>
                  <a:pt x="62922" y="112624"/>
                </a:lnTo>
                <a:lnTo>
                  <a:pt x="62702" y="112464"/>
                </a:lnTo>
                <a:lnTo>
                  <a:pt x="62469" y="112317"/>
                </a:lnTo>
                <a:lnTo>
                  <a:pt x="62227" y="112187"/>
                </a:lnTo>
                <a:lnTo>
                  <a:pt x="61981" y="112074"/>
                </a:lnTo>
                <a:lnTo>
                  <a:pt x="61732" y="111979"/>
                </a:lnTo>
                <a:lnTo>
                  <a:pt x="61479" y="111902"/>
                </a:lnTo>
                <a:lnTo>
                  <a:pt x="61225" y="111843"/>
                </a:lnTo>
                <a:lnTo>
                  <a:pt x="60969" y="111801"/>
                </a:lnTo>
                <a:lnTo>
                  <a:pt x="60713" y="111775"/>
                </a:lnTo>
                <a:lnTo>
                  <a:pt x="60458" y="111767"/>
                </a:lnTo>
                <a:lnTo>
                  <a:pt x="60203" y="111775"/>
                </a:lnTo>
                <a:lnTo>
                  <a:pt x="59950" y="111800"/>
                </a:lnTo>
                <a:lnTo>
                  <a:pt x="59700" y="111841"/>
                </a:lnTo>
                <a:lnTo>
                  <a:pt x="59454" y="111898"/>
                </a:lnTo>
                <a:lnTo>
                  <a:pt x="59211" y="111971"/>
                </a:lnTo>
                <a:lnTo>
                  <a:pt x="58974" y="112059"/>
                </a:lnTo>
                <a:lnTo>
                  <a:pt x="58742" y="112163"/>
                </a:lnTo>
                <a:lnTo>
                  <a:pt x="58517" y="112282"/>
                </a:lnTo>
                <a:lnTo>
                  <a:pt x="58299" y="112416"/>
                </a:lnTo>
                <a:lnTo>
                  <a:pt x="58088" y="112564"/>
                </a:lnTo>
                <a:lnTo>
                  <a:pt x="57887" y="112728"/>
                </a:lnTo>
                <a:lnTo>
                  <a:pt x="57695" y="112905"/>
                </a:lnTo>
                <a:lnTo>
                  <a:pt x="57513" y="113097"/>
                </a:lnTo>
                <a:lnTo>
                  <a:pt x="57343" y="113303"/>
                </a:lnTo>
                <a:lnTo>
                  <a:pt x="57184" y="113522"/>
                </a:lnTo>
                <a:lnTo>
                  <a:pt x="57037" y="113755"/>
                </a:lnTo>
                <a:lnTo>
                  <a:pt x="36390" y="148890"/>
                </a:lnTo>
                <a:lnTo>
                  <a:pt x="3682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A4FA8-CBCD-41D0-A2D8-D5DED630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699" y="4850937"/>
            <a:ext cx="796526" cy="627331"/>
          </a:xfrm>
          <a:custGeom xmlns:a="http://schemas.openxmlformats.org/drawingml/2006/main">
            <a:pathLst>
              <a:path w="796526" h="627331">
                <a:moveTo>
                  <a:pt x="9" y="595015"/>
                </a:moveTo>
                <a:lnTo>
                  <a:pt x="36" y="595287"/>
                </a:lnTo>
                <a:lnTo>
                  <a:pt x="80" y="595552"/>
                </a:lnTo>
                <a:lnTo>
                  <a:pt x="141" y="595811"/>
                </a:lnTo>
                <a:lnTo>
                  <a:pt x="217" y="596062"/>
                </a:lnTo>
                <a:lnTo>
                  <a:pt x="310" y="596306"/>
                </a:lnTo>
                <a:lnTo>
                  <a:pt x="417" y="596542"/>
                </a:lnTo>
                <a:lnTo>
                  <a:pt x="538" y="596768"/>
                </a:lnTo>
                <a:lnTo>
                  <a:pt x="674" y="596985"/>
                </a:lnTo>
                <a:lnTo>
                  <a:pt x="823" y="597192"/>
                </a:lnTo>
                <a:lnTo>
                  <a:pt x="984" y="597389"/>
                </a:lnTo>
                <a:lnTo>
                  <a:pt x="1158" y="597574"/>
                </a:lnTo>
                <a:lnTo>
                  <a:pt x="1344" y="597748"/>
                </a:lnTo>
                <a:lnTo>
                  <a:pt x="1540" y="597910"/>
                </a:lnTo>
                <a:lnTo>
                  <a:pt x="1747" y="598059"/>
                </a:lnTo>
                <a:lnTo>
                  <a:pt x="1965" y="598194"/>
                </a:lnTo>
                <a:lnTo>
                  <a:pt x="2191" y="598316"/>
                </a:lnTo>
                <a:lnTo>
                  <a:pt x="2426" y="598423"/>
                </a:lnTo>
                <a:lnTo>
                  <a:pt x="2670" y="598515"/>
                </a:lnTo>
                <a:lnTo>
                  <a:pt x="2922" y="598592"/>
                </a:lnTo>
                <a:lnTo>
                  <a:pt x="3180" y="598653"/>
                </a:lnTo>
                <a:lnTo>
                  <a:pt x="3446" y="598697"/>
                </a:lnTo>
                <a:lnTo>
                  <a:pt x="3717" y="598724"/>
                </a:lnTo>
                <a:lnTo>
                  <a:pt x="3994" y="598733"/>
                </a:lnTo>
                <a:lnTo>
                  <a:pt x="773885" y="598733"/>
                </a:lnTo>
                <a:lnTo>
                  <a:pt x="738690" y="619263"/>
                </a:lnTo>
                <a:lnTo>
                  <a:pt x="738457" y="619410"/>
                </a:lnTo>
                <a:lnTo>
                  <a:pt x="738237" y="619570"/>
                </a:lnTo>
                <a:lnTo>
                  <a:pt x="738032" y="619742"/>
                </a:lnTo>
                <a:lnTo>
                  <a:pt x="737840" y="619926"/>
                </a:lnTo>
                <a:lnTo>
                  <a:pt x="737662" y="620121"/>
                </a:lnTo>
                <a:lnTo>
                  <a:pt x="737499" y="620326"/>
                </a:lnTo>
                <a:lnTo>
                  <a:pt x="737350" y="620540"/>
                </a:lnTo>
                <a:lnTo>
                  <a:pt x="737216" y="620763"/>
                </a:lnTo>
                <a:lnTo>
                  <a:pt x="737097" y="620993"/>
                </a:lnTo>
                <a:lnTo>
                  <a:pt x="736994" y="621229"/>
                </a:lnTo>
                <a:lnTo>
                  <a:pt x="736905" y="621472"/>
                </a:lnTo>
                <a:lnTo>
                  <a:pt x="736833" y="621719"/>
                </a:lnTo>
                <a:lnTo>
                  <a:pt x="736776" y="621971"/>
                </a:lnTo>
                <a:lnTo>
                  <a:pt x="736735" y="622226"/>
                </a:lnTo>
                <a:lnTo>
                  <a:pt x="736710" y="622483"/>
                </a:lnTo>
                <a:lnTo>
                  <a:pt x="736702" y="622742"/>
                </a:lnTo>
                <a:lnTo>
                  <a:pt x="736710" y="623002"/>
                </a:lnTo>
                <a:lnTo>
                  <a:pt x="736735" y="623262"/>
                </a:lnTo>
                <a:lnTo>
                  <a:pt x="736777" y="623521"/>
                </a:lnTo>
                <a:lnTo>
                  <a:pt x="736837" y="623779"/>
                </a:lnTo>
                <a:lnTo>
                  <a:pt x="736914" y="624033"/>
                </a:lnTo>
                <a:lnTo>
                  <a:pt x="737009" y="624285"/>
                </a:lnTo>
                <a:lnTo>
                  <a:pt x="737121" y="624532"/>
                </a:lnTo>
                <a:lnTo>
                  <a:pt x="737252" y="624775"/>
                </a:lnTo>
                <a:lnTo>
                  <a:pt x="737399" y="625008"/>
                </a:lnTo>
                <a:lnTo>
                  <a:pt x="737559" y="625227"/>
                </a:lnTo>
                <a:lnTo>
                  <a:pt x="737731" y="625433"/>
                </a:lnTo>
                <a:lnTo>
                  <a:pt x="737915" y="625625"/>
                </a:lnTo>
                <a:lnTo>
                  <a:pt x="738110" y="625802"/>
                </a:lnTo>
                <a:lnTo>
                  <a:pt x="738314" y="625966"/>
                </a:lnTo>
                <a:lnTo>
                  <a:pt x="738528" y="626114"/>
                </a:lnTo>
                <a:lnTo>
                  <a:pt x="738749" y="626248"/>
                </a:lnTo>
                <a:lnTo>
                  <a:pt x="738978" y="626367"/>
                </a:lnTo>
                <a:lnTo>
                  <a:pt x="739213" y="626471"/>
                </a:lnTo>
                <a:lnTo>
                  <a:pt x="739453" y="626559"/>
                </a:lnTo>
                <a:lnTo>
                  <a:pt x="739698" y="626632"/>
                </a:lnTo>
                <a:lnTo>
                  <a:pt x="739947" y="626689"/>
                </a:lnTo>
                <a:lnTo>
                  <a:pt x="740199" y="626730"/>
                </a:lnTo>
                <a:lnTo>
                  <a:pt x="740453" y="626755"/>
                </a:lnTo>
                <a:lnTo>
                  <a:pt x="740708" y="626763"/>
                </a:lnTo>
                <a:lnTo>
                  <a:pt x="740963" y="626755"/>
                </a:lnTo>
                <a:lnTo>
                  <a:pt x="741217" y="626730"/>
                </a:lnTo>
                <a:lnTo>
                  <a:pt x="741471" y="626687"/>
                </a:lnTo>
                <a:lnTo>
                  <a:pt x="741721" y="626628"/>
                </a:lnTo>
                <a:lnTo>
                  <a:pt x="741969" y="626551"/>
                </a:lnTo>
                <a:lnTo>
                  <a:pt x="742213" y="626456"/>
                </a:lnTo>
                <a:lnTo>
                  <a:pt x="742451" y="626343"/>
                </a:lnTo>
                <a:lnTo>
                  <a:pt x="742684" y="626213"/>
                </a:lnTo>
                <a:lnTo>
                  <a:pt x="796526" y="594738"/>
                </a:lnTo>
                <a:lnTo>
                  <a:pt x="742684" y="563344"/>
                </a:lnTo>
                <a:lnTo>
                  <a:pt x="742451" y="563213"/>
                </a:lnTo>
                <a:lnTo>
                  <a:pt x="742213" y="563101"/>
                </a:lnTo>
                <a:lnTo>
                  <a:pt x="741969" y="563006"/>
                </a:lnTo>
                <a:lnTo>
                  <a:pt x="741721" y="562929"/>
                </a:lnTo>
                <a:lnTo>
                  <a:pt x="741471" y="562869"/>
                </a:lnTo>
                <a:lnTo>
                  <a:pt x="741217" y="562827"/>
                </a:lnTo>
                <a:lnTo>
                  <a:pt x="740963" y="562802"/>
                </a:lnTo>
                <a:lnTo>
                  <a:pt x="740708" y="562794"/>
                </a:lnTo>
                <a:lnTo>
                  <a:pt x="740453" y="562802"/>
                </a:lnTo>
                <a:lnTo>
                  <a:pt x="740199" y="562827"/>
                </a:lnTo>
                <a:lnTo>
                  <a:pt x="739947" y="562868"/>
                </a:lnTo>
                <a:lnTo>
                  <a:pt x="739698" y="562924"/>
                </a:lnTo>
                <a:lnTo>
                  <a:pt x="739453" y="562997"/>
                </a:lnTo>
                <a:lnTo>
                  <a:pt x="739213" y="563086"/>
                </a:lnTo>
                <a:lnTo>
                  <a:pt x="738978" y="563189"/>
                </a:lnTo>
                <a:lnTo>
                  <a:pt x="738749" y="563308"/>
                </a:lnTo>
                <a:lnTo>
                  <a:pt x="738528" y="563442"/>
                </a:lnTo>
                <a:lnTo>
                  <a:pt x="738314" y="563591"/>
                </a:lnTo>
                <a:lnTo>
                  <a:pt x="738110" y="563754"/>
                </a:lnTo>
                <a:lnTo>
                  <a:pt x="737915" y="563932"/>
                </a:lnTo>
                <a:lnTo>
                  <a:pt x="737731" y="564124"/>
                </a:lnTo>
                <a:lnTo>
                  <a:pt x="737559" y="564329"/>
                </a:lnTo>
                <a:lnTo>
                  <a:pt x="737399" y="564549"/>
                </a:lnTo>
                <a:lnTo>
                  <a:pt x="737252" y="564782"/>
                </a:lnTo>
                <a:lnTo>
                  <a:pt x="737121" y="565024"/>
                </a:lnTo>
                <a:lnTo>
                  <a:pt x="737009" y="565272"/>
                </a:lnTo>
                <a:lnTo>
                  <a:pt x="736914" y="565523"/>
                </a:lnTo>
                <a:lnTo>
                  <a:pt x="736837" y="565778"/>
                </a:lnTo>
                <a:lnTo>
                  <a:pt x="736777" y="566036"/>
                </a:lnTo>
                <a:lnTo>
                  <a:pt x="736735" y="566295"/>
                </a:lnTo>
                <a:lnTo>
                  <a:pt x="736710" y="566554"/>
                </a:lnTo>
                <a:lnTo>
                  <a:pt x="736702" y="566814"/>
                </a:lnTo>
                <a:lnTo>
                  <a:pt x="736710" y="567073"/>
                </a:lnTo>
                <a:lnTo>
                  <a:pt x="736735" y="567331"/>
                </a:lnTo>
                <a:lnTo>
                  <a:pt x="736776" y="567586"/>
                </a:lnTo>
                <a:lnTo>
                  <a:pt x="736833" y="567837"/>
                </a:lnTo>
                <a:lnTo>
                  <a:pt x="736905" y="568085"/>
                </a:lnTo>
                <a:lnTo>
                  <a:pt x="736994" y="568327"/>
                </a:lnTo>
                <a:lnTo>
                  <a:pt x="737097" y="568564"/>
                </a:lnTo>
                <a:lnTo>
                  <a:pt x="737216" y="568794"/>
                </a:lnTo>
                <a:lnTo>
                  <a:pt x="737350" y="569016"/>
                </a:lnTo>
                <a:lnTo>
                  <a:pt x="737499" y="569230"/>
                </a:lnTo>
                <a:lnTo>
                  <a:pt x="737662" y="569435"/>
                </a:lnTo>
                <a:lnTo>
                  <a:pt x="737840" y="569630"/>
                </a:lnTo>
                <a:lnTo>
                  <a:pt x="738032" y="569814"/>
                </a:lnTo>
                <a:lnTo>
                  <a:pt x="738237" y="569987"/>
                </a:lnTo>
                <a:lnTo>
                  <a:pt x="738457" y="570147"/>
                </a:lnTo>
                <a:lnTo>
                  <a:pt x="738690" y="570294"/>
                </a:lnTo>
                <a:lnTo>
                  <a:pt x="773748" y="590744"/>
                </a:lnTo>
                <a:lnTo>
                  <a:pt x="7988" y="590744"/>
                </a:lnTo>
                <a:lnTo>
                  <a:pt x="7988" y="0"/>
                </a:lnTo>
                <a:lnTo>
                  <a:pt x="0" y="0"/>
                </a:lnTo>
                <a:lnTo>
                  <a:pt x="0" y="594738"/>
                </a:lnTo>
                <a:lnTo>
                  <a:pt x="9" y="5950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AAD">
            <a:extLst xmlns:a="http://schemas.openxmlformats.org/drawingml/2006/main">
              <a:ext uri="{FF2B5EF4-FFF2-40B4-BE49-F238E27FC236}">
                <a16:creationId xmlns:a16="http://schemas.microsoft.com/office/drawing/2014/main" id="{9BAC9301-ED99-4C5C-87BC-BA77F913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900" y="5328062"/>
            <a:ext cx="236192" cy="75594"/>
          </a:xfrm>
          <a:custGeom xmlns:a="http://schemas.openxmlformats.org/drawingml/2006/main">
            <a:pathLst>
              <a:path w="236192" h="75594">
                <a:moveTo>
                  <a:pt x="77500" y="73463"/>
                </a:moveTo>
                <a:lnTo>
                  <a:pt x="77500" y="75594"/>
                </a:lnTo>
                <a:lnTo>
                  <a:pt x="48901" y="75594"/>
                </a:lnTo>
                <a:lnTo>
                  <a:pt x="48901" y="73463"/>
                </a:lnTo>
                <a:cubicBezTo>
                  <a:pt x="51892" y="73388"/>
                  <a:pt x="53948" y="73089"/>
                  <a:pt x="55069" y="72566"/>
                </a:cubicBezTo>
                <a:cubicBezTo>
                  <a:pt x="56191" y="72043"/>
                  <a:pt x="56751" y="71071"/>
                  <a:pt x="56751" y="69650"/>
                </a:cubicBezTo>
                <a:cubicBezTo>
                  <a:pt x="56751" y="67855"/>
                  <a:pt x="56041" y="65350"/>
                  <a:pt x="54621" y="62135"/>
                </a:cubicBezTo>
                <a:lnTo>
                  <a:pt x="50022" y="51367"/>
                </a:lnTo>
                <a:lnTo>
                  <a:pt x="20638" y="51367"/>
                </a:lnTo>
                <a:lnTo>
                  <a:pt x="15478" y="64490"/>
                </a:lnTo>
                <a:cubicBezTo>
                  <a:pt x="14880" y="66060"/>
                  <a:pt x="14581" y="67518"/>
                  <a:pt x="14581" y="68865"/>
                </a:cubicBezTo>
                <a:cubicBezTo>
                  <a:pt x="14581" y="70510"/>
                  <a:pt x="15179" y="71688"/>
                  <a:pt x="16375" y="72399"/>
                </a:cubicBezTo>
                <a:cubicBezTo>
                  <a:pt x="17571" y="73108"/>
                  <a:pt x="19516" y="73463"/>
                  <a:pt x="22207" y="73463"/>
                </a:cubicBezTo>
                <a:lnTo>
                  <a:pt x="22207" y="75594"/>
                </a:lnTo>
                <a:lnTo>
                  <a:pt x="0" y="75594"/>
                </a:lnTo>
                <a:lnTo>
                  <a:pt x="0" y="73463"/>
                </a:lnTo>
                <a:cubicBezTo>
                  <a:pt x="1346" y="73388"/>
                  <a:pt x="2505" y="73145"/>
                  <a:pt x="3478" y="72734"/>
                </a:cubicBezTo>
                <a:cubicBezTo>
                  <a:pt x="4450" y="72322"/>
                  <a:pt x="5384" y="71518"/>
                  <a:pt x="6281" y="70323"/>
                </a:cubicBezTo>
                <a:cubicBezTo>
                  <a:pt x="7178" y="69126"/>
                  <a:pt x="8224" y="67312"/>
                  <a:pt x="9421" y="64882"/>
                </a:cubicBezTo>
                <a:cubicBezTo>
                  <a:pt x="10618" y="62452"/>
                  <a:pt x="12114" y="59181"/>
                  <a:pt x="13908" y="55069"/>
                </a:cubicBezTo>
                <a:lnTo>
                  <a:pt x="37236" y="0"/>
                </a:lnTo>
                <a:lnTo>
                  <a:pt x="39480" y="0"/>
                </a:lnTo>
                <a:lnTo>
                  <a:pt x="67406" y="63705"/>
                </a:lnTo>
                <a:cubicBezTo>
                  <a:pt x="68753" y="66471"/>
                  <a:pt x="69855" y="68528"/>
                  <a:pt x="70715" y="69874"/>
                </a:cubicBezTo>
                <a:cubicBezTo>
                  <a:pt x="71575" y="71219"/>
                  <a:pt x="72510" y="72117"/>
                  <a:pt x="73520" y="72566"/>
                </a:cubicBezTo>
                <a:cubicBezTo>
                  <a:pt x="74529" y="73015"/>
                  <a:pt x="75856" y="73314"/>
                  <a:pt x="77500" y="73463"/>
                </a:cubicBezTo>
                <a:moveTo>
                  <a:pt x="22544" y="46769"/>
                </a:moveTo>
                <a:lnTo>
                  <a:pt x="48453" y="46769"/>
                </a:lnTo>
                <a:lnTo>
                  <a:pt x="35441" y="15926"/>
                </a:lnTo>
                <a:lnTo>
                  <a:pt x="22544" y="46769"/>
                </a:lnTo>
                <a:close/>
                <a:moveTo>
                  <a:pt x="158023" y="73463"/>
                </a:moveTo>
                <a:lnTo>
                  <a:pt x="158023" y="75594"/>
                </a:lnTo>
                <a:lnTo>
                  <a:pt x="129424" y="75594"/>
                </a:lnTo>
                <a:lnTo>
                  <a:pt x="129424" y="73463"/>
                </a:lnTo>
                <a:cubicBezTo>
                  <a:pt x="132415" y="73388"/>
                  <a:pt x="134471" y="73089"/>
                  <a:pt x="135592" y="72566"/>
                </a:cubicBezTo>
                <a:cubicBezTo>
                  <a:pt x="136714" y="72043"/>
                  <a:pt x="137275" y="71071"/>
                  <a:pt x="137275" y="69650"/>
                </a:cubicBezTo>
                <a:cubicBezTo>
                  <a:pt x="137275" y="67855"/>
                  <a:pt x="136564" y="65350"/>
                  <a:pt x="135144" y="62135"/>
                </a:cubicBezTo>
                <a:lnTo>
                  <a:pt x="130545" y="51367"/>
                </a:lnTo>
                <a:lnTo>
                  <a:pt x="101161" y="51367"/>
                </a:lnTo>
                <a:lnTo>
                  <a:pt x="96001" y="64490"/>
                </a:lnTo>
                <a:cubicBezTo>
                  <a:pt x="95403" y="66060"/>
                  <a:pt x="95104" y="67518"/>
                  <a:pt x="95104" y="68865"/>
                </a:cubicBezTo>
                <a:cubicBezTo>
                  <a:pt x="95104" y="70510"/>
                  <a:pt x="95702" y="71688"/>
                  <a:pt x="96898" y="72399"/>
                </a:cubicBezTo>
                <a:cubicBezTo>
                  <a:pt x="98095" y="73108"/>
                  <a:pt x="100039" y="73463"/>
                  <a:pt x="102730" y="73463"/>
                </a:cubicBezTo>
                <a:lnTo>
                  <a:pt x="102730" y="75594"/>
                </a:lnTo>
                <a:lnTo>
                  <a:pt x="80523" y="75594"/>
                </a:lnTo>
                <a:lnTo>
                  <a:pt x="80523" y="73463"/>
                </a:lnTo>
                <a:cubicBezTo>
                  <a:pt x="81870" y="73388"/>
                  <a:pt x="83029" y="73145"/>
                  <a:pt x="84001" y="72734"/>
                </a:cubicBezTo>
                <a:cubicBezTo>
                  <a:pt x="84973" y="72322"/>
                  <a:pt x="85907" y="71518"/>
                  <a:pt x="86804" y="70323"/>
                </a:cubicBezTo>
                <a:cubicBezTo>
                  <a:pt x="87701" y="69126"/>
                  <a:pt x="88748" y="67312"/>
                  <a:pt x="89944" y="64882"/>
                </a:cubicBezTo>
                <a:cubicBezTo>
                  <a:pt x="91141" y="62452"/>
                  <a:pt x="92637" y="59181"/>
                  <a:pt x="94432" y="55069"/>
                </a:cubicBezTo>
                <a:lnTo>
                  <a:pt x="117760" y="0"/>
                </a:lnTo>
                <a:lnTo>
                  <a:pt x="120003" y="0"/>
                </a:lnTo>
                <a:lnTo>
                  <a:pt x="147930" y="63705"/>
                </a:lnTo>
                <a:cubicBezTo>
                  <a:pt x="149276" y="66471"/>
                  <a:pt x="150379" y="68528"/>
                  <a:pt x="151238" y="69874"/>
                </a:cubicBezTo>
                <a:cubicBezTo>
                  <a:pt x="152098" y="71219"/>
                  <a:pt x="153033" y="72117"/>
                  <a:pt x="154043" y="72566"/>
                </a:cubicBezTo>
                <a:cubicBezTo>
                  <a:pt x="155052" y="73015"/>
                  <a:pt x="156379" y="73314"/>
                  <a:pt x="158023" y="73463"/>
                </a:cubicBezTo>
                <a:moveTo>
                  <a:pt x="103067" y="46769"/>
                </a:moveTo>
                <a:lnTo>
                  <a:pt x="128976" y="46769"/>
                </a:lnTo>
                <a:lnTo>
                  <a:pt x="115964" y="15926"/>
                </a:lnTo>
                <a:lnTo>
                  <a:pt x="103067" y="46769"/>
                </a:lnTo>
                <a:close/>
                <a:moveTo>
                  <a:pt x="161159" y="75594"/>
                </a:moveTo>
                <a:lnTo>
                  <a:pt x="161159" y="73463"/>
                </a:lnTo>
                <a:cubicBezTo>
                  <a:pt x="164000" y="73238"/>
                  <a:pt x="166112" y="72865"/>
                  <a:pt x="167495" y="72342"/>
                </a:cubicBezTo>
                <a:cubicBezTo>
                  <a:pt x="168879" y="71818"/>
                  <a:pt x="169814" y="70865"/>
                  <a:pt x="170300" y="69482"/>
                </a:cubicBezTo>
                <a:cubicBezTo>
                  <a:pt x="170786" y="68098"/>
                  <a:pt x="171029" y="66061"/>
                  <a:pt x="171029" y="63369"/>
                </a:cubicBezTo>
                <a:lnTo>
                  <a:pt x="171029" y="13571"/>
                </a:lnTo>
                <a:cubicBezTo>
                  <a:pt x="171029" y="10729"/>
                  <a:pt x="170823" y="8654"/>
                  <a:pt x="170411" y="7345"/>
                </a:cubicBezTo>
                <a:cubicBezTo>
                  <a:pt x="170000" y="6037"/>
                  <a:pt x="169103" y="5121"/>
                  <a:pt x="167719" y="4599"/>
                </a:cubicBezTo>
                <a:cubicBezTo>
                  <a:pt x="166336" y="4075"/>
                  <a:pt x="164150" y="3701"/>
                  <a:pt x="161159" y="3476"/>
                </a:cubicBezTo>
                <a:lnTo>
                  <a:pt x="161159" y="1345"/>
                </a:lnTo>
                <a:lnTo>
                  <a:pt x="191441" y="1345"/>
                </a:lnTo>
                <a:cubicBezTo>
                  <a:pt x="199143" y="1345"/>
                  <a:pt x="205985" y="2336"/>
                  <a:pt x="211965" y="4318"/>
                </a:cubicBezTo>
                <a:cubicBezTo>
                  <a:pt x="217947" y="6300"/>
                  <a:pt x="222845" y="9234"/>
                  <a:pt x="226659" y="13121"/>
                </a:cubicBezTo>
                <a:cubicBezTo>
                  <a:pt x="229799" y="16187"/>
                  <a:pt x="232173" y="19851"/>
                  <a:pt x="233780" y="24113"/>
                </a:cubicBezTo>
                <a:cubicBezTo>
                  <a:pt x="235388" y="28376"/>
                  <a:pt x="236192" y="33049"/>
                  <a:pt x="236192" y="38133"/>
                </a:cubicBezTo>
                <a:cubicBezTo>
                  <a:pt x="236192" y="43591"/>
                  <a:pt x="235201" y="48714"/>
                  <a:pt x="233219" y="53500"/>
                </a:cubicBezTo>
                <a:cubicBezTo>
                  <a:pt x="231238" y="58285"/>
                  <a:pt x="228416" y="62322"/>
                  <a:pt x="224751" y="65611"/>
                </a:cubicBezTo>
                <a:cubicBezTo>
                  <a:pt x="221312" y="68752"/>
                  <a:pt x="216789" y="71201"/>
                  <a:pt x="211180" y="72958"/>
                </a:cubicBezTo>
                <a:cubicBezTo>
                  <a:pt x="205572" y="74715"/>
                  <a:pt x="199516" y="75594"/>
                  <a:pt x="193012" y="75594"/>
                </a:cubicBezTo>
                <a:lnTo>
                  <a:pt x="161159" y="75594"/>
                </a:lnTo>
                <a:moveTo>
                  <a:pt x="182468" y="9870"/>
                </a:moveTo>
                <a:lnTo>
                  <a:pt x="182468" y="66845"/>
                </a:lnTo>
                <a:cubicBezTo>
                  <a:pt x="182468" y="68640"/>
                  <a:pt x="182879" y="69855"/>
                  <a:pt x="183702" y="70490"/>
                </a:cubicBezTo>
                <a:cubicBezTo>
                  <a:pt x="184524" y="71126"/>
                  <a:pt x="186057" y="71444"/>
                  <a:pt x="188300" y="71444"/>
                </a:cubicBezTo>
                <a:cubicBezTo>
                  <a:pt x="193161" y="71444"/>
                  <a:pt x="197329" y="71089"/>
                  <a:pt x="200805" y="70379"/>
                </a:cubicBezTo>
                <a:cubicBezTo>
                  <a:pt x="204283" y="69668"/>
                  <a:pt x="207442" y="68490"/>
                  <a:pt x="210283" y="66845"/>
                </a:cubicBezTo>
                <a:cubicBezTo>
                  <a:pt x="219406" y="61536"/>
                  <a:pt x="223967" y="52228"/>
                  <a:pt x="223967" y="38919"/>
                </a:cubicBezTo>
                <a:cubicBezTo>
                  <a:pt x="223967" y="26507"/>
                  <a:pt x="219518" y="17235"/>
                  <a:pt x="210620" y="11103"/>
                </a:cubicBezTo>
                <a:cubicBezTo>
                  <a:pt x="205311" y="7365"/>
                  <a:pt x="197872" y="5495"/>
                  <a:pt x="188300" y="5495"/>
                </a:cubicBezTo>
                <a:cubicBezTo>
                  <a:pt x="185983" y="5495"/>
                  <a:pt x="184431" y="5795"/>
                  <a:pt x="183645" y="6394"/>
                </a:cubicBezTo>
                <a:cubicBezTo>
                  <a:pt x="182860" y="6992"/>
                  <a:pt x="182468" y="8150"/>
                  <a:pt x="182468" y="98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Fixed">
            <a:extLst xmlns:a="http://schemas.openxmlformats.org/drawingml/2006/main">
              <a:ext uri="{FF2B5EF4-FFF2-40B4-BE49-F238E27FC236}">
                <a16:creationId xmlns:a16="http://schemas.microsoft.com/office/drawing/2014/main" id="{8748C847-87E8-4BA8-9B92-3472752D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534" y="5395441"/>
            <a:ext cx="306821" cy="94332"/>
          </a:xfrm>
          <a:custGeom xmlns:a="http://schemas.openxmlformats.org/drawingml/2006/main">
            <a:pathLst>
              <a:path w="306821" h="94332">
                <a:moveTo>
                  <a:pt x="63571" y="61527"/>
                </a:moveTo>
                <a:lnTo>
                  <a:pt x="60439" y="61527"/>
                </a:lnTo>
                <a:cubicBezTo>
                  <a:pt x="59894" y="57806"/>
                  <a:pt x="59168" y="55039"/>
                  <a:pt x="58260" y="53225"/>
                </a:cubicBezTo>
                <a:cubicBezTo>
                  <a:pt x="57353" y="51410"/>
                  <a:pt x="55924" y="50162"/>
                  <a:pt x="53973" y="49482"/>
                </a:cubicBezTo>
                <a:cubicBezTo>
                  <a:pt x="52022" y="48801"/>
                  <a:pt x="49186" y="48460"/>
                  <a:pt x="45465" y="48460"/>
                </a:cubicBezTo>
                <a:lnTo>
                  <a:pt x="25729" y="48460"/>
                </a:lnTo>
                <a:lnTo>
                  <a:pt x="25729" y="78135"/>
                </a:lnTo>
                <a:cubicBezTo>
                  <a:pt x="25819" y="81402"/>
                  <a:pt x="26159" y="83897"/>
                  <a:pt x="26748" y="85621"/>
                </a:cubicBezTo>
                <a:cubicBezTo>
                  <a:pt x="27338" y="87345"/>
                  <a:pt x="28518" y="88525"/>
                  <a:pt x="30288" y="89160"/>
                </a:cubicBezTo>
                <a:cubicBezTo>
                  <a:pt x="32057" y="89796"/>
                  <a:pt x="34667" y="90204"/>
                  <a:pt x="38116" y="90386"/>
                </a:cubicBezTo>
                <a:lnTo>
                  <a:pt x="38116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9" y="90113"/>
                  <a:pt x="6013" y="89659"/>
                  <a:pt x="7691" y="89025"/>
                </a:cubicBezTo>
                <a:cubicBezTo>
                  <a:pt x="9371" y="88390"/>
                  <a:pt x="10483" y="87119"/>
                  <a:pt x="11027" y="85214"/>
                </a:cubicBezTo>
                <a:cubicBezTo>
                  <a:pt x="11571" y="83307"/>
                  <a:pt x="11843" y="80448"/>
                  <a:pt x="11843" y="76638"/>
                </a:cubicBezTo>
                <a:lnTo>
                  <a:pt x="11843" y="17697"/>
                </a:lnTo>
                <a:cubicBezTo>
                  <a:pt x="11753" y="14429"/>
                  <a:pt x="11413" y="11956"/>
                  <a:pt x="10824" y="10277"/>
                </a:cubicBezTo>
                <a:cubicBezTo>
                  <a:pt x="10234" y="8598"/>
                  <a:pt x="9122" y="7418"/>
                  <a:pt x="7488" y="6738"/>
                </a:cubicBezTo>
                <a:cubicBezTo>
                  <a:pt x="5854" y="6057"/>
                  <a:pt x="3358" y="5625"/>
                  <a:pt x="0" y="5444"/>
                </a:cubicBezTo>
                <a:lnTo>
                  <a:pt x="0" y="2858"/>
                </a:lnTo>
                <a:lnTo>
                  <a:pt x="72282" y="2858"/>
                </a:lnTo>
                <a:lnTo>
                  <a:pt x="72691" y="22324"/>
                </a:lnTo>
                <a:lnTo>
                  <a:pt x="69287" y="22324"/>
                </a:lnTo>
                <a:cubicBezTo>
                  <a:pt x="68561" y="18241"/>
                  <a:pt x="67609" y="15201"/>
                  <a:pt x="66429" y="13204"/>
                </a:cubicBezTo>
                <a:cubicBezTo>
                  <a:pt x="65249" y="11207"/>
                  <a:pt x="63298" y="9869"/>
                  <a:pt x="60576" y="9189"/>
                </a:cubicBezTo>
                <a:cubicBezTo>
                  <a:pt x="57853" y="8508"/>
                  <a:pt x="53860" y="8122"/>
                  <a:pt x="48597" y="8032"/>
                </a:cubicBezTo>
                <a:lnTo>
                  <a:pt x="30084" y="8032"/>
                </a:lnTo>
                <a:cubicBezTo>
                  <a:pt x="28179" y="8122"/>
                  <a:pt x="26999" y="8394"/>
                  <a:pt x="26545" y="8848"/>
                </a:cubicBezTo>
                <a:cubicBezTo>
                  <a:pt x="26091" y="9301"/>
                  <a:pt x="25819" y="10572"/>
                  <a:pt x="25729" y="12660"/>
                </a:cubicBezTo>
                <a:lnTo>
                  <a:pt x="25729" y="42879"/>
                </a:lnTo>
                <a:lnTo>
                  <a:pt x="45465" y="42879"/>
                </a:lnTo>
                <a:cubicBezTo>
                  <a:pt x="49186" y="42788"/>
                  <a:pt x="52044" y="42425"/>
                  <a:pt x="54041" y="41791"/>
                </a:cubicBezTo>
                <a:cubicBezTo>
                  <a:pt x="56038" y="41155"/>
                  <a:pt x="57490" y="39907"/>
                  <a:pt x="58397" y="38048"/>
                </a:cubicBezTo>
                <a:cubicBezTo>
                  <a:pt x="59305" y="36187"/>
                  <a:pt x="59986" y="33487"/>
                  <a:pt x="60439" y="29947"/>
                </a:cubicBezTo>
                <a:lnTo>
                  <a:pt x="63571" y="29947"/>
                </a:lnTo>
                <a:lnTo>
                  <a:pt x="63571" y="61527"/>
                </a:lnTo>
                <a:close/>
                <a:moveTo>
                  <a:pt x="77182" y="92972"/>
                </a:moveTo>
                <a:lnTo>
                  <a:pt x="77182" y="90930"/>
                </a:lnTo>
                <a:cubicBezTo>
                  <a:pt x="80268" y="90749"/>
                  <a:pt x="82560" y="90386"/>
                  <a:pt x="84057" y="89842"/>
                </a:cubicBezTo>
                <a:cubicBezTo>
                  <a:pt x="85554" y="89296"/>
                  <a:pt x="86552" y="88207"/>
                  <a:pt x="87050" y="86574"/>
                </a:cubicBezTo>
                <a:cubicBezTo>
                  <a:pt x="87550" y="84940"/>
                  <a:pt x="87846" y="82444"/>
                  <a:pt x="87937" y="79086"/>
                </a:cubicBezTo>
                <a:lnTo>
                  <a:pt x="87937" y="47507"/>
                </a:lnTo>
                <a:cubicBezTo>
                  <a:pt x="87937" y="44512"/>
                  <a:pt x="87596" y="42402"/>
                  <a:pt x="86915" y="41178"/>
                </a:cubicBezTo>
                <a:cubicBezTo>
                  <a:pt x="86235" y="39952"/>
                  <a:pt x="85078" y="39340"/>
                  <a:pt x="83444" y="39340"/>
                </a:cubicBezTo>
                <a:cubicBezTo>
                  <a:pt x="81992" y="39340"/>
                  <a:pt x="80449" y="39475"/>
                  <a:pt x="78817" y="39747"/>
                </a:cubicBezTo>
                <a:lnTo>
                  <a:pt x="77726" y="39884"/>
                </a:lnTo>
                <a:lnTo>
                  <a:pt x="77726" y="37842"/>
                </a:lnTo>
                <a:lnTo>
                  <a:pt x="98827" y="30354"/>
                </a:lnTo>
                <a:lnTo>
                  <a:pt x="99371" y="30763"/>
                </a:lnTo>
                <a:lnTo>
                  <a:pt x="99371" y="79086"/>
                </a:lnTo>
                <a:cubicBezTo>
                  <a:pt x="99461" y="82354"/>
                  <a:pt x="99710" y="84805"/>
                  <a:pt x="100119" y="86439"/>
                </a:cubicBezTo>
                <a:cubicBezTo>
                  <a:pt x="100527" y="88072"/>
                  <a:pt x="101435" y="89160"/>
                  <a:pt x="102842" y="89704"/>
                </a:cubicBezTo>
                <a:cubicBezTo>
                  <a:pt x="104249" y="90249"/>
                  <a:pt x="106449" y="90657"/>
                  <a:pt x="109443" y="90930"/>
                </a:cubicBezTo>
                <a:lnTo>
                  <a:pt x="109443" y="92972"/>
                </a:lnTo>
                <a:lnTo>
                  <a:pt x="77182" y="92972"/>
                </a:lnTo>
                <a:moveTo>
                  <a:pt x="92428" y="0"/>
                </a:moveTo>
                <a:cubicBezTo>
                  <a:pt x="94424" y="0"/>
                  <a:pt x="96103" y="658"/>
                  <a:pt x="97464" y="1973"/>
                </a:cubicBezTo>
                <a:cubicBezTo>
                  <a:pt x="98826" y="3289"/>
                  <a:pt x="99506" y="4945"/>
                  <a:pt x="99506" y="6942"/>
                </a:cubicBezTo>
                <a:cubicBezTo>
                  <a:pt x="99506" y="8938"/>
                  <a:pt x="98848" y="10595"/>
                  <a:pt x="97533" y="11912"/>
                </a:cubicBezTo>
                <a:cubicBezTo>
                  <a:pt x="96218" y="13227"/>
                  <a:pt x="94516" y="13885"/>
                  <a:pt x="92428" y="13885"/>
                </a:cubicBezTo>
                <a:cubicBezTo>
                  <a:pt x="90522" y="13885"/>
                  <a:pt x="88912" y="13227"/>
                  <a:pt x="87596" y="11912"/>
                </a:cubicBezTo>
                <a:cubicBezTo>
                  <a:pt x="86281" y="10595"/>
                  <a:pt x="85623" y="8938"/>
                  <a:pt x="85623" y="6942"/>
                </a:cubicBezTo>
                <a:cubicBezTo>
                  <a:pt x="85623" y="5036"/>
                  <a:pt x="86304" y="3403"/>
                  <a:pt x="87665" y="2042"/>
                </a:cubicBezTo>
                <a:cubicBezTo>
                  <a:pt x="89026" y="681"/>
                  <a:pt x="90614" y="0"/>
                  <a:pt x="92428" y="0"/>
                </a:cubicBezTo>
                <a:close/>
                <a:moveTo>
                  <a:pt x="149327" y="92972"/>
                </a:moveTo>
                <a:lnTo>
                  <a:pt x="149327" y="90930"/>
                </a:lnTo>
                <a:cubicBezTo>
                  <a:pt x="151596" y="90749"/>
                  <a:pt x="153070" y="90454"/>
                  <a:pt x="153749" y="90045"/>
                </a:cubicBezTo>
                <a:cubicBezTo>
                  <a:pt x="154431" y="89637"/>
                  <a:pt x="154771" y="88842"/>
                  <a:pt x="154771" y="87663"/>
                </a:cubicBezTo>
                <a:cubicBezTo>
                  <a:pt x="154771" y="86846"/>
                  <a:pt x="154499" y="86029"/>
                  <a:pt x="153955" y="85212"/>
                </a:cubicBezTo>
                <a:lnTo>
                  <a:pt x="141567" y="66155"/>
                </a:lnTo>
                <a:lnTo>
                  <a:pt x="130814" y="82898"/>
                </a:lnTo>
                <a:cubicBezTo>
                  <a:pt x="128999" y="85620"/>
                  <a:pt x="128091" y="87481"/>
                  <a:pt x="128091" y="88479"/>
                </a:cubicBezTo>
                <a:cubicBezTo>
                  <a:pt x="128091" y="89387"/>
                  <a:pt x="128500" y="90023"/>
                  <a:pt x="129317" y="90386"/>
                </a:cubicBezTo>
                <a:cubicBezTo>
                  <a:pt x="130134" y="90749"/>
                  <a:pt x="131541" y="90930"/>
                  <a:pt x="133538" y="90930"/>
                </a:cubicBezTo>
                <a:lnTo>
                  <a:pt x="133538" y="92972"/>
                </a:lnTo>
                <a:lnTo>
                  <a:pt x="113799" y="92972"/>
                </a:lnTo>
                <a:lnTo>
                  <a:pt x="113799" y="90930"/>
                </a:lnTo>
                <a:cubicBezTo>
                  <a:pt x="116069" y="90749"/>
                  <a:pt x="117793" y="90249"/>
                  <a:pt x="118971" y="89432"/>
                </a:cubicBezTo>
                <a:cubicBezTo>
                  <a:pt x="120151" y="88615"/>
                  <a:pt x="121739" y="86801"/>
                  <a:pt x="123736" y="83988"/>
                </a:cubicBezTo>
                <a:lnTo>
                  <a:pt x="139254" y="61527"/>
                </a:lnTo>
                <a:lnTo>
                  <a:pt x="126459" y="41926"/>
                </a:lnTo>
                <a:cubicBezTo>
                  <a:pt x="124372" y="38749"/>
                  <a:pt x="122625" y="36594"/>
                  <a:pt x="121218" y="35460"/>
                </a:cubicBezTo>
                <a:cubicBezTo>
                  <a:pt x="119812" y="34326"/>
                  <a:pt x="118065" y="33759"/>
                  <a:pt x="115978" y="33759"/>
                </a:cubicBezTo>
                <a:lnTo>
                  <a:pt x="114753" y="33759"/>
                </a:lnTo>
                <a:lnTo>
                  <a:pt x="114753" y="31717"/>
                </a:lnTo>
                <a:lnTo>
                  <a:pt x="142930" y="31717"/>
                </a:lnTo>
                <a:lnTo>
                  <a:pt x="142930" y="33759"/>
                </a:lnTo>
                <a:cubicBezTo>
                  <a:pt x="139028" y="33849"/>
                  <a:pt x="137077" y="34847"/>
                  <a:pt x="137077" y="36754"/>
                </a:cubicBezTo>
                <a:cubicBezTo>
                  <a:pt x="137077" y="37388"/>
                  <a:pt x="137349" y="38318"/>
                  <a:pt x="137893" y="39543"/>
                </a:cubicBezTo>
                <a:cubicBezTo>
                  <a:pt x="138437" y="40769"/>
                  <a:pt x="139345" y="42425"/>
                  <a:pt x="140616" y="44512"/>
                </a:cubicBezTo>
                <a:cubicBezTo>
                  <a:pt x="140798" y="44784"/>
                  <a:pt x="141183" y="45375"/>
                  <a:pt x="141773" y="46283"/>
                </a:cubicBezTo>
                <a:cubicBezTo>
                  <a:pt x="142363" y="47190"/>
                  <a:pt x="143157" y="48415"/>
                  <a:pt x="144155" y="49958"/>
                </a:cubicBezTo>
                <a:lnTo>
                  <a:pt x="145244" y="51590"/>
                </a:lnTo>
                <a:cubicBezTo>
                  <a:pt x="146151" y="50229"/>
                  <a:pt x="146967" y="48981"/>
                  <a:pt x="147693" y="47847"/>
                </a:cubicBezTo>
                <a:cubicBezTo>
                  <a:pt x="148420" y="46713"/>
                  <a:pt x="148965" y="45964"/>
                  <a:pt x="149327" y="45600"/>
                </a:cubicBezTo>
                <a:cubicBezTo>
                  <a:pt x="152685" y="41426"/>
                  <a:pt x="154364" y="38478"/>
                  <a:pt x="154364" y="36754"/>
                </a:cubicBezTo>
                <a:cubicBezTo>
                  <a:pt x="154364" y="35755"/>
                  <a:pt x="153979" y="35029"/>
                  <a:pt x="153207" y="34575"/>
                </a:cubicBezTo>
                <a:cubicBezTo>
                  <a:pt x="152436" y="34121"/>
                  <a:pt x="151006" y="33849"/>
                  <a:pt x="148918" y="33759"/>
                </a:cubicBezTo>
                <a:lnTo>
                  <a:pt x="148918" y="31717"/>
                </a:lnTo>
                <a:lnTo>
                  <a:pt x="170426" y="31717"/>
                </a:lnTo>
                <a:lnTo>
                  <a:pt x="170426" y="33759"/>
                </a:lnTo>
                <a:cubicBezTo>
                  <a:pt x="165799" y="33940"/>
                  <a:pt x="162124" y="35936"/>
                  <a:pt x="159401" y="39747"/>
                </a:cubicBezTo>
                <a:lnTo>
                  <a:pt x="148102" y="56083"/>
                </a:lnTo>
                <a:lnTo>
                  <a:pt x="165526" y="82763"/>
                </a:lnTo>
                <a:cubicBezTo>
                  <a:pt x="167613" y="85757"/>
                  <a:pt x="169473" y="87866"/>
                  <a:pt x="171105" y="89092"/>
                </a:cubicBezTo>
                <a:cubicBezTo>
                  <a:pt x="172739" y="90317"/>
                  <a:pt x="174600" y="90930"/>
                  <a:pt x="176689" y="90930"/>
                </a:cubicBezTo>
                <a:lnTo>
                  <a:pt x="176689" y="92972"/>
                </a:lnTo>
                <a:lnTo>
                  <a:pt x="149327" y="92972"/>
                </a:lnTo>
                <a:close/>
                <a:moveTo>
                  <a:pt x="235902" y="70647"/>
                </a:moveTo>
                <a:lnTo>
                  <a:pt x="238078" y="71601"/>
                </a:lnTo>
                <a:cubicBezTo>
                  <a:pt x="235266" y="78951"/>
                  <a:pt x="231387" y="84577"/>
                  <a:pt x="226441" y="88479"/>
                </a:cubicBezTo>
                <a:cubicBezTo>
                  <a:pt x="221494" y="92381"/>
                  <a:pt x="215755" y="94332"/>
                  <a:pt x="209222" y="94332"/>
                </a:cubicBezTo>
                <a:cubicBezTo>
                  <a:pt x="201417" y="94332"/>
                  <a:pt x="195224" y="91588"/>
                  <a:pt x="190640" y="86099"/>
                </a:cubicBezTo>
                <a:cubicBezTo>
                  <a:pt x="186058" y="80608"/>
                  <a:pt x="183767" y="73189"/>
                  <a:pt x="183767" y="63841"/>
                </a:cubicBezTo>
                <a:cubicBezTo>
                  <a:pt x="183767" y="58215"/>
                  <a:pt x="184652" y="53111"/>
                  <a:pt x="186422" y="48529"/>
                </a:cubicBezTo>
                <a:cubicBezTo>
                  <a:pt x="188191" y="43945"/>
                  <a:pt x="190664" y="40247"/>
                  <a:pt x="193839" y="37433"/>
                </a:cubicBezTo>
                <a:cubicBezTo>
                  <a:pt x="199102" y="32714"/>
                  <a:pt x="205228" y="30354"/>
                  <a:pt x="212217" y="30354"/>
                </a:cubicBezTo>
                <a:cubicBezTo>
                  <a:pt x="219567" y="30354"/>
                  <a:pt x="225374" y="32941"/>
                  <a:pt x="229639" y="38114"/>
                </a:cubicBezTo>
                <a:cubicBezTo>
                  <a:pt x="231363" y="40292"/>
                  <a:pt x="232634" y="42584"/>
                  <a:pt x="233451" y="44989"/>
                </a:cubicBezTo>
                <a:cubicBezTo>
                  <a:pt x="234268" y="47393"/>
                  <a:pt x="234948" y="50819"/>
                  <a:pt x="235493" y="55267"/>
                </a:cubicBezTo>
                <a:lnTo>
                  <a:pt x="193567" y="55267"/>
                </a:lnTo>
                <a:cubicBezTo>
                  <a:pt x="193748" y="59440"/>
                  <a:pt x="194111" y="62820"/>
                  <a:pt x="194655" y="65407"/>
                </a:cubicBezTo>
                <a:cubicBezTo>
                  <a:pt x="195201" y="67994"/>
                  <a:pt x="196063" y="70602"/>
                  <a:pt x="197243" y="73233"/>
                </a:cubicBezTo>
                <a:cubicBezTo>
                  <a:pt x="201235" y="81038"/>
                  <a:pt x="207089" y="84940"/>
                  <a:pt x="214803" y="84940"/>
                </a:cubicBezTo>
                <a:cubicBezTo>
                  <a:pt x="219159" y="84940"/>
                  <a:pt x="222948" y="83851"/>
                  <a:pt x="226169" y="81675"/>
                </a:cubicBezTo>
                <a:cubicBezTo>
                  <a:pt x="229391" y="79496"/>
                  <a:pt x="232635" y="75821"/>
                  <a:pt x="235902" y="70647"/>
                </a:cubicBezTo>
                <a:moveTo>
                  <a:pt x="193839" y="50909"/>
                </a:moveTo>
                <a:lnTo>
                  <a:pt x="221609" y="50909"/>
                </a:lnTo>
                <a:cubicBezTo>
                  <a:pt x="220701" y="45011"/>
                  <a:pt x="219294" y="40929"/>
                  <a:pt x="217389" y="38660"/>
                </a:cubicBezTo>
                <a:cubicBezTo>
                  <a:pt x="215483" y="36391"/>
                  <a:pt x="212443" y="35256"/>
                  <a:pt x="208268" y="35256"/>
                </a:cubicBezTo>
                <a:cubicBezTo>
                  <a:pt x="204093" y="35256"/>
                  <a:pt x="200826" y="36527"/>
                  <a:pt x="198467" y="39068"/>
                </a:cubicBezTo>
                <a:cubicBezTo>
                  <a:pt x="196108" y="41609"/>
                  <a:pt x="194566" y="45556"/>
                  <a:pt x="193839" y="50909"/>
                </a:cubicBezTo>
                <a:close/>
                <a:moveTo>
                  <a:pt x="306821" y="85077"/>
                </a:moveTo>
                <a:lnTo>
                  <a:pt x="306821" y="87254"/>
                </a:lnTo>
                <a:lnTo>
                  <a:pt x="286811" y="94332"/>
                </a:lnTo>
                <a:lnTo>
                  <a:pt x="286266" y="93925"/>
                </a:lnTo>
                <a:lnTo>
                  <a:pt x="286266" y="85212"/>
                </a:lnTo>
                <a:cubicBezTo>
                  <a:pt x="283998" y="88388"/>
                  <a:pt x="281480" y="90703"/>
                  <a:pt x="278712" y="92155"/>
                </a:cubicBezTo>
                <a:cubicBezTo>
                  <a:pt x="275944" y="93607"/>
                  <a:pt x="272655" y="94332"/>
                  <a:pt x="268844" y="94332"/>
                </a:cubicBezTo>
                <a:cubicBezTo>
                  <a:pt x="263852" y="94332"/>
                  <a:pt x="259450" y="93107"/>
                  <a:pt x="255638" y="90658"/>
                </a:cubicBezTo>
                <a:cubicBezTo>
                  <a:pt x="251827" y="88207"/>
                  <a:pt x="248878" y="84781"/>
                  <a:pt x="246790" y="80381"/>
                </a:cubicBezTo>
                <a:cubicBezTo>
                  <a:pt x="244703" y="75979"/>
                  <a:pt x="243659" y="70874"/>
                  <a:pt x="243659" y="65066"/>
                </a:cubicBezTo>
                <a:cubicBezTo>
                  <a:pt x="243659" y="58623"/>
                  <a:pt x="244930" y="52770"/>
                  <a:pt x="247471" y="47507"/>
                </a:cubicBezTo>
                <a:cubicBezTo>
                  <a:pt x="250012" y="42243"/>
                  <a:pt x="253438" y="38069"/>
                  <a:pt x="257748" y="34984"/>
                </a:cubicBezTo>
                <a:cubicBezTo>
                  <a:pt x="262059" y="31898"/>
                  <a:pt x="266801" y="30354"/>
                  <a:pt x="271974" y="30354"/>
                </a:cubicBezTo>
                <a:cubicBezTo>
                  <a:pt x="274696" y="30354"/>
                  <a:pt x="277124" y="30786"/>
                  <a:pt x="279256" y="31648"/>
                </a:cubicBezTo>
                <a:cubicBezTo>
                  <a:pt x="281389" y="32511"/>
                  <a:pt x="283725" y="34031"/>
                  <a:pt x="286266" y="36207"/>
                </a:cubicBezTo>
                <a:lnTo>
                  <a:pt x="286266" y="14974"/>
                </a:lnTo>
                <a:cubicBezTo>
                  <a:pt x="286266" y="12160"/>
                  <a:pt x="285858" y="10299"/>
                  <a:pt x="285041" y="9393"/>
                </a:cubicBezTo>
                <a:cubicBezTo>
                  <a:pt x="284225" y="8486"/>
                  <a:pt x="282547" y="8032"/>
                  <a:pt x="280006" y="8032"/>
                </a:cubicBezTo>
                <a:cubicBezTo>
                  <a:pt x="279460" y="8032"/>
                  <a:pt x="278961" y="8032"/>
                  <a:pt x="278506" y="8032"/>
                </a:cubicBezTo>
                <a:cubicBezTo>
                  <a:pt x="278054" y="8032"/>
                  <a:pt x="277555" y="8077"/>
                  <a:pt x="277011" y="8167"/>
                </a:cubicBezTo>
                <a:lnTo>
                  <a:pt x="277011" y="5988"/>
                </a:lnTo>
                <a:cubicBezTo>
                  <a:pt x="281367" y="4810"/>
                  <a:pt x="284974" y="3812"/>
                  <a:pt x="287832" y="2995"/>
                </a:cubicBezTo>
                <a:cubicBezTo>
                  <a:pt x="290690" y="2178"/>
                  <a:pt x="293753" y="1180"/>
                  <a:pt x="297021" y="0"/>
                </a:cubicBezTo>
                <a:lnTo>
                  <a:pt x="297701" y="272"/>
                </a:lnTo>
                <a:lnTo>
                  <a:pt x="297701" y="77454"/>
                </a:lnTo>
                <a:cubicBezTo>
                  <a:pt x="297701" y="80539"/>
                  <a:pt x="298086" y="82604"/>
                  <a:pt x="298858" y="83648"/>
                </a:cubicBezTo>
                <a:cubicBezTo>
                  <a:pt x="299629" y="84690"/>
                  <a:pt x="301240" y="85212"/>
                  <a:pt x="303691" y="85212"/>
                </a:cubicBezTo>
                <a:cubicBezTo>
                  <a:pt x="303962" y="85212"/>
                  <a:pt x="304325" y="85212"/>
                  <a:pt x="304779" y="85212"/>
                </a:cubicBezTo>
                <a:cubicBezTo>
                  <a:pt x="305233" y="85212"/>
                  <a:pt x="305914" y="85167"/>
                  <a:pt x="306821" y="85077"/>
                </a:cubicBezTo>
                <a:moveTo>
                  <a:pt x="286266" y="79086"/>
                </a:moveTo>
                <a:lnTo>
                  <a:pt x="286266" y="47779"/>
                </a:lnTo>
                <a:cubicBezTo>
                  <a:pt x="286266" y="45329"/>
                  <a:pt x="285631" y="43083"/>
                  <a:pt x="284360" y="41041"/>
                </a:cubicBezTo>
                <a:cubicBezTo>
                  <a:pt x="283090" y="38998"/>
                  <a:pt x="281389" y="37342"/>
                  <a:pt x="279256" y="36072"/>
                </a:cubicBezTo>
                <a:cubicBezTo>
                  <a:pt x="277124" y="34801"/>
                  <a:pt x="274833" y="34166"/>
                  <a:pt x="272383" y="34166"/>
                </a:cubicBezTo>
                <a:cubicBezTo>
                  <a:pt x="267210" y="34166"/>
                  <a:pt x="263081" y="36480"/>
                  <a:pt x="259996" y="41109"/>
                </a:cubicBezTo>
                <a:cubicBezTo>
                  <a:pt x="256910" y="45737"/>
                  <a:pt x="255368" y="51908"/>
                  <a:pt x="255368" y="59622"/>
                </a:cubicBezTo>
                <a:cubicBezTo>
                  <a:pt x="255368" y="67971"/>
                  <a:pt x="257092" y="74663"/>
                  <a:pt x="260540" y="79699"/>
                </a:cubicBezTo>
                <a:cubicBezTo>
                  <a:pt x="263988" y="84735"/>
                  <a:pt x="268525" y="87254"/>
                  <a:pt x="274153" y="87254"/>
                </a:cubicBezTo>
                <a:cubicBezTo>
                  <a:pt x="278418" y="87254"/>
                  <a:pt x="281684" y="85892"/>
                  <a:pt x="283952" y="83170"/>
                </a:cubicBezTo>
                <a:cubicBezTo>
                  <a:pt x="285495" y="81446"/>
                  <a:pt x="286266" y="80085"/>
                  <a:pt x="286266" y="790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InvocationCounter">
            <a:extLst xmlns:a="http://schemas.openxmlformats.org/drawingml/2006/main">
              <a:ext uri="{FF2B5EF4-FFF2-40B4-BE49-F238E27FC236}">
                <a16:creationId xmlns:a16="http://schemas.microsoft.com/office/drawing/2014/main" id="{A690C921-B816-44C6-B3EA-4A54761C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882" y="5396240"/>
            <a:ext cx="1050880" cy="94878"/>
          </a:xfrm>
          <a:custGeom xmlns:a="http://schemas.openxmlformats.org/drawingml/2006/main">
            <a:pathLst>
              <a:path w="1050880" h="94878">
                <a:moveTo>
                  <a:pt x="0" y="92972"/>
                </a:moveTo>
                <a:lnTo>
                  <a:pt x="0" y="90386"/>
                </a:lnTo>
                <a:cubicBezTo>
                  <a:pt x="3811" y="90204"/>
                  <a:pt x="6646" y="89819"/>
                  <a:pt x="8506" y="89229"/>
                </a:cubicBezTo>
                <a:cubicBezTo>
                  <a:pt x="10367" y="88639"/>
                  <a:pt x="11615" y="87505"/>
                  <a:pt x="12251" y="85827"/>
                </a:cubicBezTo>
                <a:cubicBezTo>
                  <a:pt x="12886" y="84147"/>
                  <a:pt x="13204" y="81583"/>
                  <a:pt x="13204" y="78135"/>
                </a:cubicBezTo>
                <a:lnTo>
                  <a:pt x="13204" y="17697"/>
                </a:lnTo>
                <a:cubicBezTo>
                  <a:pt x="13204" y="14247"/>
                  <a:pt x="12909" y="11706"/>
                  <a:pt x="12319" y="10074"/>
                </a:cubicBezTo>
                <a:cubicBezTo>
                  <a:pt x="11729" y="8440"/>
                  <a:pt x="10504" y="7305"/>
                  <a:pt x="8643" y="6669"/>
                </a:cubicBezTo>
                <a:cubicBezTo>
                  <a:pt x="6783" y="6034"/>
                  <a:pt x="3902" y="5625"/>
                  <a:pt x="0" y="5444"/>
                </a:cubicBezTo>
                <a:lnTo>
                  <a:pt x="0" y="2858"/>
                </a:lnTo>
                <a:lnTo>
                  <a:pt x="40428" y="2858"/>
                </a:lnTo>
                <a:lnTo>
                  <a:pt x="40428" y="5444"/>
                </a:lnTo>
                <a:cubicBezTo>
                  <a:pt x="36707" y="5535"/>
                  <a:pt x="33894" y="5899"/>
                  <a:pt x="31987" y="6534"/>
                </a:cubicBezTo>
                <a:cubicBezTo>
                  <a:pt x="30082" y="7169"/>
                  <a:pt x="28811" y="8326"/>
                  <a:pt x="28175" y="10005"/>
                </a:cubicBezTo>
                <a:cubicBezTo>
                  <a:pt x="27541" y="11684"/>
                  <a:pt x="27178" y="14247"/>
                  <a:pt x="27087" y="17697"/>
                </a:cubicBezTo>
                <a:lnTo>
                  <a:pt x="27087" y="78135"/>
                </a:lnTo>
                <a:cubicBezTo>
                  <a:pt x="27178" y="81492"/>
                  <a:pt x="27564" y="84033"/>
                  <a:pt x="28244" y="85758"/>
                </a:cubicBezTo>
                <a:cubicBezTo>
                  <a:pt x="28925" y="87482"/>
                  <a:pt x="30196" y="88662"/>
                  <a:pt x="32055" y="89297"/>
                </a:cubicBezTo>
                <a:cubicBezTo>
                  <a:pt x="33916" y="89932"/>
                  <a:pt x="36707" y="90294"/>
                  <a:pt x="40428" y="90386"/>
                </a:cubicBezTo>
                <a:lnTo>
                  <a:pt x="40428" y="92972"/>
                </a:lnTo>
                <a:lnTo>
                  <a:pt x="0" y="92972"/>
                </a:lnTo>
                <a:close/>
                <a:moveTo>
                  <a:pt x="45329" y="92972"/>
                </a:moveTo>
                <a:lnTo>
                  <a:pt x="45329" y="90930"/>
                </a:lnTo>
                <a:cubicBezTo>
                  <a:pt x="48777" y="90749"/>
                  <a:pt x="51022" y="90000"/>
                  <a:pt x="52065" y="88685"/>
                </a:cubicBezTo>
                <a:cubicBezTo>
                  <a:pt x="53109" y="87368"/>
                  <a:pt x="53677" y="84713"/>
                  <a:pt x="53768" y="80721"/>
                </a:cubicBezTo>
                <a:lnTo>
                  <a:pt x="53768" y="46963"/>
                </a:lnTo>
                <a:cubicBezTo>
                  <a:pt x="53768" y="43605"/>
                  <a:pt x="53405" y="41314"/>
                  <a:pt x="52678" y="40090"/>
                </a:cubicBezTo>
                <a:cubicBezTo>
                  <a:pt x="51952" y="38864"/>
                  <a:pt x="50637" y="38251"/>
                  <a:pt x="48731" y="38251"/>
                </a:cubicBezTo>
                <a:cubicBezTo>
                  <a:pt x="47007" y="38251"/>
                  <a:pt x="45783" y="38433"/>
                  <a:pt x="45057" y="38796"/>
                </a:cubicBezTo>
                <a:lnTo>
                  <a:pt x="45057" y="36482"/>
                </a:lnTo>
                <a:cubicBezTo>
                  <a:pt x="48778" y="35392"/>
                  <a:pt x="51999" y="34393"/>
                  <a:pt x="54722" y="33487"/>
                </a:cubicBezTo>
                <a:cubicBezTo>
                  <a:pt x="57444" y="32578"/>
                  <a:pt x="60484" y="31534"/>
                  <a:pt x="63842" y="30354"/>
                </a:cubicBezTo>
                <a:lnTo>
                  <a:pt x="64793" y="30628"/>
                </a:lnTo>
                <a:lnTo>
                  <a:pt x="64793" y="41381"/>
                </a:lnTo>
                <a:cubicBezTo>
                  <a:pt x="67880" y="38478"/>
                  <a:pt x="70511" y="36232"/>
                  <a:pt x="72688" y="34643"/>
                </a:cubicBezTo>
                <a:cubicBezTo>
                  <a:pt x="74866" y="33055"/>
                  <a:pt x="76863" y="31943"/>
                  <a:pt x="78679" y="31308"/>
                </a:cubicBezTo>
                <a:cubicBezTo>
                  <a:pt x="80494" y="30672"/>
                  <a:pt x="82445" y="30354"/>
                  <a:pt x="84532" y="30354"/>
                </a:cubicBezTo>
                <a:cubicBezTo>
                  <a:pt x="89614" y="30354"/>
                  <a:pt x="93561" y="32147"/>
                  <a:pt x="96373" y="35732"/>
                </a:cubicBezTo>
                <a:cubicBezTo>
                  <a:pt x="99187" y="39317"/>
                  <a:pt x="100594" y="44331"/>
                  <a:pt x="100594" y="50774"/>
                </a:cubicBezTo>
                <a:lnTo>
                  <a:pt x="100594" y="81947"/>
                </a:lnTo>
                <a:cubicBezTo>
                  <a:pt x="100685" y="85303"/>
                  <a:pt x="101252" y="87549"/>
                  <a:pt x="102295" y="88685"/>
                </a:cubicBezTo>
                <a:cubicBezTo>
                  <a:pt x="103339" y="89819"/>
                  <a:pt x="105540" y="90567"/>
                  <a:pt x="108898" y="90930"/>
                </a:cubicBezTo>
                <a:lnTo>
                  <a:pt x="108898" y="92972"/>
                </a:lnTo>
                <a:lnTo>
                  <a:pt x="80583" y="92972"/>
                </a:lnTo>
                <a:lnTo>
                  <a:pt x="80583" y="90930"/>
                </a:lnTo>
                <a:cubicBezTo>
                  <a:pt x="83941" y="90749"/>
                  <a:pt x="86187" y="89909"/>
                  <a:pt x="87321" y="88413"/>
                </a:cubicBezTo>
                <a:cubicBezTo>
                  <a:pt x="88457" y="86914"/>
                  <a:pt x="89069" y="83942"/>
                  <a:pt x="89159" y="79496"/>
                </a:cubicBezTo>
                <a:lnTo>
                  <a:pt x="89159" y="51046"/>
                </a:lnTo>
                <a:cubicBezTo>
                  <a:pt x="89159" y="42243"/>
                  <a:pt x="85847" y="37842"/>
                  <a:pt x="79223" y="37842"/>
                </a:cubicBezTo>
                <a:cubicBezTo>
                  <a:pt x="76955" y="37842"/>
                  <a:pt x="74845" y="38364"/>
                  <a:pt x="72894" y="39408"/>
                </a:cubicBezTo>
                <a:cubicBezTo>
                  <a:pt x="70943" y="40451"/>
                  <a:pt x="68379" y="42515"/>
                  <a:pt x="65202" y="45600"/>
                </a:cubicBezTo>
                <a:lnTo>
                  <a:pt x="65202" y="83851"/>
                </a:lnTo>
                <a:cubicBezTo>
                  <a:pt x="65202" y="86302"/>
                  <a:pt x="65860" y="88050"/>
                  <a:pt x="67176" y="89094"/>
                </a:cubicBezTo>
                <a:cubicBezTo>
                  <a:pt x="68491" y="90137"/>
                  <a:pt x="70828" y="90749"/>
                  <a:pt x="74186" y="90930"/>
                </a:cubicBezTo>
                <a:lnTo>
                  <a:pt x="74186" y="92972"/>
                </a:lnTo>
                <a:lnTo>
                  <a:pt x="45329" y="92972"/>
                </a:lnTo>
                <a:close/>
                <a:moveTo>
                  <a:pt x="175871" y="31717"/>
                </a:moveTo>
                <a:lnTo>
                  <a:pt x="175871" y="33759"/>
                </a:lnTo>
                <a:cubicBezTo>
                  <a:pt x="174510" y="33849"/>
                  <a:pt x="173421" y="34144"/>
                  <a:pt x="172604" y="34643"/>
                </a:cubicBezTo>
                <a:cubicBezTo>
                  <a:pt x="171787" y="35142"/>
                  <a:pt x="170992" y="36117"/>
                  <a:pt x="170221" y="37570"/>
                </a:cubicBezTo>
                <a:cubicBezTo>
                  <a:pt x="169450" y="39021"/>
                  <a:pt x="168384" y="41290"/>
                  <a:pt x="167022" y="44377"/>
                </a:cubicBezTo>
                <a:lnTo>
                  <a:pt x="149598" y="88072"/>
                </a:lnTo>
                <a:cubicBezTo>
                  <a:pt x="148600" y="90613"/>
                  <a:pt x="147828" y="92383"/>
                  <a:pt x="147284" y="93381"/>
                </a:cubicBezTo>
                <a:cubicBezTo>
                  <a:pt x="146740" y="94379"/>
                  <a:pt x="146241" y="94878"/>
                  <a:pt x="145787" y="94878"/>
                </a:cubicBezTo>
                <a:cubicBezTo>
                  <a:pt x="145242" y="94878"/>
                  <a:pt x="144834" y="94606"/>
                  <a:pt x="144561" y="94060"/>
                </a:cubicBezTo>
                <a:cubicBezTo>
                  <a:pt x="144198" y="93426"/>
                  <a:pt x="143790" y="92519"/>
                  <a:pt x="143338" y="91339"/>
                </a:cubicBezTo>
                <a:cubicBezTo>
                  <a:pt x="143155" y="90794"/>
                  <a:pt x="142973" y="90272"/>
                  <a:pt x="142791" y="89773"/>
                </a:cubicBezTo>
                <a:cubicBezTo>
                  <a:pt x="142610" y="89273"/>
                  <a:pt x="142429" y="88842"/>
                  <a:pt x="142247" y="88479"/>
                </a:cubicBezTo>
                <a:lnTo>
                  <a:pt x="125913" y="49411"/>
                </a:lnTo>
                <a:cubicBezTo>
                  <a:pt x="123826" y="44694"/>
                  <a:pt x="122193" y="41246"/>
                  <a:pt x="121013" y="39068"/>
                </a:cubicBezTo>
                <a:cubicBezTo>
                  <a:pt x="119834" y="36889"/>
                  <a:pt x="118722" y="35483"/>
                  <a:pt x="117678" y="34847"/>
                </a:cubicBezTo>
                <a:cubicBezTo>
                  <a:pt x="116633" y="34211"/>
                  <a:pt x="115249" y="33849"/>
                  <a:pt x="113525" y="33759"/>
                </a:cubicBezTo>
                <a:lnTo>
                  <a:pt x="113525" y="31717"/>
                </a:lnTo>
                <a:lnTo>
                  <a:pt x="140205" y="31717"/>
                </a:lnTo>
                <a:lnTo>
                  <a:pt x="140205" y="33759"/>
                </a:lnTo>
                <a:cubicBezTo>
                  <a:pt x="137846" y="33940"/>
                  <a:pt x="136213" y="34303"/>
                  <a:pt x="135306" y="34847"/>
                </a:cubicBezTo>
                <a:cubicBezTo>
                  <a:pt x="134399" y="35391"/>
                  <a:pt x="133945" y="36299"/>
                  <a:pt x="133945" y="37570"/>
                </a:cubicBezTo>
                <a:cubicBezTo>
                  <a:pt x="133945" y="39021"/>
                  <a:pt x="134353" y="40700"/>
                  <a:pt x="135169" y="42607"/>
                </a:cubicBezTo>
                <a:lnTo>
                  <a:pt x="149054" y="77454"/>
                </a:lnTo>
                <a:lnTo>
                  <a:pt x="162530" y="42198"/>
                </a:lnTo>
                <a:cubicBezTo>
                  <a:pt x="163074" y="40837"/>
                  <a:pt x="163346" y="39475"/>
                  <a:pt x="163346" y="38114"/>
                </a:cubicBezTo>
                <a:cubicBezTo>
                  <a:pt x="163346" y="35573"/>
                  <a:pt x="161214" y="34121"/>
                  <a:pt x="156949" y="33759"/>
                </a:cubicBezTo>
                <a:lnTo>
                  <a:pt x="156949" y="31717"/>
                </a:lnTo>
                <a:lnTo>
                  <a:pt x="175871" y="31717"/>
                </a:lnTo>
                <a:close/>
                <a:moveTo>
                  <a:pt x="213032" y="30354"/>
                </a:moveTo>
                <a:cubicBezTo>
                  <a:pt x="218839" y="30354"/>
                  <a:pt x="223989" y="31670"/>
                  <a:pt x="228481" y="34303"/>
                </a:cubicBezTo>
                <a:cubicBezTo>
                  <a:pt x="232973" y="36935"/>
                  <a:pt x="236512" y="40565"/>
                  <a:pt x="239099" y="45193"/>
                </a:cubicBezTo>
                <a:cubicBezTo>
                  <a:pt x="241685" y="49821"/>
                  <a:pt x="242979" y="55130"/>
                  <a:pt x="242979" y="61120"/>
                </a:cubicBezTo>
                <a:cubicBezTo>
                  <a:pt x="242979" y="67382"/>
                  <a:pt x="241663" y="73030"/>
                  <a:pt x="239030" y="78067"/>
                </a:cubicBezTo>
                <a:cubicBezTo>
                  <a:pt x="236399" y="83103"/>
                  <a:pt x="232792" y="87073"/>
                  <a:pt x="228209" y="89977"/>
                </a:cubicBezTo>
                <a:cubicBezTo>
                  <a:pt x="223627" y="92880"/>
                  <a:pt x="218477" y="94332"/>
                  <a:pt x="212759" y="94332"/>
                </a:cubicBezTo>
                <a:cubicBezTo>
                  <a:pt x="207042" y="94332"/>
                  <a:pt x="201937" y="92949"/>
                  <a:pt x="197445" y="90182"/>
                </a:cubicBezTo>
                <a:cubicBezTo>
                  <a:pt x="192953" y="87414"/>
                  <a:pt x="189414" y="83603"/>
                  <a:pt x="186827" y="78748"/>
                </a:cubicBezTo>
                <a:cubicBezTo>
                  <a:pt x="184242" y="73892"/>
                  <a:pt x="182949" y="68379"/>
                  <a:pt x="182949" y="62208"/>
                </a:cubicBezTo>
                <a:cubicBezTo>
                  <a:pt x="182949" y="55947"/>
                  <a:pt x="184220" y="50411"/>
                  <a:pt x="186761" y="45602"/>
                </a:cubicBezTo>
                <a:cubicBezTo>
                  <a:pt x="189302" y="40792"/>
                  <a:pt x="192840" y="37048"/>
                  <a:pt x="197377" y="34371"/>
                </a:cubicBezTo>
                <a:cubicBezTo>
                  <a:pt x="201914" y="31693"/>
                  <a:pt x="207133" y="30354"/>
                  <a:pt x="213032" y="30354"/>
                </a:cubicBezTo>
                <a:moveTo>
                  <a:pt x="211262" y="34166"/>
                </a:moveTo>
                <a:cubicBezTo>
                  <a:pt x="206361" y="34166"/>
                  <a:pt x="202459" y="36117"/>
                  <a:pt x="199556" y="40021"/>
                </a:cubicBezTo>
                <a:cubicBezTo>
                  <a:pt x="196652" y="43923"/>
                  <a:pt x="195200" y="49096"/>
                  <a:pt x="195200" y="55539"/>
                </a:cubicBezTo>
                <a:cubicBezTo>
                  <a:pt x="195200" y="60348"/>
                  <a:pt x="195721" y="65044"/>
                  <a:pt x="196764" y="69628"/>
                </a:cubicBezTo>
                <a:cubicBezTo>
                  <a:pt x="197808" y="74210"/>
                  <a:pt x="199283" y="78270"/>
                  <a:pt x="201188" y="81810"/>
                </a:cubicBezTo>
                <a:cubicBezTo>
                  <a:pt x="202641" y="84532"/>
                  <a:pt x="204547" y="86664"/>
                  <a:pt x="206906" y="88207"/>
                </a:cubicBezTo>
                <a:cubicBezTo>
                  <a:pt x="209266" y="89749"/>
                  <a:pt x="211761" y="90521"/>
                  <a:pt x="214392" y="90521"/>
                </a:cubicBezTo>
                <a:cubicBezTo>
                  <a:pt x="219474" y="90521"/>
                  <a:pt x="223467" y="88343"/>
                  <a:pt x="226371" y="83988"/>
                </a:cubicBezTo>
                <a:cubicBezTo>
                  <a:pt x="229276" y="79632"/>
                  <a:pt x="230728" y="73597"/>
                  <a:pt x="230728" y="65883"/>
                </a:cubicBezTo>
                <a:cubicBezTo>
                  <a:pt x="230728" y="59621"/>
                  <a:pt x="229888" y="54108"/>
                  <a:pt x="228209" y="49345"/>
                </a:cubicBezTo>
                <a:cubicBezTo>
                  <a:pt x="226530" y="44580"/>
                  <a:pt x="224239" y="40859"/>
                  <a:pt x="221336" y="38183"/>
                </a:cubicBezTo>
                <a:cubicBezTo>
                  <a:pt x="218432" y="35505"/>
                  <a:pt x="215074" y="34166"/>
                  <a:pt x="211262" y="34166"/>
                </a:cubicBezTo>
                <a:close/>
                <a:moveTo>
                  <a:pt x="301239" y="71736"/>
                </a:moveTo>
                <a:lnTo>
                  <a:pt x="303146" y="72961"/>
                </a:lnTo>
                <a:cubicBezTo>
                  <a:pt x="301149" y="76955"/>
                  <a:pt x="299379" y="80063"/>
                  <a:pt x="297837" y="82287"/>
                </a:cubicBezTo>
                <a:cubicBezTo>
                  <a:pt x="296294" y="84510"/>
                  <a:pt x="294615" y="86392"/>
                  <a:pt x="292800" y="87935"/>
                </a:cubicBezTo>
                <a:cubicBezTo>
                  <a:pt x="287809" y="92200"/>
                  <a:pt x="282319" y="94332"/>
                  <a:pt x="276329" y="94332"/>
                </a:cubicBezTo>
                <a:cubicBezTo>
                  <a:pt x="271338" y="94332"/>
                  <a:pt x="266892" y="93040"/>
                  <a:pt x="262990" y="90454"/>
                </a:cubicBezTo>
                <a:cubicBezTo>
                  <a:pt x="259088" y="87868"/>
                  <a:pt x="256025" y="84283"/>
                  <a:pt x="253801" y="79701"/>
                </a:cubicBezTo>
                <a:cubicBezTo>
                  <a:pt x="251577" y="75118"/>
                  <a:pt x="250465" y="69922"/>
                  <a:pt x="250465" y="64113"/>
                </a:cubicBezTo>
                <a:cubicBezTo>
                  <a:pt x="250465" y="52951"/>
                  <a:pt x="254004" y="44239"/>
                  <a:pt x="261083" y="37977"/>
                </a:cubicBezTo>
                <a:cubicBezTo>
                  <a:pt x="266892" y="32895"/>
                  <a:pt x="273290" y="30354"/>
                  <a:pt x="280277" y="30354"/>
                </a:cubicBezTo>
                <a:cubicBezTo>
                  <a:pt x="284088" y="30354"/>
                  <a:pt x="287582" y="30990"/>
                  <a:pt x="290758" y="32261"/>
                </a:cubicBezTo>
                <a:cubicBezTo>
                  <a:pt x="293935" y="33531"/>
                  <a:pt x="296476" y="35233"/>
                  <a:pt x="298381" y="37366"/>
                </a:cubicBezTo>
                <a:cubicBezTo>
                  <a:pt x="300286" y="39499"/>
                  <a:pt x="301239" y="41836"/>
                  <a:pt x="301239" y="44377"/>
                </a:cubicBezTo>
                <a:cubicBezTo>
                  <a:pt x="301239" y="45919"/>
                  <a:pt x="300626" y="47257"/>
                  <a:pt x="299401" y="48392"/>
                </a:cubicBezTo>
                <a:cubicBezTo>
                  <a:pt x="298177" y="49526"/>
                  <a:pt x="296657" y="50093"/>
                  <a:pt x="294842" y="50093"/>
                </a:cubicBezTo>
                <a:cubicBezTo>
                  <a:pt x="291665" y="50093"/>
                  <a:pt x="289487" y="48006"/>
                  <a:pt x="288307" y="43832"/>
                </a:cubicBezTo>
                <a:lnTo>
                  <a:pt x="287491" y="40837"/>
                </a:lnTo>
                <a:cubicBezTo>
                  <a:pt x="286855" y="38296"/>
                  <a:pt x="285970" y="36572"/>
                  <a:pt x="284836" y="35665"/>
                </a:cubicBezTo>
                <a:cubicBezTo>
                  <a:pt x="283702" y="34757"/>
                  <a:pt x="281911" y="34303"/>
                  <a:pt x="279461" y="34303"/>
                </a:cubicBezTo>
                <a:cubicBezTo>
                  <a:pt x="273925" y="34303"/>
                  <a:pt x="269455" y="36481"/>
                  <a:pt x="266051" y="40837"/>
                </a:cubicBezTo>
                <a:cubicBezTo>
                  <a:pt x="262649" y="45192"/>
                  <a:pt x="260948" y="50909"/>
                  <a:pt x="260948" y="57988"/>
                </a:cubicBezTo>
                <a:cubicBezTo>
                  <a:pt x="260948" y="63161"/>
                  <a:pt x="261833" y="67744"/>
                  <a:pt x="263603" y="71738"/>
                </a:cubicBezTo>
                <a:cubicBezTo>
                  <a:pt x="265372" y="75730"/>
                  <a:pt x="267845" y="78861"/>
                  <a:pt x="271020" y="81130"/>
                </a:cubicBezTo>
                <a:cubicBezTo>
                  <a:pt x="274196" y="83398"/>
                  <a:pt x="277872" y="84533"/>
                  <a:pt x="282047" y="84533"/>
                </a:cubicBezTo>
                <a:cubicBezTo>
                  <a:pt x="285949" y="84533"/>
                  <a:pt x="289306" y="83580"/>
                  <a:pt x="292119" y="81675"/>
                </a:cubicBezTo>
                <a:cubicBezTo>
                  <a:pt x="294932" y="79768"/>
                  <a:pt x="297972" y="76455"/>
                  <a:pt x="301239" y="71736"/>
                </a:cubicBezTo>
                <a:close/>
                <a:moveTo>
                  <a:pt x="367667" y="83988"/>
                </a:moveTo>
                <a:lnTo>
                  <a:pt x="367667" y="87528"/>
                </a:lnTo>
                <a:cubicBezTo>
                  <a:pt x="365308" y="90069"/>
                  <a:pt x="363266" y="91838"/>
                  <a:pt x="361542" y="92837"/>
                </a:cubicBezTo>
                <a:cubicBezTo>
                  <a:pt x="359818" y="93834"/>
                  <a:pt x="357776" y="94332"/>
                  <a:pt x="355417" y="94332"/>
                </a:cubicBezTo>
                <a:cubicBezTo>
                  <a:pt x="352603" y="94332"/>
                  <a:pt x="350538" y="93584"/>
                  <a:pt x="349223" y="92087"/>
                </a:cubicBezTo>
                <a:cubicBezTo>
                  <a:pt x="347907" y="90590"/>
                  <a:pt x="347067" y="88026"/>
                  <a:pt x="346703" y="84395"/>
                </a:cubicBezTo>
                <a:cubicBezTo>
                  <a:pt x="342530" y="87935"/>
                  <a:pt x="338923" y="90476"/>
                  <a:pt x="335882" y="92018"/>
                </a:cubicBezTo>
                <a:cubicBezTo>
                  <a:pt x="332842" y="93561"/>
                  <a:pt x="329825" y="94332"/>
                  <a:pt x="326830" y="94332"/>
                </a:cubicBezTo>
                <a:cubicBezTo>
                  <a:pt x="322655" y="94332"/>
                  <a:pt x="319229" y="92971"/>
                  <a:pt x="316553" y="90249"/>
                </a:cubicBezTo>
                <a:cubicBezTo>
                  <a:pt x="313876" y="87526"/>
                  <a:pt x="312538" y="84033"/>
                  <a:pt x="312538" y="79768"/>
                </a:cubicBezTo>
                <a:cubicBezTo>
                  <a:pt x="312538" y="77500"/>
                  <a:pt x="312991" y="75299"/>
                  <a:pt x="313898" y="73167"/>
                </a:cubicBezTo>
                <a:cubicBezTo>
                  <a:pt x="314806" y="71033"/>
                  <a:pt x="315986" y="69285"/>
                  <a:pt x="317437" y="67924"/>
                </a:cubicBezTo>
                <a:cubicBezTo>
                  <a:pt x="318890" y="66655"/>
                  <a:pt x="320274" y="65543"/>
                  <a:pt x="321589" y="64591"/>
                </a:cubicBezTo>
                <a:cubicBezTo>
                  <a:pt x="322905" y="63638"/>
                  <a:pt x="324492" y="62708"/>
                  <a:pt x="326352" y="61801"/>
                </a:cubicBezTo>
                <a:cubicBezTo>
                  <a:pt x="328213" y="60893"/>
                  <a:pt x="330732" y="59758"/>
                  <a:pt x="333909" y="58397"/>
                </a:cubicBezTo>
                <a:cubicBezTo>
                  <a:pt x="337085" y="57036"/>
                  <a:pt x="341305" y="55311"/>
                  <a:pt x="346568" y="53223"/>
                </a:cubicBezTo>
                <a:lnTo>
                  <a:pt x="346568" y="44921"/>
                </a:lnTo>
                <a:cubicBezTo>
                  <a:pt x="346568" y="37388"/>
                  <a:pt x="343120" y="33622"/>
                  <a:pt x="336222" y="33622"/>
                </a:cubicBezTo>
                <a:cubicBezTo>
                  <a:pt x="333500" y="33622"/>
                  <a:pt x="331186" y="34280"/>
                  <a:pt x="329281" y="35597"/>
                </a:cubicBezTo>
                <a:cubicBezTo>
                  <a:pt x="327375" y="36912"/>
                  <a:pt x="326423" y="38478"/>
                  <a:pt x="326423" y="40293"/>
                </a:cubicBezTo>
                <a:cubicBezTo>
                  <a:pt x="326423" y="41200"/>
                  <a:pt x="326558" y="42288"/>
                  <a:pt x="326830" y="43558"/>
                </a:cubicBezTo>
                <a:cubicBezTo>
                  <a:pt x="326921" y="44012"/>
                  <a:pt x="326989" y="44421"/>
                  <a:pt x="327033" y="44784"/>
                </a:cubicBezTo>
                <a:cubicBezTo>
                  <a:pt x="327079" y="45146"/>
                  <a:pt x="327102" y="45464"/>
                  <a:pt x="327102" y="45737"/>
                </a:cubicBezTo>
                <a:cubicBezTo>
                  <a:pt x="327102" y="47190"/>
                  <a:pt x="326489" y="48506"/>
                  <a:pt x="325264" y="49686"/>
                </a:cubicBezTo>
                <a:cubicBezTo>
                  <a:pt x="324040" y="50865"/>
                  <a:pt x="322611" y="51455"/>
                  <a:pt x="320977" y="51455"/>
                </a:cubicBezTo>
                <a:cubicBezTo>
                  <a:pt x="319343" y="51455"/>
                  <a:pt x="317959" y="50865"/>
                  <a:pt x="316825" y="49686"/>
                </a:cubicBezTo>
                <a:cubicBezTo>
                  <a:pt x="315691" y="48506"/>
                  <a:pt x="315123" y="47144"/>
                  <a:pt x="315123" y="45600"/>
                </a:cubicBezTo>
                <a:cubicBezTo>
                  <a:pt x="315123" y="42696"/>
                  <a:pt x="316144" y="40110"/>
                  <a:pt x="318185" y="37842"/>
                </a:cubicBezTo>
                <a:cubicBezTo>
                  <a:pt x="320228" y="35574"/>
                  <a:pt x="322973" y="33759"/>
                  <a:pt x="326421" y="32398"/>
                </a:cubicBezTo>
                <a:cubicBezTo>
                  <a:pt x="329870" y="31036"/>
                  <a:pt x="333727" y="30354"/>
                  <a:pt x="337992" y="30354"/>
                </a:cubicBezTo>
                <a:cubicBezTo>
                  <a:pt x="346159" y="30354"/>
                  <a:pt x="351786" y="32850"/>
                  <a:pt x="354872" y="37842"/>
                </a:cubicBezTo>
                <a:cubicBezTo>
                  <a:pt x="355869" y="39476"/>
                  <a:pt x="356572" y="41382"/>
                  <a:pt x="356981" y="43560"/>
                </a:cubicBezTo>
                <a:cubicBezTo>
                  <a:pt x="357389" y="45737"/>
                  <a:pt x="357593" y="48595"/>
                  <a:pt x="357593" y="52134"/>
                </a:cubicBezTo>
                <a:lnTo>
                  <a:pt x="357593" y="78679"/>
                </a:lnTo>
                <a:cubicBezTo>
                  <a:pt x="357593" y="81673"/>
                  <a:pt x="357888" y="83738"/>
                  <a:pt x="358478" y="84873"/>
                </a:cubicBezTo>
                <a:cubicBezTo>
                  <a:pt x="359068" y="86007"/>
                  <a:pt x="360134" y="86574"/>
                  <a:pt x="361677" y="86574"/>
                </a:cubicBezTo>
                <a:cubicBezTo>
                  <a:pt x="363584" y="86574"/>
                  <a:pt x="365580" y="85712"/>
                  <a:pt x="367667" y="83988"/>
                </a:cubicBezTo>
                <a:moveTo>
                  <a:pt x="346568" y="76228"/>
                </a:moveTo>
                <a:lnTo>
                  <a:pt x="346568" y="56490"/>
                </a:lnTo>
                <a:cubicBezTo>
                  <a:pt x="338583" y="59304"/>
                  <a:pt x="332934" y="62140"/>
                  <a:pt x="329621" y="65000"/>
                </a:cubicBezTo>
                <a:cubicBezTo>
                  <a:pt x="326309" y="67858"/>
                  <a:pt x="324607" y="71329"/>
                  <a:pt x="324516" y="75412"/>
                </a:cubicBezTo>
                <a:lnTo>
                  <a:pt x="324516" y="75956"/>
                </a:lnTo>
                <a:cubicBezTo>
                  <a:pt x="324516" y="78860"/>
                  <a:pt x="325355" y="81333"/>
                  <a:pt x="327033" y="83376"/>
                </a:cubicBezTo>
                <a:cubicBezTo>
                  <a:pt x="328713" y="85417"/>
                  <a:pt x="330733" y="86437"/>
                  <a:pt x="333092" y="86437"/>
                </a:cubicBezTo>
                <a:cubicBezTo>
                  <a:pt x="336177" y="86437"/>
                  <a:pt x="339490" y="85439"/>
                  <a:pt x="343029" y="83442"/>
                </a:cubicBezTo>
                <a:cubicBezTo>
                  <a:pt x="344480" y="82627"/>
                  <a:pt x="345433" y="81720"/>
                  <a:pt x="345887" y="80721"/>
                </a:cubicBezTo>
                <a:cubicBezTo>
                  <a:pt x="346341" y="79723"/>
                  <a:pt x="346568" y="78225"/>
                  <a:pt x="346568" y="76228"/>
                </a:cubicBezTo>
                <a:close/>
                <a:moveTo>
                  <a:pt x="403196" y="31717"/>
                </a:moveTo>
                <a:lnTo>
                  <a:pt x="403196" y="36072"/>
                </a:lnTo>
                <a:lnTo>
                  <a:pt x="389447" y="36072"/>
                </a:lnTo>
                <a:lnTo>
                  <a:pt x="389447" y="75003"/>
                </a:lnTo>
                <a:cubicBezTo>
                  <a:pt x="389447" y="79268"/>
                  <a:pt x="389992" y="82376"/>
                  <a:pt x="391080" y="84327"/>
                </a:cubicBezTo>
                <a:cubicBezTo>
                  <a:pt x="392170" y="86278"/>
                  <a:pt x="393985" y="87254"/>
                  <a:pt x="396526" y="87254"/>
                </a:cubicBezTo>
                <a:cubicBezTo>
                  <a:pt x="398069" y="87254"/>
                  <a:pt x="399452" y="86891"/>
                  <a:pt x="400676" y="86165"/>
                </a:cubicBezTo>
                <a:cubicBezTo>
                  <a:pt x="401902" y="85440"/>
                  <a:pt x="403241" y="84215"/>
                  <a:pt x="404693" y="82491"/>
                </a:cubicBezTo>
                <a:lnTo>
                  <a:pt x="406463" y="83988"/>
                </a:lnTo>
                <a:cubicBezTo>
                  <a:pt x="402106" y="90884"/>
                  <a:pt x="396661" y="94332"/>
                  <a:pt x="390127" y="94332"/>
                </a:cubicBezTo>
                <a:cubicBezTo>
                  <a:pt x="382051" y="94332"/>
                  <a:pt x="378013" y="88570"/>
                  <a:pt x="378013" y="77045"/>
                </a:cubicBezTo>
                <a:lnTo>
                  <a:pt x="378013" y="36072"/>
                </a:lnTo>
                <a:lnTo>
                  <a:pt x="370797" y="36072"/>
                </a:lnTo>
                <a:cubicBezTo>
                  <a:pt x="370435" y="35800"/>
                  <a:pt x="370253" y="35482"/>
                  <a:pt x="370253" y="35119"/>
                </a:cubicBezTo>
                <a:cubicBezTo>
                  <a:pt x="370253" y="34393"/>
                  <a:pt x="371024" y="33532"/>
                  <a:pt x="372567" y="32533"/>
                </a:cubicBezTo>
                <a:cubicBezTo>
                  <a:pt x="374564" y="31353"/>
                  <a:pt x="376742" y="29425"/>
                  <a:pt x="379102" y="26749"/>
                </a:cubicBezTo>
                <a:cubicBezTo>
                  <a:pt x="381461" y="24070"/>
                  <a:pt x="384592" y="19873"/>
                  <a:pt x="388494" y="14157"/>
                </a:cubicBezTo>
                <a:cubicBezTo>
                  <a:pt x="389130" y="14157"/>
                  <a:pt x="389447" y="14747"/>
                  <a:pt x="389447" y="15927"/>
                </a:cubicBezTo>
                <a:lnTo>
                  <a:pt x="389447" y="31717"/>
                </a:lnTo>
                <a:lnTo>
                  <a:pt x="403196" y="31717"/>
                </a:lnTo>
                <a:close/>
                <a:moveTo>
                  <a:pt x="408095" y="92972"/>
                </a:moveTo>
                <a:lnTo>
                  <a:pt x="408095" y="90930"/>
                </a:lnTo>
                <a:cubicBezTo>
                  <a:pt x="411182" y="90749"/>
                  <a:pt x="413473" y="90386"/>
                  <a:pt x="414970" y="89842"/>
                </a:cubicBezTo>
                <a:cubicBezTo>
                  <a:pt x="416467" y="89296"/>
                  <a:pt x="417465" y="88207"/>
                  <a:pt x="417963" y="86574"/>
                </a:cubicBezTo>
                <a:cubicBezTo>
                  <a:pt x="418463" y="84940"/>
                  <a:pt x="418759" y="82444"/>
                  <a:pt x="418850" y="79086"/>
                </a:cubicBezTo>
                <a:lnTo>
                  <a:pt x="418850" y="47507"/>
                </a:lnTo>
                <a:cubicBezTo>
                  <a:pt x="418850" y="44512"/>
                  <a:pt x="418509" y="42402"/>
                  <a:pt x="417828" y="41178"/>
                </a:cubicBezTo>
                <a:cubicBezTo>
                  <a:pt x="417148" y="39952"/>
                  <a:pt x="415991" y="39340"/>
                  <a:pt x="414357" y="39340"/>
                </a:cubicBezTo>
                <a:cubicBezTo>
                  <a:pt x="412905" y="39340"/>
                  <a:pt x="411362" y="39475"/>
                  <a:pt x="409730" y="39747"/>
                </a:cubicBezTo>
                <a:lnTo>
                  <a:pt x="408639" y="39884"/>
                </a:lnTo>
                <a:lnTo>
                  <a:pt x="408639" y="37842"/>
                </a:lnTo>
                <a:lnTo>
                  <a:pt x="429740" y="30354"/>
                </a:lnTo>
                <a:lnTo>
                  <a:pt x="430284" y="30763"/>
                </a:lnTo>
                <a:lnTo>
                  <a:pt x="430284" y="79086"/>
                </a:lnTo>
                <a:cubicBezTo>
                  <a:pt x="430374" y="82354"/>
                  <a:pt x="430624" y="84805"/>
                  <a:pt x="431032" y="86439"/>
                </a:cubicBezTo>
                <a:cubicBezTo>
                  <a:pt x="431441" y="88072"/>
                  <a:pt x="432348" y="89160"/>
                  <a:pt x="433755" y="89704"/>
                </a:cubicBezTo>
                <a:cubicBezTo>
                  <a:pt x="435162" y="90249"/>
                  <a:pt x="437362" y="90657"/>
                  <a:pt x="440356" y="90930"/>
                </a:cubicBezTo>
                <a:lnTo>
                  <a:pt x="440356" y="92972"/>
                </a:lnTo>
                <a:lnTo>
                  <a:pt x="408095" y="92972"/>
                </a:lnTo>
                <a:moveTo>
                  <a:pt x="423341" y="0"/>
                </a:moveTo>
                <a:cubicBezTo>
                  <a:pt x="425337" y="0"/>
                  <a:pt x="427016" y="658"/>
                  <a:pt x="428378" y="1973"/>
                </a:cubicBezTo>
                <a:cubicBezTo>
                  <a:pt x="429739" y="3289"/>
                  <a:pt x="430419" y="4945"/>
                  <a:pt x="430419" y="6942"/>
                </a:cubicBezTo>
                <a:cubicBezTo>
                  <a:pt x="430419" y="8938"/>
                  <a:pt x="429762" y="10595"/>
                  <a:pt x="428446" y="11912"/>
                </a:cubicBezTo>
                <a:cubicBezTo>
                  <a:pt x="427131" y="13227"/>
                  <a:pt x="425429" y="13885"/>
                  <a:pt x="423341" y="13885"/>
                </a:cubicBezTo>
                <a:cubicBezTo>
                  <a:pt x="421435" y="13885"/>
                  <a:pt x="419825" y="13227"/>
                  <a:pt x="418509" y="11912"/>
                </a:cubicBezTo>
                <a:cubicBezTo>
                  <a:pt x="417194" y="10595"/>
                  <a:pt x="416536" y="8938"/>
                  <a:pt x="416536" y="6942"/>
                </a:cubicBezTo>
                <a:cubicBezTo>
                  <a:pt x="416536" y="5036"/>
                  <a:pt x="417217" y="3403"/>
                  <a:pt x="418578" y="2042"/>
                </a:cubicBezTo>
                <a:cubicBezTo>
                  <a:pt x="419939" y="681"/>
                  <a:pt x="421527" y="0"/>
                  <a:pt x="423341" y="0"/>
                </a:cubicBezTo>
                <a:close/>
                <a:moveTo>
                  <a:pt x="476429" y="30354"/>
                </a:moveTo>
                <a:cubicBezTo>
                  <a:pt x="482237" y="30354"/>
                  <a:pt x="487386" y="31670"/>
                  <a:pt x="491878" y="34303"/>
                </a:cubicBezTo>
                <a:cubicBezTo>
                  <a:pt x="496370" y="36935"/>
                  <a:pt x="499910" y="40565"/>
                  <a:pt x="502496" y="45193"/>
                </a:cubicBezTo>
                <a:cubicBezTo>
                  <a:pt x="505083" y="49821"/>
                  <a:pt x="506376" y="55130"/>
                  <a:pt x="506376" y="61120"/>
                </a:cubicBezTo>
                <a:cubicBezTo>
                  <a:pt x="506376" y="67382"/>
                  <a:pt x="505060" y="73030"/>
                  <a:pt x="502428" y="78067"/>
                </a:cubicBezTo>
                <a:cubicBezTo>
                  <a:pt x="499797" y="83103"/>
                  <a:pt x="496190" y="87073"/>
                  <a:pt x="491606" y="89977"/>
                </a:cubicBezTo>
                <a:cubicBezTo>
                  <a:pt x="487024" y="92880"/>
                  <a:pt x="481874" y="94332"/>
                  <a:pt x="476157" y="94332"/>
                </a:cubicBezTo>
                <a:cubicBezTo>
                  <a:pt x="470439" y="94332"/>
                  <a:pt x="465335" y="92949"/>
                  <a:pt x="460843" y="90182"/>
                </a:cubicBezTo>
                <a:cubicBezTo>
                  <a:pt x="456351" y="87414"/>
                  <a:pt x="452811" y="83603"/>
                  <a:pt x="450225" y="78748"/>
                </a:cubicBezTo>
                <a:cubicBezTo>
                  <a:pt x="447640" y="73892"/>
                  <a:pt x="446347" y="68379"/>
                  <a:pt x="446347" y="62208"/>
                </a:cubicBezTo>
                <a:cubicBezTo>
                  <a:pt x="446347" y="55947"/>
                  <a:pt x="447617" y="50411"/>
                  <a:pt x="450158" y="45602"/>
                </a:cubicBezTo>
                <a:cubicBezTo>
                  <a:pt x="452699" y="40792"/>
                  <a:pt x="456238" y="37048"/>
                  <a:pt x="460774" y="34371"/>
                </a:cubicBezTo>
                <a:cubicBezTo>
                  <a:pt x="465312" y="31693"/>
                  <a:pt x="470530" y="30354"/>
                  <a:pt x="476429" y="30354"/>
                </a:cubicBezTo>
                <a:moveTo>
                  <a:pt x="474659" y="34166"/>
                </a:moveTo>
                <a:cubicBezTo>
                  <a:pt x="469759" y="34166"/>
                  <a:pt x="465857" y="36117"/>
                  <a:pt x="462953" y="40021"/>
                </a:cubicBezTo>
                <a:cubicBezTo>
                  <a:pt x="460049" y="43923"/>
                  <a:pt x="458597" y="49096"/>
                  <a:pt x="458597" y="55539"/>
                </a:cubicBezTo>
                <a:cubicBezTo>
                  <a:pt x="458597" y="60348"/>
                  <a:pt x="459119" y="65044"/>
                  <a:pt x="460161" y="69628"/>
                </a:cubicBezTo>
                <a:cubicBezTo>
                  <a:pt x="461206" y="74210"/>
                  <a:pt x="462680" y="78270"/>
                  <a:pt x="464586" y="81810"/>
                </a:cubicBezTo>
                <a:cubicBezTo>
                  <a:pt x="466038" y="84532"/>
                  <a:pt x="467944" y="86664"/>
                  <a:pt x="470304" y="88207"/>
                </a:cubicBezTo>
                <a:cubicBezTo>
                  <a:pt x="472663" y="89749"/>
                  <a:pt x="475159" y="90521"/>
                  <a:pt x="477790" y="90521"/>
                </a:cubicBezTo>
                <a:cubicBezTo>
                  <a:pt x="482871" y="90521"/>
                  <a:pt x="486864" y="88343"/>
                  <a:pt x="489768" y="83988"/>
                </a:cubicBezTo>
                <a:cubicBezTo>
                  <a:pt x="492673" y="79632"/>
                  <a:pt x="494126" y="73597"/>
                  <a:pt x="494126" y="65883"/>
                </a:cubicBezTo>
                <a:cubicBezTo>
                  <a:pt x="494126" y="59621"/>
                  <a:pt x="493286" y="54108"/>
                  <a:pt x="491606" y="49345"/>
                </a:cubicBezTo>
                <a:cubicBezTo>
                  <a:pt x="489928" y="44580"/>
                  <a:pt x="487637" y="40859"/>
                  <a:pt x="484733" y="38183"/>
                </a:cubicBezTo>
                <a:cubicBezTo>
                  <a:pt x="481829" y="35505"/>
                  <a:pt x="478472" y="34166"/>
                  <a:pt x="474659" y="34166"/>
                </a:cubicBezTo>
                <a:close/>
                <a:moveTo>
                  <a:pt x="512911" y="92972"/>
                </a:moveTo>
                <a:lnTo>
                  <a:pt x="512911" y="90930"/>
                </a:lnTo>
                <a:cubicBezTo>
                  <a:pt x="516359" y="90749"/>
                  <a:pt x="518604" y="90000"/>
                  <a:pt x="519647" y="88685"/>
                </a:cubicBezTo>
                <a:cubicBezTo>
                  <a:pt x="520691" y="87368"/>
                  <a:pt x="521258" y="84713"/>
                  <a:pt x="521350" y="80721"/>
                </a:cubicBezTo>
                <a:lnTo>
                  <a:pt x="521350" y="46963"/>
                </a:lnTo>
                <a:cubicBezTo>
                  <a:pt x="521350" y="43605"/>
                  <a:pt x="520986" y="41314"/>
                  <a:pt x="520259" y="40090"/>
                </a:cubicBezTo>
                <a:cubicBezTo>
                  <a:pt x="519534" y="38864"/>
                  <a:pt x="518218" y="38251"/>
                  <a:pt x="516313" y="38251"/>
                </a:cubicBezTo>
                <a:cubicBezTo>
                  <a:pt x="514589" y="38251"/>
                  <a:pt x="513364" y="38433"/>
                  <a:pt x="512639" y="38796"/>
                </a:cubicBezTo>
                <a:lnTo>
                  <a:pt x="512639" y="36482"/>
                </a:lnTo>
                <a:cubicBezTo>
                  <a:pt x="516359" y="35392"/>
                  <a:pt x="519581" y="34393"/>
                  <a:pt x="522303" y="33487"/>
                </a:cubicBezTo>
                <a:cubicBezTo>
                  <a:pt x="525026" y="32578"/>
                  <a:pt x="528066" y="31534"/>
                  <a:pt x="531424" y="30354"/>
                </a:cubicBezTo>
                <a:lnTo>
                  <a:pt x="532375" y="30628"/>
                </a:lnTo>
                <a:lnTo>
                  <a:pt x="532375" y="41381"/>
                </a:lnTo>
                <a:cubicBezTo>
                  <a:pt x="535461" y="38478"/>
                  <a:pt x="538093" y="36232"/>
                  <a:pt x="540270" y="34643"/>
                </a:cubicBezTo>
                <a:cubicBezTo>
                  <a:pt x="542448" y="33055"/>
                  <a:pt x="544445" y="31943"/>
                  <a:pt x="546260" y="31308"/>
                </a:cubicBezTo>
                <a:cubicBezTo>
                  <a:pt x="548075" y="30672"/>
                  <a:pt x="550027" y="30354"/>
                  <a:pt x="552113" y="30354"/>
                </a:cubicBezTo>
                <a:cubicBezTo>
                  <a:pt x="557195" y="30354"/>
                  <a:pt x="561142" y="32147"/>
                  <a:pt x="563955" y="35732"/>
                </a:cubicBezTo>
                <a:cubicBezTo>
                  <a:pt x="566768" y="39317"/>
                  <a:pt x="568175" y="44331"/>
                  <a:pt x="568175" y="50774"/>
                </a:cubicBezTo>
                <a:lnTo>
                  <a:pt x="568175" y="81947"/>
                </a:lnTo>
                <a:cubicBezTo>
                  <a:pt x="568267" y="85303"/>
                  <a:pt x="568834" y="87549"/>
                  <a:pt x="569876" y="88685"/>
                </a:cubicBezTo>
                <a:cubicBezTo>
                  <a:pt x="570920" y="89819"/>
                  <a:pt x="573121" y="90567"/>
                  <a:pt x="576479" y="90930"/>
                </a:cubicBezTo>
                <a:lnTo>
                  <a:pt x="576479" y="92972"/>
                </a:lnTo>
                <a:lnTo>
                  <a:pt x="548165" y="92972"/>
                </a:lnTo>
                <a:lnTo>
                  <a:pt x="548165" y="90930"/>
                </a:lnTo>
                <a:cubicBezTo>
                  <a:pt x="551523" y="90749"/>
                  <a:pt x="553769" y="89909"/>
                  <a:pt x="554903" y="88413"/>
                </a:cubicBezTo>
                <a:cubicBezTo>
                  <a:pt x="556038" y="86914"/>
                  <a:pt x="556651" y="83942"/>
                  <a:pt x="556741" y="79496"/>
                </a:cubicBezTo>
                <a:lnTo>
                  <a:pt x="556741" y="51046"/>
                </a:lnTo>
                <a:cubicBezTo>
                  <a:pt x="556741" y="42243"/>
                  <a:pt x="553429" y="37842"/>
                  <a:pt x="546804" y="37842"/>
                </a:cubicBezTo>
                <a:cubicBezTo>
                  <a:pt x="544536" y="37842"/>
                  <a:pt x="542427" y="38364"/>
                  <a:pt x="540475" y="39408"/>
                </a:cubicBezTo>
                <a:cubicBezTo>
                  <a:pt x="538524" y="40451"/>
                  <a:pt x="535961" y="42515"/>
                  <a:pt x="532784" y="45600"/>
                </a:cubicBezTo>
                <a:lnTo>
                  <a:pt x="532784" y="83851"/>
                </a:lnTo>
                <a:cubicBezTo>
                  <a:pt x="532784" y="86302"/>
                  <a:pt x="533442" y="88050"/>
                  <a:pt x="534757" y="89094"/>
                </a:cubicBezTo>
                <a:cubicBezTo>
                  <a:pt x="536073" y="90137"/>
                  <a:pt x="538409" y="90749"/>
                  <a:pt x="541767" y="90930"/>
                </a:cubicBezTo>
                <a:lnTo>
                  <a:pt x="541767" y="92972"/>
                </a:lnTo>
                <a:lnTo>
                  <a:pt x="512911" y="92972"/>
                </a:lnTo>
                <a:close/>
                <a:moveTo>
                  <a:pt x="696414" y="31580"/>
                </a:moveTo>
                <a:lnTo>
                  <a:pt x="693284" y="31580"/>
                </a:lnTo>
                <a:cubicBezTo>
                  <a:pt x="692013" y="27133"/>
                  <a:pt x="690742" y="23731"/>
                  <a:pt x="689471" y="21371"/>
                </a:cubicBezTo>
                <a:cubicBezTo>
                  <a:pt x="688201" y="19011"/>
                  <a:pt x="686477" y="16743"/>
                  <a:pt x="684301" y="14564"/>
                </a:cubicBezTo>
                <a:cubicBezTo>
                  <a:pt x="678673" y="9120"/>
                  <a:pt x="671912" y="6397"/>
                  <a:pt x="664018" y="6397"/>
                </a:cubicBezTo>
                <a:cubicBezTo>
                  <a:pt x="657484" y="6397"/>
                  <a:pt x="651789" y="8053"/>
                  <a:pt x="646934" y="11366"/>
                </a:cubicBezTo>
                <a:cubicBezTo>
                  <a:pt x="642079" y="14678"/>
                  <a:pt x="638313" y="19374"/>
                  <a:pt x="635635" y="25454"/>
                </a:cubicBezTo>
                <a:cubicBezTo>
                  <a:pt x="632958" y="31535"/>
                  <a:pt x="631620" y="38704"/>
                  <a:pt x="631620" y="46963"/>
                </a:cubicBezTo>
                <a:cubicBezTo>
                  <a:pt x="631620" y="54494"/>
                  <a:pt x="632641" y="61209"/>
                  <a:pt x="634682" y="67108"/>
                </a:cubicBezTo>
                <a:cubicBezTo>
                  <a:pt x="636724" y="73007"/>
                  <a:pt x="639606" y="77635"/>
                  <a:pt x="643326" y="80993"/>
                </a:cubicBezTo>
                <a:cubicBezTo>
                  <a:pt x="649317" y="86257"/>
                  <a:pt x="656667" y="88888"/>
                  <a:pt x="665379" y="88888"/>
                </a:cubicBezTo>
                <a:cubicBezTo>
                  <a:pt x="671005" y="88888"/>
                  <a:pt x="676222" y="87799"/>
                  <a:pt x="681031" y="85621"/>
                </a:cubicBezTo>
                <a:cubicBezTo>
                  <a:pt x="685842" y="83443"/>
                  <a:pt x="690743" y="79949"/>
                  <a:pt x="695735" y="75140"/>
                </a:cubicBezTo>
                <a:lnTo>
                  <a:pt x="698184" y="77589"/>
                </a:lnTo>
                <a:cubicBezTo>
                  <a:pt x="694100" y="83125"/>
                  <a:pt x="688814" y="87391"/>
                  <a:pt x="682325" y="90386"/>
                </a:cubicBezTo>
                <a:cubicBezTo>
                  <a:pt x="675838" y="93381"/>
                  <a:pt x="668737" y="94878"/>
                  <a:pt x="661023" y="94878"/>
                </a:cubicBezTo>
                <a:cubicBezTo>
                  <a:pt x="652039" y="94878"/>
                  <a:pt x="644143" y="92950"/>
                  <a:pt x="637336" y="89094"/>
                </a:cubicBezTo>
                <a:cubicBezTo>
                  <a:pt x="630530" y="85236"/>
                  <a:pt x="625244" y="79836"/>
                  <a:pt x="621478" y="72895"/>
                </a:cubicBezTo>
                <a:cubicBezTo>
                  <a:pt x="617713" y="65952"/>
                  <a:pt x="615830" y="57852"/>
                  <a:pt x="615830" y="48595"/>
                </a:cubicBezTo>
                <a:cubicBezTo>
                  <a:pt x="615830" y="33349"/>
                  <a:pt x="620731" y="21371"/>
                  <a:pt x="630532" y="12660"/>
                </a:cubicBezTo>
                <a:cubicBezTo>
                  <a:pt x="634797" y="8939"/>
                  <a:pt x="639629" y="6058"/>
                  <a:pt x="645028" y="4017"/>
                </a:cubicBezTo>
                <a:cubicBezTo>
                  <a:pt x="650428" y="1975"/>
                  <a:pt x="655896" y="953"/>
                  <a:pt x="661432" y="953"/>
                </a:cubicBezTo>
                <a:cubicBezTo>
                  <a:pt x="664607" y="953"/>
                  <a:pt x="667874" y="1225"/>
                  <a:pt x="671232" y="1770"/>
                </a:cubicBezTo>
                <a:cubicBezTo>
                  <a:pt x="674590" y="2314"/>
                  <a:pt x="677948" y="3176"/>
                  <a:pt x="681306" y="4356"/>
                </a:cubicBezTo>
                <a:cubicBezTo>
                  <a:pt x="683484" y="5081"/>
                  <a:pt x="685253" y="5444"/>
                  <a:pt x="686615" y="5444"/>
                </a:cubicBezTo>
                <a:cubicBezTo>
                  <a:pt x="689608" y="5444"/>
                  <a:pt x="691514" y="3947"/>
                  <a:pt x="692331" y="953"/>
                </a:cubicBezTo>
                <a:lnTo>
                  <a:pt x="695189" y="953"/>
                </a:lnTo>
                <a:lnTo>
                  <a:pt x="696414" y="31580"/>
                </a:lnTo>
                <a:close/>
                <a:moveTo>
                  <a:pt x="736843" y="30354"/>
                </a:moveTo>
                <a:cubicBezTo>
                  <a:pt x="742651" y="30354"/>
                  <a:pt x="747801" y="31670"/>
                  <a:pt x="752293" y="34303"/>
                </a:cubicBezTo>
                <a:cubicBezTo>
                  <a:pt x="756785" y="36935"/>
                  <a:pt x="760324" y="40565"/>
                  <a:pt x="762911" y="45193"/>
                </a:cubicBezTo>
                <a:cubicBezTo>
                  <a:pt x="765497" y="49821"/>
                  <a:pt x="766791" y="55130"/>
                  <a:pt x="766791" y="61120"/>
                </a:cubicBezTo>
                <a:cubicBezTo>
                  <a:pt x="766791" y="67382"/>
                  <a:pt x="765474" y="73030"/>
                  <a:pt x="762842" y="78067"/>
                </a:cubicBezTo>
                <a:cubicBezTo>
                  <a:pt x="760211" y="83103"/>
                  <a:pt x="756604" y="87073"/>
                  <a:pt x="752020" y="89977"/>
                </a:cubicBezTo>
                <a:cubicBezTo>
                  <a:pt x="747438" y="92880"/>
                  <a:pt x="742289" y="94332"/>
                  <a:pt x="736571" y="94332"/>
                </a:cubicBezTo>
                <a:cubicBezTo>
                  <a:pt x="730854" y="94332"/>
                  <a:pt x="725749" y="92949"/>
                  <a:pt x="721257" y="90182"/>
                </a:cubicBezTo>
                <a:cubicBezTo>
                  <a:pt x="716765" y="87414"/>
                  <a:pt x="713226" y="83603"/>
                  <a:pt x="710639" y="78748"/>
                </a:cubicBezTo>
                <a:cubicBezTo>
                  <a:pt x="708054" y="73892"/>
                  <a:pt x="706761" y="68379"/>
                  <a:pt x="706761" y="62208"/>
                </a:cubicBezTo>
                <a:cubicBezTo>
                  <a:pt x="706761" y="55947"/>
                  <a:pt x="708032" y="50411"/>
                  <a:pt x="710573" y="45602"/>
                </a:cubicBezTo>
                <a:cubicBezTo>
                  <a:pt x="713114" y="40792"/>
                  <a:pt x="716652" y="37048"/>
                  <a:pt x="721188" y="34371"/>
                </a:cubicBezTo>
                <a:cubicBezTo>
                  <a:pt x="725726" y="31693"/>
                  <a:pt x="730944" y="30354"/>
                  <a:pt x="736843" y="30354"/>
                </a:cubicBezTo>
                <a:moveTo>
                  <a:pt x="735074" y="34166"/>
                </a:moveTo>
                <a:cubicBezTo>
                  <a:pt x="730173" y="34166"/>
                  <a:pt x="726271" y="36117"/>
                  <a:pt x="723367" y="40021"/>
                </a:cubicBezTo>
                <a:cubicBezTo>
                  <a:pt x="720464" y="43923"/>
                  <a:pt x="719012" y="49096"/>
                  <a:pt x="719012" y="55539"/>
                </a:cubicBezTo>
                <a:cubicBezTo>
                  <a:pt x="719012" y="60348"/>
                  <a:pt x="719533" y="65044"/>
                  <a:pt x="720576" y="69628"/>
                </a:cubicBezTo>
                <a:cubicBezTo>
                  <a:pt x="721620" y="74210"/>
                  <a:pt x="723095" y="78270"/>
                  <a:pt x="725000" y="81810"/>
                </a:cubicBezTo>
                <a:cubicBezTo>
                  <a:pt x="726452" y="84532"/>
                  <a:pt x="728359" y="86664"/>
                  <a:pt x="730718" y="88207"/>
                </a:cubicBezTo>
                <a:cubicBezTo>
                  <a:pt x="733078" y="89749"/>
                  <a:pt x="735573" y="90521"/>
                  <a:pt x="738204" y="90521"/>
                </a:cubicBezTo>
                <a:cubicBezTo>
                  <a:pt x="743286" y="90521"/>
                  <a:pt x="747279" y="88343"/>
                  <a:pt x="750182" y="83988"/>
                </a:cubicBezTo>
                <a:cubicBezTo>
                  <a:pt x="753087" y="79632"/>
                  <a:pt x="754540" y="73597"/>
                  <a:pt x="754540" y="65883"/>
                </a:cubicBezTo>
                <a:cubicBezTo>
                  <a:pt x="754540" y="59621"/>
                  <a:pt x="753700" y="54108"/>
                  <a:pt x="752020" y="49345"/>
                </a:cubicBezTo>
                <a:cubicBezTo>
                  <a:pt x="750342" y="44580"/>
                  <a:pt x="748051" y="40859"/>
                  <a:pt x="745147" y="38183"/>
                </a:cubicBezTo>
                <a:cubicBezTo>
                  <a:pt x="742244" y="35505"/>
                  <a:pt x="738886" y="34166"/>
                  <a:pt x="735074" y="34166"/>
                </a:cubicBezTo>
                <a:close/>
                <a:moveTo>
                  <a:pt x="837303" y="86165"/>
                </a:moveTo>
                <a:lnTo>
                  <a:pt x="837303" y="88072"/>
                </a:lnTo>
                <a:cubicBezTo>
                  <a:pt x="833854" y="88979"/>
                  <a:pt x="830745" y="89887"/>
                  <a:pt x="827977" y="90795"/>
                </a:cubicBezTo>
                <a:cubicBezTo>
                  <a:pt x="825210" y="91702"/>
                  <a:pt x="822102" y="92836"/>
                  <a:pt x="818653" y="94197"/>
                </a:cubicBezTo>
                <a:lnTo>
                  <a:pt x="818109" y="93925"/>
                </a:lnTo>
                <a:lnTo>
                  <a:pt x="818109" y="82626"/>
                </a:lnTo>
                <a:lnTo>
                  <a:pt x="812255" y="88479"/>
                </a:lnTo>
                <a:cubicBezTo>
                  <a:pt x="810440" y="90294"/>
                  <a:pt x="808285" y="91724"/>
                  <a:pt x="805790" y="92768"/>
                </a:cubicBezTo>
                <a:cubicBezTo>
                  <a:pt x="803294" y="93811"/>
                  <a:pt x="800776" y="94332"/>
                  <a:pt x="798235" y="94332"/>
                </a:cubicBezTo>
                <a:cubicBezTo>
                  <a:pt x="793243" y="94332"/>
                  <a:pt x="789250" y="92722"/>
                  <a:pt x="786255" y="89501"/>
                </a:cubicBezTo>
                <a:cubicBezTo>
                  <a:pt x="783261" y="86279"/>
                  <a:pt x="781764" y="81991"/>
                  <a:pt x="781764" y="76638"/>
                </a:cubicBezTo>
                <a:lnTo>
                  <a:pt x="781764" y="42335"/>
                </a:lnTo>
                <a:cubicBezTo>
                  <a:pt x="781673" y="39067"/>
                  <a:pt x="781037" y="36821"/>
                  <a:pt x="779857" y="35597"/>
                </a:cubicBezTo>
                <a:cubicBezTo>
                  <a:pt x="778678" y="34371"/>
                  <a:pt x="776500" y="33713"/>
                  <a:pt x="773325" y="33622"/>
                </a:cubicBezTo>
                <a:lnTo>
                  <a:pt x="773325" y="31717"/>
                </a:lnTo>
                <a:lnTo>
                  <a:pt x="793198" y="31717"/>
                </a:lnTo>
                <a:lnTo>
                  <a:pt x="793198" y="76093"/>
                </a:lnTo>
                <a:cubicBezTo>
                  <a:pt x="793198" y="78906"/>
                  <a:pt x="794151" y="81333"/>
                  <a:pt x="796056" y="83376"/>
                </a:cubicBezTo>
                <a:cubicBezTo>
                  <a:pt x="797962" y="85417"/>
                  <a:pt x="800231" y="86437"/>
                  <a:pt x="802863" y="86437"/>
                </a:cubicBezTo>
                <a:cubicBezTo>
                  <a:pt x="807038" y="86437"/>
                  <a:pt x="811031" y="84895"/>
                  <a:pt x="814841" y="81810"/>
                </a:cubicBezTo>
                <a:cubicBezTo>
                  <a:pt x="816565" y="80448"/>
                  <a:pt x="817427" y="78044"/>
                  <a:pt x="817427" y="74596"/>
                </a:cubicBezTo>
                <a:lnTo>
                  <a:pt x="817427" y="42607"/>
                </a:lnTo>
                <a:cubicBezTo>
                  <a:pt x="817427" y="39158"/>
                  <a:pt x="816815" y="36912"/>
                  <a:pt x="815589" y="35869"/>
                </a:cubicBezTo>
                <a:cubicBezTo>
                  <a:pt x="814365" y="34825"/>
                  <a:pt x="811621" y="34212"/>
                  <a:pt x="807356" y="34031"/>
                </a:cubicBezTo>
                <a:lnTo>
                  <a:pt x="807356" y="31717"/>
                </a:lnTo>
                <a:lnTo>
                  <a:pt x="828862" y="31717"/>
                </a:lnTo>
                <a:lnTo>
                  <a:pt x="828862" y="78407"/>
                </a:lnTo>
                <a:cubicBezTo>
                  <a:pt x="828953" y="81582"/>
                  <a:pt x="829429" y="83624"/>
                  <a:pt x="830291" y="84533"/>
                </a:cubicBezTo>
                <a:cubicBezTo>
                  <a:pt x="831153" y="85440"/>
                  <a:pt x="833264" y="85984"/>
                  <a:pt x="836622" y="86165"/>
                </a:cubicBezTo>
                <a:lnTo>
                  <a:pt x="837303" y="86165"/>
                </a:lnTo>
                <a:close/>
                <a:moveTo>
                  <a:pt x="841387" y="92972"/>
                </a:moveTo>
                <a:lnTo>
                  <a:pt x="841387" y="90930"/>
                </a:lnTo>
                <a:cubicBezTo>
                  <a:pt x="844835" y="90749"/>
                  <a:pt x="847080" y="90000"/>
                  <a:pt x="848123" y="88685"/>
                </a:cubicBezTo>
                <a:cubicBezTo>
                  <a:pt x="849167" y="87368"/>
                  <a:pt x="849734" y="84713"/>
                  <a:pt x="849826" y="80721"/>
                </a:cubicBezTo>
                <a:lnTo>
                  <a:pt x="849826" y="46963"/>
                </a:lnTo>
                <a:cubicBezTo>
                  <a:pt x="849826" y="43605"/>
                  <a:pt x="849462" y="41314"/>
                  <a:pt x="848735" y="40090"/>
                </a:cubicBezTo>
                <a:cubicBezTo>
                  <a:pt x="848010" y="38864"/>
                  <a:pt x="846694" y="38251"/>
                  <a:pt x="844789" y="38251"/>
                </a:cubicBezTo>
                <a:cubicBezTo>
                  <a:pt x="843065" y="38251"/>
                  <a:pt x="841840" y="38433"/>
                  <a:pt x="841114" y="38796"/>
                </a:cubicBezTo>
                <a:lnTo>
                  <a:pt x="841114" y="36482"/>
                </a:lnTo>
                <a:cubicBezTo>
                  <a:pt x="844835" y="35392"/>
                  <a:pt x="848057" y="34393"/>
                  <a:pt x="850779" y="33487"/>
                </a:cubicBezTo>
                <a:cubicBezTo>
                  <a:pt x="853501" y="32578"/>
                  <a:pt x="856542" y="31534"/>
                  <a:pt x="859900" y="30354"/>
                </a:cubicBezTo>
                <a:lnTo>
                  <a:pt x="860851" y="30628"/>
                </a:lnTo>
                <a:lnTo>
                  <a:pt x="860851" y="41381"/>
                </a:lnTo>
                <a:cubicBezTo>
                  <a:pt x="863937" y="38478"/>
                  <a:pt x="866569" y="36232"/>
                  <a:pt x="868746" y="34643"/>
                </a:cubicBezTo>
                <a:cubicBezTo>
                  <a:pt x="870924" y="33055"/>
                  <a:pt x="872921" y="31943"/>
                  <a:pt x="874736" y="31308"/>
                </a:cubicBezTo>
                <a:cubicBezTo>
                  <a:pt x="876551" y="30672"/>
                  <a:pt x="878502" y="30354"/>
                  <a:pt x="880589" y="30354"/>
                </a:cubicBezTo>
                <a:cubicBezTo>
                  <a:pt x="885671" y="30354"/>
                  <a:pt x="889618" y="32147"/>
                  <a:pt x="892431" y="35732"/>
                </a:cubicBezTo>
                <a:cubicBezTo>
                  <a:pt x="895244" y="39317"/>
                  <a:pt x="896651" y="44331"/>
                  <a:pt x="896651" y="50774"/>
                </a:cubicBezTo>
                <a:lnTo>
                  <a:pt x="896651" y="81947"/>
                </a:lnTo>
                <a:cubicBezTo>
                  <a:pt x="896743" y="85303"/>
                  <a:pt x="897310" y="87549"/>
                  <a:pt x="898352" y="88685"/>
                </a:cubicBezTo>
                <a:cubicBezTo>
                  <a:pt x="899396" y="89819"/>
                  <a:pt x="901597" y="90567"/>
                  <a:pt x="904955" y="90930"/>
                </a:cubicBezTo>
                <a:lnTo>
                  <a:pt x="904955" y="92972"/>
                </a:lnTo>
                <a:lnTo>
                  <a:pt x="876641" y="92972"/>
                </a:lnTo>
                <a:lnTo>
                  <a:pt x="876641" y="90930"/>
                </a:lnTo>
                <a:cubicBezTo>
                  <a:pt x="879999" y="90749"/>
                  <a:pt x="882245" y="89909"/>
                  <a:pt x="883379" y="88413"/>
                </a:cubicBezTo>
                <a:cubicBezTo>
                  <a:pt x="884514" y="86914"/>
                  <a:pt x="885127" y="83942"/>
                  <a:pt x="885217" y="79496"/>
                </a:cubicBezTo>
                <a:lnTo>
                  <a:pt x="885217" y="51046"/>
                </a:lnTo>
                <a:cubicBezTo>
                  <a:pt x="885217" y="42243"/>
                  <a:pt x="881905" y="37842"/>
                  <a:pt x="875280" y="37842"/>
                </a:cubicBezTo>
                <a:cubicBezTo>
                  <a:pt x="873012" y="37842"/>
                  <a:pt x="870902" y="38364"/>
                  <a:pt x="868951" y="39408"/>
                </a:cubicBezTo>
                <a:cubicBezTo>
                  <a:pt x="867000" y="40451"/>
                  <a:pt x="864437" y="42515"/>
                  <a:pt x="861260" y="45600"/>
                </a:cubicBezTo>
                <a:lnTo>
                  <a:pt x="861260" y="83851"/>
                </a:lnTo>
                <a:cubicBezTo>
                  <a:pt x="861260" y="86302"/>
                  <a:pt x="861918" y="88050"/>
                  <a:pt x="863233" y="89094"/>
                </a:cubicBezTo>
                <a:cubicBezTo>
                  <a:pt x="864549" y="90137"/>
                  <a:pt x="866885" y="90749"/>
                  <a:pt x="870243" y="90930"/>
                </a:cubicBezTo>
                <a:lnTo>
                  <a:pt x="870243" y="92972"/>
                </a:lnTo>
                <a:lnTo>
                  <a:pt x="841387" y="92972"/>
                </a:lnTo>
                <a:close/>
                <a:moveTo>
                  <a:pt x="942253" y="31717"/>
                </a:moveTo>
                <a:lnTo>
                  <a:pt x="942253" y="36072"/>
                </a:lnTo>
                <a:lnTo>
                  <a:pt x="928505" y="36072"/>
                </a:lnTo>
                <a:lnTo>
                  <a:pt x="928505" y="75003"/>
                </a:lnTo>
                <a:cubicBezTo>
                  <a:pt x="928505" y="79268"/>
                  <a:pt x="929050" y="82376"/>
                  <a:pt x="930138" y="84327"/>
                </a:cubicBezTo>
                <a:cubicBezTo>
                  <a:pt x="931228" y="86278"/>
                  <a:pt x="933043" y="87254"/>
                  <a:pt x="935584" y="87254"/>
                </a:cubicBezTo>
                <a:cubicBezTo>
                  <a:pt x="937127" y="87254"/>
                  <a:pt x="938510" y="86891"/>
                  <a:pt x="939734" y="86165"/>
                </a:cubicBezTo>
                <a:cubicBezTo>
                  <a:pt x="940959" y="85440"/>
                  <a:pt x="942298" y="84215"/>
                  <a:pt x="943751" y="82491"/>
                </a:cubicBezTo>
                <a:lnTo>
                  <a:pt x="945521" y="83988"/>
                </a:lnTo>
                <a:cubicBezTo>
                  <a:pt x="941164" y="90884"/>
                  <a:pt x="935719" y="94332"/>
                  <a:pt x="929185" y="94332"/>
                </a:cubicBezTo>
                <a:cubicBezTo>
                  <a:pt x="921109" y="94332"/>
                  <a:pt x="917071" y="88570"/>
                  <a:pt x="917071" y="77045"/>
                </a:cubicBezTo>
                <a:lnTo>
                  <a:pt x="917071" y="36072"/>
                </a:lnTo>
                <a:lnTo>
                  <a:pt x="909855" y="36072"/>
                </a:lnTo>
                <a:cubicBezTo>
                  <a:pt x="909493" y="35800"/>
                  <a:pt x="909311" y="35482"/>
                  <a:pt x="909311" y="35119"/>
                </a:cubicBezTo>
                <a:cubicBezTo>
                  <a:pt x="909311" y="34393"/>
                  <a:pt x="910082" y="33532"/>
                  <a:pt x="911625" y="32533"/>
                </a:cubicBezTo>
                <a:cubicBezTo>
                  <a:pt x="913622" y="31353"/>
                  <a:pt x="915800" y="29425"/>
                  <a:pt x="918159" y="26749"/>
                </a:cubicBezTo>
                <a:cubicBezTo>
                  <a:pt x="920519" y="24070"/>
                  <a:pt x="923650" y="19873"/>
                  <a:pt x="927552" y="14157"/>
                </a:cubicBezTo>
                <a:cubicBezTo>
                  <a:pt x="928188" y="14157"/>
                  <a:pt x="928505" y="14747"/>
                  <a:pt x="928505" y="15927"/>
                </a:cubicBezTo>
                <a:lnTo>
                  <a:pt x="928505" y="31717"/>
                </a:lnTo>
                <a:lnTo>
                  <a:pt x="942253" y="31717"/>
                </a:lnTo>
                <a:close/>
                <a:moveTo>
                  <a:pt x="1001194" y="70647"/>
                </a:moveTo>
                <a:lnTo>
                  <a:pt x="1003371" y="71601"/>
                </a:lnTo>
                <a:cubicBezTo>
                  <a:pt x="1000559" y="78951"/>
                  <a:pt x="996680" y="84577"/>
                  <a:pt x="991733" y="88479"/>
                </a:cubicBezTo>
                <a:cubicBezTo>
                  <a:pt x="986787" y="92381"/>
                  <a:pt x="981048" y="94332"/>
                  <a:pt x="974515" y="94332"/>
                </a:cubicBezTo>
                <a:cubicBezTo>
                  <a:pt x="966710" y="94332"/>
                  <a:pt x="960516" y="91588"/>
                  <a:pt x="955933" y="86099"/>
                </a:cubicBezTo>
                <a:cubicBezTo>
                  <a:pt x="951351" y="80608"/>
                  <a:pt x="949060" y="73189"/>
                  <a:pt x="949060" y="63841"/>
                </a:cubicBezTo>
                <a:cubicBezTo>
                  <a:pt x="949060" y="58215"/>
                  <a:pt x="949945" y="53111"/>
                  <a:pt x="951715" y="48529"/>
                </a:cubicBezTo>
                <a:cubicBezTo>
                  <a:pt x="953484" y="43945"/>
                  <a:pt x="955957" y="40247"/>
                  <a:pt x="959132" y="37433"/>
                </a:cubicBezTo>
                <a:cubicBezTo>
                  <a:pt x="964395" y="32714"/>
                  <a:pt x="970521" y="30354"/>
                  <a:pt x="977510" y="30354"/>
                </a:cubicBezTo>
                <a:cubicBezTo>
                  <a:pt x="984860" y="30354"/>
                  <a:pt x="990667" y="32941"/>
                  <a:pt x="994932" y="38114"/>
                </a:cubicBezTo>
                <a:cubicBezTo>
                  <a:pt x="996656" y="40292"/>
                  <a:pt x="997927" y="42584"/>
                  <a:pt x="998744" y="44989"/>
                </a:cubicBezTo>
                <a:cubicBezTo>
                  <a:pt x="999561" y="47393"/>
                  <a:pt x="1000241" y="50819"/>
                  <a:pt x="1000785" y="55267"/>
                </a:cubicBezTo>
                <a:lnTo>
                  <a:pt x="958860" y="55267"/>
                </a:lnTo>
                <a:cubicBezTo>
                  <a:pt x="959041" y="59440"/>
                  <a:pt x="959404" y="62820"/>
                  <a:pt x="959948" y="65407"/>
                </a:cubicBezTo>
                <a:cubicBezTo>
                  <a:pt x="960494" y="67994"/>
                  <a:pt x="961356" y="70602"/>
                  <a:pt x="962536" y="73233"/>
                </a:cubicBezTo>
                <a:cubicBezTo>
                  <a:pt x="966528" y="81038"/>
                  <a:pt x="972381" y="84940"/>
                  <a:pt x="980096" y="84940"/>
                </a:cubicBezTo>
                <a:cubicBezTo>
                  <a:pt x="984452" y="84940"/>
                  <a:pt x="988241" y="83851"/>
                  <a:pt x="991461" y="81675"/>
                </a:cubicBezTo>
                <a:cubicBezTo>
                  <a:pt x="994684" y="79496"/>
                  <a:pt x="997928" y="75821"/>
                  <a:pt x="1001194" y="70647"/>
                </a:cubicBezTo>
                <a:moveTo>
                  <a:pt x="959132" y="50909"/>
                </a:moveTo>
                <a:lnTo>
                  <a:pt x="986902" y="50909"/>
                </a:lnTo>
                <a:cubicBezTo>
                  <a:pt x="985994" y="45011"/>
                  <a:pt x="984587" y="40929"/>
                  <a:pt x="982682" y="38660"/>
                </a:cubicBezTo>
                <a:cubicBezTo>
                  <a:pt x="980776" y="36391"/>
                  <a:pt x="977736" y="35256"/>
                  <a:pt x="973561" y="35256"/>
                </a:cubicBezTo>
                <a:cubicBezTo>
                  <a:pt x="969386" y="35256"/>
                  <a:pt x="966119" y="36527"/>
                  <a:pt x="963759" y="39068"/>
                </a:cubicBezTo>
                <a:cubicBezTo>
                  <a:pt x="961401" y="41609"/>
                  <a:pt x="959859" y="45556"/>
                  <a:pt x="959132" y="50909"/>
                </a:cubicBezTo>
                <a:close/>
                <a:moveTo>
                  <a:pt x="1005959" y="92972"/>
                </a:moveTo>
                <a:lnTo>
                  <a:pt x="1005959" y="90930"/>
                </a:lnTo>
                <a:cubicBezTo>
                  <a:pt x="1008863" y="90386"/>
                  <a:pt x="1010972" y="89864"/>
                  <a:pt x="1012288" y="89366"/>
                </a:cubicBezTo>
                <a:cubicBezTo>
                  <a:pt x="1013603" y="88866"/>
                  <a:pt x="1014465" y="88026"/>
                  <a:pt x="1014874" y="86846"/>
                </a:cubicBezTo>
                <a:cubicBezTo>
                  <a:pt x="1015282" y="85667"/>
                  <a:pt x="1015532" y="83897"/>
                  <a:pt x="1015624" y="81537"/>
                </a:cubicBezTo>
                <a:lnTo>
                  <a:pt x="1015624" y="47507"/>
                </a:lnTo>
                <a:cubicBezTo>
                  <a:pt x="1015624" y="44512"/>
                  <a:pt x="1015283" y="42402"/>
                  <a:pt x="1014602" y="41178"/>
                </a:cubicBezTo>
                <a:cubicBezTo>
                  <a:pt x="1013922" y="39952"/>
                  <a:pt x="1012720" y="39340"/>
                  <a:pt x="1010996" y="39340"/>
                </a:cubicBezTo>
                <a:cubicBezTo>
                  <a:pt x="1009543" y="39340"/>
                  <a:pt x="1007955" y="39521"/>
                  <a:pt x="1006231" y="39884"/>
                </a:cubicBezTo>
                <a:lnTo>
                  <a:pt x="1006231" y="37705"/>
                </a:lnTo>
                <a:cubicBezTo>
                  <a:pt x="1010223" y="36435"/>
                  <a:pt x="1013671" y="35256"/>
                  <a:pt x="1016575" y="34168"/>
                </a:cubicBezTo>
                <a:cubicBezTo>
                  <a:pt x="1019480" y="33078"/>
                  <a:pt x="1022747" y="31807"/>
                  <a:pt x="1026377" y="30354"/>
                </a:cubicBezTo>
                <a:lnTo>
                  <a:pt x="1027058" y="30628"/>
                </a:lnTo>
                <a:lnTo>
                  <a:pt x="1027058" y="43151"/>
                </a:lnTo>
                <a:cubicBezTo>
                  <a:pt x="1030416" y="38251"/>
                  <a:pt x="1033274" y="34893"/>
                  <a:pt x="1035632" y="33077"/>
                </a:cubicBezTo>
                <a:cubicBezTo>
                  <a:pt x="1037992" y="31262"/>
                  <a:pt x="1040578" y="30354"/>
                  <a:pt x="1043392" y="30354"/>
                </a:cubicBezTo>
                <a:cubicBezTo>
                  <a:pt x="1045752" y="30354"/>
                  <a:pt x="1047589" y="30990"/>
                  <a:pt x="1048905" y="32261"/>
                </a:cubicBezTo>
                <a:cubicBezTo>
                  <a:pt x="1050221" y="33531"/>
                  <a:pt x="1050880" y="35300"/>
                  <a:pt x="1050880" y="37570"/>
                </a:cubicBezTo>
                <a:cubicBezTo>
                  <a:pt x="1050880" y="39475"/>
                  <a:pt x="1050403" y="40973"/>
                  <a:pt x="1049449" y="42063"/>
                </a:cubicBezTo>
                <a:cubicBezTo>
                  <a:pt x="1048496" y="43151"/>
                  <a:pt x="1047204" y="43695"/>
                  <a:pt x="1045571" y="43695"/>
                </a:cubicBezTo>
                <a:cubicBezTo>
                  <a:pt x="1044663" y="43695"/>
                  <a:pt x="1043800" y="43491"/>
                  <a:pt x="1042983" y="43083"/>
                </a:cubicBezTo>
                <a:cubicBezTo>
                  <a:pt x="1042167" y="42674"/>
                  <a:pt x="1041215" y="41971"/>
                  <a:pt x="1040125" y="40972"/>
                </a:cubicBezTo>
                <a:cubicBezTo>
                  <a:pt x="1038674" y="39611"/>
                  <a:pt x="1037494" y="38931"/>
                  <a:pt x="1036586" y="38931"/>
                </a:cubicBezTo>
                <a:cubicBezTo>
                  <a:pt x="1035316" y="38931"/>
                  <a:pt x="1033932" y="39566"/>
                  <a:pt x="1032433" y="40837"/>
                </a:cubicBezTo>
                <a:cubicBezTo>
                  <a:pt x="1030937" y="42107"/>
                  <a:pt x="1029666" y="43605"/>
                  <a:pt x="1028622" y="45330"/>
                </a:cubicBezTo>
                <a:cubicBezTo>
                  <a:pt x="1027579" y="47054"/>
                  <a:pt x="1027058" y="48642"/>
                  <a:pt x="1027058" y="50093"/>
                </a:cubicBezTo>
                <a:lnTo>
                  <a:pt x="1027058" y="80721"/>
                </a:lnTo>
                <a:cubicBezTo>
                  <a:pt x="1027239" y="84713"/>
                  <a:pt x="1028079" y="87368"/>
                  <a:pt x="1029575" y="88685"/>
                </a:cubicBezTo>
                <a:cubicBezTo>
                  <a:pt x="1031074" y="90000"/>
                  <a:pt x="1034091" y="90749"/>
                  <a:pt x="1038627" y="90930"/>
                </a:cubicBezTo>
                <a:lnTo>
                  <a:pt x="1038627" y="92972"/>
                </a:lnTo>
                <a:lnTo>
                  <a:pt x="1005959" y="929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0DB0E7-F07F-4B2E-8580-B973266C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510" y="5412842"/>
            <a:ext cx="452944" cy="65026"/>
          </a:xfrm>
          <a:custGeom xmlns:a="http://schemas.openxmlformats.org/drawingml/2006/main">
            <a:pathLst>
              <a:path w="452944" h="65026">
                <a:moveTo>
                  <a:pt x="452944" y="34510"/>
                </a:moveTo>
                <a:lnTo>
                  <a:pt x="452864" y="26522"/>
                </a:lnTo>
                <a:lnTo>
                  <a:pt x="22638" y="28684"/>
                </a:lnTo>
                <a:lnTo>
                  <a:pt x="57756" y="7988"/>
                </a:lnTo>
                <a:lnTo>
                  <a:pt x="57980" y="7842"/>
                </a:lnTo>
                <a:lnTo>
                  <a:pt x="58190" y="7682"/>
                </a:lnTo>
                <a:lnTo>
                  <a:pt x="58388" y="7509"/>
                </a:lnTo>
                <a:lnTo>
                  <a:pt x="58573" y="7325"/>
                </a:lnTo>
                <a:lnTo>
                  <a:pt x="58744" y="7130"/>
                </a:lnTo>
                <a:lnTo>
                  <a:pt x="58901" y="6925"/>
                </a:lnTo>
                <a:lnTo>
                  <a:pt x="59044" y="6711"/>
                </a:lnTo>
                <a:lnTo>
                  <a:pt x="59174" y="6488"/>
                </a:lnTo>
                <a:lnTo>
                  <a:pt x="59288" y="6258"/>
                </a:lnTo>
                <a:lnTo>
                  <a:pt x="59388" y="6022"/>
                </a:lnTo>
                <a:lnTo>
                  <a:pt x="59474" y="5779"/>
                </a:lnTo>
                <a:lnTo>
                  <a:pt x="59544" y="5532"/>
                </a:lnTo>
                <a:lnTo>
                  <a:pt x="59598" y="5280"/>
                </a:lnTo>
                <a:lnTo>
                  <a:pt x="59637" y="5025"/>
                </a:lnTo>
                <a:lnTo>
                  <a:pt x="59661" y="4768"/>
                </a:lnTo>
                <a:lnTo>
                  <a:pt x="59668" y="4509"/>
                </a:lnTo>
                <a:lnTo>
                  <a:pt x="59658" y="4249"/>
                </a:lnTo>
                <a:lnTo>
                  <a:pt x="59632" y="3989"/>
                </a:lnTo>
                <a:lnTo>
                  <a:pt x="59590" y="3730"/>
                </a:lnTo>
                <a:lnTo>
                  <a:pt x="59530" y="3473"/>
                </a:lnTo>
                <a:lnTo>
                  <a:pt x="59452" y="3218"/>
                </a:lnTo>
                <a:lnTo>
                  <a:pt x="59358" y="2966"/>
                </a:lnTo>
                <a:lnTo>
                  <a:pt x="59245" y="2719"/>
                </a:lnTo>
                <a:lnTo>
                  <a:pt x="59114" y="2476"/>
                </a:lnTo>
                <a:lnTo>
                  <a:pt x="58968" y="2253"/>
                </a:lnTo>
                <a:lnTo>
                  <a:pt x="58809" y="2042"/>
                </a:lnTo>
                <a:lnTo>
                  <a:pt x="58638" y="1845"/>
                </a:lnTo>
                <a:lnTo>
                  <a:pt x="58457" y="1660"/>
                </a:lnTo>
                <a:lnTo>
                  <a:pt x="58265" y="1489"/>
                </a:lnTo>
                <a:lnTo>
                  <a:pt x="58063" y="1332"/>
                </a:lnTo>
                <a:lnTo>
                  <a:pt x="57853" y="1188"/>
                </a:lnTo>
                <a:lnTo>
                  <a:pt x="57635" y="1059"/>
                </a:lnTo>
                <a:lnTo>
                  <a:pt x="57410" y="944"/>
                </a:lnTo>
                <a:lnTo>
                  <a:pt x="57178" y="844"/>
                </a:lnTo>
                <a:lnTo>
                  <a:pt x="56940" y="759"/>
                </a:lnTo>
                <a:lnTo>
                  <a:pt x="56698" y="689"/>
                </a:lnTo>
                <a:lnTo>
                  <a:pt x="56451" y="634"/>
                </a:lnTo>
                <a:lnTo>
                  <a:pt x="56201" y="595"/>
                </a:lnTo>
                <a:lnTo>
                  <a:pt x="55949" y="572"/>
                </a:lnTo>
                <a:lnTo>
                  <a:pt x="55694" y="565"/>
                </a:lnTo>
                <a:lnTo>
                  <a:pt x="55439" y="574"/>
                </a:lnTo>
                <a:lnTo>
                  <a:pt x="55183" y="600"/>
                </a:lnTo>
                <a:lnTo>
                  <a:pt x="54927" y="643"/>
                </a:lnTo>
                <a:lnTo>
                  <a:pt x="54673" y="703"/>
                </a:lnTo>
                <a:lnTo>
                  <a:pt x="54420" y="780"/>
                </a:lnTo>
                <a:lnTo>
                  <a:pt x="54171" y="875"/>
                </a:lnTo>
                <a:lnTo>
                  <a:pt x="53924" y="988"/>
                </a:lnTo>
                <a:lnTo>
                  <a:pt x="53682" y="1118"/>
                </a:lnTo>
                <a:lnTo>
                  <a:pt x="0" y="32753"/>
                </a:lnTo>
                <a:lnTo>
                  <a:pt x="54002" y="63907"/>
                </a:lnTo>
                <a:lnTo>
                  <a:pt x="54244" y="64038"/>
                </a:lnTo>
                <a:lnTo>
                  <a:pt x="54490" y="64151"/>
                </a:lnTo>
                <a:lnTo>
                  <a:pt x="54740" y="64245"/>
                </a:lnTo>
                <a:lnTo>
                  <a:pt x="54992" y="64322"/>
                </a:lnTo>
                <a:lnTo>
                  <a:pt x="55247" y="64382"/>
                </a:lnTo>
                <a:lnTo>
                  <a:pt x="55502" y="64424"/>
                </a:lnTo>
                <a:lnTo>
                  <a:pt x="55758" y="64449"/>
                </a:lnTo>
                <a:lnTo>
                  <a:pt x="56014" y="64458"/>
                </a:lnTo>
                <a:lnTo>
                  <a:pt x="56268" y="64449"/>
                </a:lnTo>
                <a:lnTo>
                  <a:pt x="56521" y="64425"/>
                </a:lnTo>
                <a:lnTo>
                  <a:pt x="56771" y="64384"/>
                </a:lnTo>
                <a:lnTo>
                  <a:pt x="57017" y="64327"/>
                </a:lnTo>
                <a:lnTo>
                  <a:pt x="57260" y="64254"/>
                </a:lnTo>
                <a:lnTo>
                  <a:pt x="57497" y="64166"/>
                </a:lnTo>
                <a:lnTo>
                  <a:pt x="57729" y="64062"/>
                </a:lnTo>
                <a:lnTo>
                  <a:pt x="57955" y="63943"/>
                </a:lnTo>
                <a:lnTo>
                  <a:pt x="58173" y="63809"/>
                </a:lnTo>
                <a:lnTo>
                  <a:pt x="58383" y="63660"/>
                </a:lnTo>
                <a:lnTo>
                  <a:pt x="58584" y="63497"/>
                </a:lnTo>
                <a:lnTo>
                  <a:pt x="58776" y="63319"/>
                </a:lnTo>
                <a:lnTo>
                  <a:pt x="58958" y="63128"/>
                </a:lnTo>
                <a:lnTo>
                  <a:pt x="59129" y="62922"/>
                </a:lnTo>
                <a:lnTo>
                  <a:pt x="59288" y="62702"/>
                </a:lnTo>
                <a:lnTo>
                  <a:pt x="59434" y="62469"/>
                </a:lnTo>
                <a:lnTo>
                  <a:pt x="59565" y="62227"/>
                </a:lnTo>
                <a:lnTo>
                  <a:pt x="59677" y="61980"/>
                </a:lnTo>
                <a:lnTo>
                  <a:pt x="59772" y="61728"/>
                </a:lnTo>
                <a:lnTo>
                  <a:pt x="59849" y="61474"/>
                </a:lnTo>
                <a:lnTo>
                  <a:pt x="59908" y="61216"/>
                </a:lnTo>
                <a:lnTo>
                  <a:pt x="59951" y="60958"/>
                </a:lnTo>
                <a:lnTo>
                  <a:pt x="59976" y="60699"/>
                </a:lnTo>
                <a:lnTo>
                  <a:pt x="59984" y="60440"/>
                </a:lnTo>
                <a:lnTo>
                  <a:pt x="59976" y="60182"/>
                </a:lnTo>
                <a:lnTo>
                  <a:pt x="59951" y="59926"/>
                </a:lnTo>
                <a:lnTo>
                  <a:pt x="59910" y="59673"/>
                </a:lnTo>
                <a:lnTo>
                  <a:pt x="59853" y="59424"/>
                </a:lnTo>
                <a:lnTo>
                  <a:pt x="59781" y="59179"/>
                </a:lnTo>
                <a:lnTo>
                  <a:pt x="59692" y="58940"/>
                </a:lnTo>
                <a:lnTo>
                  <a:pt x="59588" y="58707"/>
                </a:lnTo>
                <a:lnTo>
                  <a:pt x="59469" y="58481"/>
                </a:lnTo>
                <a:lnTo>
                  <a:pt x="59335" y="58263"/>
                </a:lnTo>
                <a:lnTo>
                  <a:pt x="59187" y="58055"/>
                </a:lnTo>
                <a:lnTo>
                  <a:pt x="59023" y="57856"/>
                </a:lnTo>
                <a:lnTo>
                  <a:pt x="58846" y="57667"/>
                </a:lnTo>
                <a:lnTo>
                  <a:pt x="58654" y="57490"/>
                </a:lnTo>
                <a:lnTo>
                  <a:pt x="58448" y="57326"/>
                </a:lnTo>
                <a:lnTo>
                  <a:pt x="58229" y="57175"/>
                </a:lnTo>
                <a:lnTo>
                  <a:pt x="57996" y="57037"/>
                </a:lnTo>
                <a:lnTo>
                  <a:pt x="22666" y="36673"/>
                </a:lnTo>
                <a:lnTo>
                  <a:pt x="452944" y="34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Nonce">
            <a:extLst xmlns:a="http://schemas.openxmlformats.org/drawingml/2006/main">
              <a:ext uri="{FF2B5EF4-FFF2-40B4-BE49-F238E27FC236}">
                <a16:creationId xmlns:a16="http://schemas.microsoft.com/office/drawing/2014/main" id="{2FD5AEC9-F866-49AD-A8DD-0B694087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212" y="5331724"/>
            <a:ext cx="290039" cy="75482"/>
          </a:xfrm>
          <a:custGeom xmlns:a="http://schemas.openxmlformats.org/drawingml/2006/main">
            <a:pathLst>
              <a:path w="290039" h="75482">
                <a:moveTo>
                  <a:pt x="77950" y="0"/>
                </a:moveTo>
                <a:lnTo>
                  <a:pt x="77950" y="2131"/>
                </a:lnTo>
                <a:cubicBezTo>
                  <a:pt x="75034" y="2355"/>
                  <a:pt x="72828" y="2860"/>
                  <a:pt x="71332" y="3645"/>
                </a:cubicBezTo>
                <a:cubicBezTo>
                  <a:pt x="69838" y="4430"/>
                  <a:pt x="68829" y="5795"/>
                  <a:pt x="68305" y="7739"/>
                </a:cubicBezTo>
                <a:cubicBezTo>
                  <a:pt x="67781" y="9683"/>
                  <a:pt x="67445" y="12599"/>
                  <a:pt x="67295" y="16488"/>
                </a:cubicBezTo>
                <a:lnTo>
                  <a:pt x="67295" y="75482"/>
                </a:lnTo>
                <a:lnTo>
                  <a:pt x="65389" y="75482"/>
                </a:lnTo>
                <a:lnTo>
                  <a:pt x="15815" y="13795"/>
                </a:lnTo>
                <a:lnTo>
                  <a:pt x="15815" y="57761"/>
                </a:lnTo>
                <a:cubicBezTo>
                  <a:pt x="15890" y="61575"/>
                  <a:pt x="16208" y="64491"/>
                  <a:pt x="16768" y="66510"/>
                </a:cubicBezTo>
                <a:cubicBezTo>
                  <a:pt x="17330" y="68528"/>
                  <a:pt x="18357" y="69930"/>
                  <a:pt x="19852" y="70716"/>
                </a:cubicBezTo>
                <a:cubicBezTo>
                  <a:pt x="21348" y="71501"/>
                  <a:pt x="23516" y="71968"/>
                  <a:pt x="26357" y="72118"/>
                </a:cubicBezTo>
                <a:lnTo>
                  <a:pt x="26357" y="74249"/>
                </a:lnTo>
                <a:lnTo>
                  <a:pt x="0" y="74249"/>
                </a:lnTo>
                <a:lnTo>
                  <a:pt x="0" y="72118"/>
                </a:lnTo>
                <a:cubicBezTo>
                  <a:pt x="3066" y="71893"/>
                  <a:pt x="5365" y="71426"/>
                  <a:pt x="6897" y="70716"/>
                </a:cubicBezTo>
                <a:cubicBezTo>
                  <a:pt x="8430" y="70005"/>
                  <a:pt x="9459" y="68660"/>
                  <a:pt x="9983" y="66679"/>
                </a:cubicBezTo>
                <a:cubicBezTo>
                  <a:pt x="10506" y="64697"/>
                  <a:pt x="10805" y="61725"/>
                  <a:pt x="10879" y="57761"/>
                </a:cubicBezTo>
                <a:lnTo>
                  <a:pt x="10879" y="8300"/>
                </a:lnTo>
                <a:cubicBezTo>
                  <a:pt x="9385" y="6506"/>
                  <a:pt x="8133" y="5179"/>
                  <a:pt x="7123" y="4320"/>
                </a:cubicBezTo>
                <a:cubicBezTo>
                  <a:pt x="6113" y="3459"/>
                  <a:pt x="5085" y="2880"/>
                  <a:pt x="4037" y="2581"/>
                </a:cubicBezTo>
                <a:cubicBezTo>
                  <a:pt x="2991" y="2281"/>
                  <a:pt x="1645" y="2131"/>
                  <a:pt x="0" y="2131"/>
                </a:cubicBezTo>
                <a:lnTo>
                  <a:pt x="0" y="0"/>
                </a:lnTo>
                <a:lnTo>
                  <a:pt x="19180" y="0"/>
                </a:lnTo>
                <a:lnTo>
                  <a:pt x="62360" y="54285"/>
                </a:lnTo>
                <a:lnTo>
                  <a:pt x="62360" y="16488"/>
                </a:lnTo>
                <a:cubicBezTo>
                  <a:pt x="62285" y="12525"/>
                  <a:pt x="61968" y="9553"/>
                  <a:pt x="61406" y="7571"/>
                </a:cubicBezTo>
                <a:cubicBezTo>
                  <a:pt x="60846" y="5589"/>
                  <a:pt x="59818" y="4225"/>
                  <a:pt x="58322" y="3478"/>
                </a:cubicBezTo>
                <a:cubicBezTo>
                  <a:pt x="56827" y="2729"/>
                  <a:pt x="54584" y="2280"/>
                  <a:pt x="51593" y="2131"/>
                </a:cubicBezTo>
                <a:lnTo>
                  <a:pt x="51593" y="0"/>
                </a:lnTo>
                <a:lnTo>
                  <a:pt x="77950" y="0"/>
                </a:lnTo>
                <a:close/>
                <a:moveTo>
                  <a:pt x="107223" y="22655"/>
                </a:moveTo>
                <a:cubicBezTo>
                  <a:pt x="112008" y="22655"/>
                  <a:pt x="116252" y="23740"/>
                  <a:pt x="119953" y="25909"/>
                </a:cubicBezTo>
                <a:cubicBezTo>
                  <a:pt x="123654" y="28078"/>
                  <a:pt x="126570" y="31069"/>
                  <a:pt x="128701" y="34882"/>
                </a:cubicBezTo>
                <a:cubicBezTo>
                  <a:pt x="130833" y="38694"/>
                  <a:pt x="131898" y="43069"/>
                  <a:pt x="131898" y="48004"/>
                </a:cubicBezTo>
                <a:cubicBezTo>
                  <a:pt x="131898" y="53164"/>
                  <a:pt x="130814" y="57818"/>
                  <a:pt x="128645" y="61968"/>
                </a:cubicBezTo>
                <a:cubicBezTo>
                  <a:pt x="126477" y="66117"/>
                  <a:pt x="123505" y="69388"/>
                  <a:pt x="119729" y="71781"/>
                </a:cubicBezTo>
                <a:cubicBezTo>
                  <a:pt x="115953" y="74173"/>
                  <a:pt x="111710" y="75370"/>
                  <a:pt x="106999" y="75370"/>
                </a:cubicBezTo>
                <a:cubicBezTo>
                  <a:pt x="102288" y="75370"/>
                  <a:pt x="98082" y="74230"/>
                  <a:pt x="94381" y="71950"/>
                </a:cubicBezTo>
                <a:cubicBezTo>
                  <a:pt x="90680" y="69669"/>
                  <a:pt x="87764" y="66529"/>
                  <a:pt x="85633" y="62529"/>
                </a:cubicBezTo>
                <a:cubicBezTo>
                  <a:pt x="83502" y="58528"/>
                  <a:pt x="82437" y="53985"/>
                  <a:pt x="82437" y="48901"/>
                </a:cubicBezTo>
                <a:cubicBezTo>
                  <a:pt x="82437" y="43742"/>
                  <a:pt x="83484" y="39181"/>
                  <a:pt x="85578" y="35219"/>
                </a:cubicBezTo>
                <a:cubicBezTo>
                  <a:pt x="87671" y="31255"/>
                  <a:pt x="90587" y="28171"/>
                  <a:pt x="94325" y="25965"/>
                </a:cubicBezTo>
                <a:cubicBezTo>
                  <a:pt x="98063" y="23759"/>
                  <a:pt x="102363" y="22655"/>
                  <a:pt x="107223" y="22655"/>
                </a:cubicBezTo>
                <a:moveTo>
                  <a:pt x="105765" y="25796"/>
                </a:moveTo>
                <a:cubicBezTo>
                  <a:pt x="101728" y="25796"/>
                  <a:pt x="98512" y="27404"/>
                  <a:pt x="96120" y="30620"/>
                </a:cubicBezTo>
                <a:cubicBezTo>
                  <a:pt x="93727" y="33835"/>
                  <a:pt x="92531" y="38097"/>
                  <a:pt x="92531" y="43406"/>
                </a:cubicBezTo>
                <a:cubicBezTo>
                  <a:pt x="92531" y="47368"/>
                  <a:pt x="92961" y="51238"/>
                  <a:pt x="93820" y="55014"/>
                </a:cubicBezTo>
                <a:cubicBezTo>
                  <a:pt x="94680" y="58790"/>
                  <a:pt x="95895" y="62135"/>
                  <a:pt x="97465" y="65052"/>
                </a:cubicBezTo>
                <a:cubicBezTo>
                  <a:pt x="98662" y="67295"/>
                  <a:pt x="100232" y="69052"/>
                  <a:pt x="102177" y="70323"/>
                </a:cubicBezTo>
                <a:cubicBezTo>
                  <a:pt x="104121" y="71594"/>
                  <a:pt x="106177" y="72229"/>
                  <a:pt x="108344" y="72229"/>
                </a:cubicBezTo>
                <a:cubicBezTo>
                  <a:pt x="112532" y="72229"/>
                  <a:pt x="115821" y="70435"/>
                  <a:pt x="118214" y="66847"/>
                </a:cubicBezTo>
                <a:cubicBezTo>
                  <a:pt x="120608" y="63257"/>
                  <a:pt x="121804" y="58285"/>
                  <a:pt x="121804" y="51929"/>
                </a:cubicBezTo>
                <a:cubicBezTo>
                  <a:pt x="121804" y="46769"/>
                  <a:pt x="121112" y="42227"/>
                  <a:pt x="119729" y="38303"/>
                </a:cubicBezTo>
                <a:cubicBezTo>
                  <a:pt x="118346" y="34377"/>
                  <a:pt x="116458" y="31311"/>
                  <a:pt x="114066" y="29106"/>
                </a:cubicBezTo>
                <a:cubicBezTo>
                  <a:pt x="111673" y="26899"/>
                  <a:pt x="108906" y="25796"/>
                  <a:pt x="105765" y="25796"/>
                </a:cubicBezTo>
                <a:close/>
                <a:moveTo>
                  <a:pt x="137619" y="74249"/>
                </a:moveTo>
                <a:lnTo>
                  <a:pt x="137619" y="72566"/>
                </a:lnTo>
                <a:cubicBezTo>
                  <a:pt x="140459" y="72417"/>
                  <a:pt x="142309" y="71800"/>
                  <a:pt x="143169" y="70716"/>
                </a:cubicBezTo>
                <a:cubicBezTo>
                  <a:pt x="144029" y="69631"/>
                  <a:pt x="144497" y="67444"/>
                  <a:pt x="144572" y="64155"/>
                </a:cubicBezTo>
                <a:lnTo>
                  <a:pt x="144572" y="36340"/>
                </a:lnTo>
                <a:cubicBezTo>
                  <a:pt x="144572" y="33573"/>
                  <a:pt x="144272" y="31685"/>
                  <a:pt x="143673" y="30677"/>
                </a:cubicBezTo>
                <a:cubicBezTo>
                  <a:pt x="143076" y="29667"/>
                  <a:pt x="141992" y="29162"/>
                  <a:pt x="140422" y="29162"/>
                </a:cubicBezTo>
                <a:cubicBezTo>
                  <a:pt x="139001" y="29162"/>
                  <a:pt x="137992" y="29312"/>
                  <a:pt x="137394" y="29610"/>
                </a:cubicBezTo>
                <a:lnTo>
                  <a:pt x="137394" y="27704"/>
                </a:lnTo>
                <a:cubicBezTo>
                  <a:pt x="140460" y="26806"/>
                  <a:pt x="143114" y="25983"/>
                  <a:pt x="145357" y="25236"/>
                </a:cubicBezTo>
                <a:cubicBezTo>
                  <a:pt x="147601" y="24488"/>
                  <a:pt x="150105" y="23627"/>
                  <a:pt x="152872" y="22655"/>
                </a:cubicBezTo>
                <a:lnTo>
                  <a:pt x="153656" y="22881"/>
                </a:lnTo>
                <a:lnTo>
                  <a:pt x="153656" y="31741"/>
                </a:lnTo>
                <a:cubicBezTo>
                  <a:pt x="156199" y="29349"/>
                  <a:pt x="158367" y="27498"/>
                  <a:pt x="160161" y="26189"/>
                </a:cubicBezTo>
                <a:cubicBezTo>
                  <a:pt x="161956" y="24881"/>
                  <a:pt x="163601" y="23965"/>
                  <a:pt x="165097" y="23441"/>
                </a:cubicBezTo>
                <a:cubicBezTo>
                  <a:pt x="166592" y="22917"/>
                  <a:pt x="168200" y="22655"/>
                  <a:pt x="169919" y="22655"/>
                </a:cubicBezTo>
                <a:cubicBezTo>
                  <a:pt x="174106" y="22655"/>
                  <a:pt x="177359" y="24132"/>
                  <a:pt x="179676" y="27086"/>
                </a:cubicBezTo>
                <a:cubicBezTo>
                  <a:pt x="181994" y="30040"/>
                  <a:pt x="183153" y="34171"/>
                  <a:pt x="183153" y="39480"/>
                </a:cubicBezTo>
                <a:lnTo>
                  <a:pt x="183153" y="65165"/>
                </a:lnTo>
                <a:cubicBezTo>
                  <a:pt x="183229" y="67930"/>
                  <a:pt x="183696" y="69781"/>
                  <a:pt x="184555" y="70716"/>
                </a:cubicBezTo>
                <a:cubicBezTo>
                  <a:pt x="185415" y="71651"/>
                  <a:pt x="187229" y="72267"/>
                  <a:pt x="189996" y="72566"/>
                </a:cubicBezTo>
                <a:lnTo>
                  <a:pt x="189996" y="74249"/>
                </a:lnTo>
                <a:lnTo>
                  <a:pt x="166666" y="74249"/>
                </a:lnTo>
                <a:lnTo>
                  <a:pt x="166666" y="72566"/>
                </a:lnTo>
                <a:cubicBezTo>
                  <a:pt x="169433" y="72417"/>
                  <a:pt x="171283" y="71725"/>
                  <a:pt x="172218" y="70492"/>
                </a:cubicBezTo>
                <a:cubicBezTo>
                  <a:pt x="173153" y="69258"/>
                  <a:pt x="173658" y="66809"/>
                  <a:pt x="173732" y="63145"/>
                </a:cubicBezTo>
                <a:lnTo>
                  <a:pt x="173732" y="39704"/>
                </a:lnTo>
                <a:cubicBezTo>
                  <a:pt x="173732" y="32451"/>
                  <a:pt x="171003" y="28825"/>
                  <a:pt x="165545" y="28825"/>
                </a:cubicBezTo>
                <a:cubicBezTo>
                  <a:pt x="163676" y="28825"/>
                  <a:pt x="161938" y="29255"/>
                  <a:pt x="160330" y="30115"/>
                </a:cubicBezTo>
                <a:cubicBezTo>
                  <a:pt x="158723" y="30974"/>
                  <a:pt x="156610" y="32675"/>
                  <a:pt x="153993" y="35217"/>
                </a:cubicBezTo>
                <a:lnTo>
                  <a:pt x="153993" y="66734"/>
                </a:lnTo>
                <a:cubicBezTo>
                  <a:pt x="153993" y="68753"/>
                  <a:pt x="154535" y="70193"/>
                  <a:pt x="155619" y="71053"/>
                </a:cubicBezTo>
                <a:cubicBezTo>
                  <a:pt x="156703" y="71913"/>
                  <a:pt x="158628" y="72417"/>
                  <a:pt x="161395" y="72566"/>
                </a:cubicBezTo>
                <a:lnTo>
                  <a:pt x="161395" y="74249"/>
                </a:lnTo>
                <a:lnTo>
                  <a:pt x="137619" y="74249"/>
                </a:lnTo>
                <a:close/>
                <a:moveTo>
                  <a:pt x="236652" y="56751"/>
                </a:moveTo>
                <a:lnTo>
                  <a:pt x="238223" y="57761"/>
                </a:lnTo>
                <a:cubicBezTo>
                  <a:pt x="236578" y="61051"/>
                  <a:pt x="235120" y="63613"/>
                  <a:pt x="233849" y="65445"/>
                </a:cubicBezTo>
                <a:cubicBezTo>
                  <a:pt x="232578" y="67276"/>
                  <a:pt x="231195" y="68827"/>
                  <a:pt x="229699" y="70098"/>
                </a:cubicBezTo>
                <a:cubicBezTo>
                  <a:pt x="225587" y="73612"/>
                  <a:pt x="221063" y="75370"/>
                  <a:pt x="216128" y="75370"/>
                </a:cubicBezTo>
                <a:cubicBezTo>
                  <a:pt x="212016" y="75370"/>
                  <a:pt x="208352" y="74304"/>
                  <a:pt x="205137" y="72174"/>
                </a:cubicBezTo>
                <a:cubicBezTo>
                  <a:pt x="201922" y="70043"/>
                  <a:pt x="199398" y="67090"/>
                  <a:pt x="197566" y="63315"/>
                </a:cubicBezTo>
                <a:cubicBezTo>
                  <a:pt x="195734" y="59538"/>
                  <a:pt x="194817" y="55257"/>
                  <a:pt x="194817" y="50471"/>
                </a:cubicBezTo>
                <a:cubicBezTo>
                  <a:pt x="194817" y="41274"/>
                  <a:pt x="197734" y="34095"/>
                  <a:pt x="203566" y="28936"/>
                </a:cubicBezTo>
                <a:cubicBezTo>
                  <a:pt x="208352" y="24749"/>
                  <a:pt x="213624" y="22655"/>
                  <a:pt x="219381" y="22655"/>
                </a:cubicBezTo>
                <a:cubicBezTo>
                  <a:pt x="222521" y="22655"/>
                  <a:pt x="225399" y="23179"/>
                  <a:pt x="228017" y="24226"/>
                </a:cubicBezTo>
                <a:cubicBezTo>
                  <a:pt x="230634" y="25273"/>
                  <a:pt x="232728" y="26675"/>
                  <a:pt x="234297" y="28433"/>
                </a:cubicBezTo>
                <a:cubicBezTo>
                  <a:pt x="235867" y="30190"/>
                  <a:pt x="236652" y="32115"/>
                  <a:pt x="236652" y="34209"/>
                </a:cubicBezTo>
                <a:cubicBezTo>
                  <a:pt x="236652" y="35480"/>
                  <a:pt x="236147" y="36583"/>
                  <a:pt x="235138" y="37517"/>
                </a:cubicBezTo>
                <a:cubicBezTo>
                  <a:pt x="234129" y="38451"/>
                  <a:pt x="232877" y="38919"/>
                  <a:pt x="231381" y="38919"/>
                </a:cubicBezTo>
                <a:cubicBezTo>
                  <a:pt x="228764" y="38919"/>
                  <a:pt x="226969" y="37199"/>
                  <a:pt x="225997" y="33761"/>
                </a:cubicBezTo>
                <a:lnTo>
                  <a:pt x="225325" y="31293"/>
                </a:lnTo>
                <a:cubicBezTo>
                  <a:pt x="224801" y="29199"/>
                  <a:pt x="224072" y="27779"/>
                  <a:pt x="223137" y="27031"/>
                </a:cubicBezTo>
                <a:cubicBezTo>
                  <a:pt x="222203" y="26283"/>
                  <a:pt x="220727" y="25909"/>
                  <a:pt x="218708" y="25909"/>
                </a:cubicBezTo>
                <a:cubicBezTo>
                  <a:pt x="214147" y="25909"/>
                  <a:pt x="210464" y="27703"/>
                  <a:pt x="207660" y="31293"/>
                </a:cubicBezTo>
                <a:cubicBezTo>
                  <a:pt x="204856" y="34881"/>
                  <a:pt x="203455" y="39591"/>
                  <a:pt x="203455" y="45424"/>
                </a:cubicBezTo>
                <a:cubicBezTo>
                  <a:pt x="203455" y="49686"/>
                  <a:pt x="204184" y="53463"/>
                  <a:pt x="205642" y="56753"/>
                </a:cubicBezTo>
                <a:cubicBezTo>
                  <a:pt x="207100" y="60042"/>
                  <a:pt x="209137" y="62622"/>
                  <a:pt x="211753" y="64492"/>
                </a:cubicBezTo>
                <a:cubicBezTo>
                  <a:pt x="214371" y="66361"/>
                  <a:pt x="217399" y="67295"/>
                  <a:pt x="220839" y="67295"/>
                </a:cubicBezTo>
                <a:cubicBezTo>
                  <a:pt x="224054" y="67295"/>
                  <a:pt x="226820" y="66510"/>
                  <a:pt x="229138" y="64940"/>
                </a:cubicBezTo>
                <a:cubicBezTo>
                  <a:pt x="231456" y="63369"/>
                  <a:pt x="233961" y="60640"/>
                  <a:pt x="236652" y="56751"/>
                </a:cubicBezTo>
                <a:close/>
                <a:moveTo>
                  <a:pt x="288245" y="55855"/>
                </a:moveTo>
                <a:lnTo>
                  <a:pt x="290039" y="56640"/>
                </a:lnTo>
                <a:cubicBezTo>
                  <a:pt x="287722" y="62696"/>
                  <a:pt x="284525" y="67332"/>
                  <a:pt x="280450" y="70547"/>
                </a:cubicBezTo>
                <a:cubicBezTo>
                  <a:pt x="276374" y="73762"/>
                  <a:pt x="271645" y="75370"/>
                  <a:pt x="266262" y="75370"/>
                </a:cubicBezTo>
                <a:cubicBezTo>
                  <a:pt x="259832" y="75370"/>
                  <a:pt x="254729" y="73108"/>
                  <a:pt x="250952" y="68586"/>
                </a:cubicBezTo>
                <a:cubicBezTo>
                  <a:pt x="247177" y="64062"/>
                  <a:pt x="245289" y="57949"/>
                  <a:pt x="245289" y="50246"/>
                </a:cubicBezTo>
                <a:cubicBezTo>
                  <a:pt x="245289" y="45611"/>
                  <a:pt x="246018" y="41405"/>
                  <a:pt x="247477" y="37630"/>
                </a:cubicBezTo>
                <a:cubicBezTo>
                  <a:pt x="248935" y="33854"/>
                  <a:pt x="250972" y="30806"/>
                  <a:pt x="253588" y="28488"/>
                </a:cubicBezTo>
                <a:cubicBezTo>
                  <a:pt x="257925" y="24599"/>
                  <a:pt x="262972" y="22655"/>
                  <a:pt x="268730" y="22655"/>
                </a:cubicBezTo>
                <a:cubicBezTo>
                  <a:pt x="274786" y="22655"/>
                  <a:pt x="279571" y="24787"/>
                  <a:pt x="283085" y="29049"/>
                </a:cubicBezTo>
                <a:cubicBezTo>
                  <a:pt x="284506" y="30844"/>
                  <a:pt x="285553" y="32732"/>
                  <a:pt x="286226" y="34714"/>
                </a:cubicBezTo>
                <a:cubicBezTo>
                  <a:pt x="286899" y="36694"/>
                  <a:pt x="287460" y="39517"/>
                  <a:pt x="287908" y="43182"/>
                </a:cubicBezTo>
                <a:lnTo>
                  <a:pt x="253364" y="43182"/>
                </a:lnTo>
                <a:cubicBezTo>
                  <a:pt x="253513" y="46620"/>
                  <a:pt x="253812" y="49405"/>
                  <a:pt x="254260" y="51537"/>
                </a:cubicBezTo>
                <a:cubicBezTo>
                  <a:pt x="254710" y="53668"/>
                  <a:pt x="255421" y="55817"/>
                  <a:pt x="256393" y="57985"/>
                </a:cubicBezTo>
                <a:cubicBezTo>
                  <a:pt x="259682" y="64416"/>
                  <a:pt x="264505" y="67631"/>
                  <a:pt x="270861" y="67631"/>
                </a:cubicBezTo>
                <a:cubicBezTo>
                  <a:pt x="274450" y="67631"/>
                  <a:pt x="277572" y="66734"/>
                  <a:pt x="280226" y="64940"/>
                </a:cubicBezTo>
                <a:cubicBezTo>
                  <a:pt x="282881" y="63146"/>
                  <a:pt x="285554" y="60117"/>
                  <a:pt x="288245" y="55855"/>
                </a:cubicBezTo>
                <a:moveTo>
                  <a:pt x="253588" y="39591"/>
                </a:moveTo>
                <a:lnTo>
                  <a:pt x="276469" y="39591"/>
                </a:lnTo>
                <a:cubicBezTo>
                  <a:pt x="275721" y="34732"/>
                  <a:pt x="274562" y="31368"/>
                  <a:pt x="272992" y="29499"/>
                </a:cubicBezTo>
                <a:cubicBezTo>
                  <a:pt x="271422" y="27629"/>
                  <a:pt x="268917" y="26694"/>
                  <a:pt x="265477" y="26694"/>
                </a:cubicBezTo>
                <a:cubicBezTo>
                  <a:pt x="262037" y="26694"/>
                  <a:pt x="259345" y="27741"/>
                  <a:pt x="257401" y="29835"/>
                </a:cubicBezTo>
                <a:cubicBezTo>
                  <a:pt x="255458" y="31928"/>
                  <a:pt x="254187" y="35180"/>
                  <a:pt x="253588" y="395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40F5A-3A1D-4F2D-9336-6DA1250D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525" y="5615908"/>
            <a:ext cx="3134259" cy="412922"/>
          </a:xfrm>
          <a:custGeom xmlns:a="http://schemas.openxmlformats.org/drawingml/2006/main">
            <a:pathLst>
              <a:path w="3134259" h="412922">
                <a:moveTo>
                  <a:pt x="9" y="206698"/>
                </a:moveTo>
                <a:lnTo>
                  <a:pt x="36" y="206969"/>
                </a:lnTo>
                <a:lnTo>
                  <a:pt x="80" y="207235"/>
                </a:lnTo>
                <a:lnTo>
                  <a:pt x="141" y="207493"/>
                </a:lnTo>
                <a:lnTo>
                  <a:pt x="217" y="207745"/>
                </a:lnTo>
                <a:lnTo>
                  <a:pt x="310" y="207989"/>
                </a:lnTo>
                <a:lnTo>
                  <a:pt x="417" y="208224"/>
                </a:lnTo>
                <a:lnTo>
                  <a:pt x="538" y="208451"/>
                </a:lnTo>
                <a:lnTo>
                  <a:pt x="674" y="208668"/>
                </a:lnTo>
                <a:lnTo>
                  <a:pt x="823" y="208875"/>
                </a:lnTo>
                <a:lnTo>
                  <a:pt x="984" y="209071"/>
                </a:lnTo>
                <a:lnTo>
                  <a:pt x="1158" y="209257"/>
                </a:lnTo>
                <a:lnTo>
                  <a:pt x="1344" y="209431"/>
                </a:lnTo>
                <a:lnTo>
                  <a:pt x="1540" y="209592"/>
                </a:lnTo>
                <a:lnTo>
                  <a:pt x="1747" y="209741"/>
                </a:lnTo>
                <a:lnTo>
                  <a:pt x="1965" y="209877"/>
                </a:lnTo>
                <a:lnTo>
                  <a:pt x="2191" y="209998"/>
                </a:lnTo>
                <a:lnTo>
                  <a:pt x="2426" y="210106"/>
                </a:lnTo>
                <a:lnTo>
                  <a:pt x="2670" y="210198"/>
                </a:lnTo>
                <a:lnTo>
                  <a:pt x="2922" y="210275"/>
                </a:lnTo>
                <a:lnTo>
                  <a:pt x="3180" y="210335"/>
                </a:lnTo>
                <a:lnTo>
                  <a:pt x="3446" y="210379"/>
                </a:lnTo>
                <a:lnTo>
                  <a:pt x="3717" y="210406"/>
                </a:lnTo>
                <a:lnTo>
                  <a:pt x="3994" y="210415"/>
                </a:lnTo>
                <a:lnTo>
                  <a:pt x="3097752" y="210415"/>
                </a:lnTo>
                <a:lnTo>
                  <a:pt x="3097752" y="390280"/>
                </a:lnTo>
                <a:lnTo>
                  <a:pt x="3077222" y="355086"/>
                </a:lnTo>
                <a:lnTo>
                  <a:pt x="3077076" y="354853"/>
                </a:lnTo>
                <a:lnTo>
                  <a:pt x="3076917" y="354633"/>
                </a:lnTo>
                <a:lnTo>
                  <a:pt x="3076746" y="354427"/>
                </a:lnTo>
                <a:lnTo>
                  <a:pt x="3076564" y="354236"/>
                </a:lnTo>
                <a:lnTo>
                  <a:pt x="3076372" y="354058"/>
                </a:lnTo>
                <a:lnTo>
                  <a:pt x="3076171" y="353895"/>
                </a:lnTo>
                <a:lnTo>
                  <a:pt x="3075961" y="353746"/>
                </a:lnTo>
                <a:lnTo>
                  <a:pt x="3075743" y="353612"/>
                </a:lnTo>
                <a:lnTo>
                  <a:pt x="3075517" y="353493"/>
                </a:lnTo>
                <a:lnTo>
                  <a:pt x="3075285" y="353389"/>
                </a:lnTo>
                <a:lnTo>
                  <a:pt x="3075048" y="353301"/>
                </a:lnTo>
                <a:lnTo>
                  <a:pt x="3074805" y="353228"/>
                </a:lnTo>
                <a:lnTo>
                  <a:pt x="3074559" y="353171"/>
                </a:lnTo>
                <a:lnTo>
                  <a:pt x="3074309" y="353130"/>
                </a:lnTo>
                <a:lnTo>
                  <a:pt x="3074056" y="353106"/>
                </a:lnTo>
                <a:lnTo>
                  <a:pt x="3073802" y="353097"/>
                </a:lnTo>
                <a:lnTo>
                  <a:pt x="3073546" y="353106"/>
                </a:lnTo>
                <a:lnTo>
                  <a:pt x="3073290" y="353131"/>
                </a:lnTo>
                <a:lnTo>
                  <a:pt x="3073035" y="353173"/>
                </a:lnTo>
                <a:lnTo>
                  <a:pt x="3072780" y="353233"/>
                </a:lnTo>
                <a:lnTo>
                  <a:pt x="3072528" y="353310"/>
                </a:lnTo>
                <a:lnTo>
                  <a:pt x="3072278" y="353404"/>
                </a:lnTo>
                <a:lnTo>
                  <a:pt x="3072032" y="353517"/>
                </a:lnTo>
                <a:lnTo>
                  <a:pt x="3071790" y="353648"/>
                </a:lnTo>
                <a:lnTo>
                  <a:pt x="3071557" y="353785"/>
                </a:lnTo>
                <a:lnTo>
                  <a:pt x="3071337" y="353936"/>
                </a:lnTo>
                <a:lnTo>
                  <a:pt x="3071132" y="354101"/>
                </a:lnTo>
                <a:lnTo>
                  <a:pt x="3070940" y="354277"/>
                </a:lnTo>
                <a:lnTo>
                  <a:pt x="3070762" y="354466"/>
                </a:lnTo>
                <a:lnTo>
                  <a:pt x="3070599" y="354665"/>
                </a:lnTo>
                <a:lnTo>
                  <a:pt x="3070450" y="354874"/>
                </a:lnTo>
                <a:lnTo>
                  <a:pt x="3070316" y="355091"/>
                </a:lnTo>
                <a:lnTo>
                  <a:pt x="3070197" y="355317"/>
                </a:lnTo>
                <a:lnTo>
                  <a:pt x="3070094" y="355550"/>
                </a:lnTo>
                <a:lnTo>
                  <a:pt x="3070005" y="355789"/>
                </a:lnTo>
                <a:lnTo>
                  <a:pt x="3069933" y="356034"/>
                </a:lnTo>
                <a:lnTo>
                  <a:pt x="3069876" y="356283"/>
                </a:lnTo>
                <a:lnTo>
                  <a:pt x="3069835" y="356536"/>
                </a:lnTo>
                <a:lnTo>
                  <a:pt x="3069810" y="356792"/>
                </a:lnTo>
                <a:lnTo>
                  <a:pt x="3069802" y="357050"/>
                </a:lnTo>
                <a:lnTo>
                  <a:pt x="3069810" y="357309"/>
                </a:lnTo>
                <a:lnTo>
                  <a:pt x="3069835" y="357568"/>
                </a:lnTo>
                <a:lnTo>
                  <a:pt x="3069877" y="357827"/>
                </a:lnTo>
                <a:lnTo>
                  <a:pt x="3069937" y="358084"/>
                </a:lnTo>
                <a:lnTo>
                  <a:pt x="3070014" y="358339"/>
                </a:lnTo>
                <a:lnTo>
                  <a:pt x="3070109" y="358590"/>
                </a:lnTo>
                <a:lnTo>
                  <a:pt x="3070221" y="358837"/>
                </a:lnTo>
                <a:lnTo>
                  <a:pt x="3070352" y="359080"/>
                </a:lnTo>
                <a:lnTo>
                  <a:pt x="3101746" y="412922"/>
                </a:lnTo>
                <a:lnTo>
                  <a:pt x="3133141" y="359080"/>
                </a:lnTo>
                <a:lnTo>
                  <a:pt x="3133272" y="358837"/>
                </a:lnTo>
                <a:lnTo>
                  <a:pt x="3133384" y="358590"/>
                </a:lnTo>
                <a:lnTo>
                  <a:pt x="3133479" y="358339"/>
                </a:lnTo>
                <a:lnTo>
                  <a:pt x="3133556" y="358084"/>
                </a:lnTo>
                <a:lnTo>
                  <a:pt x="3133615" y="357827"/>
                </a:lnTo>
                <a:lnTo>
                  <a:pt x="3133658" y="357568"/>
                </a:lnTo>
                <a:lnTo>
                  <a:pt x="3133683" y="357309"/>
                </a:lnTo>
                <a:lnTo>
                  <a:pt x="3133691" y="357050"/>
                </a:lnTo>
                <a:lnTo>
                  <a:pt x="3133683" y="356792"/>
                </a:lnTo>
                <a:lnTo>
                  <a:pt x="3133658" y="356536"/>
                </a:lnTo>
                <a:lnTo>
                  <a:pt x="3133617" y="356283"/>
                </a:lnTo>
                <a:lnTo>
                  <a:pt x="3133560" y="356034"/>
                </a:lnTo>
                <a:lnTo>
                  <a:pt x="3133488" y="355789"/>
                </a:lnTo>
                <a:lnTo>
                  <a:pt x="3133399" y="355550"/>
                </a:lnTo>
                <a:lnTo>
                  <a:pt x="3133295" y="355317"/>
                </a:lnTo>
                <a:lnTo>
                  <a:pt x="3133176" y="355091"/>
                </a:lnTo>
                <a:lnTo>
                  <a:pt x="3133043" y="354874"/>
                </a:lnTo>
                <a:lnTo>
                  <a:pt x="3132894" y="354665"/>
                </a:lnTo>
                <a:lnTo>
                  <a:pt x="3132731" y="354466"/>
                </a:lnTo>
                <a:lnTo>
                  <a:pt x="3132553" y="354277"/>
                </a:lnTo>
                <a:lnTo>
                  <a:pt x="3132361" y="354101"/>
                </a:lnTo>
                <a:lnTo>
                  <a:pt x="3132155" y="353936"/>
                </a:lnTo>
                <a:lnTo>
                  <a:pt x="3131936" y="353785"/>
                </a:lnTo>
                <a:lnTo>
                  <a:pt x="3131703" y="353648"/>
                </a:lnTo>
                <a:lnTo>
                  <a:pt x="3131461" y="353517"/>
                </a:lnTo>
                <a:lnTo>
                  <a:pt x="3131215" y="353404"/>
                </a:lnTo>
                <a:lnTo>
                  <a:pt x="3130965" y="353310"/>
                </a:lnTo>
                <a:lnTo>
                  <a:pt x="3130713" y="353233"/>
                </a:lnTo>
                <a:lnTo>
                  <a:pt x="3130458" y="353173"/>
                </a:lnTo>
                <a:lnTo>
                  <a:pt x="3130203" y="353131"/>
                </a:lnTo>
                <a:lnTo>
                  <a:pt x="3129947" y="353106"/>
                </a:lnTo>
                <a:lnTo>
                  <a:pt x="3129691" y="353097"/>
                </a:lnTo>
                <a:lnTo>
                  <a:pt x="3129437" y="353106"/>
                </a:lnTo>
                <a:lnTo>
                  <a:pt x="3129184" y="353130"/>
                </a:lnTo>
                <a:lnTo>
                  <a:pt x="3128934" y="353171"/>
                </a:lnTo>
                <a:lnTo>
                  <a:pt x="3128687" y="353228"/>
                </a:lnTo>
                <a:lnTo>
                  <a:pt x="3128445" y="353301"/>
                </a:lnTo>
                <a:lnTo>
                  <a:pt x="3128207" y="353389"/>
                </a:lnTo>
                <a:lnTo>
                  <a:pt x="3127976" y="353493"/>
                </a:lnTo>
                <a:lnTo>
                  <a:pt x="3127750" y="353612"/>
                </a:lnTo>
                <a:lnTo>
                  <a:pt x="3127532" y="353746"/>
                </a:lnTo>
                <a:lnTo>
                  <a:pt x="3127322" y="353895"/>
                </a:lnTo>
                <a:lnTo>
                  <a:pt x="3127120" y="354058"/>
                </a:lnTo>
                <a:lnTo>
                  <a:pt x="3126928" y="354236"/>
                </a:lnTo>
                <a:lnTo>
                  <a:pt x="3126747" y="354427"/>
                </a:lnTo>
                <a:lnTo>
                  <a:pt x="3126576" y="354633"/>
                </a:lnTo>
                <a:lnTo>
                  <a:pt x="3126417" y="354853"/>
                </a:lnTo>
                <a:lnTo>
                  <a:pt x="3126271" y="355086"/>
                </a:lnTo>
                <a:lnTo>
                  <a:pt x="3105741" y="390280"/>
                </a:lnTo>
                <a:lnTo>
                  <a:pt x="3105741" y="206421"/>
                </a:lnTo>
                <a:lnTo>
                  <a:pt x="3105732" y="206153"/>
                </a:lnTo>
                <a:lnTo>
                  <a:pt x="3105705" y="205889"/>
                </a:lnTo>
                <a:lnTo>
                  <a:pt x="3105661" y="205630"/>
                </a:lnTo>
                <a:lnTo>
                  <a:pt x="3105600" y="205376"/>
                </a:lnTo>
                <a:lnTo>
                  <a:pt x="3105523" y="205128"/>
                </a:lnTo>
                <a:lnTo>
                  <a:pt x="3105431" y="204887"/>
                </a:lnTo>
                <a:lnTo>
                  <a:pt x="3105324" y="204653"/>
                </a:lnTo>
                <a:lnTo>
                  <a:pt x="3105202" y="204427"/>
                </a:lnTo>
                <a:lnTo>
                  <a:pt x="3105067" y="204209"/>
                </a:lnTo>
                <a:lnTo>
                  <a:pt x="3104918" y="204001"/>
                </a:lnTo>
                <a:lnTo>
                  <a:pt x="3104756" y="203803"/>
                </a:lnTo>
                <a:lnTo>
                  <a:pt x="3104582" y="203615"/>
                </a:lnTo>
                <a:lnTo>
                  <a:pt x="3104397" y="203439"/>
                </a:lnTo>
                <a:lnTo>
                  <a:pt x="3104200" y="203274"/>
                </a:lnTo>
                <a:lnTo>
                  <a:pt x="3103993" y="203122"/>
                </a:lnTo>
                <a:lnTo>
                  <a:pt x="3103776" y="202983"/>
                </a:lnTo>
                <a:lnTo>
                  <a:pt x="3103550" y="202858"/>
                </a:lnTo>
                <a:lnTo>
                  <a:pt x="3103314" y="202748"/>
                </a:lnTo>
                <a:lnTo>
                  <a:pt x="3103070" y="202652"/>
                </a:lnTo>
                <a:lnTo>
                  <a:pt x="3102819" y="202573"/>
                </a:lnTo>
                <a:lnTo>
                  <a:pt x="3102560" y="202510"/>
                </a:lnTo>
                <a:lnTo>
                  <a:pt x="3102295" y="202464"/>
                </a:lnTo>
                <a:lnTo>
                  <a:pt x="3102023" y="202436"/>
                </a:lnTo>
                <a:lnTo>
                  <a:pt x="3101746" y="202427"/>
                </a:lnTo>
                <a:lnTo>
                  <a:pt x="7988" y="202427"/>
                </a:lnTo>
                <a:lnTo>
                  <a:pt x="7988" y="0"/>
                </a:lnTo>
                <a:lnTo>
                  <a:pt x="0" y="0"/>
                </a:lnTo>
                <a:lnTo>
                  <a:pt x="0" y="206421"/>
                </a:lnTo>
                <a:lnTo>
                  <a:pt x="9" y="2066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A0937E-A3DC-4608-9715-83ADD2DE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70" y="4534595"/>
            <a:ext cx="905888" cy="316342"/>
          </a:xfrm>
          <a:custGeom xmlns:a="http://schemas.openxmlformats.org/drawingml/2006/main">
            <a:pathLst>
              <a:path w="905888" h="316342">
                <a:moveTo>
                  <a:pt x="0" y="316342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6342"/>
                </a:lnTo>
                <a:lnTo>
                  <a:pt x="0" y="316342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594853-F579-48AD-80A8-59FAFF6B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70" y="4534595"/>
            <a:ext cx="905888" cy="316342"/>
          </a:xfrm>
          <a:custGeom xmlns:a="http://schemas.openxmlformats.org/drawingml/2006/main">
            <a:pathLst>
              <a:path w="905888" h="316342" fill="none">
                <a:moveTo>
                  <a:pt x="0" y="316342"/>
                </a:moveTo>
                <a:lnTo>
                  <a:pt x="905888" y="316342"/>
                </a:lnTo>
                <a:lnTo>
                  <a:pt x="905888" y="0"/>
                </a:lnTo>
                <a:lnTo>
                  <a:pt x="0" y="0"/>
                </a:lnTo>
                <a:lnTo>
                  <a:pt x="0" y="3163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>
                <a:alpha val="96078"/>
              </a:srgbClr>
            </a:solidFill>
            <a:round/>
          </a:ln>
        </p:spPr>
      </p:sp>
      <p:sp>
        <p:nvSpPr>
          <p:cNvPr id="140" name="Text PacketLength">
            <a:extLst xmlns:a="http://schemas.openxmlformats.org/drawingml/2006/main">
              <a:ext uri="{FF2B5EF4-FFF2-40B4-BE49-F238E27FC236}">
                <a16:creationId xmlns:a16="http://schemas.microsoft.com/office/drawing/2014/main" id="{05CADE83-24B7-47F7-91AF-445C08E3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557" y="4644290"/>
            <a:ext cx="776635" cy="122647"/>
          </a:xfrm>
          <a:custGeom xmlns:a="http://schemas.openxmlformats.org/drawingml/2006/main">
            <a:pathLst>
              <a:path w="776635" h="122647">
                <a:moveTo>
                  <a:pt x="0" y="5444"/>
                </a:moveTo>
                <a:lnTo>
                  <a:pt x="0" y="2858"/>
                </a:lnTo>
                <a:lnTo>
                  <a:pt x="35935" y="2858"/>
                </a:lnTo>
                <a:cubicBezTo>
                  <a:pt x="42378" y="2858"/>
                  <a:pt x="48322" y="3743"/>
                  <a:pt x="53767" y="5513"/>
                </a:cubicBezTo>
                <a:cubicBezTo>
                  <a:pt x="59212" y="7282"/>
                  <a:pt x="63296" y="9665"/>
                  <a:pt x="66020" y="12660"/>
                </a:cubicBezTo>
                <a:cubicBezTo>
                  <a:pt x="69740" y="16652"/>
                  <a:pt x="71601" y="21597"/>
                  <a:pt x="71601" y="27496"/>
                </a:cubicBezTo>
                <a:cubicBezTo>
                  <a:pt x="71601" y="31943"/>
                  <a:pt x="70443" y="36117"/>
                  <a:pt x="68128" y="40021"/>
                </a:cubicBezTo>
                <a:cubicBezTo>
                  <a:pt x="65814" y="43923"/>
                  <a:pt x="62615" y="46963"/>
                  <a:pt x="58532" y="49139"/>
                </a:cubicBezTo>
                <a:cubicBezTo>
                  <a:pt x="52996" y="52226"/>
                  <a:pt x="45055" y="53769"/>
                  <a:pt x="34710" y="53769"/>
                </a:cubicBezTo>
                <a:cubicBezTo>
                  <a:pt x="32986" y="53769"/>
                  <a:pt x="31443" y="53724"/>
                  <a:pt x="30082" y="53634"/>
                </a:cubicBezTo>
                <a:cubicBezTo>
                  <a:pt x="28721" y="53543"/>
                  <a:pt x="27133" y="53451"/>
                  <a:pt x="25317" y="53360"/>
                </a:cubicBezTo>
                <a:lnTo>
                  <a:pt x="25317" y="78135"/>
                </a:lnTo>
                <a:cubicBezTo>
                  <a:pt x="25409" y="81492"/>
                  <a:pt x="25772" y="84033"/>
                  <a:pt x="26406" y="85758"/>
                </a:cubicBezTo>
                <a:cubicBezTo>
                  <a:pt x="27041" y="87482"/>
                  <a:pt x="28267" y="88662"/>
                  <a:pt x="30082" y="89297"/>
                </a:cubicBezTo>
                <a:cubicBezTo>
                  <a:pt x="31898" y="89932"/>
                  <a:pt x="34575" y="90294"/>
                  <a:pt x="38114" y="90386"/>
                </a:cubicBezTo>
                <a:lnTo>
                  <a:pt x="38114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8" y="90023"/>
                  <a:pt x="5966" y="89524"/>
                  <a:pt x="7554" y="88888"/>
                </a:cubicBezTo>
                <a:cubicBezTo>
                  <a:pt x="9143" y="88253"/>
                  <a:pt x="10186" y="87005"/>
                  <a:pt x="10684" y="85145"/>
                </a:cubicBezTo>
                <a:cubicBezTo>
                  <a:pt x="11184" y="83284"/>
                  <a:pt x="11434" y="80448"/>
                  <a:pt x="11434" y="76638"/>
                </a:cubicBezTo>
                <a:lnTo>
                  <a:pt x="11434" y="17697"/>
                </a:lnTo>
                <a:cubicBezTo>
                  <a:pt x="11434" y="14339"/>
                  <a:pt x="11161" y="11866"/>
                  <a:pt x="10616" y="10277"/>
                </a:cubicBezTo>
                <a:cubicBezTo>
                  <a:pt x="10072" y="8689"/>
                  <a:pt x="9005" y="7577"/>
                  <a:pt x="7417" y="6942"/>
                </a:cubicBezTo>
                <a:cubicBezTo>
                  <a:pt x="5829" y="6306"/>
                  <a:pt x="3357" y="5807"/>
                  <a:pt x="0" y="5444"/>
                </a:cubicBezTo>
                <a:moveTo>
                  <a:pt x="25317" y="12523"/>
                </a:moveTo>
                <a:lnTo>
                  <a:pt x="25317" y="47916"/>
                </a:lnTo>
                <a:cubicBezTo>
                  <a:pt x="26860" y="48006"/>
                  <a:pt x="28198" y="48097"/>
                  <a:pt x="29332" y="48188"/>
                </a:cubicBezTo>
                <a:cubicBezTo>
                  <a:pt x="30468" y="48278"/>
                  <a:pt x="31716" y="48323"/>
                  <a:pt x="33077" y="48323"/>
                </a:cubicBezTo>
                <a:cubicBezTo>
                  <a:pt x="48867" y="48323"/>
                  <a:pt x="56762" y="41653"/>
                  <a:pt x="56762" y="28313"/>
                </a:cubicBezTo>
                <a:cubicBezTo>
                  <a:pt x="56762" y="21325"/>
                  <a:pt x="54584" y="16176"/>
                  <a:pt x="50228" y="12863"/>
                </a:cubicBezTo>
                <a:cubicBezTo>
                  <a:pt x="45873" y="9551"/>
                  <a:pt x="39112" y="7895"/>
                  <a:pt x="29945" y="7895"/>
                </a:cubicBezTo>
                <a:cubicBezTo>
                  <a:pt x="28131" y="7895"/>
                  <a:pt x="26906" y="8213"/>
                  <a:pt x="26271" y="8848"/>
                </a:cubicBezTo>
                <a:cubicBezTo>
                  <a:pt x="25635" y="9484"/>
                  <a:pt x="25317" y="10709"/>
                  <a:pt x="25317" y="12523"/>
                </a:cubicBezTo>
                <a:close/>
                <a:moveTo>
                  <a:pt x="133672" y="83988"/>
                </a:moveTo>
                <a:lnTo>
                  <a:pt x="133672" y="87528"/>
                </a:lnTo>
                <a:cubicBezTo>
                  <a:pt x="131312" y="90069"/>
                  <a:pt x="129271" y="91838"/>
                  <a:pt x="127547" y="92837"/>
                </a:cubicBezTo>
                <a:cubicBezTo>
                  <a:pt x="125823" y="93834"/>
                  <a:pt x="123781" y="94332"/>
                  <a:pt x="121421" y="94332"/>
                </a:cubicBezTo>
                <a:cubicBezTo>
                  <a:pt x="118608" y="94332"/>
                  <a:pt x="116543" y="93584"/>
                  <a:pt x="115228" y="92087"/>
                </a:cubicBezTo>
                <a:cubicBezTo>
                  <a:pt x="113912" y="90590"/>
                  <a:pt x="113072" y="88026"/>
                  <a:pt x="112708" y="84395"/>
                </a:cubicBezTo>
                <a:cubicBezTo>
                  <a:pt x="108535" y="87935"/>
                  <a:pt x="104927" y="90476"/>
                  <a:pt x="101887" y="92018"/>
                </a:cubicBezTo>
                <a:cubicBezTo>
                  <a:pt x="98847" y="93561"/>
                  <a:pt x="95830" y="94332"/>
                  <a:pt x="92835" y="94332"/>
                </a:cubicBezTo>
                <a:cubicBezTo>
                  <a:pt x="88660" y="94332"/>
                  <a:pt x="85234" y="92971"/>
                  <a:pt x="82557" y="90249"/>
                </a:cubicBezTo>
                <a:cubicBezTo>
                  <a:pt x="79881" y="87526"/>
                  <a:pt x="78542" y="84033"/>
                  <a:pt x="78542" y="79768"/>
                </a:cubicBezTo>
                <a:cubicBezTo>
                  <a:pt x="78542" y="77500"/>
                  <a:pt x="78996" y="75299"/>
                  <a:pt x="79903" y="73167"/>
                </a:cubicBezTo>
                <a:cubicBezTo>
                  <a:pt x="80811" y="71033"/>
                  <a:pt x="81991" y="69285"/>
                  <a:pt x="83442" y="67924"/>
                </a:cubicBezTo>
                <a:cubicBezTo>
                  <a:pt x="84895" y="66655"/>
                  <a:pt x="86279" y="65543"/>
                  <a:pt x="87594" y="64591"/>
                </a:cubicBezTo>
                <a:cubicBezTo>
                  <a:pt x="88910" y="63638"/>
                  <a:pt x="90497" y="62708"/>
                  <a:pt x="92357" y="61801"/>
                </a:cubicBezTo>
                <a:cubicBezTo>
                  <a:pt x="94218" y="60893"/>
                  <a:pt x="96737" y="59758"/>
                  <a:pt x="99913" y="58397"/>
                </a:cubicBezTo>
                <a:cubicBezTo>
                  <a:pt x="103090" y="57036"/>
                  <a:pt x="107310" y="55311"/>
                  <a:pt x="112573" y="53223"/>
                </a:cubicBezTo>
                <a:lnTo>
                  <a:pt x="112573" y="44921"/>
                </a:lnTo>
                <a:cubicBezTo>
                  <a:pt x="112573" y="37388"/>
                  <a:pt x="109124" y="33622"/>
                  <a:pt x="102227" y="33622"/>
                </a:cubicBezTo>
                <a:cubicBezTo>
                  <a:pt x="99505" y="33622"/>
                  <a:pt x="97191" y="34280"/>
                  <a:pt x="95286" y="35597"/>
                </a:cubicBezTo>
                <a:cubicBezTo>
                  <a:pt x="93380" y="36912"/>
                  <a:pt x="92428" y="38478"/>
                  <a:pt x="92428" y="40293"/>
                </a:cubicBezTo>
                <a:cubicBezTo>
                  <a:pt x="92428" y="41200"/>
                  <a:pt x="92563" y="42288"/>
                  <a:pt x="92835" y="43558"/>
                </a:cubicBezTo>
                <a:cubicBezTo>
                  <a:pt x="92926" y="44012"/>
                  <a:pt x="92994" y="44421"/>
                  <a:pt x="93038" y="44784"/>
                </a:cubicBezTo>
                <a:cubicBezTo>
                  <a:pt x="93084" y="45146"/>
                  <a:pt x="93107" y="45464"/>
                  <a:pt x="93107" y="45737"/>
                </a:cubicBezTo>
                <a:cubicBezTo>
                  <a:pt x="93107" y="47190"/>
                  <a:pt x="92494" y="48506"/>
                  <a:pt x="91269" y="49686"/>
                </a:cubicBezTo>
                <a:cubicBezTo>
                  <a:pt x="90044" y="50865"/>
                  <a:pt x="88615" y="51455"/>
                  <a:pt x="86981" y="51455"/>
                </a:cubicBezTo>
                <a:cubicBezTo>
                  <a:pt x="85348" y="51455"/>
                  <a:pt x="83964" y="50865"/>
                  <a:pt x="82829" y="49686"/>
                </a:cubicBezTo>
                <a:cubicBezTo>
                  <a:pt x="81695" y="48506"/>
                  <a:pt x="81128" y="47144"/>
                  <a:pt x="81128" y="45600"/>
                </a:cubicBezTo>
                <a:cubicBezTo>
                  <a:pt x="81128" y="42696"/>
                  <a:pt x="82149" y="40110"/>
                  <a:pt x="84190" y="37842"/>
                </a:cubicBezTo>
                <a:cubicBezTo>
                  <a:pt x="86232" y="35574"/>
                  <a:pt x="88978" y="33759"/>
                  <a:pt x="92425" y="32398"/>
                </a:cubicBezTo>
                <a:cubicBezTo>
                  <a:pt x="95875" y="31036"/>
                  <a:pt x="99732" y="30354"/>
                  <a:pt x="103997" y="30354"/>
                </a:cubicBezTo>
                <a:cubicBezTo>
                  <a:pt x="112164" y="30354"/>
                  <a:pt x="117791" y="32850"/>
                  <a:pt x="120877" y="37842"/>
                </a:cubicBezTo>
                <a:cubicBezTo>
                  <a:pt x="121874" y="39476"/>
                  <a:pt x="122577" y="41382"/>
                  <a:pt x="122985" y="43560"/>
                </a:cubicBezTo>
                <a:cubicBezTo>
                  <a:pt x="123394" y="45737"/>
                  <a:pt x="123598" y="48595"/>
                  <a:pt x="123598" y="52134"/>
                </a:cubicBezTo>
                <a:lnTo>
                  <a:pt x="123598" y="78679"/>
                </a:lnTo>
                <a:cubicBezTo>
                  <a:pt x="123598" y="81673"/>
                  <a:pt x="123893" y="83738"/>
                  <a:pt x="124483" y="84873"/>
                </a:cubicBezTo>
                <a:cubicBezTo>
                  <a:pt x="125073" y="86007"/>
                  <a:pt x="126139" y="86574"/>
                  <a:pt x="127682" y="86574"/>
                </a:cubicBezTo>
                <a:cubicBezTo>
                  <a:pt x="129588" y="86574"/>
                  <a:pt x="131585" y="85712"/>
                  <a:pt x="133672" y="83988"/>
                </a:cubicBezTo>
                <a:moveTo>
                  <a:pt x="112573" y="76228"/>
                </a:moveTo>
                <a:lnTo>
                  <a:pt x="112573" y="56490"/>
                </a:lnTo>
                <a:cubicBezTo>
                  <a:pt x="104587" y="59304"/>
                  <a:pt x="98938" y="62140"/>
                  <a:pt x="95626" y="65000"/>
                </a:cubicBezTo>
                <a:cubicBezTo>
                  <a:pt x="92314" y="67858"/>
                  <a:pt x="90612" y="71329"/>
                  <a:pt x="90521" y="75412"/>
                </a:cubicBezTo>
                <a:lnTo>
                  <a:pt x="90521" y="75956"/>
                </a:lnTo>
                <a:cubicBezTo>
                  <a:pt x="90521" y="78860"/>
                  <a:pt x="91360" y="81333"/>
                  <a:pt x="93038" y="83376"/>
                </a:cubicBezTo>
                <a:cubicBezTo>
                  <a:pt x="94718" y="85417"/>
                  <a:pt x="96737" y="86437"/>
                  <a:pt x="99097" y="86437"/>
                </a:cubicBezTo>
                <a:cubicBezTo>
                  <a:pt x="102182" y="86437"/>
                  <a:pt x="105494" y="85439"/>
                  <a:pt x="109034" y="83442"/>
                </a:cubicBezTo>
                <a:cubicBezTo>
                  <a:pt x="110485" y="82627"/>
                  <a:pt x="111438" y="81720"/>
                  <a:pt x="111892" y="80721"/>
                </a:cubicBezTo>
                <a:cubicBezTo>
                  <a:pt x="112346" y="79723"/>
                  <a:pt x="112573" y="78225"/>
                  <a:pt x="112573" y="76228"/>
                </a:cubicBezTo>
                <a:close/>
                <a:moveTo>
                  <a:pt x="188120" y="71736"/>
                </a:moveTo>
                <a:lnTo>
                  <a:pt x="190027" y="72961"/>
                </a:lnTo>
                <a:cubicBezTo>
                  <a:pt x="188030" y="76955"/>
                  <a:pt x="186260" y="80063"/>
                  <a:pt x="184718" y="82287"/>
                </a:cubicBezTo>
                <a:cubicBezTo>
                  <a:pt x="183175" y="84510"/>
                  <a:pt x="181496" y="86392"/>
                  <a:pt x="179681" y="87935"/>
                </a:cubicBezTo>
                <a:cubicBezTo>
                  <a:pt x="174691" y="92200"/>
                  <a:pt x="169200" y="94332"/>
                  <a:pt x="163210" y="94332"/>
                </a:cubicBezTo>
                <a:cubicBezTo>
                  <a:pt x="158219" y="94332"/>
                  <a:pt x="153773" y="93040"/>
                  <a:pt x="149871" y="90454"/>
                </a:cubicBezTo>
                <a:cubicBezTo>
                  <a:pt x="145969" y="87868"/>
                  <a:pt x="142906" y="84283"/>
                  <a:pt x="140682" y="79701"/>
                </a:cubicBezTo>
                <a:cubicBezTo>
                  <a:pt x="138458" y="75118"/>
                  <a:pt x="137346" y="69922"/>
                  <a:pt x="137346" y="64113"/>
                </a:cubicBezTo>
                <a:cubicBezTo>
                  <a:pt x="137346" y="52951"/>
                  <a:pt x="140886" y="44239"/>
                  <a:pt x="147964" y="37977"/>
                </a:cubicBezTo>
                <a:cubicBezTo>
                  <a:pt x="153773" y="32895"/>
                  <a:pt x="160171" y="30354"/>
                  <a:pt x="167158" y="30354"/>
                </a:cubicBezTo>
                <a:cubicBezTo>
                  <a:pt x="170969" y="30354"/>
                  <a:pt x="174463" y="30990"/>
                  <a:pt x="177639" y="32261"/>
                </a:cubicBezTo>
                <a:cubicBezTo>
                  <a:pt x="180816" y="33531"/>
                  <a:pt x="183357" y="35233"/>
                  <a:pt x="185262" y="37366"/>
                </a:cubicBezTo>
                <a:cubicBezTo>
                  <a:pt x="187167" y="39499"/>
                  <a:pt x="188120" y="41836"/>
                  <a:pt x="188120" y="44377"/>
                </a:cubicBezTo>
                <a:cubicBezTo>
                  <a:pt x="188120" y="45919"/>
                  <a:pt x="187507" y="47257"/>
                  <a:pt x="186282" y="48392"/>
                </a:cubicBezTo>
                <a:cubicBezTo>
                  <a:pt x="185058" y="49526"/>
                  <a:pt x="183538" y="50093"/>
                  <a:pt x="181723" y="50093"/>
                </a:cubicBezTo>
                <a:cubicBezTo>
                  <a:pt x="178546" y="50093"/>
                  <a:pt x="176368" y="48006"/>
                  <a:pt x="175188" y="43832"/>
                </a:cubicBezTo>
                <a:lnTo>
                  <a:pt x="174372" y="40837"/>
                </a:lnTo>
                <a:cubicBezTo>
                  <a:pt x="173736" y="38296"/>
                  <a:pt x="172852" y="36572"/>
                  <a:pt x="171718" y="35665"/>
                </a:cubicBezTo>
                <a:cubicBezTo>
                  <a:pt x="170583" y="34757"/>
                  <a:pt x="168792" y="34303"/>
                  <a:pt x="166342" y="34303"/>
                </a:cubicBezTo>
                <a:cubicBezTo>
                  <a:pt x="160806" y="34303"/>
                  <a:pt x="156336" y="36481"/>
                  <a:pt x="152933" y="40837"/>
                </a:cubicBezTo>
                <a:cubicBezTo>
                  <a:pt x="149530" y="45192"/>
                  <a:pt x="147829" y="50909"/>
                  <a:pt x="147829" y="57988"/>
                </a:cubicBezTo>
                <a:cubicBezTo>
                  <a:pt x="147829" y="63161"/>
                  <a:pt x="148714" y="67744"/>
                  <a:pt x="150484" y="71738"/>
                </a:cubicBezTo>
                <a:cubicBezTo>
                  <a:pt x="152253" y="75730"/>
                  <a:pt x="154726" y="78861"/>
                  <a:pt x="157901" y="81130"/>
                </a:cubicBezTo>
                <a:cubicBezTo>
                  <a:pt x="161077" y="83398"/>
                  <a:pt x="164753" y="84533"/>
                  <a:pt x="168928" y="84533"/>
                </a:cubicBezTo>
                <a:cubicBezTo>
                  <a:pt x="172830" y="84533"/>
                  <a:pt x="176187" y="83580"/>
                  <a:pt x="179000" y="81675"/>
                </a:cubicBezTo>
                <a:cubicBezTo>
                  <a:pt x="181813" y="79768"/>
                  <a:pt x="184854" y="76455"/>
                  <a:pt x="188120" y="71736"/>
                </a:cubicBezTo>
                <a:close/>
                <a:moveTo>
                  <a:pt x="195336" y="92972"/>
                </a:moveTo>
                <a:lnTo>
                  <a:pt x="195336" y="90930"/>
                </a:lnTo>
                <a:cubicBezTo>
                  <a:pt x="198602" y="90386"/>
                  <a:pt x="200939" y="89887"/>
                  <a:pt x="202346" y="89432"/>
                </a:cubicBezTo>
                <a:cubicBezTo>
                  <a:pt x="203753" y="88978"/>
                  <a:pt x="204638" y="88207"/>
                  <a:pt x="205000" y="87119"/>
                </a:cubicBezTo>
                <a:cubicBezTo>
                  <a:pt x="205363" y="86030"/>
                  <a:pt x="205545" y="84260"/>
                  <a:pt x="205545" y="81810"/>
                </a:cubicBezTo>
                <a:lnTo>
                  <a:pt x="205545" y="16199"/>
                </a:lnTo>
                <a:cubicBezTo>
                  <a:pt x="205545" y="12931"/>
                  <a:pt x="205159" y="10730"/>
                  <a:pt x="204388" y="9596"/>
                </a:cubicBezTo>
                <a:cubicBezTo>
                  <a:pt x="203616" y="8462"/>
                  <a:pt x="202051" y="7895"/>
                  <a:pt x="199692" y="7895"/>
                </a:cubicBezTo>
                <a:cubicBezTo>
                  <a:pt x="199056" y="7895"/>
                  <a:pt x="198397" y="7918"/>
                  <a:pt x="197716" y="7963"/>
                </a:cubicBezTo>
                <a:cubicBezTo>
                  <a:pt x="197036" y="8009"/>
                  <a:pt x="196243" y="8077"/>
                  <a:pt x="195336" y="8167"/>
                </a:cubicBezTo>
                <a:lnTo>
                  <a:pt x="195336" y="5988"/>
                </a:lnTo>
                <a:lnTo>
                  <a:pt x="199419" y="4900"/>
                </a:lnTo>
                <a:cubicBezTo>
                  <a:pt x="203412" y="3811"/>
                  <a:pt x="206610" y="2927"/>
                  <a:pt x="209015" y="2247"/>
                </a:cubicBezTo>
                <a:cubicBezTo>
                  <a:pt x="211421" y="1566"/>
                  <a:pt x="213894" y="817"/>
                  <a:pt x="216435" y="0"/>
                </a:cubicBezTo>
                <a:lnTo>
                  <a:pt x="216979" y="272"/>
                </a:lnTo>
                <a:lnTo>
                  <a:pt x="216979" y="57443"/>
                </a:lnTo>
                <a:lnTo>
                  <a:pt x="235627" y="40837"/>
                </a:lnTo>
                <a:cubicBezTo>
                  <a:pt x="237715" y="38931"/>
                  <a:pt x="238759" y="37342"/>
                  <a:pt x="238759" y="36072"/>
                </a:cubicBezTo>
                <a:cubicBezTo>
                  <a:pt x="238759" y="35165"/>
                  <a:pt x="238282" y="34553"/>
                  <a:pt x="237328" y="34236"/>
                </a:cubicBezTo>
                <a:cubicBezTo>
                  <a:pt x="236375" y="33918"/>
                  <a:pt x="234584" y="33713"/>
                  <a:pt x="231953" y="33622"/>
                </a:cubicBezTo>
                <a:lnTo>
                  <a:pt x="231953" y="31717"/>
                </a:lnTo>
                <a:lnTo>
                  <a:pt x="259721" y="31717"/>
                </a:lnTo>
                <a:lnTo>
                  <a:pt x="259721" y="33759"/>
                </a:lnTo>
                <a:cubicBezTo>
                  <a:pt x="257543" y="33667"/>
                  <a:pt x="255569" y="33804"/>
                  <a:pt x="253799" y="34168"/>
                </a:cubicBezTo>
                <a:cubicBezTo>
                  <a:pt x="252031" y="34531"/>
                  <a:pt x="250148" y="35302"/>
                  <a:pt x="248152" y="36482"/>
                </a:cubicBezTo>
                <a:cubicBezTo>
                  <a:pt x="246155" y="37661"/>
                  <a:pt x="243750" y="39408"/>
                  <a:pt x="240936" y="41722"/>
                </a:cubicBezTo>
                <a:cubicBezTo>
                  <a:pt x="238124" y="44036"/>
                  <a:pt x="234585" y="47098"/>
                  <a:pt x="230320" y="50909"/>
                </a:cubicBezTo>
                <a:lnTo>
                  <a:pt x="226371" y="54585"/>
                </a:lnTo>
                <a:lnTo>
                  <a:pt x="247198" y="80993"/>
                </a:lnTo>
                <a:cubicBezTo>
                  <a:pt x="250102" y="84441"/>
                  <a:pt x="252734" y="86914"/>
                  <a:pt x="255093" y="88413"/>
                </a:cubicBezTo>
                <a:cubicBezTo>
                  <a:pt x="257453" y="89909"/>
                  <a:pt x="260130" y="90749"/>
                  <a:pt x="263125" y="90930"/>
                </a:cubicBezTo>
                <a:lnTo>
                  <a:pt x="263125" y="92972"/>
                </a:lnTo>
                <a:lnTo>
                  <a:pt x="233450" y="92972"/>
                </a:lnTo>
                <a:lnTo>
                  <a:pt x="233450" y="90930"/>
                </a:lnTo>
                <a:lnTo>
                  <a:pt x="236036" y="90930"/>
                </a:lnTo>
                <a:cubicBezTo>
                  <a:pt x="237941" y="90930"/>
                  <a:pt x="238894" y="90249"/>
                  <a:pt x="238894" y="88888"/>
                </a:cubicBezTo>
                <a:cubicBezTo>
                  <a:pt x="238894" y="88253"/>
                  <a:pt x="238395" y="87300"/>
                  <a:pt x="237397" y="86030"/>
                </a:cubicBezTo>
                <a:cubicBezTo>
                  <a:pt x="237215" y="85849"/>
                  <a:pt x="237011" y="85599"/>
                  <a:pt x="236784" y="85282"/>
                </a:cubicBezTo>
                <a:cubicBezTo>
                  <a:pt x="236558" y="84964"/>
                  <a:pt x="236309" y="84623"/>
                  <a:pt x="236036" y="84260"/>
                </a:cubicBezTo>
                <a:lnTo>
                  <a:pt x="216979" y="58804"/>
                </a:lnTo>
                <a:lnTo>
                  <a:pt x="216979" y="83851"/>
                </a:lnTo>
                <a:cubicBezTo>
                  <a:pt x="217070" y="86392"/>
                  <a:pt x="217637" y="88139"/>
                  <a:pt x="218680" y="89092"/>
                </a:cubicBezTo>
                <a:cubicBezTo>
                  <a:pt x="219724" y="90044"/>
                  <a:pt x="221652" y="90611"/>
                  <a:pt x="224465" y="90793"/>
                </a:cubicBezTo>
                <a:lnTo>
                  <a:pt x="227188" y="90930"/>
                </a:lnTo>
                <a:lnTo>
                  <a:pt x="227188" y="92972"/>
                </a:lnTo>
                <a:lnTo>
                  <a:pt x="195336" y="92972"/>
                </a:lnTo>
                <a:close/>
                <a:moveTo>
                  <a:pt x="318799" y="70647"/>
                </a:moveTo>
                <a:lnTo>
                  <a:pt x="320976" y="71601"/>
                </a:lnTo>
                <a:cubicBezTo>
                  <a:pt x="318163" y="78951"/>
                  <a:pt x="314284" y="84577"/>
                  <a:pt x="309338" y="88479"/>
                </a:cubicBezTo>
                <a:cubicBezTo>
                  <a:pt x="304392" y="92381"/>
                  <a:pt x="298652" y="94332"/>
                  <a:pt x="292119" y="94332"/>
                </a:cubicBezTo>
                <a:cubicBezTo>
                  <a:pt x="284315" y="94332"/>
                  <a:pt x="278121" y="91588"/>
                  <a:pt x="273538" y="86099"/>
                </a:cubicBezTo>
                <a:cubicBezTo>
                  <a:pt x="268956" y="80608"/>
                  <a:pt x="266665" y="73189"/>
                  <a:pt x="266665" y="63841"/>
                </a:cubicBezTo>
                <a:cubicBezTo>
                  <a:pt x="266665" y="58215"/>
                  <a:pt x="267549" y="53111"/>
                  <a:pt x="269319" y="48529"/>
                </a:cubicBezTo>
                <a:cubicBezTo>
                  <a:pt x="271089" y="43945"/>
                  <a:pt x="273561" y="40247"/>
                  <a:pt x="276736" y="37433"/>
                </a:cubicBezTo>
                <a:cubicBezTo>
                  <a:pt x="282000" y="32714"/>
                  <a:pt x="288126" y="30354"/>
                  <a:pt x="295114" y="30354"/>
                </a:cubicBezTo>
                <a:cubicBezTo>
                  <a:pt x="302464" y="30354"/>
                  <a:pt x="308272" y="32941"/>
                  <a:pt x="312537" y="38114"/>
                </a:cubicBezTo>
                <a:cubicBezTo>
                  <a:pt x="314261" y="40292"/>
                  <a:pt x="315531" y="42584"/>
                  <a:pt x="316348" y="44989"/>
                </a:cubicBezTo>
                <a:cubicBezTo>
                  <a:pt x="317165" y="47393"/>
                  <a:pt x="317846" y="50819"/>
                  <a:pt x="318390" y="55267"/>
                </a:cubicBezTo>
                <a:lnTo>
                  <a:pt x="276464" y="55267"/>
                </a:lnTo>
                <a:cubicBezTo>
                  <a:pt x="276646" y="59440"/>
                  <a:pt x="277008" y="62820"/>
                  <a:pt x="277553" y="65407"/>
                </a:cubicBezTo>
                <a:cubicBezTo>
                  <a:pt x="278098" y="67994"/>
                  <a:pt x="278961" y="70602"/>
                  <a:pt x="280141" y="73233"/>
                </a:cubicBezTo>
                <a:cubicBezTo>
                  <a:pt x="284133" y="81038"/>
                  <a:pt x="289986" y="84940"/>
                  <a:pt x="297700" y="84940"/>
                </a:cubicBezTo>
                <a:cubicBezTo>
                  <a:pt x="302056" y="84940"/>
                  <a:pt x="305845" y="83851"/>
                  <a:pt x="309066" y="81675"/>
                </a:cubicBezTo>
                <a:cubicBezTo>
                  <a:pt x="312288" y="79496"/>
                  <a:pt x="315533" y="75821"/>
                  <a:pt x="318799" y="70647"/>
                </a:cubicBezTo>
                <a:moveTo>
                  <a:pt x="276736" y="50909"/>
                </a:moveTo>
                <a:lnTo>
                  <a:pt x="304507" y="50909"/>
                </a:lnTo>
                <a:cubicBezTo>
                  <a:pt x="303598" y="45011"/>
                  <a:pt x="302191" y="40929"/>
                  <a:pt x="300286" y="38660"/>
                </a:cubicBezTo>
                <a:cubicBezTo>
                  <a:pt x="298381" y="36391"/>
                  <a:pt x="295341" y="35256"/>
                  <a:pt x="291166" y="35256"/>
                </a:cubicBezTo>
                <a:cubicBezTo>
                  <a:pt x="286991" y="35256"/>
                  <a:pt x="283724" y="36527"/>
                  <a:pt x="281364" y="39068"/>
                </a:cubicBezTo>
                <a:cubicBezTo>
                  <a:pt x="279006" y="41609"/>
                  <a:pt x="277463" y="45556"/>
                  <a:pt x="276736" y="50909"/>
                </a:cubicBezTo>
                <a:close/>
                <a:moveTo>
                  <a:pt x="358139" y="31717"/>
                </a:moveTo>
                <a:lnTo>
                  <a:pt x="358139" y="36072"/>
                </a:lnTo>
                <a:lnTo>
                  <a:pt x="344391" y="36072"/>
                </a:lnTo>
                <a:lnTo>
                  <a:pt x="344391" y="75003"/>
                </a:lnTo>
                <a:cubicBezTo>
                  <a:pt x="344391" y="79268"/>
                  <a:pt x="344935" y="82376"/>
                  <a:pt x="346023" y="84327"/>
                </a:cubicBezTo>
                <a:cubicBezTo>
                  <a:pt x="347113" y="86278"/>
                  <a:pt x="348928" y="87254"/>
                  <a:pt x="351469" y="87254"/>
                </a:cubicBezTo>
                <a:cubicBezTo>
                  <a:pt x="353012" y="87254"/>
                  <a:pt x="354395" y="86891"/>
                  <a:pt x="355619" y="86165"/>
                </a:cubicBezTo>
                <a:cubicBezTo>
                  <a:pt x="356845" y="85440"/>
                  <a:pt x="358184" y="84215"/>
                  <a:pt x="359636" y="82491"/>
                </a:cubicBezTo>
                <a:lnTo>
                  <a:pt x="361406" y="83988"/>
                </a:lnTo>
                <a:cubicBezTo>
                  <a:pt x="357050" y="90884"/>
                  <a:pt x="351604" y="94332"/>
                  <a:pt x="345070" y="94332"/>
                </a:cubicBezTo>
                <a:cubicBezTo>
                  <a:pt x="336994" y="94332"/>
                  <a:pt x="332956" y="88570"/>
                  <a:pt x="332956" y="77045"/>
                </a:cubicBezTo>
                <a:lnTo>
                  <a:pt x="332956" y="36072"/>
                </a:lnTo>
                <a:lnTo>
                  <a:pt x="325741" y="36072"/>
                </a:lnTo>
                <a:cubicBezTo>
                  <a:pt x="325378" y="35800"/>
                  <a:pt x="325196" y="35482"/>
                  <a:pt x="325196" y="35119"/>
                </a:cubicBezTo>
                <a:cubicBezTo>
                  <a:pt x="325196" y="34393"/>
                  <a:pt x="325968" y="33532"/>
                  <a:pt x="327510" y="32533"/>
                </a:cubicBezTo>
                <a:cubicBezTo>
                  <a:pt x="329507" y="31353"/>
                  <a:pt x="331685" y="29425"/>
                  <a:pt x="334045" y="26749"/>
                </a:cubicBezTo>
                <a:cubicBezTo>
                  <a:pt x="336404" y="24070"/>
                  <a:pt x="339535" y="19873"/>
                  <a:pt x="343437" y="14157"/>
                </a:cubicBezTo>
                <a:cubicBezTo>
                  <a:pt x="344073" y="14157"/>
                  <a:pt x="344391" y="14747"/>
                  <a:pt x="344391" y="15927"/>
                </a:cubicBezTo>
                <a:lnTo>
                  <a:pt x="344391" y="31717"/>
                </a:lnTo>
                <a:lnTo>
                  <a:pt x="358139" y="31717"/>
                </a:lnTo>
                <a:close/>
                <a:moveTo>
                  <a:pt x="432790" y="2858"/>
                </a:moveTo>
                <a:lnTo>
                  <a:pt x="432790" y="5444"/>
                </a:lnTo>
                <a:cubicBezTo>
                  <a:pt x="429251" y="5625"/>
                  <a:pt x="426596" y="6034"/>
                  <a:pt x="424826" y="6669"/>
                </a:cubicBezTo>
                <a:cubicBezTo>
                  <a:pt x="423057" y="7305"/>
                  <a:pt x="421854" y="8463"/>
                  <a:pt x="421218" y="10142"/>
                </a:cubicBezTo>
                <a:cubicBezTo>
                  <a:pt x="420583" y="11821"/>
                  <a:pt x="420220" y="14339"/>
                  <a:pt x="420130" y="17697"/>
                </a:cubicBezTo>
                <a:lnTo>
                  <a:pt x="420130" y="82082"/>
                </a:lnTo>
                <a:cubicBezTo>
                  <a:pt x="420220" y="83716"/>
                  <a:pt x="420492" y="84918"/>
                  <a:pt x="420946" y="85689"/>
                </a:cubicBezTo>
                <a:cubicBezTo>
                  <a:pt x="421401" y="86461"/>
                  <a:pt x="422444" y="86960"/>
                  <a:pt x="424077" y="87187"/>
                </a:cubicBezTo>
                <a:cubicBezTo>
                  <a:pt x="425710" y="87414"/>
                  <a:pt x="428297" y="87573"/>
                  <a:pt x="431836" y="87663"/>
                </a:cubicBezTo>
                <a:lnTo>
                  <a:pt x="440957" y="87663"/>
                </a:lnTo>
                <a:cubicBezTo>
                  <a:pt x="446856" y="87481"/>
                  <a:pt x="451597" y="86869"/>
                  <a:pt x="455181" y="85827"/>
                </a:cubicBezTo>
                <a:cubicBezTo>
                  <a:pt x="458766" y="84783"/>
                  <a:pt x="461738" y="82945"/>
                  <a:pt x="464097" y="80314"/>
                </a:cubicBezTo>
                <a:cubicBezTo>
                  <a:pt x="466457" y="77682"/>
                  <a:pt x="468680" y="74006"/>
                  <a:pt x="470767" y="69287"/>
                </a:cubicBezTo>
                <a:lnTo>
                  <a:pt x="474171" y="69287"/>
                </a:lnTo>
                <a:lnTo>
                  <a:pt x="467637" y="92972"/>
                </a:lnTo>
                <a:lnTo>
                  <a:pt x="394401" y="92972"/>
                </a:lnTo>
                <a:lnTo>
                  <a:pt x="394401" y="90386"/>
                </a:lnTo>
                <a:cubicBezTo>
                  <a:pt x="397669" y="90204"/>
                  <a:pt x="400142" y="89774"/>
                  <a:pt x="401821" y="89094"/>
                </a:cubicBezTo>
                <a:cubicBezTo>
                  <a:pt x="403500" y="88413"/>
                  <a:pt x="404635" y="87233"/>
                  <a:pt x="405225" y="85554"/>
                </a:cubicBezTo>
                <a:cubicBezTo>
                  <a:pt x="405815" y="83875"/>
                  <a:pt x="406155" y="81402"/>
                  <a:pt x="406245" y="78135"/>
                </a:cubicBezTo>
                <a:lnTo>
                  <a:pt x="406245" y="17697"/>
                </a:lnTo>
                <a:cubicBezTo>
                  <a:pt x="406155" y="14429"/>
                  <a:pt x="405815" y="11956"/>
                  <a:pt x="405225" y="10277"/>
                </a:cubicBezTo>
                <a:cubicBezTo>
                  <a:pt x="404635" y="8598"/>
                  <a:pt x="403523" y="7418"/>
                  <a:pt x="401889" y="6738"/>
                </a:cubicBezTo>
                <a:cubicBezTo>
                  <a:pt x="400255" y="6057"/>
                  <a:pt x="397759" y="5625"/>
                  <a:pt x="394401" y="5444"/>
                </a:cubicBezTo>
                <a:lnTo>
                  <a:pt x="394401" y="2858"/>
                </a:lnTo>
                <a:lnTo>
                  <a:pt x="432790" y="2858"/>
                </a:lnTo>
                <a:close/>
                <a:moveTo>
                  <a:pt x="532295" y="70647"/>
                </a:moveTo>
                <a:lnTo>
                  <a:pt x="534472" y="71601"/>
                </a:lnTo>
                <a:cubicBezTo>
                  <a:pt x="531659" y="78951"/>
                  <a:pt x="527780" y="84577"/>
                  <a:pt x="522834" y="88479"/>
                </a:cubicBezTo>
                <a:cubicBezTo>
                  <a:pt x="517888" y="92381"/>
                  <a:pt x="512148" y="94332"/>
                  <a:pt x="505615" y="94332"/>
                </a:cubicBezTo>
                <a:cubicBezTo>
                  <a:pt x="497811" y="94332"/>
                  <a:pt x="491617" y="91588"/>
                  <a:pt x="487034" y="86099"/>
                </a:cubicBezTo>
                <a:cubicBezTo>
                  <a:pt x="482452" y="80608"/>
                  <a:pt x="480161" y="73189"/>
                  <a:pt x="480161" y="63841"/>
                </a:cubicBezTo>
                <a:cubicBezTo>
                  <a:pt x="480161" y="58215"/>
                  <a:pt x="481045" y="53111"/>
                  <a:pt x="482815" y="48529"/>
                </a:cubicBezTo>
                <a:cubicBezTo>
                  <a:pt x="484585" y="43945"/>
                  <a:pt x="487057" y="40247"/>
                  <a:pt x="490232" y="37433"/>
                </a:cubicBezTo>
                <a:cubicBezTo>
                  <a:pt x="495496" y="32714"/>
                  <a:pt x="501622" y="30354"/>
                  <a:pt x="508610" y="30354"/>
                </a:cubicBezTo>
                <a:cubicBezTo>
                  <a:pt x="515960" y="30354"/>
                  <a:pt x="521768" y="32941"/>
                  <a:pt x="526033" y="38114"/>
                </a:cubicBezTo>
                <a:cubicBezTo>
                  <a:pt x="527757" y="40292"/>
                  <a:pt x="529027" y="42584"/>
                  <a:pt x="529844" y="44989"/>
                </a:cubicBezTo>
                <a:cubicBezTo>
                  <a:pt x="530661" y="47393"/>
                  <a:pt x="531342" y="50819"/>
                  <a:pt x="531886" y="55267"/>
                </a:cubicBezTo>
                <a:lnTo>
                  <a:pt x="489960" y="55267"/>
                </a:lnTo>
                <a:cubicBezTo>
                  <a:pt x="490142" y="59440"/>
                  <a:pt x="490504" y="62820"/>
                  <a:pt x="491049" y="65407"/>
                </a:cubicBezTo>
                <a:cubicBezTo>
                  <a:pt x="491594" y="67994"/>
                  <a:pt x="492457" y="70602"/>
                  <a:pt x="493637" y="73233"/>
                </a:cubicBezTo>
                <a:cubicBezTo>
                  <a:pt x="497629" y="81038"/>
                  <a:pt x="503482" y="84940"/>
                  <a:pt x="511196" y="84940"/>
                </a:cubicBezTo>
                <a:cubicBezTo>
                  <a:pt x="515552" y="84940"/>
                  <a:pt x="519341" y="83851"/>
                  <a:pt x="522562" y="81675"/>
                </a:cubicBezTo>
                <a:cubicBezTo>
                  <a:pt x="525784" y="79496"/>
                  <a:pt x="529028" y="75821"/>
                  <a:pt x="532295" y="70647"/>
                </a:cubicBezTo>
                <a:moveTo>
                  <a:pt x="490232" y="50909"/>
                </a:moveTo>
                <a:lnTo>
                  <a:pt x="518003" y="50909"/>
                </a:lnTo>
                <a:cubicBezTo>
                  <a:pt x="517094" y="45011"/>
                  <a:pt x="515687" y="40929"/>
                  <a:pt x="513782" y="38660"/>
                </a:cubicBezTo>
                <a:cubicBezTo>
                  <a:pt x="511877" y="36391"/>
                  <a:pt x="508837" y="35256"/>
                  <a:pt x="504662" y="35256"/>
                </a:cubicBezTo>
                <a:cubicBezTo>
                  <a:pt x="500487" y="35256"/>
                  <a:pt x="497220" y="36527"/>
                  <a:pt x="494860" y="39068"/>
                </a:cubicBezTo>
                <a:cubicBezTo>
                  <a:pt x="492502" y="41609"/>
                  <a:pt x="490959" y="45556"/>
                  <a:pt x="490232" y="50909"/>
                </a:cubicBezTo>
                <a:close/>
                <a:moveTo>
                  <a:pt x="538829" y="92972"/>
                </a:moveTo>
                <a:lnTo>
                  <a:pt x="538829" y="90930"/>
                </a:lnTo>
                <a:cubicBezTo>
                  <a:pt x="542277" y="90749"/>
                  <a:pt x="544523" y="90000"/>
                  <a:pt x="545565" y="88685"/>
                </a:cubicBezTo>
                <a:cubicBezTo>
                  <a:pt x="546609" y="87368"/>
                  <a:pt x="547177" y="84713"/>
                  <a:pt x="547269" y="80721"/>
                </a:cubicBezTo>
                <a:lnTo>
                  <a:pt x="547269" y="46963"/>
                </a:lnTo>
                <a:cubicBezTo>
                  <a:pt x="547269" y="43605"/>
                  <a:pt x="546905" y="41314"/>
                  <a:pt x="546178" y="40090"/>
                </a:cubicBezTo>
                <a:cubicBezTo>
                  <a:pt x="545453" y="38864"/>
                  <a:pt x="544137" y="38251"/>
                  <a:pt x="542232" y="38251"/>
                </a:cubicBezTo>
                <a:cubicBezTo>
                  <a:pt x="540508" y="38251"/>
                  <a:pt x="539283" y="38433"/>
                  <a:pt x="538557" y="38796"/>
                </a:cubicBezTo>
                <a:lnTo>
                  <a:pt x="538557" y="36482"/>
                </a:lnTo>
                <a:cubicBezTo>
                  <a:pt x="542278" y="35392"/>
                  <a:pt x="545500" y="34393"/>
                  <a:pt x="548222" y="33487"/>
                </a:cubicBezTo>
                <a:cubicBezTo>
                  <a:pt x="550944" y="32578"/>
                  <a:pt x="553984" y="31534"/>
                  <a:pt x="557342" y="30354"/>
                </a:cubicBezTo>
                <a:lnTo>
                  <a:pt x="558294" y="30628"/>
                </a:lnTo>
                <a:lnTo>
                  <a:pt x="558294" y="41381"/>
                </a:lnTo>
                <a:cubicBezTo>
                  <a:pt x="561380" y="38478"/>
                  <a:pt x="564012" y="36232"/>
                  <a:pt x="566189" y="34643"/>
                </a:cubicBezTo>
                <a:cubicBezTo>
                  <a:pt x="568367" y="33055"/>
                  <a:pt x="570364" y="31943"/>
                  <a:pt x="572179" y="31308"/>
                </a:cubicBezTo>
                <a:cubicBezTo>
                  <a:pt x="573994" y="30672"/>
                  <a:pt x="575945" y="30354"/>
                  <a:pt x="578032" y="30354"/>
                </a:cubicBezTo>
                <a:cubicBezTo>
                  <a:pt x="583114" y="30354"/>
                  <a:pt x="587061" y="32147"/>
                  <a:pt x="589873" y="35732"/>
                </a:cubicBezTo>
                <a:cubicBezTo>
                  <a:pt x="592687" y="39317"/>
                  <a:pt x="594094" y="44331"/>
                  <a:pt x="594094" y="50774"/>
                </a:cubicBezTo>
                <a:lnTo>
                  <a:pt x="594094" y="81947"/>
                </a:lnTo>
                <a:cubicBezTo>
                  <a:pt x="594185" y="85303"/>
                  <a:pt x="594752" y="87549"/>
                  <a:pt x="595795" y="88685"/>
                </a:cubicBezTo>
                <a:cubicBezTo>
                  <a:pt x="596839" y="89819"/>
                  <a:pt x="599040" y="90567"/>
                  <a:pt x="602398" y="90930"/>
                </a:cubicBezTo>
                <a:lnTo>
                  <a:pt x="602398" y="92972"/>
                </a:lnTo>
                <a:lnTo>
                  <a:pt x="574084" y="92972"/>
                </a:lnTo>
                <a:lnTo>
                  <a:pt x="574084" y="90930"/>
                </a:lnTo>
                <a:cubicBezTo>
                  <a:pt x="577441" y="90749"/>
                  <a:pt x="579687" y="89909"/>
                  <a:pt x="580822" y="88413"/>
                </a:cubicBezTo>
                <a:cubicBezTo>
                  <a:pt x="581957" y="86914"/>
                  <a:pt x="582570" y="83942"/>
                  <a:pt x="582660" y="79496"/>
                </a:cubicBezTo>
                <a:lnTo>
                  <a:pt x="582660" y="51046"/>
                </a:lnTo>
                <a:cubicBezTo>
                  <a:pt x="582660" y="42243"/>
                  <a:pt x="579348" y="37842"/>
                  <a:pt x="572723" y="37842"/>
                </a:cubicBezTo>
                <a:cubicBezTo>
                  <a:pt x="570455" y="37842"/>
                  <a:pt x="568345" y="38364"/>
                  <a:pt x="566394" y="39408"/>
                </a:cubicBezTo>
                <a:cubicBezTo>
                  <a:pt x="564443" y="40451"/>
                  <a:pt x="561879" y="42515"/>
                  <a:pt x="558703" y="45600"/>
                </a:cubicBezTo>
                <a:lnTo>
                  <a:pt x="558703" y="83851"/>
                </a:lnTo>
                <a:cubicBezTo>
                  <a:pt x="558703" y="86302"/>
                  <a:pt x="559361" y="88050"/>
                  <a:pt x="560676" y="89094"/>
                </a:cubicBezTo>
                <a:cubicBezTo>
                  <a:pt x="561992" y="90137"/>
                  <a:pt x="564328" y="90749"/>
                  <a:pt x="567686" y="90930"/>
                </a:cubicBezTo>
                <a:lnTo>
                  <a:pt x="567686" y="92972"/>
                </a:lnTo>
                <a:lnTo>
                  <a:pt x="538829" y="92972"/>
                </a:lnTo>
                <a:close/>
                <a:moveTo>
                  <a:pt x="668418" y="40156"/>
                </a:moveTo>
                <a:lnTo>
                  <a:pt x="657119" y="40156"/>
                </a:lnTo>
                <a:cubicBezTo>
                  <a:pt x="658117" y="42334"/>
                  <a:pt x="658797" y="44285"/>
                  <a:pt x="659160" y="46009"/>
                </a:cubicBezTo>
                <a:cubicBezTo>
                  <a:pt x="659524" y="47733"/>
                  <a:pt x="659707" y="49593"/>
                  <a:pt x="659707" y="51590"/>
                </a:cubicBezTo>
                <a:cubicBezTo>
                  <a:pt x="659707" y="58125"/>
                  <a:pt x="657528" y="63252"/>
                  <a:pt x="653172" y="66973"/>
                </a:cubicBezTo>
                <a:cubicBezTo>
                  <a:pt x="651085" y="68787"/>
                  <a:pt x="648749" y="70193"/>
                  <a:pt x="646162" y="71192"/>
                </a:cubicBezTo>
                <a:cubicBezTo>
                  <a:pt x="643575" y="72190"/>
                  <a:pt x="641012" y="72689"/>
                  <a:pt x="638471" y="72689"/>
                </a:cubicBezTo>
                <a:cubicBezTo>
                  <a:pt x="638379" y="72689"/>
                  <a:pt x="637676" y="72621"/>
                  <a:pt x="636360" y="72486"/>
                </a:cubicBezTo>
                <a:cubicBezTo>
                  <a:pt x="635045" y="72350"/>
                  <a:pt x="633162" y="72191"/>
                  <a:pt x="630711" y="72008"/>
                </a:cubicBezTo>
                <a:cubicBezTo>
                  <a:pt x="629531" y="72372"/>
                  <a:pt x="628305" y="73053"/>
                  <a:pt x="627034" y="74052"/>
                </a:cubicBezTo>
                <a:cubicBezTo>
                  <a:pt x="625764" y="75049"/>
                  <a:pt x="624698" y="76160"/>
                  <a:pt x="623836" y="77385"/>
                </a:cubicBezTo>
                <a:cubicBezTo>
                  <a:pt x="622974" y="78611"/>
                  <a:pt x="622544" y="79677"/>
                  <a:pt x="622544" y="80584"/>
                </a:cubicBezTo>
                <a:cubicBezTo>
                  <a:pt x="622544" y="82762"/>
                  <a:pt x="626083" y="83988"/>
                  <a:pt x="633162" y="84260"/>
                </a:cubicBezTo>
                <a:lnTo>
                  <a:pt x="650721" y="85077"/>
                </a:lnTo>
                <a:cubicBezTo>
                  <a:pt x="655803" y="85258"/>
                  <a:pt x="659819" y="86665"/>
                  <a:pt x="662768" y="89297"/>
                </a:cubicBezTo>
                <a:cubicBezTo>
                  <a:pt x="665718" y="91928"/>
                  <a:pt x="667192" y="95376"/>
                  <a:pt x="667192" y="99641"/>
                </a:cubicBezTo>
                <a:cubicBezTo>
                  <a:pt x="667192" y="104723"/>
                  <a:pt x="664697" y="109306"/>
                  <a:pt x="659707" y="113389"/>
                </a:cubicBezTo>
                <a:cubicBezTo>
                  <a:pt x="656167" y="116203"/>
                  <a:pt x="651902" y="118449"/>
                  <a:pt x="646910" y="120127"/>
                </a:cubicBezTo>
                <a:cubicBezTo>
                  <a:pt x="641919" y="121807"/>
                  <a:pt x="636883" y="122647"/>
                  <a:pt x="631801" y="122647"/>
                </a:cubicBezTo>
                <a:cubicBezTo>
                  <a:pt x="627445" y="122647"/>
                  <a:pt x="623497" y="122057"/>
                  <a:pt x="619958" y="120877"/>
                </a:cubicBezTo>
                <a:cubicBezTo>
                  <a:pt x="616418" y="119697"/>
                  <a:pt x="613582" y="118086"/>
                  <a:pt x="611450" y="116044"/>
                </a:cubicBezTo>
                <a:cubicBezTo>
                  <a:pt x="609318" y="114003"/>
                  <a:pt x="608251" y="111802"/>
                  <a:pt x="608251" y="109443"/>
                </a:cubicBezTo>
                <a:cubicBezTo>
                  <a:pt x="608251" y="106902"/>
                  <a:pt x="609250" y="104383"/>
                  <a:pt x="611246" y="101886"/>
                </a:cubicBezTo>
                <a:cubicBezTo>
                  <a:pt x="613243" y="99391"/>
                  <a:pt x="616692" y="96374"/>
                  <a:pt x="621592" y="92835"/>
                </a:cubicBezTo>
                <a:cubicBezTo>
                  <a:pt x="618779" y="91473"/>
                  <a:pt x="616873" y="90294"/>
                  <a:pt x="615874" y="89297"/>
                </a:cubicBezTo>
                <a:cubicBezTo>
                  <a:pt x="614876" y="88299"/>
                  <a:pt x="614377" y="87074"/>
                  <a:pt x="614377" y="85621"/>
                </a:cubicBezTo>
                <a:cubicBezTo>
                  <a:pt x="614377" y="84441"/>
                  <a:pt x="614626" y="83375"/>
                  <a:pt x="615124" y="82422"/>
                </a:cubicBezTo>
                <a:cubicBezTo>
                  <a:pt x="615624" y="81470"/>
                  <a:pt x="616600" y="80267"/>
                  <a:pt x="618053" y="78814"/>
                </a:cubicBezTo>
                <a:cubicBezTo>
                  <a:pt x="618234" y="78543"/>
                  <a:pt x="618733" y="78022"/>
                  <a:pt x="619548" y="77250"/>
                </a:cubicBezTo>
                <a:cubicBezTo>
                  <a:pt x="620365" y="76479"/>
                  <a:pt x="621500" y="75412"/>
                  <a:pt x="622953" y="74050"/>
                </a:cubicBezTo>
                <a:lnTo>
                  <a:pt x="626492" y="70784"/>
                </a:lnTo>
                <a:cubicBezTo>
                  <a:pt x="621954" y="68515"/>
                  <a:pt x="618710" y="65974"/>
                  <a:pt x="616759" y="63162"/>
                </a:cubicBezTo>
                <a:cubicBezTo>
                  <a:pt x="614808" y="60348"/>
                  <a:pt x="613832" y="56809"/>
                  <a:pt x="613832" y="52544"/>
                </a:cubicBezTo>
                <a:cubicBezTo>
                  <a:pt x="613832" y="48369"/>
                  <a:pt x="614853" y="44602"/>
                  <a:pt x="616894" y="41244"/>
                </a:cubicBezTo>
                <a:cubicBezTo>
                  <a:pt x="618936" y="37886"/>
                  <a:pt x="621682" y="35232"/>
                  <a:pt x="625130" y="33281"/>
                </a:cubicBezTo>
                <a:cubicBezTo>
                  <a:pt x="628579" y="31330"/>
                  <a:pt x="632390" y="30354"/>
                  <a:pt x="636564" y="30354"/>
                </a:cubicBezTo>
                <a:cubicBezTo>
                  <a:pt x="640195" y="30354"/>
                  <a:pt x="643825" y="31035"/>
                  <a:pt x="647454" y="32396"/>
                </a:cubicBezTo>
                <a:lnTo>
                  <a:pt x="650449" y="33487"/>
                </a:lnTo>
                <a:cubicBezTo>
                  <a:pt x="651810" y="33939"/>
                  <a:pt x="653035" y="34279"/>
                  <a:pt x="654123" y="34506"/>
                </a:cubicBezTo>
                <a:cubicBezTo>
                  <a:pt x="655213" y="34733"/>
                  <a:pt x="656484" y="34847"/>
                  <a:pt x="657937" y="34847"/>
                </a:cubicBezTo>
                <a:lnTo>
                  <a:pt x="668418" y="34847"/>
                </a:lnTo>
                <a:lnTo>
                  <a:pt x="668418" y="40156"/>
                </a:lnTo>
                <a:moveTo>
                  <a:pt x="624450" y="93244"/>
                </a:moveTo>
                <a:cubicBezTo>
                  <a:pt x="621728" y="96510"/>
                  <a:pt x="619936" y="98892"/>
                  <a:pt x="619073" y="100389"/>
                </a:cubicBezTo>
                <a:cubicBezTo>
                  <a:pt x="618212" y="101887"/>
                  <a:pt x="617781" y="103408"/>
                  <a:pt x="617781" y="104950"/>
                </a:cubicBezTo>
                <a:cubicBezTo>
                  <a:pt x="617781" y="107945"/>
                  <a:pt x="619573" y="110350"/>
                  <a:pt x="623156" y="112164"/>
                </a:cubicBezTo>
                <a:cubicBezTo>
                  <a:pt x="626741" y="113979"/>
                  <a:pt x="631574" y="114887"/>
                  <a:pt x="637654" y="114887"/>
                </a:cubicBezTo>
                <a:cubicBezTo>
                  <a:pt x="645367" y="114887"/>
                  <a:pt x="651583" y="113661"/>
                  <a:pt x="656302" y="111210"/>
                </a:cubicBezTo>
                <a:cubicBezTo>
                  <a:pt x="661021" y="108761"/>
                  <a:pt x="663381" y="105585"/>
                  <a:pt x="663381" y="101683"/>
                </a:cubicBezTo>
                <a:cubicBezTo>
                  <a:pt x="663381" y="99233"/>
                  <a:pt x="662110" y="97509"/>
                  <a:pt x="659569" y="96511"/>
                </a:cubicBezTo>
                <a:cubicBezTo>
                  <a:pt x="657029" y="95513"/>
                  <a:pt x="652673" y="95013"/>
                  <a:pt x="646503" y="95013"/>
                </a:cubicBezTo>
                <a:cubicBezTo>
                  <a:pt x="644324" y="95013"/>
                  <a:pt x="641806" y="94923"/>
                  <a:pt x="638946" y="94741"/>
                </a:cubicBezTo>
                <a:cubicBezTo>
                  <a:pt x="636088" y="94560"/>
                  <a:pt x="633343" y="94333"/>
                  <a:pt x="630711" y="94060"/>
                </a:cubicBezTo>
                <a:cubicBezTo>
                  <a:pt x="628080" y="93789"/>
                  <a:pt x="625993" y="93517"/>
                  <a:pt x="624450" y="93244"/>
                </a:cubicBezTo>
                <a:moveTo>
                  <a:pt x="625130" y="46963"/>
                </a:moveTo>
                <a:lnTo>
                  <a:pt x="625130" y="47370"/>
                </a:lnTo>
                <a:cubicBezTo>
                  <a:pt x="625130" y="53904"/>
                  <a:pt x="626423" y="59191"/>
                  <a:pt x="629010" y="63230"/>
                </a:cubicBezTo>
                <a:cubicBezTo>
                  <a:pt x="631596" y="67268"/>
                  <a:pt x="634977" y="69287"/>
                  <a:pt x="639152" y="69287"/>
                </a:cubicBezTo>
                <a:cubicBezTo>
                  <a:pt x="642327" y="69287"/>
                  <a:pt x="644799" y="68175"/>
                  <a:pt x="646569" y="65951"/>
                </a:cubicBezTo>
                <a:cubicBezTo>
                  <a:pt x="648339" y="63727"/>
                  <a:pt x="649224" y="60710"/>
                  <a:pt x="649224" y="56899"/>
                </a:cubicBezTo>
                <a:cubicBezTo>
                  <a:pt x="649224" y="54177"/>
                  <a:pt x="648861" y="51364"/>
                  <a:pt x="648135" y="48460"/>
                </a:cubicBezTo>
                <a:cubicBezTo>
                  <a:pt x="647410" y="45556"/>
                  <a:pt x="646411" y="42925"/>
                  <a:pt x="645140" y="40565"/>
                </a:cubicBezTo>
                <a:cubicBezTo>
                  <a:pt x="642872" y="36299"/>
                  <a:pt x="639560" y="34166"/>
                  <a:pt x="635203" y="34166"/>
                </a:cubicBezTo>
                <a:cubicBezTo>
                  <a:pt x="632118" y="34166"/>
                  <a:pt x="629668" y="35300"/>
                  <a:pt x="627853" y="37570"/>
                </a:cubicBezTo>
                <a:cubicBezTo>
                  <a:pt x="626037" y="39838"/>
                  <a:pt x="625130" y="42969"/>
                  <a:pt x="625130" y="46963"/>
                </a:cubicBezTo>
                <a:close/>
                <a:moveTo>
                  <a:pt x="707757" y="31717"/>
                </a:moveTo>
                <a:lnTo>
                  <a:pt x="707757" y="36072"/>
                </a:lnTo>
                <a:lnTo>
                  <a:pt x="694009" y="36072"/>
                </a:lnTo>
                <a:lnTo>
                  <a:pt x="694009" y="75003"/>
                </a:lnTo>
                <a:cubicBezTo>
                  <a:pt x="694009" y="79268"/>
                  <a:pt x="694553" y="82376"/>
                  <a:pt x="695642" y="84327"/>
                </a:cubicBezTo>
                <a:cubicBezTo>
                  <a:pt x="696732" y="86278"/>
                  <a:pt x="698547" y="87254"/>
                  <a:pt x="701088" y="87254"/>
                </a:cubicBezTo>
                <a:cubicBezTo>
                  <a:pt x="702631" y="87254"/>
                  <a:pt x="704014" y="86891"/>
                  <a:pt x="705238" y="86165"/>
                </a:cubicBezTo>
                <a:cubicBezTo>
                  <a:pt x="706463" y="85440"/>
                  <a:pt x="707802" y="84215"/>
                  <a:pt x="709255" y="82491"/>
                </a:cubicBezTo>
                <a:lnTo>
                  <a:pt x="711025" y="83988"/>
                </a:lnTo>
                <a:cubicBezTo>
                  <a:pt x="706668" y="90884"/>
                  <a:pt x="701223" y="94332"/>
                  <a:pt x="694689" y="94332"/>
                </a:cubicBezTo>
                <a:cubicBezTo>
                  <a:pt x="686613" y="94332"/>
                  <a:pt x="682575" y="88570"/>
                  <a:pt x="682575" y="77045"/>
                </a:cubicBezTo>
                <a:lnTo>
                  <a:pt x="682575" y="36072"/>
                </a:lnTo>
                <a:lnTo>
                  <a:pt x="675359" y="36072"/>
                </a:lnTo>
                <a:cubicBezTo>
                  <a:pt x="674997" y="35800"/>
                  <a:pt x="674815" y="35482"/>
                  <a:pt x="674815" y="35119"/>
                </a:cubicBezTo>
                <a:cubicBezTo>
                  <a:pt x="674815" y="34393"/>
                  <a:pt x="675586" y="33532"/>
                  <a:pt x="677129" y="32533"/>
                </a:cubicBezTo>
                <a:cubicBezTo>
                  <a:pt x="679126" y="31353"/>
                  <a:pt x="681304" y="29425"/>
                  <a:pt x="683663" y="26749"/>
                </a:cubicBezTo>
                <a:cubicBezTo>
                  <a:pt x="686023" y="24070"/>
                  <a:pt x="689154" y="19873"/>
                  <a:pt x="693056" y="14157"/>
                </a:cubicBezTo>
                <a:cubicBezTo>
                  <a:pt x="693692" y="14157"/>
                  <a:pt x="694009" y="14747"/>
                  <a:pt x="694009" y="15927"/>
                </a:cubicBezTo>
                <a:lnTo>
                  <a:pt x="694009" y="31717"/>
                </a:lnTo>
                <a:lnTo>
                  <a:pt x="707757" y="31717"/>
                </a:lnTo>
                <a:close/>
                <a:moveTo>
                  <a:pt x="776635" y="90930"/>
                </a:moveTo>
                <a:lnTo>
                  <a:pt x="776635" y="92972"/>
                </a:lnTo>
                <a:lnTo>
                  <a:pt x="747776" y="92972"/>
                </a:lnTo>
                <a:lnTo>
                  <a:pt x="747776" y="90930"/>
                </a:lnTo>
                <a:cubicBezTo>
                  <a:pt x="750409" y="90657"/>
                  <a:pt x="752360" y="90226"/>
                  <a:pt x="753630" y="89636"/>
                </a:cubicBezTo>
                <a:cubicBezTo>
                  <a:pt x="754901" y="89046"/>
                  <a:pt x="755763" y="87935"/>
                  <a:pt x="756215" y="86302"/>
                </a:cubicBezTo>
                <a:cubicBezTo>
                  <a:pt x="756670" y="84668"/>
                  <a:pt x="756942" y="82263"/>
                  <a:pt x="757034" y="79086"/>
                </a:cubicBezTo>
                <a:lnTo>
                  <a:pt x="757034" y="52134"/>
                </a:lnTo>
                <a:cubicBezTo>
                  <a:pt x="757034" y="42515"/>
                  <a:pt x="753631" y="37705"/>
                  <a:pt x="746825" y="37705"/>
                </a:cubicBezTo>
                <a:cubicBezTo>
                  <a:pt x="744193" y="37705"/>
                  <a:pt x="741742" y="38341"/>
                  <a:pt x="739472" y="39612"/>
                </a:cubicBezTo>
                <a:cubicBezTo>
                  <a:pt x="737204" y="40882"/>
                  <a:pt x="734618" y="43105"/>
                  <a:pt x="731714" y="46281"/>
                </a:cubicBezTo>
                <a:lnTo>
                  <a:pt x="731714" y="79086"/>
                </a:lnTo>
                <a:cubicBezTo>
                  <a:pt x="731806" y="82263"/>
                  <a:pt x="732078" y="84668"/>
                  <a:pt x="732531" y="86302"/>
                </a:cubicBezTo>
                <a:cubicBezTo>
                  <a:pt x="732985" y="87935"/>
                  <a:pt x="733847" y="89046"/>
                  <a:pt x="735117" y="89636"/>
                </a:cubicBezTo>
                <a:cubicBezTo>
                  <a:pt x="736388" y="90226"/>
                  <a:pt x="738340" y="90657"/>
                  <a:pt x="740972" y="90930"/>
                </a:cubicBezTo>
                <a:lnTo>
                  <a:pt x="740972" y="92972"/>
                </a:lnTo>
                <a:lnTo>
                  <a:pt x="711569" y="92972"/>
                </a:lnTo>
                <a:lnTo>
                  <a:pt x="711569" y="90930"/>
                </a:lnTo>
                <a:cubicBezTo>
                  <a:pt x="714200" y="90567"/>
                  <a:pt x="716105" y="90114"/>
                  <a:pt x="717285" y="89569"/>
                </a:cubicBezTo>
                <a:cubicBezTo>
                  <a:pt x="718465" y="89024"/>
                  <a:pt x="719236" y="87958"/>
                  <a:pt x="719599" y="86371"/>
                </a:cubicBezTo>
                <a:cubicBezTo>
                  <a:pt x="719963" y="84783"/>
                  <a:pt x="720190" y="82354"/>
                  <a:pt x="720280" y="79086"/>
                </a:cubicBezTo>
                <a:lnTo>
                  <a:pt x="720280" y="14974"/>
                </a:lnTo>
                <a:cubicBezTo>
                  <a:pt x="720280" y="12070"/>
                  <a:pt x="719849" y="10187"/>
                  <a:pt x="718986" y="9326"/>
                </a:cubicBezTo>
                <a:cubicBezTo>
                  <a:pt x="718125" y="8463"/>
                  <a:pt x="716242" y="8032"/>
                  <a:pt x="713339" y="8032"/>
                </a:cubicBezTo>
                <a:cubicBezTo>
                  <a:pt x="712613" y="8032"/>
                  <a:pt x="712068" y="8077"/>
                  <a:pt x="711704" y="8167"/>
                </a:cubicBezTo>
                <a:lnTo>
                  <a:pt x="711704" y="5988"/>
                </a:lnTo>
                <a:lnTo>
                  <a:pt x="715380" y="4900"/>
                </a:lnTo>
                <a:cubicBezTo>
                  <a:pt x="719191" y="3811"/>
                  <a:pt x="722185" y="2927"/>
                  <a:pt x="724364" y="2247"/>
                </a:cubicBezTo>
                <a:cubicBezTo>
                  <a:pt x="726542" y="1566"/>
                  <a:pt x="728765" y="817"/>
                  <a:pt x="731033" y="0"/>
                </a:cubicBezTo>
                <a:lnTo>
                  <a:pt x="731714" y="409"/>
                </a:lnTo>
                <a:lnTo>
                  <a:pt x="731714" y="41789"/>
                </a:lnTo>
                <a:cubicBezTo>
                  <a:pt x="734891" y="37705"/>
                  <a:pt x="738022" y="34778"/>
                  <a:pt x="741107" y="33009"/>
                </a:cubicBezTo>
                <a:cubicBezTo>
                  <a:pt x="744192" y="31239"/>
                  <a:pt x="747731" y="30354"/>
                  <a:pt x="751725" y="30354"/>
                </a:cubicBezTo>
                <a:cubicBezTo>
                  <a:pt x="762887" y="30354"/>
                  <a:pt x="768468" y="37569"/>
                  <a:pt x="768468" y="51999"/>
                </a:cubicBezTo>
                <a:lnTo>
                  <a:pt x="768468" y="79086"/>
                </a:lnTo>
                <a:cubicBezTo>
                  <a:pt x="768558" y="82263"/>
                  <a:pt x="768762" y="84623"/>
                  <a:pt x="769079" y="86165"/>
                </a:cubicBezTo>
                <a:cubicBezTo>
                  <a:pt x="769397" y="87708"/>
                  <a:pt x="770124" y="88774"/>
                  <a:pt x="771258" y="89364"/>
                </a:cubicBezTo>
                <a:cubicBezTo>
                  <a:pt x="772393" y="89954"/>
                  <a:pt x="774186" y="90476"/>
                  <a:pt x="776635" y="90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BB528-53E8-476B-B935-8188707A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813" y="4534595"/>
            <a:ext cx="2038007" cy="316342"/>
          </a:xfrm>
          <a:custGeom xmlns:a="http://schemas.openxmlformats.org/drawingml/2006/main">
            <a:pathLst>
              <a:path w="2038007" h="316342">
                <a:moveTo>
                  <a:pt x="0" y="316342"/>
                </a:moveTo>
                <a:lnTo>
                  <a:pt x="0" y="0"/>
                </a:lnTo>
                <a:lnTo>
                  <a:pt x="2038007" y="0"/>
                </a:lnTo>
                <a:lnTo>
                  <a:pt x="2038007" y="316342"/>
                </a:lnTo>
                <a:lnTo>
                  <a:pt x="0" y="316342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EE8264-83C7-4797-9DE7-6D1F84CE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813" y="4534595"/>
            <a:ext cx="2038007" cy="316342"/>
          </a:xfrm>
          <a:custGeom xmlns:a="http://schemas.openxmlformats.org/drawingml/2006/main">
            <a:pathLst>
              <a:path w="2038007" h="316342" fill="none">
                <a:moveTo>
                  <a:pt x="0" y="316342"/>
                </a:moveTo>
                <a:lnTo>
                  <a:pt x="2038007" y="316342"/>
                </a:lnTo>
                <a:lnTo>
                  <a:pt x="2038007" y="0"/>
                </a:lnTo>
                <a:lnTo>
                  <a:pt x="0" y="0"/>
                </a:lnTo>
                <a:lnTo>
                  <a:pt x="0" y="3163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43" name="Text Payload">
            <a:extLst xmlns:a="http://schemas.openxmlformats.org/drawingml/2006/main">
              <a:ext uri="{FF2B5EF4-FFF2-40B4-BE49-F238E27FC236}">
                <a16:creationId xmlns:a16="http://schemas.microsoft.com/office/drawing/2014/main" id="{B601CBFA-EDD2-4255-AE78-7445A15D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474" y="4644290"/>
            <a:ext cx="434775" cy="122647"/>
          </a:xfrm>
          <a:custGeom xmlns:a="http://schemas.openxmlformats.org/drawingml/2006/main">
            <a:pathLst>
              <a:path w="434775" h="122647">
                <a:moveTo>
                  <a:pt x="0" y="5444"/>
                </a:moveTo>
                <a:lnTo>
                  <a:pt x="0" y="2858"/>
                </a:lnTo>
                <a:lnTo>
                  <a:pt x="35935" y="2858"/>
                </a:lnTo>
                <a:cubicBezTo>
                  <a:pt x="42378" y="2858"/>
                  <a:pt x="48322" y="3743"/>
                  <a:pt x="53767" y="5513"/>
                </a:cubicBezTo>
                <a:cubicBezTo>
                  <a:pt x="59212" y="7282"/>
                  <a:pt x="63296" y="9665"/>
                  <a:pt x="66020" y="12660"/>
                </a:cubicBezTo>
                <a:cubicBezTo>
                  <a:pt x="69740" y="16652"/>
                  <a:pt x="71601" y="21597"/>
                  <a:pt x="71601" y="27496"/>
                </a:cubicBezTo>
                <a:cubicBezTo>
                  <a:pt x="71601" y="31943"/>
                  <a:pt x="70443" y="36117"/>
                  <a:pt x="68128" y="40021"/>
                </a:cubicBezTo>
                <a:cubicBezTo>
                  <a:pt x="65814" y="43923"/>
                  <a:pt x="62615" y="46963"/>
                  <a:pt x="58532" y="49139"/>
                </a:cubicBezTo>
                <a:cubicBezTo>
                  <a:pt x="52996" y="52226"/>
                  <a:pt x="45055" y="53769"/>
                  <a:pt x="34710" y="53769"/>
                </a:cubicBezTo>
                <a:cubicBezTo>
                  <a:pt x="32986" y="53769"/>
                  <a:pt x="31443" y="53724"/>
                  <a:pt x="30082" y="53634"/>
                </a:cubicBezTo>
                <a:cubicBezTo>
                  <a:pt x="28721" y="53543"/>
                  <a:pt x="27133" y="53451"/>
                  <a:pt x="25317" y="53360"/>
                </a:cubicBezTo>
                <a:lnTo>
                  <a:pt x="25317" y="78135"/>
                </a:lnTo>
                <a:cubicBezTo>
                  <a:pt x="25409" y="81492"/>
                  <a:pt x="25772" y="84033"/>
                  <a:pt x="26406" y="85758"/>
                </a:cubicBezTo>
                <a:cubicBezTo>
                  <a:pt x="27041" y="87482"/>
                  <a:pt x="28267" y="88662"/>
                  <a:pt x="30082" y="89297"/>
                </a:cubicBezTo>
                <a:cubicBezTo>
                  <a:pt x="31898" y="89932"/>
                  <a:pt x="34575" y="90294"/>
                  <a:pt x="38114" y="90386"/>
                </a:cubicBezTo>
                <a:lnTo>
                  <a:pt x="38114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8" y="90023"/>
                  <a:pt x="5966" y="89524"/>
                  <a:pt x="7554" y="88888"/>
                </a:cubicBezTo>
                <a:cubicBezTo>
                  <a:pt x="9143" y="88253"/>
                  <a:pt x="10186" y="87005"/>
                  <a:pt x="10684" y="85145"/>
                </a:cubicBezTo>
                <a:cubicBezTo>
                  <a:pt x="11184" y="83284"/>
                  <a:pt x="11434" y="80448"/>
                  <a:pt x="11434" y="76638"/>
                </a:cubicBezTo>
                <a:lnTo>
                  <a:pt x="11434" y="17697"/>
                </a:lnTo>
                <a:cubicBezTo>
                  <a:pt x="11434" y="14339"/>
                  <a:pt x="11161" y="11866"/>
                  <a:pt x="10616" y="10277"/>
                </a:cubicBezTo>
                <a:cubicBezTo>
                  <a:pt x="10072" y="8689"/>
                  <a:pt x="9005" y="7577"/>
                  <a:pt x="7417" y="6942"/>
                </a:cubicBezTo>
                <a:cubicBezTo>
                  <a:pt x="5829" y="6306"/>
                  <a:pt x="3357" y="5807"/>
                  <a:pt x="0" y="5444"/>
                </a:cubicBezTo>
                <a:moveTo>
                  <a:pt x="25317" y="12523"/>
                </a:moveTo>
                <a:lnTo>
                  <a:pt x="25317" y="47916"/>
                </a:lnTo>
                <a:cubicBezTo>
                  <a:pt x="26860" y="48006"/>
                  <a:pt x="28198" y="48097"/>
                  <a:pt x="29332" y="48188"/>
                </a:cubicBezTo>
                <a:cubicBezTo>
                  <a:pt x="30468" y="48278"/>
                  <a:pt x="31716" y="48323"/>
                  <a:pt x="33077" y="48323"/>
                </a:cubicBezTo>
                <a:cubicBezTo>
                  <a:pt x="48867" y="48323"/>
                  <a:pt x="56762" y="41653"/>
                  <a:pt x="56762" y="28313"/>
                </a:cubicBezTo>
                <a:cubicBezTo>
                  <a:pt x="56762" y="21325"/>
                  <a:pt x="54584" y="16176"/>
                  <a:pt x="50228" y="12863"/>
                </a:cubicBezTo>
                <a:cubicBezTo>
                  <a:pt x="45873" y="9551"/>
                  <a:pt x="39112" y="7895"/>
                  <a:pt x="29945" y="7895"/>
                </a:cubicBezTo>
                <a:cubicBezTo>
                  <a:pt x="28131" y="7895"/>
                  <a:pt x="26906" y="8213"/>
                  <a:pt x="26271" y="8848"/>
                </a:cubicBezTo>
                <a:cubicBezTo>
                  <a:pt x="25635" y="9484"/>
                  <a:pt x="25317" y="10709"/>
                  <a:pt x="25317" y="12523"/>
                </a:cubicBezTo>
                <a:close/>
                <a:moveTo>
                  <a:pt x="133672" y="83988"/>
                </a:moveTo>
                <a:lnTo>
                  <a:pt x="133672" y="87528"/>
                </a:lnTo>
                <a:cubicBezTo>
                  <a:pt x="131312" y="90069"/>
                  <a:pt x="129271" y="91838"/>
                  <a:pt x="127547" y="92837"/>
                </a:cubicBezTo>
                <a:cubicBezTo>
                  <a:pt x="125823" y="93834"/>
                  <a:pt x="123781" y="94332"/>
                  <a:pt x="121421" y="94332"/>
                </a:cubicBezTo>
                <a:cubicBezTo>
                  <a:pt x="118608" y="94332"/>
                  <a:pt x="116543" y="93584"/>
                  <a:pt x="115228" y="92087"/>
                </a:cubicBezTo>
                <a:cubicBezTo>
                  <a:pt x="113912" y="90590"/>
                  <a:pt x="113072" y="88026"/>
                  <a:pt x="112708" y="84395"/>
                </a:cubicBezTo>
                <a:cubicBezTo>
                  <a:pt x="108535" y="87935"/>
                  <a:pt x="104927" y="90476"/>
                  <a:pt x="101887" y="92018"/>
                </a:cubicBezTo>
                <a:cubicBezTo>
                  <a:pt x="98847" y="93561"/>
                  <a:pt x="95830" y="94332"/>
                  <a:pt x="92835" y="94332"/>
                </a:cubicBezTo>
                <a:cubicBezTo>
                  <a:pt x="88660" y="94332"/>
                  <a:pt x="85234" y="92971"/>
                  <a:pt x="82557" y="90249"/>
                </a:cubicBezTo>
                <a:cubicBezTo>
                  <a:pt x="79881" y="87526"/>
                  <a:pt x="78542" y="84033"/>
                  <a:pt x="78542" y="79768"/>
                </a:cubicBezTo>
                <a:cubicBezTo>
                  <a:pt x="78542" y="77500"/>
                  <a:pt x="78996" y="75299"/>
                  <a:pt x="79903" y="73167"/>
                </a:cubicBezTo>
                <a:cubicBezTo>
                  <a:pt x="80811" y="71033"/>
                  <a:pt x="81991" y="69285"/>
                  <a:pt x="83442" y="67924"/>
                </a:cubicBezTo>
                <a:cubicBezTo>
                  <a:pt x="84895" y="66655"/>
                  <a:pt x="86279" y="65543"/>
                  <a:pt x="87594" y="64591"/>
                </a:cubicBezTo>
                <a:cubicBezTo>
                  <a:pt x="88910" y="63638"/>
                  <a:pt x="90497" y="62708"/>
                  <a:pt x="92357" y="61801"/>
                </a:cubicBezTo>
                <a:cubicBezTo>
                  <a:pt x="94218" y="60893"/>
                  <a:pt x="96737" y="59758"/>
                  <a:pt x="99913" y="58397"/>
                </a:cubicBezTo>
                <a:cubicBezTo>
                  <a:pt x="103090" y="57036"/>
                  <a:pt x="107310" y="55311"/>
                  <a:pt x="112573" y="53223"/>
                </a:cubicBezTo>
                <a:lnTo>
                  <a:pt x="112573" y="44921"/>
                </a:lnTo>
                <a:cubicBezTo>
                  <a:pt x="112573" y="37388"/>
                  <a:pt x="109124" y="33622"/>
                  <a:pt x="102227" y="33622"/>
                </a:cubicBezTo>
                <a:cubicBezTo>
                  <a:pt x="99505" y="33622"/>
                  <a:pt x="97191" y="34280"/>
                  <a:pt x="95286" y="35597"/>
                </a:cubicBezTo>
                <a:cubicBezTo>
                  <a:pt x="93380" y="36912"/>
                  <a:pt x="92428" y="38478"/>
                  <a:pt x="92428" y="40293"/>
                </a:cubicBezTo>
                <a:cubicBezTo>
                  <a:pt x="92428" y="41200"/>
                  <a:pt x="92563" y="42288"/>
                  <a:pt x="92835" y="43558"/>
                </a:cubicBezTo>
                <a:cubicBezTo>
                  <a:pt x="92926" y="44012"/>
                  <a:pt x="92994" y="44421"/>
                  <a:pt x="93038" y="44784"/>
                </a:cubicBezTo>
                <a:cubicBezTo>
                  <a:pt x="93084" y="45146"/>
                  <a:pt x="93107" y="45464"/>
                  <a:pt x="93107" y="45737"/>
                </a:cubicBezTo>
                <a:cubicBezTo>
                  <a:pt x="93107" y="47190"/>
                  <a:pt x="92494" y="48506"/>
                  <a:pt x="91269" y="49686"/>
                </a:cubicBezTo>
                <a:cubicBezTo>
                  <a:pt x="90044" y="50865"/>
                  <a:pt x="88615" y="51455"/>
                  <a:pt x="86981" y="51455"/>
                </a:cubicBezTo>
                <a:cubicBezTo>
                  <a:pt x="85348" y="51455"/>
                  <a:pt x="83964" y="50865"/>
                  <a:pt x="82829" y="49686"/>
                </a:cubicBezTo>
                <a:cubicBezTo>
                  <a:pt x="81695" y="48506"/>
                  <a:pt x="81128" y="47144"/>
                  <a:pt x="81128" y="45600"/>
                </a:cubicBezTo>
                <a:cubicBezTo>
                  <a:pt x="81128" y="42696"/>
                  <a:pt x="82149" y="40110"/>
                  <a:pt x="84190" y="37842"/>
                </a:cubicBezTo>
                <a:cubicBezTo>
                  <a:pt x="86232" y="35574"/>
                  <a:pt x="88978" y="33759"/>
                  <a:pt x="92425" y="32398"/>
                </a:cubicBezTo>
                <a:cubicBezTo>
                  <a:pt x="95875" y="31036"/>
                  <a:pt x="99732" y="30354"/>
                  <a:pt x="103997" y="30354"/>
                </a:cubicBezTo>
                <a:cubicBezTo>
                  <a:pt x="112164" y="30354"/>
                  <a:pt x="117791" y="32850"/>
                  <a:pt x="120877" y="37842"/>
                </a:cubicBezTo>
                <a:cubicBezTo>
                  <a:pt x="121874" y="39476"/>
                  <a:pt x="122577" y="41382"/>
                  <a:pt x="122985" y="43560"/>
                </a:cubicBezTo>
                <a:cubicBezTo>
                  <a:pt x="123394" y="45737"/>
                  <a:pt x="123598" y="48595"/>
                  <a:pt x="123598" y="52134"/>
                </a:cubicBezTo>
                <a:lnTo>
                  <a:pt x="123598" y="78679"/>
                </a:lnTo>
                <a:cubicBezTo>
                  <a:pt x="123598" y="81673"/>
                  <a:pt x="123893" y="83738"/>
                  <a:pt x="124483" y="84873"/>
                </a:cubicBezTo>
                <a:cubicBezTo>
                  <a:pt x="125073" y="86007"/>
                  <a:pt x="126139" y="86574"/>
                  <a:pt x="127682" y="86574"/>
                </a:cubicBezTo>
                <a:cubicBezTo>
                  <a:pt x="129588" y="86574"/>
                  <a:pt x="131585" y="85712"/>
                  <a:pt x="133672" y="83988"/>
                </a:cubicBezTo>
                <a:moveTo>
                  <a:pt x="112573" y="76228"/>
                </a:moveTo>
                <a:lnTo>
                  <a:pt x="112573" y="56490"/>
                </a:lnTo>
                <a:cubicBezTo>
                  <a:pt x="104587" y="59304"/>
                  <a:pt x="98938" y="62140"/>
                  <a:pt x="95626" y="65000"/>
                </a:cubicBezTo>
                <a:cubicBezTo>
                  <a:pt x="92314" y="67858"/>
                  <a:pt x="90612" y="71329"/>
                  <a:pt x="90521" y="75412"/>
                </a:cubicBezTo>
                <a:lnTo>
                  <a:pt x="90521" y="75956"/>
                </a:lnTo>
                <a:cubicBezTo>
                  <a:pt x="90521" y="78860"/>
                  <a:pt x="91360" y="81333"/>
                  <a:pt x="93038" y="83376"/>
                </a:cubicBezTo>
                <a:cubicBezTo>
                  <a:pt x="94718" y="85417"/>
                  <a:pt x="96737" y="86437"/>
                  <a:pt x="99097" y="86437"/>
                </a:cubicBezTo>
                <a:cubicBezTo>
                  <a:pt x="102182" y="86437"/>
                  <a:pt x="105494" y="85439"/>
                  <a:pt x="109034" y="83442"/>
                </a:cubicBezTo>
                <a:cubicBezTo>
                  <a:pt x="110485" y="82627"/>
                  <a:pt x="111438" y="81720"/>
                  <a:pt x="111892" y="80721"/>
                </a:cubicBezTo>
                <a:cubicBezTo>
                  <a:pt x="112346" y="79723"/>
                  <a:pt x="112573" y="78225"/>
                  <a:pt x="112573" y="76228"/>
                </a:cubicBezTo>
                <a:close/>
                <a:moveTo>
                  <a:pt x="198603" y="31717"/>
                </a:moveTo>
                <a:lnTo>
                  <a:pt x="198603" y="33759"/>
                </a:lnTo>
                <a:cubicBezTo>
                  <a:pt x="196969" y="33940"/>
                  <a:pt x="195698" y="34462"/>
                  <a:pt x="194790" y="35325"/>
                </a:cubicBezTo>
                <a:cubicBezTo>
                  <a:pt x="193883" y="36186"/>
                  <a:pt x="192976" y="37706"/>
                  <a:pt x="192069" y="39884"/>
                </a:cubicBezTo>
                <a:lnTo>
                  <a:pt x="171105" y="95423"/>
                </a:lnTo>
                <a:cubicBezTo>
                  <a:pt x="167384" y="105314"/>
                  <a:pt x="163777" y="112324"/>
                  <a:pt x="160283" y="116453"/>
                </a:cubicBezTo>
                <a:cubicBezTo>
                  <a:pt x="156790" y="120582"/>
                  <a:pt x="152729" y="122647"/>
                  <a:pt x="148101" y="122647"/>
                </a:cubicBezTo>
                <a:cubicBezTo>
                  <a:pt x="145198" y="122647"/>
                  <a:pt x="142792" y="121898"/>
                  <a:pt x="140886" y="120399"/>
                </a:cubicBezTo>
                <a:cubicBezTo>
                  <a:pt x="138980" y="118903"/>
                  <a:pt x="138028" y="117020"/>
                  <a:pt x="138028" y="114752"/>
                </a:cubicBezTo>
                <a:cubicBezTo>
                  <a:pt x="138028" y="113028"/>
                  <a:pt x="138595" y="111598"/>
                  <a:pt x="139729" y="110463"/>
                </a:cubicBezTo>
                <a:cubicBezTo>
                  <a:pt x="140863" y="109329"/>
                  <a:pt x="142247" y="108762"/>
                  <a:pt x="143881" y="108762"/>
                </a:cubicBezTo>
                <a:cubicBezTo>
                  <a:pt x="146059" y="108762"/>
                  <a:pt x="148419" y="109261"/>
                  <a:pt x="150960" y="110259"/>
                </a:cubicBezTo>
                <a:cubicBezTo>
                  <a:pt x="152321" y="110895"/>
                  <a:pt x="153500" y="111213"/>
                  <a:pt x="154499" y="111213"/>
                </a:cubicBezTo>
                <a:cubicBezTo>
                  <a:pt x="155497" y="111213"/>
                  <a:pt x="156631" y="110645"/>
                  <a:pt x="157901" y="109509"/>
                </a:cubicBezTo>
                <a:cubicBezTo>
                  <a:pt x="159172" y="108375"/>
                  <a:pt x="160307" y="106946"/>
                  <a:pt x="161305" y="105222"/>
                </a:cubicBezTo>
                <a:cubicBezTo>
                  <a:pt x="162122" y="103771"/>
                  <a:pt x="162939" y="102047"/>
                  <a:pt x="163754" y="100050"/>
                </a:cubicBezTo>
                <a:cubicBezTo>
                  <a:pt x="164571" y="98054"/>
                  <a:pt x="165275" y="96148"/>
                  <a:pt x="165865" y="94332"/>
                </a:cubicBezTo>
                <a:cubicBezTo>
                  <a:pt x="166454" y="92518"/>
                  <a:pt x="166749" y="91248"/>
                  <a:pt x="166749" y="90521"/>
                </a:cubicBezTo>
                <a:cubicBezTo>
                  <a:pt x="166749" y="89522"/>
                  <a:pt x="166227" y="87798"/>
                  <a:pt x="165183" y="85349"/>
                </a:cubicBezTo>
                <a:cubicBezTo>
                  <a:pt x="164141" y="82899"/>
                  <a:pt x="162667" y="79996"/>
                  <a:pt x="160761" y="76638"/>
                </a:cubicBezTo>
                <a:cubicBezTo>
                  <a:pt x="160397" y="75911"/>
                  <a:pt x="160101" y="75321"/>
                  <a:pt x="159874" y="74868"/>
                </a:cubicBezTo>
                <a:cubicBezTo>
                  <a:pt x="159649" y="74414"/>
                  <a:pt x="159127" y="73279"/>
                  <a:pt x="158310" y="71464"/>
                </a:cubicBezTo>
                <a:lnTo>
                  <a:pt x="142792" y="37977"/>
                </a:lnTo>
                <a:cubicBezTo>
                  <a:pt x="141703" y="35619"/>
                  <a:pt x="139389" y="34167"/>
                  <a:pt x="135851" y="33622"/>
                </a:cubicBezTo>
                <a:lnTo>
                  <a:pt x="135851" y="31717"/>
                </a:lnTo>
                <a:lnTo>
                  <a:pt x="163891" y="31717"/>
                </a:lnTo>
                <a:lnTo>
                  <a:pt x="163891" y="33759"/>
                </a:lnTo>
                <a:cubicBezTo>
                  <a:pt x="160988" y="33849"/>
                  <a:pt x="158946" y="34166"/>
                  <a:pt x="157766" y="34712"/>
                </a:cubicBezTo>
                <a:cubicBezTo>
                  <a:pt x="156586" y="35256"/>
                  <a:pt x="155996" y="36163"/>
                  <a:pt x="155996" y="37433"/>
                </a:cubicBezTo>
                <a:cubicBezTo>
                  <a:pt x="155996" y="38794"/>
                  <a:pt x="156450" y="40519"/>
                  <a:pt x="157357" y="42607"/>
                </a:cubicBezTo>
                <a:lnTo>
                  <a:pt x="173012" y="77045"/>
                </a:lnTo>
                <a:lnTo>
                  <a:pt x="186216" y="39475"/>
                </a:lnTo>
                <a:cubicBezTo>
                  <a:pt x="186578" y="38659"/>
                  <a:pt x="186760" y="37888"/>
                  <a:pt x="186760" y="37161"/>
                </a:cubicBezTo>
                <a:cubicBezTo>
                  <a:pt x="186760" y="34893"/>
                  <a:pt x="184582" y="33759"/>
                  <a:pt x="180225" y="33759"/>
                </a:cubicBezTo>
                <a:lnTo>
                  <a:pt x="180225" y="31717"/>
                </a:lnTo>
                <a:lnTo>
                  <a:pt x="198603" y="31717"/>
                </a:lnTo>
                <a:close/>
                <a:moveTo>
                  <a:pt x="204863" y="92972"/>
                </a:moveTo>
                <a:lnTo>
                  <a:pt x="204863" y="90930"/>
                </a:lnTo>
                <a:cubicBezTo>
                  <a:pt x="209128" y="90657"/>
                  <a:pt x="211918" y="89863"/>
                  <a:pt x="213234" y="88548"/>
                </a:cubicBezTo>
                <a:cubicBezTo>
                  <a:pt x="214551" y="87232"/>
                  <a:pt x="215255" y="84759"/>
                  <a:pt x="215346" y="81128"/>
                </a:cubicBezTo>
                <a:lnTo>
                  <a:pt x="215346" y="16199"/>
                </a:lnTo>
                <a:cubicBezTo>
                  <a:pt x="215346" y="13023"/>
                  <a:pt x="214938" y="10844"/>
                  <a:pt x="214121" y="9665"/>
                </a:cubicBezTo>
                <a:cubicBezTo>
                  <a:pt x="213304" y="8485"/>
                  <a:pt x="211806" y="7895"/>
                  <a:pt x="209628" y="7895"/>
                </a:cubicBezTo>
                <a:cubicBezTo>
                  <a:pt x="209084" y="7895"/>
                  <a:pt x="208426" y="7918"/>
                  <a:pt x="207655" y="7963"/>
                </a:cubicBezTo>
                <a:cubicBezTo>
                  <a:pt x="206884" y="8009"/>
                  <a:pt x="206134" y="8077"/>
                  <a:pt x="205407" y="8167"/>
                </a:cubicBezTo>
                <a:lnTo>
                  <a:pt x="204591" y="8167"/>
                </a:lnTo>
                <a:lnTo>
                  <a:pt x="204591" y="5988"/>
                </a:lnTo>
                <a:cubicBezTo>
                  <a:pt x="209310" y="4810"/>
                  <a:pt x="213212" y="3812"/>
                  <a:pt x="216298" y="2995"/>
                </a:cubicBezTo>
                <a:cubicBezTo>
                  <a:pt x="219384" y="2178"/>
                  <a:pt x="222696" y="1180"/>
                  <a:pt x="226234" y="0"/>
                </a:cubicBezTo>
                <a:lnTo>
                  <a:pt x="226781" y="272"/>
                </a:lnTo>
                <a:lnTo>
                  <a:pt x="226781" y="81537"/>
                </a:lnTo>
                <a:cubicBezTo>
                  <a:pt x="226871" y="84078"/>
                  <a:pt x="227165" y="86007"/>
                  <a:pt x="227663" y="87324"/>
                </a:cubicBezTo>
                <a:cubicBezTo>
                  <a:pt x="228163" y="88640"/>
                  <a:pt x="229139" y="89524"/>
                  <a:pt x="230590" y="89979"/>
                </a:cubicBezTo>
                <a:cubicBezTo>
                  <a:pt x="232042" y="90431"/>
                  <a:pt x="234176" y="90749"/>
                  <a:pt x="236989" y="90930"/>
                </a:cubicBezTo>
                <a:lnTo>
                  <a:pt x="236989" y="92972"/>
                </a:lnTo>
                <a:lnTo>
                  <a:pt x="204863" y="92972"/>
                </a:lnTo>
                <a:close/>
                <a:moveTo>
                  <a:pt x="273470" y="30354"/>
                </a:moveTo>
                <a:cubicBezTo>
                  <a:pt x="279278" y="30354"/>
                  <a:pt x="284427" y="31670"/>
                  <a:pt x="288919" y="34303"/>
                </a:cubicBezTo>
                <a:cubicBezTo>
                  <a:pt x="293411" y="36935"/>
                  <a:pt x="296951" y="40565"/>
                  <a:pt x="299537" y="45193"/>
                </a:cubicBezTo>
                <a:cubicBezTo>
                  <a:pt x="302124" y="49821"/>
                  <a:pt x="303417" y="55130"/>
                  <a:pt x="303417" y="61120"/>
                </a:cubicBezTo>
                <a:cubicBezTo>
                  <a:pt x="303417" y="67382"/>
                  <a:pt x="302101" y="73030"/>
                  <a:pt x="299469" y="78067"/>
                </a:cubicBezTo>
                <a:cubicBezTo>
                  <a:pt x="296838" y="83103"/>
                  <a:pt x="293231" y="87073"/>
                  <a:pt x="288647" y="89977"/>
                </a:cubicBezTo>
                <a:cubicBezTo>
                  <a:pt x="284065" y="92880"/>
                  <a:pt x="278915" y="94332"/>
                  <a:pt x="273198" y="94332"/>
                </a:cubicBezTo>
                <a:cubicBezTo>
                  <a:pt x="267480" y="94332"/>
                  <a:pt x="262376" y="92949"/>
                  <a:pt x="257884" y="90182"/>
                </a:cubicBezTo>
                <a:cubicBezTo>
                  <a:pt x="253392" y="87414"/>
                  <a:pt x="249852" y="83603"/>
                  <a:pt x="247266" y="78748"/>
                </a:cubicBezTo>
                <a:cubicBezTo>
                  <a:pt x="244680" y="73892"/>
                  <a:pt x="243388" y="68379"/>
                  <a:pt x="243388" y="62208"/>
                </a:cubicBezTo>
                <a:cubicBezTo>
                  <a:pt x="243388" y="55947"/>
                  <a:pt x="244658" y="50411"/>
                  <a:pt x="247199" y="45602"/>
                </a:cubicBezTo>
                <a:cubicBezTo>
                  <a:pt x="249740" y="40792"/>
                  <a:pt x="253279" y="37048"/>
                  <a:pt x="257815" y="34371"/>
                </a:cubicBezTo>
                <a:cubicBezTo>
                  <a:pt x="262353" y="31693"/>
                  <a:pt x="267571" y="30354"/>
                  <a:pt x="273470" y="30354"/>
                </a:cubicBezTo>
                <a:moveTo>
                  <a:pt x="271700" y="34166"/>
                </a:moveTo>
                <a:cubicBezTo>
                  <a:pt x="266800" y="34166"/>
                  <a:pt x="262898" y="36117"/>
                  <a:pt x="259994" y="40021"/>
                </a:cubicBezTo>
                <a:cubicBezTo>
                  <a:pt x="257090" y="43923"/>
                  <a:pt x="255638" y="49096"/>
                  <a:pt x="255638" y="55539"/>
                </a:cubicBezTo>
                <a:cubicBezTo>
                  <a:pt x="255638" y="60348"/>
                  <a:pt x="256160" y="65044"/>
                  <a:pt x="257202" y="69628"/>
                </a:cubicBezTo>
                <a:cubicBezTo>
                  <a:pt x="258247" y="74210"/>
                  <a:pt x="259721" y="78270"/>
                  <a:pt x="261627" y="81810"/>
                </a:cubicBezTo>
                <a:cubicBezTo>
                  <a:pt x="263079" y="84532"/>
                  <a:pt x="264985" y="86664"/>
                  <a:pt x="267345" y="88207"/>
                </a:cubicBezTo>
                <a:cubicBezTo>
                  <a:pt x="269704" y="89749"/>
                  <a:pt x="272200" y="90521"/>
                  <a:pt x="274831" y="90521"/>
                </a:cubicBezTo>
                <a:cubicBezTo>
                  <a:pt x="279912" y="90521"/>
                  <a:pt x="283905" y="88343"/>
                  <a:pt x="286809" y="83988"/>
                </a:cubicBezTo>
                <a:cubicBezTo>
                  <a:pt x="289714" y="79632"/>
                  <a:pt x="291167" y="73597"/>
                  <a:pt x="291167" y="65883"/>
                </a:cubicBezTo>
                <a:cubicBezTo>
                  <a:pt x="291167" y="59621"/>
                  <a:pt x="290327" y="54108"/>
                  <a:pt x="288647" y="49345"/>
                </a:cubicBezTo>
                <a:cubicBezTo>
                  <a:pt x="286969" y="44580"/>
                  <a:pt x="284678" y="40859"/>
                  <a:pt x="281774" y="38183"/>
                </a:cubicBezTo>
                <a:cubicBezTo>
                  <a:pt x="278870" y="35505"/>
                  <a:pt x="275513" y="34166"/>
                  <a:pt x="271700" y="34166"/>
                </a:cubicBezTo>
                <a:close/>
                <a:moveTo>
                  <a:pt x="367667" y="83988"/>
                </a:moveTo>
                <a:lnTo>
                  <a:pt x="367667" y="87528"/>
                </a:lnTo>
                <a:cubicBezTo>
                  <a:pt x="365307" y="90069"/>
                  <a:pt x="363266" y="91838"/>
                  <a:pt x="361542" y="92837"/>
                </a:cubicBezTo>
                <a:cubicBezTo>
                  <a:pt x="359818" y="93834"/>
                  <a:pt x="357776" y="94332"/>
                  <a:pt x="355416" y="94332"/>
                </a:cubicBezTo>
                <a:cubicBezTo>
                  <a:pt x="352603" y="94332"/>
                  <a:pt x="350538" y="93584"/>
                  <a:pt x="349223" y="92087"/>
                </a:cubicBezTo>
                <a:cubicBezTo>
                  <a:pt x="347907" y="90590"/>
                  <a:pt x="347067" y="88026"/>
                  <a:pt x="346703" y="84395"/>
                </a:cubicBezTo>
                <a:cubicBezTo>
                  <a:pt x="342530" y="87935"/>
                  <a:pt x="338922" y="90476"/>
                  <a:pt x="335882" y="92018"/>
                </a:cubicBezTo>
                <a:cubicBezTo>
                  <a:pt x="332842" y="93561"/>
                  <a:pt x="329825" y="94332"/>
                  <a:pt x="326830" y="94332"/>
                </a:cubicBezTo>
                <a:cubicBezTo>
                  <a:pt x="322655" y="94332"/>
                  <a:pt x="319229" y="92971"/>
                  <a:pt x="316552" y="90249"/>
                </a:cubicBezTo>
                <a:cubicBezTo>
                  <a:pt x="313876" y="87526"/>
                  <a:pt x="312537" y="84033"/>
                  <a:pt x="312537" y="79768"/>
                </a:cubicBezTo>
                <a:cubicBezTo>
                  <a:pt x="312537" y="77500"/>
                  <a:pt x="312991" y="75299"/>
                  <a:pt x="313898" y="73167"/>
                </a:cubicBezTo>
                <a:cubicBezTo>
                  <a:pt x="314806" y="71033"/>
                  <a:pt x="315986" y="69285"/>
                  <a:pt x="317437" y="67924"/>
                </a:cubicBezTo>
                <a:cubicBezTo>
                  <a:pt x="318890" y="66655"/>
                  <a:pt x="320274" y="65543"/>
                  <a:pt x="321589" y="64591"/>
                </a:cubicBezTo>
                <a:cubicBezTo>
                  <a:pt x="322905" y="63638"/>
                  <a:pt x="324492" y="62708"/>
                  <a:pt x="326352" y="61801"/>
                </a:cubicBezTo>
                <a:cubicBezTo>
                  <a:pt x="328213" y="60893"/>
                  <a:pt x="330732" y="59758"/>
                  <a:pt x="333908" y="58397"/>
                </a:cubicBezTo>
                <a:cubicBezTo>
                  <a:pt x="337085" y="57036"/>
                  <a:pt x="341305" y="55311"/>
                  <a:pt x="346568" y="53223"/>
                </a:cubicBezTo>
                <a:lnTo>
                  <a:pt x="346568" y="44921"/>
                </a:lnTo>
                <a:cubicBezTo>
                  <a:pt x="346568" y="37388"/>
                  <a:pt x="343119" y="33622"/>
                  <a:pt x="336222" y="33622"/>
                </a:cubicBezTo>
                <a:cubicBezTo>
                  <a:pt x="333500" y="33622"/>
                  <a:pt x="331186" y="34280"/>
                  <a:pt x="329281" y="35597"/>
                </a:cubicBezTo>
                <a:cubicBezTo>
                  <a:pt x="327375" y="36912"/>
                  <a:pt x="326423" y="38478"/>
                  <a:pt x="326423" y="40293"/>
                </a:cubicBezTo>
                <a:cubicBezTo>
                  <a:pt x="326423" y="41200"/>
                  <a:pt x="326558" y="42288"/>
                  <a:pt x="326830" y="43558"/>
                </a:cubicBezTo>
                <a:cubicBezTo>
                  <a:pt x="326921" y="44012"/>
                  <a:pt x="326989" y="44421"/>
                  <a:pt x="327033" y="44784"/>
                </a:cubicBezTo>
                <a:cubicBezTo>
                  <a:pt x="327079" y="45146"/>
                  <a:pt x="327102" y="45464"/>
                  <a:pt x="327102" y="45737"/>
                </a:cubicBezTo>
                <a:cubicBezTo>
                  <a:pt x="327102" y="47190"/>
                  <a:pt x="326489" y="48506"/>
                  <a:pt x="325264" y="49686"/>
                </a:cubicBezTo>
                <a:cubicBezTo>
                  <a:pt x="324039" y="50865"/>
                  <a:pt x="322610" y="51455"/>
                  <a:pt x="320976" y="51455"/>
                </a:cubicBezTo>
                <a:cubicBezTo>
                  <a:pt x="319342" y="51455"/>
                  <a:pt x="317958" y="50865"/>
                  <a:pt x="316824" y="49686"/>
                </a:cubicBezTo>
                <a:cubicBezTo>
                  <a:pt x="315690" y="48506"/>
                  <a:pt x="315123" y="47144"/>
                  <a:pt x="315123" y="45600"/>
                </a:cubicBezTo>
                <a:cubicBezTo>
                  <a:pt x="315123" y="42696"/>
                  <a:pt x="316144" y="40110"/>
                  <a:pt x="318185" y="37842"/>
                </a:cubicBezTo>
                <a:cubicBezTo>
                  <a:pt x="320227" y="35574"/>
                  <a:pt x="322973" y="33759"/>
                  <a:pt x="326420" y="32398"/>
                </a:cubicBezTo>
                <a:cubicBezTo>
                  <a:pt x="329870" y="31036"/>
                  <a:pt x="333727" y="30354"/>
                  <a:pt x="337992" y="30354"/>
                </a:cubicBezTo>
                <a:cubicBezTo>
                  <a:pt x="346159" y="30354"/>
                  <a:pt x="351786" y="32850"/>
                  <a:pt x="354872" y="37842"/>
                </a:cubicBezTo>
                <a:cubicBezTo>
                  <a:pt x="355869" y="39476"/>
                  <a:pt x="356572" y="41382"/>
                  <a:pt x="356980" y="43560"/>
                </a:cubicBezTo>
                <a:cubicBezTo>
                  <a:pt x="357389" y="45737"/>
                  <a:pt x="357593" y="48595"/>
                  <a:pt x="357593" y="52134"/>
                </a:cubicBezTo>
                <a:lnTo>
                  <a:pt x="357593" y="78679"/>
                </a:lnTo>
                <a:cubicBezTo>
                  <a:pt x="357593" y="81673"/>
                  <a:pt x="357888" y="83738"/>
                  <a:pt x="358478" y="84873"/>
                </a:cubicBezTo>
                <a:cubicBezTo>
                  <a:pt x="359068" y="86007"/>
                  <a:pt x="360134" y="86574"/>
                  <a:pt x="361677" y="86574"/>
                </a:cubicBezTo>
                <a:cubicBezTo>
                  <a:pt x="363583" y="86574"/>
                  <a:pt x="365580" y="85712"/>
                  <a:pt x="367667" y="83988"/>
                </a:cubicBezTo>
                <a:moveTo>
                  <a:pt x="346568" y="76228"/>
                </a:moveTo>
                <a:lnTo>
                  <a:pt x="346568" y="56490"/>
                </a:lnTo>
                <a:cubicBezTo>
                  <a:pt x="338582" y="59304"/>
                  <a:pt x="332933" y="62140"/>
                  <a:pt x="329621" y="65000"/>
                </a:cubicBezTo>
                <a:cubicBezTo>
                  <a:pt x="326309" y="67858"/>
                  <a:pt x="324607" y="71329"/>
                  <a:pt x="324516" y="75412"/>
                </a:cubicBezTo>
                <a:lnTo>
                  <a:pt x="324516" y="75956"/>
                </a:lnTo>
                <a:cubicBezTo>
                  <a:pt x="324516" y="78860"/>
                  <a:pt x="325355" y="81333"/>
                  <a:pt x="327033" y="83376"/>
                </a:cubicBezTo>
                <a:cubicBezTo>
                  <a:pt x="328713" y="85417"/>
                  <a:pt x="330732" y="86437"/>
                  <a:pt x="333092" y="86437"/>
                </a:cubicBezTo>
                <a:cubicBezTo>
                  <a:pt x="336177" y="86437"/>
                  <a:pt x="339489" y="85439"/>
                  <a:pt x="343029" y="83442"/>
                </a:cubicBezTo>
                <a:cubicBezTo>
                  <a:pt x="344480" y="82627"/>
                  <a:pt x="345433" y="81720"/>
                  <a:pt x="345887" y="80721"/>
                </a:cubicBezTo>
                <a:cubicBezTo>
                  <a:pt x="346341" y="79723"/>
                  <a:pt x="346568" y="78225"/>
                  <a:pt x="346568" y="76228"/>
                </a:cubicBezTo>
                <a:close/>
                <a:moveTo>
                  <a:pt x="434775" y="85077"/>
                </a:moveTo>
                <a:lnTo>
                  <a:pt x="434775" y="87254"/>
                </a:lnTo>
                <a:lnTo>
                  <a:pt x="414765" y="94332"/>
                </a:lnTo>
                <a:lnTo>
                  <a:pt x="414220" y="93925"/>
                </a:lnTo>
                <a:lnTo>
                  <a:pt x="414220" y="85212"/>
                </a:lnTo>
                <a:cubicBezTo>
                  <a:pt x="411952" y="88388"/>
                  <a:pt x="409434" y="90703"/>
                  <a:pt x="406666" y="92155"/>
                </a:cubicBezTo>
                <a:cubicBezTo>
                  <a:pt x="403898" y="93607"/>
                  <a:pt x="400609" y="94332"/>
                  <a:pt x="396798" y="94332"/>
                </a:cubicBezTo>
                <a:cubicBezTo>
                  <a:pt x="391806" y="94332"/>
                  <a:pt x="387404" y="93107"/>
                  <a:pt x="383592" y="90658"/>
                </a:cubicBezTo>
                <a:cubicBezTo>
                  <a:pt x="379781" y="88207"/>
                  <a:pt x="376832" y="84781"/>
                  <a:pt x="374744" y="80381"/>
                </a:cubicBezTo>
                <a:cubicBezTo>
                  <a:pt x="372657" y="75979"/>
                  <a:pt x="371613" y="70874"/>
                  <a:pt x="371613" y="65066"/>
                </a:cubicBezTo>
                <a:cubicBezTo>
                  <a:pt x="371613" y="58623"/>
                  <a:pt x="372884" y="52770"/>
                  <a:pt x="375425" y="47507"/>
                </a:cubicBezTo>
                <a:cubicBezTo>
                  <a:pt x="377966" y="42243"/>
                  <a:pt x="381392" y="38069"/>
                  <a:pt x="385702" y="34984"/>
                </a:cubicBezTo>
                <a:cubicBezTo>
                  <a:pt x="390013" y="31898"/>
                  <a:pt x="394755" y="30354"/>
                  <a:pt x="399928" y="30354"/>
                </a:cubicBezTo>
                <a:cubicBezTo>
                  <a:pt x="402650" y="30354"/>
                  <a:pt x="405078" y="30786"/>
                  <a:pt x="407210" y="31648"/>
                </a:cubicBezTo>
                <a:cubicBezTo>
                  <a:pt x="409343" y="32511"/>
                  <a:pt x="411679" y="34031"/>
                  <a:pt x="414220" y="36207"/>
                </a:cubicBezTo>
                <a:lnTo>
                  <a:pt x="414220" y="14974"/>
                </a:lnTo>
                <a:cubicBezTo>
                  <a:pt x="414220" y="12160"/>
                  <a:pt x="413812" y="10299"/>
                  <a:pt x="412995" y="9393"/>
                </a:cubicBezTo>
                <a:cubicBezTo>
                  <a:pt x="412179" y="8486"/>
                  <a:pt x="410501" y="8032"/>
                  <a:pt x="407960" y="8032"/>
                </a:cubicBezTo>
                <a:cubicBezTo>
                  <a:pt x="407415" y="8032"/>
                  <a:pt x="406915" y="8032"/>
                  <a:pt x="406460" y="8032"/>
                </a:cubicBezTo>
                <a:cubicBezTo>
                  <a:pt x="406008" y="8032"/>
                  <a:pt x="405509" y="8077"/>
                  <a:pt x="404965" y="8167"/>
                </a:cubicBezTo>
                <a:lnTo>
                  <a:pt x="404965" y="5988"/>
                </a:lnTo>
                <a:cubicBezTo>
                  <a:pt x="409321" y="4810"/>
                  <a:pt x="412928" y="3812"/>
                  <a:pt x="415786" y="2995"/>
                </a:cubicBezTo>
                <a:cubicBezTo>
                  <a:pt x="418645" y="2178"/>
                  <a:pt x="421708" y="1180"/>
                  <a:pt x="424975" y="0"/>
                </a:cubicBezTo>
                <a:lnTo>
                  <a:pt x="425655" y="272"/>
                </a:lnTo>
                <a:lnTo>
                  <a:pt x="425655" y="77454"/>
                </a:lnTo>
                <a:cubicBezTo>
                  <a:pt x="425655" y="80539"/>
                  <a:pt x="426040" y="82604"/>
                  <a:pt x="426812" y="83648"/>
                </a:cubicBezTo>
                <a:cubicBezTo>
                  <a:pt x="427583" y="84690"/>
                  <a:pt x="429194" y="85212"/>
                  <a:pt x="431645" y="85212"/>
                </a:cubicBezTo>
                <a:cubicBezTo>
                  <a:pt x="431916" y="85212"/>
                  <a:pt x="432279" y="85212"/>
                  <a:pt x="432733" y="85212"/>
                </a:cubicBezTo>
                <a:cubicBezTo>
                  <a:pt x="433187" y="85212"/>
                  <a:pt x="433868" y="85167"/>
                  <a:pt x="434775" y="85077"/>
                </a:cubicBezTo>
                <a:moveTo>
                  <a:pt x="414220" y="79086"/>
                </a:moveTo>
                <a:lnTo>
                  <a:pt x="414220" y="47779"/>
                </a:lnTo>
                <a:cubicBezTo>
                  <a:pt x="414220" y="45329"/>
                  <a:pt x="413585" y="43083"/>
                  <a:pt x="412314" y="41041"/>
                </a:cubicBezTo>
                <a:cubicBezTo>
                  <a:pt x="411044" y="38998"/>
                  <a:pt x="409343" y="37342"/>
                  <a:pt x="407210" y="36072"/>
                </a:cubicBezTo>
                <a:cubicBezTo>
                  <a:pt x="405078" y="34801"/>
                  <a:pt x="402787" y="34166"/>
                  <a:pt x="400337" y="34166"/>
                </a:cubicBezTo>
                <a:cubicBezTo>
                  <a:pt x="395164" y="34166"/>
                  <a:pt x="391035" y="36480"/>
                  <a:pt x="387950" y="41109"/>
                </a:cubicBezTo>
                <a:cubicBezTo>
                  <a:pt x="384864" y="45737"/>
                  <a:pt x="383322" y="51908"/>
                  <a:pt x="383322" y="59622"/>
                </a:cubicBezTo>
                <a:cubicBezTo>
                  <a:pt x="383322" y="67971"/>
                  <a:pt x="385046" y="74663"/>
                  <a:pt x="388494" y="79699"/>
                </a:cubicBezTo>
                <a:cubicBezTo>
                  <a:pt x="391942" y="84735"/>
                  <a:pt x="396479" y="87254"/>
                  <a:pt x="402107" y="87254"/>
                </a:cubicBezTo>
                <a:cubicBezTo>
                  <a:pt x="406372" y="87254"/>
                  <a:pt x="409638" y="85892"/>
                  <a:pt x="411907" y="83170"/>
                </a:cubicBezTo>
                <a:cubicBezTo>
                  <a:pt x="413449" y="81446"/>
                  <a:pt x="414220" y="80085"/>
                  <a:pt x="414220" y="790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5F61A-E638-4830-B2D0-9D341948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20" y="4534595"/>
            <a:ext cx="905888" cy="316342"/>
          </a:xfrm>
          <a:custGeom xmlns:a="http://schemas.openxmlformats.org/drawingml/2006/main">
            <a:pathLst>
              <a:path w="905888" h="316342">
                <a:moveTo>
                  <a:pt x="0" y="316342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6342"/>
                </a:lnTo>
                <a:lnTo>
                  <a:pt x="0" y="316342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2F317-160D-4912-8919-1259C9B3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20" y="4534595"/>
            <a:ext cx="905888" cy="316342"/>
          </a:xfrm>
          <a:custGeom xmlns:a="http://schemas.openxmlformats.org/drawingml/2006/main">
            <a:pathLst>
              <a:path w="905888" h="316342" fill="none">
                <a:moveTo>
                  <a:pt x="0" y="316342"/>
                </a:moveTo>
                <a:lnTo>
                  <a:pt x="905888" y="316342"/>
                </a:lnTo>
                <a:lnTo>
                  <a:pt x="905888" y="0"/>
                </a:lnTo>
                <a:lnTo>
                  <a:pt x="0" y="0"/>
                </a:lnTo>
                <a:lnTo>
                  <a:pt x="0" y="3163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46" name="Text Padding">
            <a:extLst xmlns:a="http://schemas.openxmlformats.org/drawingml/2006/main">
              <a:ext uri="{FF2B5EF4-FFF2-40B4-BE49-F238E27FC236}">
                <a16:creationId xmlns:a16="http://schemas.microsoft.com/office/drawing/2014/main" id="{ED4692AE-0A28-4DF5-8F41-019C669E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906" y="4644290"/>
            <a:ext cx="439540" cy="122647"/>
          </a:xfrm>
          <a:custGeom xmlns:a="http://schemas.openxmlformats.org/drawingml/2006/main">
            <a:pathLst>
              <a:path w="439540" h="122647">
                <a:moveTo>
                  <a:pt x="0" y="5444"/>
                </a:moveTo>
                <a:lnTo>
                  <a:pt x="0" y="2858"/>
                </a:lnTo>
                <a:lnTo>
                  <a:pt x="35935" y="2858"/>
                </a:lnTo>
                <a:cubicBezTo>
                  <a:pt x="42378" y="2858"/>
                  <a:pt x="48322" y="3743"/>
                  <a:pt x="53767" y="5513"/>
                </a:cubicBezTo>
                <a:cubicBezTo>
                  <a:pt x="59212" y="7282"/>
                  <a:pt x="63296" y="9665"/>
                  <a:pt x="66020" y="12660"/>
                </a:cubicBezTo>
                <a:cubicBezTo>
                  <a:pt x="69740" y="16652"/>
                  <a:pt x="71601" y="21597"/>
                  <a:pt x="71601" y="27496"/>
                </a:cubicBezTo>
                <a:cubicBezTo>
                  <a:pt x="71601" y="31943"/>
                  <a:pt x="70443" y="36117"/>
                  <a:pt x="68128" y="40021"/>
                </a:cubicBezTo>
                <a:cubicBezTo>
                  <a:pt x="65814" y="43923"/>
                  <a:pt x="62615" y="46963"/>
                  <a:pt x="58532" y="49139"/>
                </a:cubicBezTo>
                <a:cubicBezTo>
                  <a:pt x="52996" y="52226"/>
                  <a:pt x="45055" y="53769"/>
                  <a:pt x="34710" y="53769"/>
                </a:cubicBezTo>
                <a:cubicBezTo>
                  <a:pt x="32986" y="53769"/>
                  <a:pt x="31443" y="53724"/>
                  <a:pt x="30082" y="53634"/>
                </a:cubicBezTo>
                <a:cubicBezTo>
                  <a:pt x="28721" y="53543"/>
                  <a:pt x="27133" y="53451"/>
                  <a:pt x="25317" y="53360"/>
                </a:cubicBezTo>
                <a:lnTo>
                  <a:pt x="25317" y="78135"/>
                </a:lnTo>
                <a:cubicBezTo>
                  <a:pt x="25409" y="81492"/>
                  <a:pt x="25772" y="84033"/>
                  <a:pt x="26406" y="85758"/>
                </a:cubicBezTo>
                <a:cubicBezTo>
                  <a:pt x="27041" y="87482"/>
                  <a:pt x="28267" y="88662"/>
                  <a:pt x="30082" y="89297"/>
                </a:cubicBezTo>
                <a:cubicBezTo>
                  <a:pt x="31898" y="89932"/>
                  <a:pt x="34575" y="90294"/>
                  <a:pt x="38114" y="90386"/>
                </a:cubicBezTo>
                <a:lnTo>
                  <a:pt x="38114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8" y="90023"/>
                  <a:pt x="5966" y="89524"/>
                  <a:pt x="7554" y="88888"/>
                </a:cubicBezTo>
                <a:cubicBezTo>
                  <a:pt x="9143" y="88253"/>
                  <a:pt x="10186" y="87005"/>
                  <a:pt x="10684" y="85145"/>
                </a:cubicBezTo>
                <a:cubicBezTo>
                  <a:pt x="11184" y="83284"/>
                  <a:pt x="11434" y="80448"/>
                  <a:pt x="11434" y="76638"/>
                </a:cubicBezTo>
                <a:lnTo>
                  <a:pt x="11434" y="17697"/>
                </a:lnTo>
                <a:cubicBezTo>
                  <a:pt x="11434" y="14339"/>
                  <a:pt x="11161" y="11866"/>
                  <a:pt x="10616" y="10277"/>
                </a:cubicBezTo>
                <a:cubicBezTo>
                  <a:pt x="10072" y="8689"/>
                  <a:pt x="9005" y="7577"/>
                  <a:pt x="7417" y="6942"/>
                </a:cubicBezTo>
                <a:cubicBezTo>
                  <a:pt x="5829" y="6306"/>
                  <a:pt x="3357" y="5807"/>
                  <a:pt x="0" y="5444"/>
                </a:cubicBezTo>
                <a:moveTo>
                  <a:pt x="25317" y="12523"/>
                </a:moveTo>
                <a:lnTo>
                  <a:pt x="25317" y="47916"/>
                </a:lnTo>
                <a:cubicBezTo>
                  <a:pt x="26860" y="48006"/>
                  <a:pt x="28198" y="48097"/>
                  <a:pt x="29332" y="48188"/>
                </a:cubicBezTo>
                <a:cubicBezTo>
                  <a:pt x="30468" y="48278"/>
                  <a:pt x="31716" y="48323"/>
                  <a:pt x="33077" y="48323"/>
                </a:cubicBezTo>
                <a:cubicBezTo>
                  <a:pt x="48867" y="48323"/>
                  <a:pt x="56762" y="41653"/>
                  <a:pt x="56762" y="28313"/>
                </a:cubicBezTo>
                <a:cubicBezTo>
                  <a:pt x="56762" y="21325"/>
                  <a:pt x="54584" y="16176"/>
                  <a:pt x="50228" y="12863"/>
                </a:cubicBezTo>
                <a:cubicBezTo>
                  <a:pt x="45873" y="9551"/>
                  <a:pt x="39112" y="7895"/>
                  <a:pt x="29945" y="7895"/>
                </a:cubicBezTo>
                <a:cubicBezTo>
                  <a:pt x="28131" y="7895"/>
                  <a:pt x="26906" y="8213"/>
                  <a:pt x="26271" y="8848"/>
                </a:cubicBezTo>
                <a:cubicBezTo>
                  <a:pt x="25635" y="9484"/>
                  <a:pt x="25317" y="10709"/>
                  <a:pt x="25317" y="12523"/>
                </a:cubicBezTo>
                <a:close/>
                <a:moveTo>
                  <a:pt x="133672" y="83988"/>
                </a:moveTo>
                <a:lnTo>
                  <a:pt x="133672" y="87528"/>
                </a:lnTo>
                <a:cubicBezTo>
                  <a:pt x="131312" y="90069"/>
                  <a:pt x="129271" y="91838"/>
                  <a:pt x="127547" y="92837"/>
                </a:cubicBezTo>
                <a:cubicBezTo>
                  <a:pt x="125823" y="93834"/>
                  <a:pt x="123781" y="94332"/>
                  <a:pt x="121421" y="94332"/>
                </a:cubicBezTo>
                <a:cubicBezTo>
                  <a:pt x="118608" y="94332"/>
                  <a:pt x="116543" y="93584"/>
                  <a:pt x="115228" y="92087"/>
                </a:cubicBezTo>
                <a:cubicBezTo>
                  <a:pt x="113912" y="90590"/>
                  <a:pt x="113072" y="88026"/>
                  <a:pt x="112708" y="84395"/>
                </a:cubicBezTo>
                <a:cubicBezTo>
                  <a:pt x="108535" y="87935"/>
                  <a:pt x="104927" y="90476"/>
                  <a:pt x="101887" y="92018"/>
                </a:cubicBezTo>
                <a:cubicBezTo>
                  <a:pt x="98847" y="93561"/>
                  <a:pt x="95830" y="94332"/>
                  <a:pt x="92835" y="94332"/>
                </a:cubicBezTo>
                <a:cubicBezTo>
                  <a:pt x="88660" y="94332"/>
                  <a:pt x="85234" y="92971"/>
                  <a:pt x="82557" y="90249"/>
                </a:cubicBezTo>
                <a:cubicBezTo>
                  <a:pt x="79881" y="87526"/>
                  <a:pt x="78542" y="84033"/>
                  <a:pt x="78542" y="79768"/>
                </a:cubicBezTo>
                <a:cubicBezTo>
                  <a:pt x="78542" y="77500"/>
                  <a:pt x="78996" y="75299"/>
                  <a:pt x="79903" y="73167"/>
                </a:cubicBezTo>
                <a:cubicBezTo>
                  <a:pt x="80811" y="71033"/>
                  <a:pt x="81991" y="69285"/>
                  <a:pt x="83442" y="67924"/>
                </a:cubicBezTo>
                <a:cubicBezTo>
                  <a:pt x="84895" y="66655"/>
                  <a:pt x="86279" y="65543"/>
                  <a:pt x="87594" y="64591"/>
                </a:cubicBezTo>
                <a:cubicBezTo>
                  <a:pt x="88910" y="63638"/>
                  <a:pt x="90497" y="62708"/>
                  <a:pt x="92357" y="61801"/>
                </a:cubicBezTo>
                <a:cubicBezTo>
                  <a:pt x="94218" y="60893"/>
                  <a:pt x="96737" y="59758"/>
                  <a:pt x="99913" y="58397"/>
                </a:cubicBezTo>
                <a:cubicBezTo>
                  <a:pt x="103090" y="57036"/>
                  <a:pt x="107310" y="55311"/>
                  <a:pt x="112573" y="53223"/>
                </a:cubicBezTo>
                <a:lnTo>
                  <a:pt x="112573" y="44921"/>
                </a:lnTo>
                <a:cubicBezTo>
                  <a:pt x="112573" y="37388"/>
                  <a:pt x="109124" y="33622"/>
                  <a:pt x="102227" y="33622"/>
                </a:cubicBezTo>
                <a:cubicBezTo>
                  <a:pt x="99505" y="33622"/>
                  <a:pt x="97191" y="34280"/>
                  <a:pt x="95286" y="35597"/>
                </a:cubicBezTo>
                <a:cubicBezTo>
                  <a:pt x="93380" y="36912"/>
                  <a:pt x="92428" y="38478"/>
                  <a:pt x="92428" y="40293"/>
                </a:cubicBezTo>
                <a:cubicBezTo>
                  <a:pt x="92428" y="41200"/>
                  <a:pt x="92563" y="42288"/>
                  <a:pt x="92835" y="43558"/>
                </a:cubicBezTo>
                <a:cubicBezTo>
                  <a:pt x="92926" y="44012"/>
                  <a:pt x="92994" y="44421"/>
                  <a:pt x="93038" y="44784"/>
                </a:cubicBezTo>
                <a:cubicBezTo>
                  <a:pt x="93084" y="45146"/>
                  <a:pt x="93107" y="45464"/>
                  <a:pt x="93107" y="45737"/>
                </a:cubicBezTo>
                <a:cubicBezTo>
                  <a:pt x="93107" y="47190"/>
                  <a:pt x="92494" y="48506"/>
                  <a:pt x="91269" y="49686"/>
                </a:cubicBezTo>
                <a:cubicBezTo>
                  <a:pt x="90044" y="50865"/>
                  <a:pt x="88615" y="51455"/>
                  <a:pt x="86981" y="51455"/>
                </a:cubicBezTo>
                <a:cubicBezTo>
                  <a:pt x="85348" y="51455"/>
                  <a:pt x="83964" y="50865"/>
                  <a:pt x="82829" y="49686"/>
                </a:cubicBezTo>
                <a:cubicBezTo>
                  <a:pt x="81695" y="48506"/>
                  <a:pt x="81128" y="47144"/>
                  <a:pt x="81128" y="45600"/>
                </a:cubicBezTo>
                <a:cubicBezTo>
                  <a:pt x="81128" y="42696"/>
                  <a:pt x="82149" y="40110"/>
                  <a:pt x="84190" y="37842"/>
                </a:cubicBezTo>
                <a:cubicBezTo>
                  <a:pt x="86232" y="35574"/>
                  <a:pt x="88978" y="33759"/>
                  <a:pt x="92425" y="32398"/>
                </a:cubicBezTo>
                <a:cubicBezTo>
                  <a:pt x="95875" y="31036"/>
                  <a:pt x="99732" y="30354"/>
                  <a:pt x="103997" y="30354"/>
                </a:cubicBezTo>
                <a:cubicBezTo>
                  <a:pt x="112164" y="30354"/>
                  <a:pt x="117791" y="32850"/>
                  <a:pt x="120877" y="37842"/>
                </a:cubicBezTo>
                <a:cubicBezTo>
                  <a:pt x="121874" y="39476"/>
                  <a:pt x="122577" y="41382"/>
                  <a:pt x="122985" y="43560"/>
                </a:cubicBezTo>
                <a:cubicBezTo>
                  <a:pt x="123394" y="45737"/>
                  <a:pt x="123598" y="48595"/>
                  <a:pt x="123598" y="52134"/>
                </a:cubicBezTo>
                <a:lnTo>
                  <a:pt x="123598" y="78679"/>
                </a:lnTo>
                <a:cubicBezTo>
                  <a:pt x="123598" y="81673"/>
                  <a:pt x="123893" y="83738"/>
                  <a:pt x="124483" y="84873"/>
                </a:cubicBezTo>
                <a:cubicBezTo>
                  <a:pt x="125073" y="86007"/>
                  <a:pt x="126139" y="86574"/>
                  <a:pt x="127682" y="86574"/>
                </a:cubicBezTo>
                <a:cubicBezTo>
                  <a:pt x="129588" y="86574"/>
                  <a:pt x="131585" y="85712"/>
                  <a:pt x="133672" y="83988"/>
                </a:cubicBezTo>
                <a:moveTo>
                  <a:pt x="112573" y="76228"/>
                </a:moveTo>
                <a:lnTo>
                  <a:pt x="112573" y="56490"/>
                </a:lnTo>
                <a:cubicBezTo>
                  <a:pt x="104587" y="59304"/>
                  <a:pt x="98938" y="62140"/>
                  <a:pt x="95626" y="65000"/>
                </a:cubicBezTo>
                <a:cubicBezTo>
                  <a:pt x="92314" y="67858"/>
                  <a:pt x="90612" y="71329"/>
                  <a:pt x="90521" y="75412"/>
                </a:cubicBezTo>
                <a:lnTo>
                  <a:pt x="90521" y="75956"/>
                </a:lnTo>
                <a:cubicBezTo>
                  <a:pt x="90521" y="78860"/>
                  <a:pt x="91360" y="81333"/>
                  <a:pt x="93038" y="83376"/>
                </a:cubicBezTo>
                <a:cubicBezTo>
                  <a:pt x="94718" y="85417"/>
                  <a:pt x="96737" y="86437"/>
                  <a:pt x="99097" y="86437"/>
                </a:cubicBezTo>
                <a:cubicBezTo>
                  <a:pt x="102182" y="86437"/>
                  <a:pt x="105494" y="85439"/>
                  <a:pt x="109034" y="83442"/>
                </a:cubicBezTo>
                <a:cubicBezTo>
                  <a:pt x="110485" y="82627"/>
                  <a:pt x="111438" y="81720"/>
                  <a:pt x="111892" y="80721"/>
                </a:cubicBezTo>
                <a:cubicBezTo>
                  <a:pt x="112346" y="79723"/>
                  <a:pt x="112573" y="78225"/>
                  <a:pt x="112573" y="76228"/>
                </a:cubicBezTo>
                <a:close/>
                <a:moveTo>
                  <a:pt x="200780" y="85077"/>
                </a:moveTo>
                <a:lnTo>
                  <a:pt x="200780" y="87254"/>
                </a:lnTo>
                <a:lnTo>
                  <a:pt x="180769" y="94332"/>
                </a:lnTo>
                <a:lnTo>
                  <a:pt x="180225" y="93925"/>
                </a:lnTo>
                <a:lnTo>
                  <a:pt x="180225" y="85212"/>
                </a:lnTo>
                <a:cubicBezTo>
                  <a:pt x="177957" y="88388"/>
                  <a:pt x="175439" y="90703"/>
                  <a:pt x="172671" y="92155"/>
                </a:cubicBezTo>
                <a:cubicBezTo>
                  <a:pt x="169903" y="93607"/>
                  <a:pt x="166613" y="94332"/>
                  <a:pt x="162803" y="94332"/>
                </a:cubicBezTo>
                <a:cubicBezTo>
                  <a:pt x="157811" y="94332"/>
                  <a:pt x="153409" y="93107"/>
                  <a:pt x="149597" y="90658"/>
                </a:cubicBezTo>
                <a:cubicBezTo>
                  <a:pt x="145786" y="88207"/>
                  <a:pt x="142837" y="84781"/>
                  <a:pt x="140748" y="80381"/>
                </a:cubicBezTo>
                <a:cubicBezTo>
                  <a:pt x="138662" y="75979"/>
                  <a:pt x="137618" y="70874"/>
                  <a:pt x="137618" y="65066"/>
                </a:cubicBezTo>
                <a:cubicBezTo>
                  <a:pt x="137618" y="58623"/>
                  <a:pt x="138889" y="52770"/>
                  <a:pt x="141430" y="47507"/>
                </a:cubicBezTo>
                <a:cubicBezTo>
                  <a:pt x="143971" y="42243"/>
                  <a:pt x="147396" y="38069"/>
                  <a:pt x="151707" y="34984"/>
                </a:cubicBezTo>
                <a:cubicBezTo>
                  <a:pt x="156018" y="31898"/>
                  <a:pt x="160760" y="30354"/>
                  <a:pt x="165933" y="30354"/>
                </a:cubicBezTo>
                <a:cubicBezTo>
                  <a:pt x="168655" y="30354"/>
                  <a:pt x="171083" y="30786"/>
                  <a:pt x="173215" y="31648"/>
                </a:cubicBezTo>
                <a:cubicBezTo>
                  <a:pt x="175347" y="32511"/>
                  <a:pt x="177684" y="34031"/>
                  <a:pt x="180225" y="36207"/>
                </a:cubicBezTo>
                <a:lnTo>
                  <a:pt x="180225" y="14974"/>
                </a:lnTo>
                <a:cubicBezTo>
                  <a:pt x="180225" y="12160"/>
                  <a:pt x="179817" y="10299"/>
                  <a:pt x="179000" y="9393"/>
                </a:cubicBezTo>
                <a:cubicBezTo>
                  <a:pt x="178184" y="8486"/>
                  <a:pt x="176506" y="8032"/>
                  <a:pt x="173965" y="8032"/>
                </a:cubicBezTo>
                <a:cubicBezTo>
                  <a:pt x="173419" y="8032"/>
                  <a:pt x="172919" y="8032"/>
                  <a:pt x="172465" y="8032"/>
                </a:cubicBezTo>
                <a:cubicBezTo>
                  <a:pt x="172012" y="8032"/>
                  <a:pt x="171514" y="8077"/>
                  <a:pt x="170970" y="8167"/>
                </a:cubicBezTo>
                <a:lnTo>
                  <a:pt x="170970" y="5988"/>
                </a:lnTo>
                <a:cubicBezTo>
                  <a:pt x="175326" y="4810"/>
                  <a:pt x="178933" y="3812"/>
                  <a:pt x="181791" y="2995"/>
                </a:cubicBezTo>
                <a:cubicBezTo>
                  <a:pt x="184649" y="2178"/>
                  <a:pt x="187712" y="1180"/>
                  <a:pt x="190980" y="0"/>
                </a:cubicBezTo>
                <a:lnTo>
                  <a:pt x="191659" y="272"/>
                </a:lnTo>
                <a:lnTo>
                  <a:pt x="191659" y="77454"/>
                </a:lnTo>
                <a:cubicBezTo>
                  <a:pt x="191659" y="80539"/>
                  <a:pt x="192045" y="82604"/>
                  <a:pt x="192816" y="83648"/>
                </a:cubicBezTo>
                <a:cubicBezTo>
                  <a:pt x="193588" y="84690"/>
                  <a:pt x="195199" y="85212"/>
                  <a:pt x="197650" y="85212"/>
                </a:cubicBezTo>
                <a:cubicBezTo>
                  <a:pt x="197921" y="85212"/>
                  <a:pt x="198284" y="85212"/>
                  <a:pt x="198738" y="85212"/>
                </a:cubicBezTo>
                <a:cubicBezTo>
                  <a:pt x="199192" y="85212"/>
                  <a:pt x="199873" y="85167"/>
                  <a:pt x="200780" y="85077"/>
                </a:cubicBezTo>
                <a:moveTo>
                  <a:pt x="180225" y="79086"/>
                </a:moveTo>
                <a:lnTo>
                  <a:pt x="180225" y="47779"/>
                </a:lnTo>
                <a:cubicBezTo>
                  <a:pt x="180225" y="45329"/>
                  <a:pt x="179590" y="43083"/>
                  <a:pt x="178318" y="41041"/>
                </a:cubicBezTo>
                <a:cubicBezTo>
                  <a:pt x="177049" y="38998"/>
                  <a:pt x="175347" y="37342"/>
                  <a:pt x="173215" y="36072"/>
                </a:cubicBezTo>
                <a:cubicBezTo>
                  <a:pt x="171083" y="34801"/>
                  <a:pt x="168792" y="34166"/>
                  <a:pt x="166342" y="34166"/>
                </a:cubicBezTo>
                <a:cubicBezTo>
                  <a:pt x="161169" y="34166"/>
                  <a:pt x="157040" y="36480"/>
                  <a:pt x="153954" y="41109"/>
                </a:cubicBezTo>
                <a:cubicBezTo>
                  <a:pt x="150869" y="45737"/>
                  <a:pt x="149327" y="51908"/>
                  <a:pt x="149327" y="59622"/>
                </a:cubicBezTo>
                <a:cubicBezTo>
                  <a:pt x="149327" y="67971"/>
                  <a:pt x="151051" y="74663"/>
                  <a:pt x="154499" y="79699"/>
                </a:cubicBezTo>
                <a:cubicBezTo>
                  <a:pt x="157946" y="84735"/>
                  <a:pt x="162484" y="87254"/>
                  <a:pt x="168112" y="87254"/>
                </a:cubicBezTo>
                <a:cubicBezTo>
                  <a:pt x="172377" y="87254"/>
                  <a:pt x="175643" y="85892"/>
                  <a:pt x="177911" y="83170"/>
                </a:cubicBezTo>
                <a:cubicBezTo>
                  <a:pt x="179454" y="81446"/>
                  <a:pt x="180225" y="80085"/>
                  <a:pt x="180225" y="79086"/>
                </a:cubicBezTo>
                <a:close/>
                <a:moveTo>
                  <a:pt x="268841" y="85077"/>
                </a:moveTo>
                <a:lnTo>
                  <a:pt x="268841" y="87254"/>
                </a:lnTo>
                <a:lnTo>
                  <a:pt x="248831" y="94332"/>
                </a:lnTo>
                <a:lnTo>
                  <a:pt x="248287" y="93925"/>
                </a:lnTo>
                <a:lnTo>
                  <a:pt x="248287" y="85212"/>
                </a:lnTo>
                <a:cubicBezTo>
                  <a:pt x="246018" y="88388"/>
                  <a:pt x="243500" y="90703"/>
                  <a:pt x="240732" y="92155"/>
                </a:cubicBezTo>
                <a:cubicBezTo>
                  <a:pt x="237964" y="93607"/>
                  <a:pt x="234675" y="94332"/>
                  <a:pt x="230864" y="94332"/>
                </a:cubicBezTo>
                <a:cubicBezTo>
                  <a:pt x="225872" y="94332"/>
                  <a:pt x="221470" y="93107"/>
                  <a:pt x="217658" y="90658"/>
                </a:cubicBezTo>
                <a:cubicBezTo>
                  <a:pt x="213847" y="88207"/>
                  <a:pt x="210898" y="84781"/>
                  <a:pt x="208810" y="80381"/>
                </a:cubicBezTo>
                <a:cubicBezTo>
                  <a:pt x="206723" y="75979"/>
                  <a:pt x="205680" y="70874"/>
                  <a:pt x="205680" y="65066"/>
                </a:cubicBezTo>
                <a:cubicBezTo>
                  <a:pt x="205680" y="58623"/>
                  <a:pt x="206950" y="52770"/>
                  <a:pt x="209491" y="47507"/>
                </a:cubicBezTo>
                <a:cubicBezTo>
                  <a:pt x="212032" y="42243"/>
                  <a:pt x="215458" y="38069"/>
                  <a:pt x="219768" y="34984"/>
                </a:cubicBezTo>
                <a:cubicBezTo>
                  <a:pt x="224079" y="31898"/>
                  <a:pt x="228821" y="30354"/>
                  <a:pt x="233994" y="30354"/>
                </a:cubicBezTo>
                <a:cubicBezTo>
                  <a:pt x="236717" y="30354"/>
                  <a:pt x="239144" y="30786"/>
                  <a:pt x="241276" y="31648"/>
                </a:cubicBezTo>
                <a:cubicBezTo>
                  <a:pt x="243409" y="32511"/>
                  <a:pt x="245746" y="34031"/>
                  <a:pt x="248287" y="36207"/>
                </a:cubicBezTo>
                <a:lnTo>
                  <a:pt x="248287" y="14974"/>
                </a:lnTo>
                <a:cubicBezTo>
                  <a:pt x="248287" y="12160"/>
                  <a:pt x="247878" y="10299"/>
                  <a:pt x="247061" y="9393"/>
                </a:cubicBezTo>
                <a:cubicBezTo>
                  <a:pt x="246245" y="8486"/>
                  <a:pt x="244567" y="8032"/>
                  <a:pt x="242026" y="8032"/>
                </a:cubicBezTo>
                <a:cubicBezTo>
                  <a:pt x="241481" y="8032"/>
                  <a:pt x="240981" y="8032"/>
                  <a:pt x="240527" y="8032"/>
                </a:cubicBezTo>
                <a:cubicBezTo>
                  <a:pt x="240074" y="8032"/>
                  <a:pt x="239575" y="8077"/>
                  <a:pt x="239031" y="8167"/>
                </a:cubicBezTo>
                <a:lnTo>
                  <a:pt x="239031" y="5988"/>
                </a:lnTo>
                <a:cubicBezTo>
                  <a:pt x="243387" y="4810"/>
                  <a:pt x="246995" y="3812"/>
                  <a:pt x="249853" y="2995"/>
                </a:cubicBezTo>
                <a:cubicBezTo>
                  <a:pt x="252711" y="2178"/>
                  <a:pt x="255774" y="1180"/>
                  <a:pt x="259042" y="0"/>
                </a:cubicBezTo>
                <a:lnTo>
                  <a:pt x="259721" y="272"/>
                </a:lnTo>
                <a:lnTo>
                  <a:pt x="259721" y="77454"/>
                </a:lnTo>
                <a:cubicBezTo>
                  <a:pt x="259721" y="80539"/>
                  <a:pt x="260106" y="82604"/>
                  <a:pt x="260878" y="83648"/>
                </a:cubicBezTo>
                <a:cubicBezTo>
                  <a:pt x="261649" y="84690"/>
                  <a:pt x="263260" y="85212"/>
                  <a:pt x="265711" y="85212"/>
                </a:cubicBezTo>
                <a:cubicBezTo>
                  <a:pt x="265982" y="85212"/>
                  <a:pt x="266345" y="85212"/>
                  <a:pt x="266799" y="85212"/>
                </a:cubicBezTo>
                <a:cubicBezTo>
                  <a:pt x="267254" y="85212"/>
                  <a:pt x="267934" y="85167"/>
                  <a:pt x="268841" y="85077"/>
                </a:cubicBezTo>
                <a:moveTo>
                  <a:pt x="248287" y="79086"/>
                </a:moveTo>
                <a:lnTo>
                  <a:pt x="248287" y="47779"/>
                </a:lnTo>
                <a:cubicBezTo>
                  <a:pt x="248287" y="45329"/>
                  <a:pt x="247651" y="43083"/>
                  <a:pt x="246380" y="41041"/>
                </a:cubicBezTo>
                <a:cubicBezTo>
                  <a:pt x="245110" y="38998"/>
                  <a:pt x="243409" y="37342"/>
                  <a:pt x="241276" y="36072"/>
                </a:cubicBezTo>
                <a:cubicBezTo>
                  <a:pt x="239144" y="34801"/>
                  <a:pt x="236853" y="34166"/>
                  <a:pt x="234403" y="34166"/>
                </a:cubicBezTo>
                <a:cubicBezTo>
                  <a:pt x="229230" y="34166"/>
                  <a:pt x="225101" y="36480"/>
                  <a:pt x="222016" y="41109"/>
                </a:cubicBezTo>
                <a:cubicBezTo>
                  <a:pt x="218931" y="45737"/>
                  <a:pt x="217388" y="51908"/>
                  <a:pt x="217388" y="59622"/>
                </a:cubicBezTo>
                <a:cubicBezTo>
                  <a:pt x="217388" y="67971"/>
                  <a:pt x="219112" y="74663"/>
                  <a:pt x="222560" y="79699"/>
                </a:cubicBezTo>
                <a:cubicBezTo>
                  <a:pt x="226008" y="84735"/>
                  <a:pt x="230546" y="87254"/>
                  <a:pt x="236173" y="87254"/>
                </a:cubicBezTo>
                <a:cubicBezTo>
                  <a:pt x="240438" y="87254"/>
                  <a:pt x="243704" y="85892"/>
                  <a:pt x="245973" y="83170"/>
                </a:cubicBezTo>
                <a:cubicBezTo>
                  <a:pt x="247515" y="81446"/>
                  <a:pt x="248287" y="80085"/>
                  <a:pt x="248287" y="79086"/>
                </a:cubicBezTo>
                <a:close/>
                <a:moveTo>
                  <a:pt x="273197" y="92972"/>
                </a:moveTo>
                <a:lnTo>
                  <a:pt x="273197" y="90930"/>
                </a:lnTo>
                <a:cubicBezTo>
                  <a:pt x="276284" y="90749"/>
                  <a:pt x="278575" y="90386"/>
                  <a:pt x="280072" y="89842"/>
                </a:cubicBezTo>
                <a:cubicBezTo>
                  <a:pt x="281569" y="89296"/>
                  <a:pt x="282567" y="88207"/>
                  <a:pt x="283065" y="86574"/>
                </a:cubicBezTo>
                <a:cubicBezTo>
                  <a:pt x="283565" y="84940"/>
                  <a:pt x="283861" y="82444"/>
                  <a:pt x="283952" y="79086"/>
                </a:cubicBezTo>
                <a:lnTo>
                  <a:pt x="283952" y="47507"/>
                </a:lnTo>
                <a:cubicBezTo>
                  <a:pt x="283952" y="44512"/>
                  <a:pt x="283611" y="42402"/>
                  <a:pt x="282930" y="41178"/>
                </a:cubicBezTo>
                <a:cubicBezTo>
                  <a:pt x="282250" y="39952"/>
                  <a:pt x="281093" y="39340"/>
                  <a:pt x="279459" y="39340"/>
                </a:cubicBezTo>
                <a:cubicBezTo>
                  <a:pt x="278007" y="39340"/>
                  <a:pt x="276464" y="39475"/>
                  <a:pt x="274832" y="39747"/>
                </a:cubicBezTo>
                <a:lnTo>
                  <a:pt x="273741" y="39884"/>
                </a:lnTo>
                <a:lnTo>
                  <a:pt x="273741" y="37842"/>
                </a:lnTo>
                <a:lnTo>
                  <a:pt x="294842" y="30354"/>
                </a:lnTo>
                <a:lnTo>
                  <a:pt x="295386" y="30763"/>
                </a:lnTo>
                <a:lnTo>
                  <a:pt x="295386" y="79086"/>
                </a:lnTo>
                <a:cubicBezTo>
                  <a:pt x="295476" y="82354"/>
                  <a:pt x="295726" y="84805"/>
                  <a:pt x="296134" y="86439"/>
                </a:cubicBezTo>
                <a:cubicBezTo>
                  <a:pt x="296543" y="88072"/>
                  <a:pt x="297450" y="89160"/>
                  <a:pt x="298857" y="89704"/>
                </a:cubicBezTo>
                <a:cubicBezTo>
                  <a:pt x="300264" y="90249"/>
                  <a:pt x="302464" y="90657"/>
                  <a:pt x="305458" y="90930"/>
                </a:cubicBezTo>
                <a:lnTo>
                  <a:pt x="305458" y="92972"/>
                </a:lnTo>
                <a:lnTo>
                  <a:pt x="273197" y="92972"/>
                </a:lnTo>
                <a:moveTo>
                  <a:pt x="288443" y="0"/>
                </a:moveTo>
                <a:cubicBezTo>
                  <a:pt x="290439" y="0"/>
                  <a:pt x="292118" y="658"/>
                  <a:pt x="293480" y="1973"/>
                </a:cubicBezTo>
                <a:cubicBezTo>
                  <a:pt x="294841" y="3289"/>
                  <a:pt x="295521" y="4945"/>
                  <a:pt x="295521" y="6942"/>
                </a:cubicBezTo>
                <a:cubicBezTo>
                  <a:pt x="295521" y="8938"/>
                  <a:pt x="294864" y="10595"/>
                  <a:pt x="293548" y="11912"/>
                </a:cubicBezTo>
                <a:cubicBezTo>
                  <a:pt x="292233" y="13227"/>
                  <a:pt x="290531" y="13885"/>
                  <a:pt x="288443" y="13885"/>
                </a:cubicBezTo>
                <a:cubicBezTo>
                  <a:pt x="286537" y="13885"/>
                  <a:pt x="284927" y="13227"/>
                  <a:pt x="283611" y="11912"/>
                </a:cubicBezTo>
                <a:cubicBezTo>
                  <a:pt x="282296" y="10595"/>
                  <a:pt x="281638" y="8938"/>
                  <a:pt x="281638" y="6942"/>
                </a:cubicBezTo>
                <a:cubicBezTo>
                  <a:pt x="281638" y="5036"/>
                  <a:pt x="282319" y="3403"/>
                  <a:pt x="283680" y="2042"/>
                </a:cubicBezTo>
                <a:cubicBezTo>
                  <a:pt x="285041" y="681"/>
                  <a:pt x="286629" y="0"/>
                  <a:pt x="288443" y="0"/>
                </a:cubicBezTo>
                <a:close/>
                <a:moveTo>
                  <a:pt x="309951" y="92972"/>
                </a:moveTo>
                <a:lnTo>
                  <a:pt x="309951" y="90930"/>
                </a:lnTo>
                <a:cubicBezTo>
                  <a:pt x="313399" y="90749"/>
                  <a:pt x="315644" y="90000"/>
                  <a:pt x="316687" y="88685"/>
                </a:cubicBezTo>
                <a:cubicBezTo>
                  <a:pt x="317731" y="87368"/>
                  <a:pt x="318299" y="84713"/>
                  <a:pt x="318390" y="80721"/>
                </a:cubicBezTo>
                <a:lnTo>
                  <a:pt x="318390" y="46963"/>
                </a:lnTo>
                <a:cubicBezTo>
                  <a:pt x="318390" y="43605"/>
                  <a:pt x="318027" y="41314"/>
                  <a:pt x="317300" y="40090"/>
                </a:cubicBezTo>
                <a:cubicBezTo>
                  <a:pt x="316574" y="38864"/>
                  <a:pt x="315259" y="38251"/>
                  <a:pt x="313353" y="38251"/>
                </a:cubicBezTo>
                <a:cubicBezTo>
                  <a:pt x="311629" y="38251"/>
                  <a:pt x="310405" y="38433"/>
                  <a:pt x="309679" y="38796"/>
                </a:cubicBezTo>
                <a:lnTo>
                  <a:pt x="309679" y="36482"/>
                </a:lnTo>
                <a:cubicBezTo>
                  <a:pt x="313400" y="35392"/>
                  <a:pt x="316621" y="34393"/>
                  <a:pt x="319344" y="33487"/>
                </a:cubicBezTo>
                <a:cubicBezTo>
                  <a:pt x="322066" y="32578"/>
                  <a:pt x="325106" y="31534"/>
                  <a:pt x="328464" y="30354"/>
                </a:cubicBezTo>
                <a:lnTo>
                  <a:pt x="329415" y="30628"/>
                </a:lnTo>
                <a:lnTo>
                  <a:pt x="329415" y="41381"/>
                </a:lnTo>
                <a:cubicBezTo>
                  <a:pt x="332502" y="38478"/>
                  <a:pt x="335133" y="36232"/>
                  <a:pt x="337310" y="34643"/>
                </a:cubicBezTo>
                <a:cubicBezTo>
                  <a:pt x="339488" y="33055"/>
                  <a:pt x="341485" y="31943"/>
                  <a:pt x="343301" y="31308"/>
                </a:cubicBezTo>
                <a:cubicBezTo>
                  <a:pt x="345116" y="30672"/>
                  <a:pt x="347067" y="30354"/>
                  <a:pt x="349154" y="30354"/>
                </a:cubicBezTo>
                <a:cubicBezTo>
                  <a:pt x="354236" y="30354"/>
                  <a:pt x="358183" y="32147"/>
                  <a:pt x="360995" y="35732"/>
                </a:cubicBezTo>
                <a:cubicBezTo>
                  <a:pt x="363809" y="39317"/>
                  <a:pt x="365216" y="44331"/>
                  <a:pt x="365216" y="50774"/>
                </a:cubicBezTo>
                <a:lnTo>
                  <a:pt x="365216" y="81947"/>
                </a:lnTo>
                <a:cubicBezTo>
                  <a:pt x="365307" y="85303"/>
                  <a:pt x="365874" y="87549"/>
                  <a:pt x="366917" y="88685"/>
                </a:cubicBezTo>
                <a:cubicBezTo>
                  <a:pt x="367961" y="89819"/>
                  <a:pt x="370162" y="90567"/>
                  <a:pt x="373520" y="90930"/>
                </a:cubicBezTo>
                <a:lnTo>
                  <a:pt x="373520" y="92972"/>
                </a:lnTo>
                <a:lnTo>
                  <a:pt x="345205" y="92972"/>
                </a:lnTo>
                <a:lnTo>
                  <a:pt x="345205" y="90930"/>
                </a:lnTo>
                <a:cubicBezTo>
                  <a:pt x="348563" y="90749"/>
                  <a:pt x="350809" y="89909"/>
                  <a:pt x="351943" y="88413"/>
                </a:cubicBezTo>
                <a:cubicBezTo>
                  <a:pt x="353079" y="86914"/>
                  <a:pt x="353691" y="83942"/>
                  <a:pt x="353781" y="79496"/>
                </a:cubicBezTo>
                <a:lnTo>
                  <a:pt x="353781" y="51046"/>
                </a:lnTo>
                <a:cubicBezTo>
                  <a:pt x="353781" y="42243"/>
                  <a:pt x="350469" y="37842"/>
                  <a:pt x="343845" y="37842"/>
                </a:cubicBezTo>
                <a:cubicBezTo>
                  <a:pt x="341577" y="37842"/>
                  <a:pt x="339467" y="38364"/>
                  <a:pt x="337516" y="39408"/>
                </a:cubicBezTo>
                <a:cubicBezTo>
                  <a:pt x="335565" y="40451"/>
                  <a:pt x="333001" y="42515"/>
                  <a:pt x="329824" y="45600"/>
                </a:cubicBezTo>
                <a:lnTo>
                  <a:pt x="329824" y="83851"/>
                </a:lnTo>
                <a:cubicBezTo>
                  <a:pt x="329824" y="86302"/>
                  <a:pt x="330482" y="88050"/>
                  <a:pt x="331798" y="89094"/>
                </a:cubicBezTo>
                <a:cubicBezTo>
                  <a:pt x="333113" y="90137"/>
                  <a:pt x="335450" y="90749"/>
                  <a:pt x="338808" y="90930"/>
                </a:cubicBezTo>
                <a:lnTo>
                  <a:pt x="338808" y="92972"/>
                </a:lnTo>
                <a:lnTo>
                  <a:pt x="309951" y="92972"/>
                </a:lnTo>
                <a:close/>
                <a:moveTo>
                  <a:pt x="439540" y="40156"/>
                </a:moveTo>
                <a:lnTo>
                  <a:pt x="428241" y="40156"/>
                </a:lnTo>
                <a:cubicBezTo>
                  <a:pt x="429239" y="42334"/>
                  <a:pt x="429920" y="44285"/>
                  <a:pt x="430283" y="46009"/>
                </a:cubicBezTo>
                <a:cubicBezTo>
                  <a:pt x="430647" y="47733"/>
                  <a:pt x="430829" y="49593"/>
                  <a:pt x="430829" y="51590"/>
                </a:cubicBezTo>
                <a:cubicBezTo>
                  <a:pt x="430829" y="58125"/>
                  <a:pt x="428651" y="63252"/>
                  <a:pt x="424295" y="66973"/>
                </a:cubicBezTo>
                <a:cubicBezTo>
                  <a:pt x="422208" y="68787"/>
                  <a:pt x="419871" y="70193"/>
                  <a:pt x="417284" y="71192"/>
                </a:cubicBezTo>
                <a:cubicBezTo>
                  <a:pt x="414698" y="72190"/>
                  <a:pt x="412134" y="72689"/>
                  <a:pt x="409593" y="72689"/>
                </a:cubicBezTo>
                <a:cubicBezTo>
                  <a:pt x="409502" y="72689"/>
                  <a:pt x="408798" y="72621"/>
                  <a:pt x="407483" y="72486"/>
                </a:cubicBezTo>
                <a:cubicBezTo>
                  <a:pt x="406167" y="72350"/>
                  <a:pt x="404284" y="72191"/>
                  <a:pt x="401833" y="72008"/>
                </a:cubicBezTo>
                <a:cubicBezTo>
                  <a:pt x="400653" y="72372"/>
                  <a:pt x="399428" y="73053"/>
                  <a:pt x="398157" y="74052"/>
                </a:cubicBezTo>
                <a:cubicBezTo>
                  <a:pt x="396887" y="75049"/>
                  <a:pt x="395821" y="76160"/>
                  <a:pt x="394958" y="77385"/>
                </a:cubicBezTo>
                <a:cubicBezTo>
                  <a:pt x="394097" y="78611"/>
                  <a:pt x="393666" y="79677"/>
                  <a:pt x="393666" y="80584"/>
                </a:cubicBezTo>
                <a:cubicBezTo>
                  <a:pt x="393666" y="82762"/>
                  <a:pt x="397205" y="83988"/>
                  <a:pt x="404284" y="84260"/>
                </a:cubicBezTo>
                <a:lnTo>
                  <a:pt x="421844" y="85077"/>
                </a:lnTo>
                <a:cubicBezTo>
                  <a:pt x="426926" y="85258"/>
                  <a:pt x="430941" y="86665"/>
                  <a:pt x="433891" y="89297"/>
                </a:cubicBezTo>
                <a:cubicBezTo>
                  <a:pt x="436840" y="91928"/>
                  <a:pt x="438315" y="95376"/>
                  <a:pt x="438315" y="99641"/>
                </a:cubicBezTo>
                <a:cubicBezTo>
                  <a:pt x="438315" y="104723"/>
                  <a:pt x="435820" y="109306"/>
                  <a:pt x="430829" y="113389"/>
                </a:cubicBezTo>
                <a:cubicBezTo>
                  <a:pt x="427290" y="116203"/>
                  <a:pt x="423024" y="118449"/>
                  <a:pt x="418032" y="120127"/>
                </a:cubicBezTo>
                <a:cubicBezTo>
                  <a:pt x="413042" y="121807"/>
                  <a:pt x="408005" y="122647"/>
                  <a:pt x="402924" y="122647"/>
                </a:cubicBezTo>
                <a:cubicBezTo>
                  <a:pt x="398567" y="122647"/>
                  <a:pt x="394619" y="122057"/>
                  <a:pt x="391080" y="120877"/>
                </a:cubicBezTo>
                <a:cubicBezTo>
                  <a:pt x="387541" y="119697"/>
                  <a:pt x="384705" y="118086"/>
                  <a:pt x="382572" y="116044"/>
                </a:cubicBezTo>
                <a:cubicBezTo>
                  <a:pt x="380440" y="114003"/>
                  <a:pt x="379374" y="111802"/>
                  <a:pt x="379374" y="109443"/>
                </a:cubicBezTo>
                <a:cubicBezTo>
                  <a:pt x="379374" y="106902"/>
                  <a:pt x="380372" y="104383"/>
                  <a:pt x="382369" y="101886"/>
                </a:cubicBezTo>
                <a:cubicBezTo>
                  <a:pt x="384366" y="99391"/>
                  <a:pt x="387814" y="96374"/>
                  <a:pt x="392715" y="92835"/>
                </a:cubicBezTo>
                <a:cubicBezTo>
                  <a:pt x="389901" y="91473"/>
                  <a:pt x="387995" y="90294"/>
                  <a:pt x="386997" y="89297"/>
                </a:cubicBezTo>
                <a:cubicBezTo>
                  <a:pt x="385998" y="88299"/>
                  <a:pt x="385499" y="87074"/>
                  <a:pt x="385499" y="85621"/>
                </a:cubicBezTo>
                <a:cubicBezTo>
                  <a:pt x="385499" y="84441"/>
                  <a:pt x="385748" y="83375"/>
                  <a:pt x="386247" y="82422"/>
                </a:cubicBezTo>
                <a:cubicBezTo>
                  <a:pt x="386747" y="81470"/>
                  <a:pt x="387723" y="80267"/>
                  <a:pt x="389175" y="78814"/>
                </a:cubicBezTo>
                <a:cubicBezTo>
                  <a:pt x="389357" y="78543"/>
                  <a:pt x="389855" y="78022"/>
                  <a:pt x="390671" y="77250"/>
                </a:cubicBezTo>
                <a:cubicBezTo>
                  <a:pt x="391488" y="76479"/>
                  <a:pt x="392623" y="75412"/>
                  <a:pt x="394075" y="74050"/>
                </a:cubicBezTo>
                <a:lnTo>
                  <a:pt x="397615" y="70784"/>
                </a:lnTo>
                <a:cubicBezTo>
                  <a:pt x="393077" y="68515"/>
                  <a:pt x="389833" y="65974"/>
                  <a:pt x="387881" y="63162"/>
                </a:cubicBezTo>
                <a:cubicBezTo>
                  <a:pt x="385930" y="60348"/>
                  <a:pt x="384955" y="56809"/>
                  <a:pt x="384955" y="52544"/>
                </a:cubicBezTo>
                <a:cubicBezTo>
                  <a:pt x="384955" y="48369"/>
                  <a:pt x="385975" y="44602"/>
                  <a:pt x="388016" y="41244"/>
                </a:cubicBezTo>
                <a:cubicBezTo>
                  <a:pt x="390059" y="37886"/>
                  <a:pt x="392804" y="35232"/>
                  <a:pt x="396252" y="33281"/>
                </a:cubicBezTo>
                <a:cubicBezTo>
                  <a:pt x="399701" y="31330"/>
                  <a:pt x="403513" y="30354"/>
                  <a:pt x="407686" y="30354"/>
                </a:cubicBezTo>
                <a:cubicBezTo>
                  <a:pt x="411317" y="30354"/>
                  <a:pt x="414947" y="31035"/>
                  <a:pt x="418576" y="32396"/>
                </a:cubicBezTo>
                <a:lnTo>
                  <a:pt x="421572" y="33487"/>
                </a:lnTo>
                <a:cubicBezTo>
                  <a:pt x="422933" y="33939"/>
                  <a:pt x="424157" y="34279"/>
                  <a:pt x="425246" y="34506"/>
                </a:cubicBezTo>
                <a:cubicBezTo>
                  <a:pt x="426336" y="34733"/>
                  <a:pt x="427607" y="34847"/>
                  <a:pt x="429059" y="34847"/>
                </a:cubicBezTo>
                <a:lnTo>
                  <a:pt x="439540" y="34847"/>
                </a:lnTo>
                <a:lnTo>
                  <a:pt x="439540" y="40156"/>
                </a:lnTo>
                <a:moveTo>
                  <a:pt x="395573" y="93244"/>
                </a:moveTo>
                <a:cubicBezTo>
                  <a:pt x="392851" y="96510"/>
                  <a:pt x="391058" y="98892"/>
                  <a:pt x="390195" y="100389"/>
                </a:cubicBezTo>
                <a:cubicBezTo>
                  <a:pt x="389334" y="101887"/>
                  <a:pt x="388903" y="103408"/>
                  <a:pt x="388903" y="104950"/>
                </a:cubicBezTo>
                <a:cubicBezTo>
                  <a:pt x="388903" y="107945"/>
                  <a:pt x="390695" y="110350"/>
                  <a:pt x="394279" y="112164"/>
                </a:cubicBezTo>
                <a:cubicBezTo>
                  <a:pt x="397864" y="113979"/>
                  <a:pt x="402697" y="114887"/>
                  <a:pt x="408777" y="114887"/>
                </a:cubicBezTo>
                <a:cubicBezTo>
                  <a:pt x="416490" y="114887"/>
                  <a:pt x="422706" y="113661"/>
                  <a:pt x="427425" y="111210"/>
                </a:cubicBezTo>
                <a:cubicBezTo>
                  <a:pt x="432144" y="108761"/>
                  <a:pt x="434503" y="105585"/>
                  <a:pt x="434503" y="101683"/>
                </a:cubicBezTo>
                <a:cubicBezTo>
                  <a:pt x="434503" y="99233"/>
                  <a:pt x="433233" y="97509"/>
                  <a:pt x="430692" y="96511"/>
                </a:cubicBezTo>
                <a:cubicBezTo>
                  <a:pt x="428151" y="95513"/>
                  <a:pt x="423795" y="95013"/>
                  <a:pt x="417625" y="95013"/>
                </a:cubicBezTo>
                <a:cubicBezTo>
                  <a:pt x="415447" y="95013"/>
                  <a:pt x="412928" y="94923"/>
                  <a:pt x="410069" y="94741"/>
                </a:cubicBezTo>
                <a:cubicBezTo>
                  <a:pt x="407211" y="94560"/>
                  <a:pt x="404465" y="94333"/>
                  <a:pt x="401833" y="94060"/>
                </a:cubicBezTo>
                <a:cubicBezTo>
                  <a:pt x="399202" y="93789"/>
                  <a:pt x="397115" y="93517"/>
                  <a:pt x="395573" y="93244"/>
                </a:cubicBezTo>
                <a:moveTo>
                  <a:pt x="396252" y="46963"/>
                </a:moveTo>
                <a:lnTo>
                  <a:pt x="396252" y="47370"/>
                </a:lnTo>
                <a:cubicBezTo>
                  <a:pt x="396252" y="53904"/>
                  <a:pt x="397545" y="59191"/>
                  <a:pt x="400132" y="63230"/>
                </a:cubicBezTo>
                <a:cubicBezTo>
                  <a:pt x="402719" y="67268"/>
                  <a:pt x="406099" y="69287"/>
                  <a:pt x="410274" y="69287"/>
                </a:cubicBezTo>
                <a:cubicBezTo>
                  <a:pt x="413449" y="69287"/>
                  <a:pt x="415922" y="68175"/>
                  <a:pt x="417692" y="65951"/>
                </a:cubicBezTo>
                <a:cubicBezTo>
                  <a:pt x="419461" y="63727"/>
                  <a:pt x="420346" y="60710"/>
                  <a:pt x="420346" y="56899"/>
                </a:cubicBezTo>
                <a:cubicBezTo>
                  <a:pt x="420346" y="54177"/>
                  <a:pt x="419983" y="51364"/>
                  <a:pt x="419258" y="48460"/>
                </a:cubicBezTo>
                <a:cubicBezTo>
                  <a:pt x="418532" y="45556"/>
                  <a:pt x="417534" y="42925"/>
                  <a:pt x="416263" y="40565"/>
                </a:cubicBezTo>
                <a:cubicBezTo>
                  <a:pt x="413994" y="36299"/>
                  <a:pt x="410682" y="34166"/>
                  <a:pt x="406326" y="34166"/>
                </a:cubicBezTo>
                <a:cubicBezTo>
                  <a:pt x="403241" y="34166"/>
                  <a:pt x="400790" y="35300"/>
                  <a:pt x="398975" y="37570"/>
                </a:cubicBezTo>
                <a:cubicBezTo>
                  <a:pt x="397160" y="39838"/>
                  <a:pt x="396252" y="42969"/>
                  <a:pt x="396252" y="46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4EEC29-2AD3-40FC-96F0-5361570E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11" y="4534595"/>
            <a:ext cx="905888" cy="316342"/>
          </a:xfrm>
          <a:custGeom xmlns:a="http://schemas.openxmlformats.org/drawingml/2006/main">
            <a:pathLst>
              <a:path w="905888" h="316342">
                <a:moveTo>
                  <a:pt x="0" y="316342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6342"/>
                </a:lnTo>
                <a:lnTo>
                  <a:pt x="0" y="316342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C6E502-B9BF-414B-A6BA-BB6DD5CB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11" y="4534595"/>
            <a:ext cx="905888" cy="316342"/>
          </a:xfrm>
          <a:custGeom xmlns:a="http://schemas.openxmlformats.org/drawingml/2006/main">
            <a:pathLst>
              <a:path w="905888" h="316342" fill="none">
                <a:moveTo>
                  <a:pt x="0" y="316342"/>
                </a:moveTo>
                <a:lnTo>
                  <a:pt x="905888" y="316342"/>
                </a:lnTo>
                <a:lnTo>
                  <a:pt x="905888" y="0"/>
                </a:lnTo>
                <a:lnTo>
                  <a:pt x="0" y="0"/>
                </a:lnTo>
                <a:lnTo>
                  <a:pt x="0" y="3163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149" name="Text Sequence">
            <a:extLst xmlns:a="http://schemas.openxmlformats.org/drawingml/2006/main">
              <a:ext uri="{FF2B5EF4-FFF2-40B4-BE49-F238E27FC236}">
                <a16:creationId xmlns:a16="http://schemas.microsoft.com/office/drawing/2014/main" id="{09055342-B819-47C5-985F-9F1C3FA8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35" y="4563761"/>
            <a:ext cx="513998" cy="121556"/>
          </a:xfrm>
          <a:custGeom xmlns:a="http://schemas.openxmlformats.org/drawingml/2006/main">
            <a:pathLst>
              <a:path w="513998" h="121556">
                <a:moveTo>
                  <a:pt x="55130" y="0"/>
                </a:moveTo>
                <a:lnTo>
                  <a:pt x="58123" y="28994"/>
                </a:lnTo>
                <a:lnTo>
                  <a:pt x="54720" y="28994"/>
                </a:lnTo>
                <a:cubicBezTo>
                  <a:pt x="53632" y="25000"/>
                  <a:pt x="52498" y="21892"/>
                  <a:pt x="51318" y="19670"/>
                </a:cubicBezTo>
                <a:cubicBezTo>
                  <a:pt x="50138" y="17446"/>
                  <a:pt x="48504" y="15245"/>
                  <a:pt x="46416" y="13067"/>
                </a:cubicBezTo>
                <a:cubicBezTo>
                  <a:pt x="41607" y="8076"/>
                  <a:pt x="36072" y="5581"/>
                  <a:pt x="29810" y="5581"/>
                </a:cubicBezTo>
                <a:cubicBezTo>
                  <a:pt x="25635" y="5581"/>
                  <a:pt x="22232" y="6738"/>
                  <a:pt x="19599" y="9052"/>
                </a:cubicBezTo>
                <a:cubicBezTo>
                  <a:pt x="16968" y="11366"/>
                  <a:pt x="15653" y="14383"/>
                  <a:pt x="15653" y="18104"/>
                </a:cubicBezTo>
                <a:cubicBezTo>
                  <a:pt x="15653" y="21824"/>
                  <a:pt x="17195" y="25319"/>
                  <a:pt x="20281" y="28587"/>
                </a:cubicBezTo>
                <a:cubicBezTo>
                  <a:pt x="23367" y="31853"/>
                  <a:pt x="28495" y="35438"/>
                  <a:pt x="35663" y="39340"/>
                </a:cubicBezTo>
                <a:cubicBezTo>
                  <a:pt x="44647" y="44240"/>
                  <a:pt x="51135" y="49027"/>
                  <a:pt x="55127" y="53701"/>
                </a:cubicBezTo>
                <a:cubicBezTo>
                  <a:pt x="59121" y="58374"/>
                  <a:pt x="61118" y="63524"/>
                  <a:pt x="61118" y="69150"/>
                </a:cubicBezTo>
                <a:cubicBezTo>
                  <a:pt x="61118" y="73869"/>
                  <a:pt x="59892" y="78089"/>
                  <a:pt x="57441" y="81810"/>
                </a:cubicBezTo>
                <a:cubicBezTo>
                  <a:pt x="54992" y="85530"/>
                  <a:pt x="51680" y="88480"/>
                  <a:pt x="47505" y="90658"/>
                </a:cubicBezTo>
                <a:cubicBezTo>
                  <a:pt x="43331" y="92836"/>
                  <a:pt x="38613" y="93925"/>
                  <a:pt x="33349" y="93925"/>
                </a:cubicBezTo>
                <a:cubicBezTo>
                  <a:pt x="27905" y="93925"/>
                  <a:pt x="22551" y="92881"/>
                  <a:pt x="17287" y="90793"/>
                </a:cubicBezTo>
                <a:cubicBezTo>
                  <a:pt x="14565" y="89794"/>
                  <a:pt x="12432" y="89295"/>
                  <a:pt x="10888" y="89295"/>
                </a:cubicBezTo>
                <a:cubicBezTo>
                  <a:pt x="9890" y="89295"/>
                  <a:pt x="9028" y="89727"/>
                  <a:pt x="8302" y="90589"/>
                </a:cubicBezTo>
                <a:cubicBezTo>
                  <a:pt x="7576" y="91451"/>
                  <a:pt x="7168" y="92517"/>
                  <a:pt x="7077" y="93788"/>
                </a:cubicBezTo>
                <a:lnTo>
                  <a:pt x="4084" y="93788"/>
                </a:lnTo>
                <a:lnTo>
                  <a:pt x="0" y="64929"/>
                </a:lnTo>
                <a:lnTo>
                  <a:pt x="3130" y="64929"/>
                </a:lnTo>
                <a:cubicBezTo>
                  <a:pt x="6578" y="73188"/>
                  <a:pt x="10502" y="79268"/>
                  <a:pt x="14903" y="83170"/>
                </a:cubicBezTo>
                <a:cubicBezTo>
                  <a:pt x="19305" y="87072"/>
                  <a:pt x="24546" y="89023"/>
                  <a:pt x="30626" y="89023"/>
                </a:cubicBezTo>
                <a:cubicBezTo>
                  <a:pt x="35618" y="89023"/>
                  <a:pt x="39657" y="87594"/>
                  <a:pt x="42742" y="84736"/>
                </a:cubicBezTo>
                <a:cubicBezTo>
                  <a:pt x="45827" y="81877"/>
                  <a:pt x="47370" y="78224"/>
                  <a:pt x="47370" y="73778"/>
                </a:cubicBezTo>
                <a:cubicBezTo>
                  <a:pt x="47370" y="70238"/>
                  <a:pt x="46735" y="67562"/>
                  <a:pt x="45465" y="65748"/>
                </a:cubicBezTo>
                <a:cubicBezTo>
                  <a:pt x="43740" y="63115"/>
                  <a:pt x="41153" y="60461"/>
                  <a:pt x="37705" y="57784"/>
                </a:cubicBezTo>
                <a:cubicBezTo>
                  <a:pt x="34257" y="55106"/>
                  <a:pt x="30083" y="52452"/>
                  <a:pt x="25182" y="49821"/>
                </a:cubicBezTo>
                <a:cubicBezTo>
                  <a:pt x="17560" y="45827"/>
                  <a:pt x="12114" y="41766"/>
                  <a:pt x="8846" y="37636"/>
                </a:cubicBezTo>
                <a:cubicBezTo>
                  <a:pt x="5580" y="33507"/>
                  <a:pt x="3946" y="28720"/>
                  <a:pt x="3946" y="23276"/>
                </a:cubicBezTo>
                <a:cubicBezTo>
                  <a:pt x="3946" y="16198"/>
                  <a:pt x="6351" y="10527"/>
                  <a:pt x="11160" y="6260"/>
                </a:cubicBezTo>
                <a:cubicBezTo>
                  <a:pt x="15879" y="2087"/>
                  <a:pt x="21279" y="0"/>
                  <a:pt x="27359" y="0"/>
                </a:cubicBezTo>
                <a:cubicBezTo>
                  <a:pt x="31807" y="0"/>
                  <a:pt x="36662" y="998"/>
                  <a:pt x="41926" y="2993"/>
                </a:cubicBezTo>
                <a:cubicBezTo>
                  <a:pt x="43105" y="3539"/>
                  <a:pt x="44239" y="3948"/>
                  <a:pt x="45328" y="4221"/>
                </a:cubicBezTo>
                <a:cubicBezTo>
                  <a:pt x="46416" y="4492"/>
                  <a:pt x="47278" y="4628"/>
                  <a:pt x="47914" y="4628"/>
                </a:cubicBezTo>
                <a:cubicBezTo>
                  <a:pt x="50273" y="4628"/>
                  <a:pt x="51725" y="3085"/>
                  <a:pt x="52269" y="0"/>
                </a:cubicBezTo>
                <a:lnTo>
                  <a:pt x="55130" y="0"/>
                </a:lnTo>
                <a:close/>
                <a:moveTo>
                  <a:pt x="126321" y="69694"/>
                </a:moveTo>
                <a:lnTo>
                  <a:pt x="128498" y="70647"/>
                </a:lnTo>
                <a:cubicBezTo>
                  <a:pt x="125686" y="77997"/>
                  <a:pt x="121806" y="83624"/>
                  <a:pt x="116860" y="87526"/>
                </a:cubicBezTo>
                <a:cubicBezTo>
                  <a:pt x="111914" y="91428"/>
                  <a:pt x="106174" y="93379"/>
                  <a:pt x="99641" y="93379"/>
                </a:cubicBezTo>
                <a:cubicBezTo>
                  <a:pt x="91837" y="93379"/>
                  <a:pt x="85643" y="90634"/>
                  <a:pt x="81060" y="85145"/>
                </a:cubicBezTo>
                <a:cubicBezTo>
                  <a:pt x="76478" y="79655"/>
                  <a:pt x="74187" y="72236"/>
                  <a:pt x="74187" y="62887"/>
                </a:cubicBezTo>
                <a:cubicBezTo>
                  <a:pt x="74187" y="57261"/>
                  <a:pt x="75072" y="52157"/>
                  <a:pt x="76841" y="47575"/>
                </a:cubicBezTo>
                <a:cubicBezTo>
                  <a:pt x="78611" y="42992"/>
                  <a:pt x="81083" y="39293"/>
                  <a:pt x="84258" y="36480"/>
                </a:cubicBezTo>
                <a:cubicBezTo>
                  <a:pt x="89522" y="31760"/>
                  <a:pt x="95648" y="29401"/>
                  <a:pt x="102636" y="29401"/>
                </a:cubicBezTo>
                <a:cubicBezTo>
                  <a:pt x="109986" y="29401"/>
                  <a:pt x="115794" y="31988"/>
                  <a:pt x="120059" y="37161"/>
                </a:cubicBezTo>
                <a:cubicBezTo>
                  <a:pt x="121783" y="39339"/>
                  <a:pt x="123053" y="41631"/>
                  <a:pt x="123870" y="44036"/>
                </a:cubicBezTo>
                <a:cubicBezTo>
                  <a:pt x="124687" y="46440"/>
                  <a:pt x="125368" y="49866"/>
                  <a:pt x="125912" y="54313"/>
                </a:cubicBezTo>
                <a:lnTo>
                  <a:pt x="83986" y="54313"/>
                </a:lnTo>
                <a:cubicBezTo>
                  <a:pt x="84168" y="58487"/>
                  <a:pt x="84530" y="61867"/>
                  <a:pt x="85075" y="64454"/>
                </a:cubicBezTo>
                <a:cubicBezTo>
                  <a:pt x="85620" y="67040"/>
                  <a:pt x="86483" y="69649"/>
                  <a:pt x="87663" y="72280"/>
                </a:cubicBezTo>
                <a:cubicBezTo>
                  <a:pt x="91655" y="80084"/>
                  <a:pt x="97508" y="83986"/>
                  <a:pt x="105222" y="83986"/>
                </a:cubicBezTo>
                <a:cubicBezTo>
                  <a:pt x="109579" y="83986"/>
                  <a:pt x="113367" y="82898"/>
                  <a:pt x="116588" y="80721"/>
                </a:cubicBezTo>
                <a:cubicBezTo>
                  <a:pt x="119810" y="78543"/>
                  <a:pt x="123055" y="74867"/>
                  <a:pt x="126321" y="69694"/>
                </a:cubicBezTo>
                <a:moveTo>
                  <a:pt x="84258" y="49956"/>
                </a:moveTo>
                <a:lnTo>
                  <a:pt x="112029" y="49956"/>
                </a:lnTo>
                <a:cubicBezTo>
                  <a:pt x="111120" y="44058"/>
                  <a:pt x="109714" y="39975"/>
                  <a:pt x="107808" y="37707"/>
                </a:cubicBezTo>
                <a:cubicBezTo>
                  <a:pt x="105903" y="35438"/>
                  <a:pt x="102863" y="34303"/>
                  <a:pt x="98688" y="34303"/>
                </a:cubicBezTo>
                <a:cubicBezTo>
                  <a:pt x="94513" y="34303"/>
                  <a:pt x="91246" y="35573"/>
                  <a:pt x="88886" y="38114"/>
                </a:cubicBezTo>
                <a:cubicBezTo>
                  <a:pt x="86528" y="40655"/>
                  <a:pt x="84985" y="44602"/>
                  <a:pt x="84258" y="49956"/>
                </a:cubicBezTo>
                <a:close/>
                <a:moveTo>
                  <a:pt x="179409" y="34166"/>
                </a:moveTo>
                <a:lnTo>
                  <a:pt x="186760" y="29810"/>
                </a:lnTo>
                <a:lnTo>
                  <a:pt x="188257" y="29947"/>
                </a:lnTo>
                <a:lnTo>
                  <a:pt x="188257" y="111213"/>
                </a:lnTo>
                <a:cubicBezTo>
                  <a:pt x="188347" y="113118"/>
                  <a:pt x="188597" y="114592"/>
                  <a:pt x="189005" y="115635"/>
                </a:cubicBezTo>
                <a:cubicBezTo>
                  <a:pt x="189413" y="116679"/>
                  <a:pt x="190208" y="117473"/>
                  <a:pt x="191387" y="118017"/>
                </a:cubicBezTo>
                <a:cubicBezTo>
                  <a:pt x="192567" y="118563"/>
                  <a:pt x="194383" y="119107"/>
                  <a:pt x="196833" y="119652"/>
                </a:cubicBezTo>
                <a:lnTo>
                  <a:pt x="196833" y="121556"/>
                </a:lnTo>
                <a:lnTo>
                  <a:pt x="164707" y="121556"/>
                </a:lnTo>
                <a:lnTo>
                  <a:pt x="164707" y="119242"/>
                </a:lnTo>
                <a:cubicBezTo>
                  <a:pt x="169517" y="118971"/>
                  <a:pt x="172715" y="118132"/>
                  <a:pt x="174303" y="116725"/>
                </a:cubicBezTo>
                <a:cubicBezTo>
                  <a:pt x="175892" y="115318"/>
                  <a:pt x="176732" y="112709"/>
                  <a:pt x="176823" y="108897"/>
                </a:cubicBezTo>
                <a:lnTo>
                  <a:pt x="176823" y="83307"/>
                </a:lnTo>
                <a:cubicBezTo>
                  <a:pt x="170651" y="90022"/>
                  <a:pt x="163528" y="93379"/>
                  <a:pt x="155452" y="93379"/>
                </a:cubicBezTo>
                <a:cubicBezTo>
                  <a:pt x="151186" y="93379"/>
                  <a:pt x="147419" y="92131"/>
                  <a:pt x="144153" y="89636"/>
                </a:cubicBezTo>
                <a:cubicBezTo>
                  <a:pt x="140886" y="87141"/>
                  <a:pt x="138322" y="83693"/>
                  <a:pt x="136461" y="79292"/>
                </a:cubicBezTo>
                <a:cubicBezTo>
                  <a:pt x="134602" y="74890"/>
                  <a:pt x="133672" y="69876"/>
                  <a:pt x="133672" y="64250"/>
                </a:cubicBezTo>
                <a:cubicBezTo>
                  <a:pt x="133672" y="57626"/>
                  <a:pt x="134987" y="51704"/>
                  <a:pt x="137618" y="46487"/>
                </a:cubicBezTo>
                <a:cubicBezTo>
                  <a:pt x="140251" y="41268"/>
                  <a:pt x="143836" y="37116"/>
                  <a:pt x="148373" y="34031"/>
                </a:cubicBezTo>
                <a:cubicBezTo>
                  <a:pt x="152911" y="30944"/>
                  <a:pt x="158038" y="29401"/>
                  <a:pt x="163754" y="29401"/>
                </a:cubicBezTo>
                <a:cubicBezTo>
                  <a:pt x="166476" y="29401"/>
                  <a:pt x="168995" y="29742"/>
                  <a:pt x="171308" y="30423"/>
                </a:cubicBezTo>
                <a:cubicBezTo>
                  <a:pt x="173624" y="31103"/>
                  <a:pt x="176324" y="32350"/>
                  <a:pt x="179409" y="34166"/>
                </a:cubicBezTo>
                <a:moveTo>
                  <a:pt x="176823" y="74731"/>
                </a:moveTo>
                <a:lnTo>
                  <a:pt x="176823" y="46690"/>
                </a:lnTo>
                <a:cubicBezTo>
                  <a:pt x="176823" y="37705"/>
                  <a:pt x="172603" y="33212"/>
                  <a:pt x="164163" y="33212"/>
                </a:cubicBezTo>
                <a:cubicBezTo>
                  <a:pt x="158356" y="33212"/>
                  <a:pt x="153773" y="35527"/>
                  <a:pt x="150415" y="40156"/>
                </a:cubicBezTo>
                <a:cubicBezTo>
                  <a:pt x="147057" y="44784"/>
                  <a:pt x="145378" y="51136"/>
                  <a:pt x="145378" y="59213"/>
                </a:cubicBezTo>
                <a:cubicBezTo>
                  <a:pt x="145378" y="63751"/>
                  <a:pt x="146036" y="68016"/>
                  <a:pt x="147351" y="72010"/>
                </a:cubicBezTo>
                <a:cubicBezTo>
                  <a:pt x="148668" y="76002"/>
                  <a:pt x="150415" y="79041"/>
                  <a:pt x="152592" y="81128"/>
                </a:cubicBezTo>
                <a:cubicBezTo>
                  <a:pt x="155406" y="83761"/>
                  <a:pt x="158945" y="85077"/>
                  <a:pt x="163210" y="85077"/>
                </a:cubicBezTo>
                <a:cubicBezTo>
                  <a:pt x="165298" y="85077"/>
                  <a:pt x="167408" y="84691"/>
                  <a:pt x="169541" y="83920"/>
                </a:cubicBezTo>
                <a:cubicBezTo>
                  <a:pt x="171673" y="83149"/>
                  <a:pt x="173465" y="82173"/>
                  <a:pt x="174916" y="80993"/>
                </a:cubicBezTo>
                <a:cubicBezTo>
                  <a:pt x="176187" y="79813"/>
                  <a:pt x="176823" y="77726"/>
                  <a:pt x="176823" y="74731"/>
                </a:cubicBezTo>
                <a:close/>
                <a:moveTo>
                  <a:pt x="264895" y="85212"/>
                </a:moveTo>
                <a:lnTo>
                  <a:pt x="264895" y="87119"/>
                </a:lnTo>
                <a:cubicBezTo>
                  <a:pt x="261446" y="88026"/>
                  <a:pt x="258337" y="88933"/>
                  <a:pt x="255569" y="89842"/>
                </a:cubicBezTo>
                <a:cubicBezTo>
                  <a:pt x="252802" y="90749"/>
                  <a:pt x="249694" y="91883"/>
                  <a:pt x="246245" y="93244"/>
                </a:cubicBezTo>
                <a:lnTo>
                  <a:pt x="245701" y="92972"/>
                </a:lnTo>
                <a:lnTo>
                  <a:pt x="245701" y="81672"/>
                </a:lnTo>
                <a:lnTo>
                  <a:pt x="239848" y="87526"/>
                </a:lnTo>
                <a:cubicBezTo>
                  <a:pt x="238032" y="89341"/>
                  <a:pt x="235877" y="90771"/>
                  <a:pt x="233382" y="91815"/>
                </a:cubicBezTo>
                <a:cubicBezTo>
                  <a:pt x="230886" y="92857"/>
                  <a:pt x="228368" y="93379"/>
                  <a:pt x="225827" y="93379"/>
                </a:cubicBezTo>
                <a:cubicBezTo>
                  <a:pt x="220835" y="93379"/>
                  <a:pt x="216842" y="91768"/>
                  <a:pt x="213847" y="88548"/>
                </a:cubicBezTo>
                <a:cubicBezTo>
                  <a:pt x="210853" y="85325"/>
                  <a:pt x="209356" y="81038"/>
                  <a:pt x="209356" y="75684"/>
                </a:cubicBezTo>
                <a:lnTo>
                  <a:pt x="209356" y="41381"/>
                </a:lnTo>
                <a:cubicBezTo>
                  <a:pt x="209265" y="38114"/>
                  <a:pt x="208629" y="35868"/>
                  <a:pt x="207449" y="34643"/>
                </a:cubicBezTo>
                <a:cubicBezTo>
                  <a:pt x="206270" y="33418"/>
                  <a:pt x="204092" y="32760"/>
                  <a:pt x="200917" y="32668"/>
                </a:cubicBezTo>
                <a:lnTo>
                  <a:pt x="200917" y="30763"/>
                </a:lnTo>
                <a:lnTo>
                  <a:pt x="220790" y="30763"/>
                </a:lnTo>
                <a:lnTo>
                  <a:pt x="220790" y="75140"/>
                </a:lnTo>
                <a:cubicBezTo>
                  <a:pt x="220790" y="77952"/>
                  <a:pt x="221743" y="80380"/>
                  <a:pt x="223648" y="82422"/>
                </a:cubicBezTo>
                <a:cubicBezTo>
                  <a:pt x="225554" y="84463"/>
                  <a:pt x="227823" y="85484"/>
                  <a:pt x="230455" y="85484"/>
                </a:cubicBezTo>
                <a:cubicBezTo>
                  <a:pt x="234630" y="85484"/>
                  <a:pt x="238623" y="83941"/>
                  <a:pt x="242433" y="80856"/>
                </a:cubicBezTo>
                <a:cubicBezTo>
                  <a:pt x="244157" y="79495"/>
                  <a:pt x="245019" y="77090"/>
                  <a:pt x="245019" y="73642"/>
                </a:cubicBezTo>
                <a:lnTo>
                  <a:pt x="245019" y="41654"/>
                </a:lnTo>
                <a:cubicBezTo>
                  <a:pt x="245019" y="38204"/>
                  <a:pt x="244407" y="35958"/>
                  <a:pt x="243181" y="34916"/>
                </a:cubicBezTo>
                <a:cubicBezTo>
                  <a:pt x="241957" y="33871"/>
                  <a:pt x="239213" y="33259"/>
                  <a:pt x="234948" y="33077"/>
                </a:cubicBezTo>
                <a:lnTo>
                  <a:pt x="234948" y="30763"/>
                </a:lnTo>
                <a:lnTo>
                  <a:pt x="256454" y="30763"/>
                </a:lnTo>
                <a:lnTo>
                  <a:pt x="256454" y="77454"/>
                </a:lnTo>
                <a:cubicBezTo>
                  <a:pt x="256545" y="80629"/>
                  <a:pt x="257021" y="82671"/>
                  <a:pt x="257883" y="83579"/>
                </a:cubicBezTo>
                <a:cubicBezTo>
                  <a:pt x="258745" y="84486"/>
                  <a:pt x="260856" y="85030"/>
                  <a:pt x="264214" y="85212"/>
                </a:cubicBezTo>
                <a:lnTo>
                  <a:pt x="264895" y="85212"/>
                </a:lnTo>
                <a:close/>
                <a:moveTo>
                  <a:pt x="322883" y="69694"/>
                </a:moveTo>
                <a:lnTo>
                  <a:pt x="325059" y="70647"/>
                </a:lnTo>
                <a:cubicBezTo>
                  <a:pt x="322247" y="77997"/>
                  <a:pt x="318368" y="83624"/>
                  <a:pt x="313422" y="87526"/>
                </a:cubicBezTo>
                <a:cubicBezTo>
                  <a:pt x="308475" y="91428"/>
                  <a:pt x="302736" y="93379"/>
                  <a:pt x="296203" y="93379"/>
                </a:cubicBezTo>
                <a:cubicBezTo>
                  <a:pt x="288398" y="93379"/>
                  <a:pt x="282205" y="90634"/>
                  <a:pt x="277621" y="85145"/>
                </a:cubicBezTo>
                <a:cubicBezTo>
                  <a:pt x="273039" y="79655"/>
                  <a:pt x="270748" y="72236"/>
                  <a:pt x="270748" y="62887"/>
                </a:cubicBezTo>
                <a:cubicBezTo>
                  <a:pt x="270748" y="57261"/>
                  <a:pt x="271633" y="52157"/>
                  <a:pt x="273403" y="47575"/>
                </a:cubicBezTo>
                <a:cubicBezTo>
                  <a:pt x="275172" y="42992"/>
                  <a:pt x="277645" y="39293"/>
                  <a:pt x="280820" y="36480"/>
                </a:cubicBezTo>
                <a:cubicBezTo>
                  <a:pt x="286083" y="31760"/>
                  <a:pt x="292209" y="29401"/>
                  <a:pt x="299198" y="29401"/>
                </a:cubicBezTo>
                <a:cubicBezTo>
                  <a:pt x="306548" y="29401"/>
                  <a:pt x="312355" y="31988"/>
                  <a:pt x="316620" y="37161"/>
                </a:cubicBezTo>
                <a:cubicBezTo>
                  <a:pt x="318344" y="39339"/>
                  <a:pt x="319615" y="41631"/>
                  <a:pt x="320432" y="44036"/>
                </a:cubicBezTo>
                <a:cubicBezTo>
                  <a:pt x="321249" y="46440"/>
                  <a:pt x="321929" y="49866"/>
                  <a:pt x="322473" y="54313"/>
                </a:cubicBezTo>
                <a:lnTo>
                  <a:pt x="280548" y="54313"/>
                </a:lnTo>
                <a:cubicBezTo>
                  <a:pt x="280729" y="58487"/>
                  <a:pt x="281092" y="61867"/>
                  <a:pt x="281636" y="64454"/>
                </a:cubicBezTo>
                <a:cubicBezTo>
                  <a:pt x="282182" y="67040"/>
                  <a:pt x="283044" y="69649"/>
                  <a:pt x="284224" y="72280"/>
                </a:cubicBezTo>
                <a:cubicBezTo>
                  <a:pt x="288216" y="80084"/>
                  <a:pt x="294069" y="83986"/>
                  <a:pt x="301784" y="83986"/>
                </a:cubicBezTo>
                <a:cubicBezTo>
                  <a:pt x="306140" y="83986"/>
                  <a:pt x="309929" y="82898"/>
                  <a:pt x="313149" y="80721"/>
                </a:cubicBezTo>
                <a:cubicBezTo>
                  <a:pt x="316372" y="78543"/>
                  <a:pt x="319616" y="74867"/>
                  <a:pt x="322883" y="69694"/>
                </a:cubicBezTo>
                <a:moveTo>
                  <a:pt x="280820" y="49956"/>
                </a:moveTo>
                <a:lnTo>
                  <a:pt x="308590" y="49956"/>
                </a:lnTo>
                <a:cubicBezTo>
                  <a:pt x="307682" y="44058"/>
                  <a:pt x="306275" y="39975"/>
                  <a:pt x="304370" y="37707"/>
                </a:cubicBezTo>
                <a:cubicBezTo>
                  <a:pt x="302464" y="35438"/>
                  <a:pt x="299424" y="34303"/>
                  <a:pt x="295249" y="34303"/>
                </a:cubicBezTo>
                <a:cubicBezTo>
                  <a:pt x="291074" y="34303"/>
                  <a:pt x="287807" y="35573"/>
                  <a:pt x="285448" y="38114"/>
                </a:cubicBezTo>
                <a:cubicBezTo>
                  <a:pt x="283089" y="40655"/>
                  <a:pt x="281547" y="44602"/>
                  <a:pt x="280820" y="49956"/>
                </a:cubicBezTo>
                <a:close/>
                <a:moveTo>
                  <a:pt x="329417" y="92018"/>
                </a:moveTo>
                <a:lnTo>
                  <a:pt x="329417" y="89977"/>
                </a:lnTo>
                <a:cubicBezTo>
                  <a:pt x="332865" y="89795"/>
                  <a:pt x="335110" y="89047"/>
                  <a:pt x="336153" y="87731"/>
                </a:cubicBezTo>
                <a:cubicBezTo>
                  <a:pt x="337197" y="86414"/>
                  <a:pt x="337765" y="83760"/>
                  <a:pt x="337856" y="79768"/>
                </a:cubicBezTo>
                <a:lnTo>
                  <a:pt x="337856" y="46009"/>
                </a:lnTo>
                <a:cubicBezTo>
                  <a:pt x="337856" y="42651"/>
                  <a:pt x="337493" y="40360"/>
                  <a:pt x="336766" y="39136"/>
                </a:cubicBezTo>
                <a:cubicBezTo>
                  <a:pt x="336040" y="37911"/>
                  <a:pt x="334724" y="37298"/>
                  <a:pt x="332819" y="37298"/>
                </a:cubicBezTo>
                <a:cubicBezTo>
                  <a:pt x="331095" y="37298"/>
                  <a:pt x="329870" y="37479"/>
                  <a:pt x="329145" y="37842"/>
                </a:cubicBezTo>
                <a:lnTo>
                  <a:pt x="329145" y="35528"/>
                </a:lnTo>
                <a:cubicBezTo>
                  <a:pt x="332866" y="34439"/>
                  <a:pt x="336087" y="33440"/>
                  <a:pt x="338809" y="32533"/>
                </a:cubicBezTo>
                <a:cubicBezTo>
                  <a:pt x="341532" y="31625"/>
                  <a:pt x="344572" y="30581"/>
                  <a:pt x="347930" y="29401"/>
                </a:cubicBezTo>
                <a:lnTo>
                  <a:pt x="348881" y="29675"/>
                </a:lnTo>
                <a:lnTo>
                  <a:pt x="348881" y="40428"/>
                </a:lnTo>
                <a:cubicBezTo>
                  <a:pt x="351968" y="37524"/>
                  <a:pt x="354599" y="35278"/>
                  <a:pt x="356776" y="33690"/>
                </a:cubicBezTo>
                <a:cubicBezTo>
                  <a:pt x="358954" y="32102"/>
                  <a:pt x="360951" y="30990"/>
                  <a:pt x="362766" y="30354"/>
                </a:cubicBezTo>
                <a:cubicBezTo>
                  <a:pt x="364582" y="29719"/>
                  <a:pt x="366533" y="29401"/>
                  <a:pt x="368620" y="29401"/>
                </a:cubicBezTo>
                <a:cubicBezTo>
                  <a:pt x="373701" y="29401"/>
                  <a:pt x="377649" y="31193"/>
                  <a:pt x="380461" y="34778"/>
                </a:cubicBezTo>
                <a:cubicBezTo>
                  <a:pt x="383275" y="38363"/>
                  <a:pt x="384681" y="43378"/>
                  <a:pt x="384681" y="49821"/>
                </a:cubicBezTo>
                <a:lnTo>
                  <a:pt x="384681" y="80993"/>
                </a:lnTo>
                <a:cubicBezTo>
                  <a:pt x="384773" y="84350"/>
                  <a:pt x="385340" y="86596"/>
                  <a:pt x="386383" y="87731"/>
                </a:cubicBezTo>
                <a:cubicBezTo>
                  <a:pt x="387427" y="88865"/>
                  <a:pt x="389628" y="89614"/>
                  <a:pt x="392986" y="89977"/>
                </a:cubicBezTo>
                <a:lnTo>
                  <a:pt x="392986" y="92018"/>
                </a:lnTo>
                <a:lnTo>
                  <a:pt x="364671" y="92018"/>
                </a:lnTo>
                <a:lnTo>
                  <a:pt x="364671" y="89977"/>
                </a:lnTo>
                <a:cubicBezTo>
                  <a:pt x="368029" y="89795"/>
                  <a:pt x="370275" y="88956"/>
                  <a:pt x="371409" y="87459"/>
                </a:cubicBezTo>
                <a:cubicBezTo>
                  <a:pt x="372544" y="85961"/>
                  <a:pt x="373157" y="82989"/>
                  <a:pt x="373247" y="78542"/>
                </a:cubicBezTo>
                <a:lnTo>
                  <a:pt x="373247" y="50093"/>
                </a:lnTo>
                <a:cubicBezTo>
                  <a:pt x="373247" y="41290"/>
                  <a:pt x="369935" y="36889"/>
                  <a:pt x="363311" y="36889"/>
                </a:cubicBezTo>
                <a:cubicBezTo>
                  <a:pt x="361042" y="36889"/>
                  <a:pt x="358933" y="37411"/>
                  <a:pt x="356982" y="38455"/>
                </a:cubicBezTo>
                <a:cubicBezTo>
                  <a:pt x="355031" y="39498"/>
                  <a:pt x="352467" y="41561"/>
                  <a:pt x="349290" y="44647"/>
                </a:cubicBezTo>
                <a:lnTo>
                  <a:pt x="349290" y="82898"/>
                </a:lnTo>
                <a:cubicBezTo>
                  <a:pt x="349290" y="85349"/>
                  <a:pt x="349948" y="87096"/>
                  <a:pt x="351264" y="88140"/>
                </a:cubicBezTo>
                <a:cubicBezTo>
                  <a:pt x="352579" y="89183"/>
                  <a:pt x="354916" y="89795"/>
                  <a:pt x="358274" y="89977"/>
                </a:cubicBezTo>
                <a:lnTo>
                  <a:pt x="358274" y="92018"/>
                </a:lnTo>
                <a:lnTo>
                  <a:pt x="329417" y="92018"/>
                </a:lnTo>
                <a:close/>
                <a:moveTo>
                  <a:pt x="449204" y="70782"/>
                </a:moveTo>
                <a:lnTo>
                  <a:pt x="451110" y="72008"/>
                </a:lnTo>
                <a:cubicBezTo>
                  <a:pt x="449114" y="76001"/>
                  <a:pt x="447344" y="79110"/>
                  <a:pt x="445801" y="81334"/>
                </a:cubicBezTo>
                <a:cubicBezTo>
                  <a:pt x="444259" y="83556"/>
                  <a:pt x="442580" y="85439"/>
                  <a:pt x="440764" y="86981"/>
                </a:cubicBezTo>
                <a:cubicBezTo>
                  <a:pt x="435774" y="91246"/>
                  <a:pt x="430284" y="93379"/>
                  <a:pt x="424293" y="93379"/>
                </a:cubicBezTo>
                <a:cubicBezTo>
                  <a:pt x="419303" y="93379"/>
                  <a:pt x="414856" y="92086"/>
                  <a:pt x="410954" y="89501"/>
                </a:cubicBezTo>
                <a:cubicBezTo>
                  <a:pt x="407052" y="86914"/>
                  <a:pt x="403989" y="83330"/>
                  <a:pt x="401765" y="78748"/>
                </a:cubicBezTo>
                <a:cubicBezTo>
                  <a:pt x="399542" y="74165"/>
                  <a:pt x="398430" y="68968"/>
                  <a:pt x="398430" y="63160"/>
                </a:cubicBezTo>
                <a:cubicBezTo>
                  <a:pt x="398430" y="51997"/>
                  <a:pt x="401969" y="43285"/>
                  <a:pt x="409048" y="37024"/>
                </a:cubicBezTo>
                <a:cubicBezTo>
                  <a:pt x="414856" y="31942"/>
                  <a:pt x="421255" y="29401"/>
                  <a:pt x="428242" y="29401"/>
                </a:cubicBezTo>
                <a:cubicBezTo>
                  <a:pt x="432053" y="29401"/>
                  <a:pt x="435546" y="30037"/>
                  <a:pt x="438723" y="31308"/>
                </a:cubicBezTo>
                <a:cubicBezTo>
                  <a:pt x="441899" y="32577"/>
                  <a:pt x="444440" y="34279"/>
                  <a:pt x="446346" y="36413"/>
                </a:cubicBezTo>
                <a:cubicBezTo>
                  <a:pt x="448251" y="38546"/>
                  <a:pt x="449204" y="40882"/>
                  <a:pt x="449204" y="43423"/>
                </a:cubicBezTo>
                <a:cubicBezTo>
                  <a:pt x="449204" y="44966"/>
                  <a:pt x="448591" y="46304"/>
                  <a:pt x="447365" y="47438"/>
                </a:cubicBezTo>
                <a:cubicBezTo>
                  <a:pt x="446141" y="48572"/>
                  <a:pt x="444622" y="49139"/>
                  <a:pt x="442806" y="49139"/>
                </a:cubicBezTo>
                <a:cubicBezTo>
                  <a:pt x="439630" y="49139"/>
                  <a:pt x="437452" y="47053"/>
                  <a:pt x="436272" y="42879"/>
                </a:cubicBezTo>
                <a:lnTo>
                  <a:pt x="435455" y="39884"/>
                </a:lnTo>
                <a:cubicBezTo>
                  <a:pt x="434820" y="37343"/>
                  <a:pt x="433935" y="35619"/>
                  <a:pt x="432801" y="34712"/>
                </a:cubicBezTo>
                <a:cubicBezTo>
                  <a:pt x="431667" y="33804"/>
                  <a:pt x="429875" y="33349"/>
                  <a:pt x="427425" y="33349"/>
                </a:cubicBezTo>
                <a:cubicBezTo>
                  <a:pt x="421889" y="33349"/>
                  <a:pt x="417420" y="35528"/>
                  <a:pt x="414016" y="39884"/>
                </a:cubicBezTo>
                <a:cubicBezTo>
                  <a:pt x="410614" y="44239"/>
                  <a:pt x="408913" y="49956"/>
                  <a:pt x="408913" y="57034"/>
                </a:cubicBezTo>
                <a:cubicBezTo>
                  <a:pt x="408913" y="62208"/>
                  <a:pt x="409797" y="66791"/>
                  <a:pt x="411567" y="70784"/>
                </a:cubicBezTo>
                <a:cubicBezTo>
                  <a:pt x="413337" y="74777"/>
                  <a:pt x="415809" y="77907"/>
                  <a:pt x="418984" y="80177"/>
                </a:cubicBezTo>
                <a:cubicBezTo>
                  <a:pt x="422161" y="82445"/>
                  <a:pt x="425837" y="83579"/>
                  <a:pt x="430011" y="83579"/>
                </a:cubicBezTo>
                <a:cubicBezTo>
                  <a:pt x="433914" y="83579"/>
                  <a:pt x="437271" y="82627"/>
                  <a:pt x="440083" y="80721"/>
                </a:cubicBezTo>
                <a:cubicBezTo>
                  <a:pt x="442897" y="78814"/>
                  <a:pt x="445937" y="75501"/>
                  <a:pt x="449204" y="70782"/>
                </a:cubicBezTo>
                <a:close/>
                <a:moveTo>
                  <a:pt x="511821" y="69694"/>
                </a:moveTo>
                <a:lnTo>
                  <a:pt x="513998" y="70647"/>
                </a:lnTo>
                <a:cubicBezTo>
                  <a:pt x="511185" y="77997"/>
                  <a:pt x="507306" y="83624"/>
                  <a:pt x="502360" y="87526"/>
                </a:cubicBezTo>
                <a:cubicBezTo>
                  <a:pt x="497414" y="91428"/>
                  <a:pt x="491674" y="93379"/>
                  <a:pt x="485141" y="93379"/>
                </a:cubicBezTo>
                <a:cubicBezTo>
                  <a:pt x="477337" y="93379"/>
                  <a:pt x="471143" y="90634"/>
                  <a:pt x="466559" y="85145"/>
                </a:cubicBezTo>
                <a:cubicBezTo>
                  <a:pt x="461977" y="79655"/>
                  <a:pt x="459686" y="72236"/>
                  <a:pt x="459686" y="62887"/>
                </a:cubicBezTo>
                <a:cubicBezTo>
                  <a:pt x="459686" y="57261"/>
                  <a:pt x="460571" y="52157"/>
                  <a:pt x="462341" y="47575"/>
                </a:cubicBezTo>
                <a:cubicBezTo>
                  <a:pt x="464111" y="42992"/>
                  <a:pt x="466583" y="39293"/>
                  <a:pt x="469758" y="36480"/>
                </a:cubicBezTo>
                <a:cubicBezTo>
                  <a:pt x="475021" y="31760"/>
                  <a:pt x="481147" y="29401"/>
                  <a:pt x="488136" y="29401"/>
                </a:cubicBezTo>
                <a:cubicBezTo>
                  <a:pt x="495486" y="29401"/>
                  <a:pt x="501294" y="31988"/>
                  <a:pt x="505559" y="37161"/>
                </a:cubicBezTo>
                <a:cubicBezTo>
                  <a:pt x="507283" y="39339"/>
                  <a:pt x="508553" y="41631"/>
                  <a:pt x="509370" y="44036"/>
                </a:cubicBezTo>
                <a:cubicBezTo>
                  <a:pt x="510187" y="46440"/>
                  <a:pt x="510868" y="49866"/>
                  <a:pt x="511412" y="54313"/>
                </a:cubicBezTo>
                <a:lnTo>
                  <a:pt x="469486" y="54313"/>
                </a:lnTo>
                <a:cubicBezTo>
                  <a:pt x="469667" y="58487"/>
                  <a:pt x="470030" y="61867"/>
                  <a:pt x="470574" y="64454"/>
                </a:cubicBezTo>
                <a:cubicBezTo>
                  <a:pt x="471120" y="67040"/>
                  <a:pt x="471983" y="69649"/>
                  <a:pt x="473163" y="72280"/>
                </a:cubicBezTo>
                <a:cubicBezTo>
                  <a:pt x="477155" y="80084"/>
                  <a:pt x="483008" y="83986"/>
                  <a:pt x="490722" y="83986"/>
                </a:cubicBezTo>
                <a:cubicBezTo>
                  <a:pt x="495078" y="83986"/>
                  <a:pt x="498867" y="82898"/>
                  <a:pt x="502088" y="80721"/>
                </a:cubicBezTo>
                <a:cubicBezTo>
                  <a:pt x="505310" y="78543"/>
                  <a:pt x="508554" y="74867"/>
                  <a:pt x="511821" y="69694"/>
                </a:cubicBezTo>
                <a:moveTo>
                  <a:pt x="469758" y="49956"/>
                </a:moveTo>
                <a:lnTo>
                  <a:pt x="497529" y="49956"/>
                </a:lnTo>
                <a:cubicBezTo>
                  <a:pt x="496620" y="44058"/>
                  <a:pt x="495213" y="39975"/>
                  <a:pt x="493308" y="37707"/>
                </a:cubicBezTo>
                <a:cubicBezTo>
                  <a:pt x="491403" y="35438"/>
                  <a:pt x="488362" y="34303"/>
                  <a:pt x="484188" y="34303"/>
                </a:cubicBezTo>
                <a:cubicBezTo>
                  <a:pt x="480013" y="34303"/>
                  <a:pt x="476745" y="35573"/>
                  <a:pt x="474386" y="38114"/>
                </a:cubicBezTo>
                <a:cubicBezTo>
                  <a:pt x="472028" y="40655"/>
                  <a:pt x="470485" y="44602"/>
                  <a:pt x="469758" y="49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Number">
            <a:extLst xmlns:a="http://schemas.openxmlformats.org/drawingml/2006/main">
              <a:ext uri="{FF2B5EF4-FFF2-40B4-BE49-F238E27FC236}">
                <a16:creationId xmlns:a16="http://schemas.microsoft.com/office/drawing/2014/main" id="{41B03CA5-2CD8-4E96-BF89-D79B6536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36" y="4725771"/>
            <a:ext cx="444579" cy="94469"/>
          </a:xfrm>
          <a:custGeom xmlns:a="http://schemas.openxmlformats.org/drawingml/2006/main">
            <a:pathLst>
              <a:path w="444579" h="94469">
                <a:moveTo>
                  <a:pt x="94606" y="2858"/>
                </a:moveTo>
                <a:lnTo>
                  <a:pt x="94606" y="5444"/>
                </a:lnTo>
                <a:cubicBezTo>
                  <a:pt x="91067" y="5717"/>
                  <a:pt x="88390" y="6330"/>
                  <a:pt x="86574" y="7282"/>
                </a:cubicBezTo>
                <a:cubicBezTo>
                  <a:pt x="84760" y="8235"/>
                  <a:pt x="83536" y="9891"/>
                  <a:pt x="82900" y="12251"/>
                </a:cubicBezTo>
                <a:cubicBezTo>
                  <a:pt x="82264" y="14610"/>
                  <a:pt x="81856" y="18149"/>
                  <a:pt x="81675" y="22869"/>
                </a:cubicBezTo>
                <a:lnTo>
                  <a:pt x="81675" y="94469"/>
                </a:lnTo>
                <a:lnTo>
                  <a:pt x="79361" y="94469"/>
                </a:lnTo>
                <a:lnTo>
                  <a:pt x="19194" y="19601"/>
                </a:lnTo>
                <a:lnTo>
                  <a:pt x="19194" y="72961"/>
                </a:lnTo>
                <a:cubicBezTo>
                  <a:pt x="19286" y="77590"/>
                  <a:pt x="19671" y="81130"/>
                  <a:pt x="20351" y="83579"/>
                </a:cubicBezTo>
                <a:cubicBezTo>
                  <a:pt x="21032" y="86029"/>
                  <a:pt x="22280" y="87731"/>
                  <a:pt x="24094" y="88685"/>
                </a:cubicBezTo>
                <a:cubicBezTo>
                  <a:pt x="25909" y="89637"/>
                  <a:pt x="28541" y="90204"/>
                  <a:pt x="31989" y="90386"/>
                </a:cubicBezTo>
                <a:lnTo>
                  <a:pt x="31989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721" y="90113"/>
                  <a:pt x="6511" y="89546"/>
                  <a:pt x="8371" y="88685"/>
                </a:cubicBezTo>
                <a:cubicBezTo>
                  <a:pt x="10232" y="87822"/>
                  <a:pt x="11480" y="86189"/>
                  <a:pt x="12116" y="83785"/>
                </a:cubicBezTo>
                <a:cubicBezTo>
                  <a:pt x="12751" y="81380"/>
                  <a:pt x="13114" y="77772"/>
                  <a:pt x="13204" y="72961"/>
                </a:cubicBezTo>
                <a:lnTo>
                  <a:pt x="13204" y="12932"/>
                </a:lnTo>
                <a:cubicBezTo>
                  <a:pt x="11390" y="10754"/>
                  <a:pt x="9870" y="9143"/>
                  <a:pt x="8645" y="8101"/>
                </a:cubicBezTo>
                <a:cubicBezTo>
                  <a:pt x="7419" y="7056"/>
                  <a:pt x="6171" y="6353"/>
                  <a:pt x="4900" y="5990"/>
                </a:cubicBezTo>
                <a:cubicBezTo>
                  <a:pt x="3630" y="5626"/>
                  <a:pt x="1997" y="5444"/>
                  <a:pt x="0" y="5444"/>
                </a:cubicBezTo>
                <a:lnTo>
                  <a:pt x="0" y="2858"/>
                </a:lnTo>
                <a:lnTo>
                  <a:pt x="23278" y="2858"/>
                </a:lnTo>
                <a:lnTo>
                  <a:pt x="75684" y="68743"/>
                </a:lnTo>
                <a:lnTo>
                  <a:pt x="75684" y="22869"/>
                </a:lnTo>
                <a:cubicBezTo>
                  <a:pt x="75594" y="18059"/>
                  <a:pt x="75209" y="14452"/>
                  <a:pt x="74527" y="12047"/>
                </a:cubicBezTo>
                <a:cubicBezTo>
                  <a:pt x="73847" y="9642"/>
                  <a:pt x="72600" y="7986"/>
                  <a:pt x="70784" y="7079"/>
                </a:cubicBezTo>
                <a:cubicBezTo>
                  <a:pt x="68969" y="6170"/>
                  <a:pt x="66247" y="5625"/>
                  <a:pt x="62617" y="5444"/>
                </a:cubicBezTo>
                <a:lnTo>
                  <a:pt x="62617" y="2858"/>
                </a:lnTo>
                <a:lnTo>
                  <a:pt x="94606" y="2858"/>
                </a:lnTo>
                <a:close/>
                <a:moveTo>
                  <a:pt x="163349" y="86165"/>
                </a:moveTo>
                <a:lnTo>
                  <a:pt x="163349" y="88072"/>
                </a:lnTo>
                <a:cubicBezTo>
                  <a:pt x="159900" y="88979"/>
                  <a:pt x="156791" y="89887"/>
                  <a:pt x="154023" y="90795"/>
                </a:cubicBezTo>
                <a:cubicBezTo>
                  <a:pt x="151256" y="91702"/>
                  <a:pt x="148148" y="92836"/>
                  <a:pt x="144699" y="94197"/>
                </a:cubicBezTo>
                <a:lnTo>
                  <a:pt x="144155" y="93925"/>
                </a:lnTo>
                <a:lnTo>
                  <a:pt x="144155" y="82626"/>
                </a:lnTo>
                <a:lnTo>
                  <a:pt x="138302" y="88479"/>
                </a:lnTo>
                <a:cubicBezTo>
                  <a:pt x="136486" y="90294"/>
                  <a:pt x="134331" y="91724"/>
                  <a:pt x="131836" y="92768"/>
                </a:cubicBezTo>
                <a:cubicBezTo>
                  <a:pt x="129341" y="93811"/>
                  <a:pt x="126823" y="94332"/>
                  <a:pt x="124282" y="94332"/>
                </a:cubicBezTo>
                <a:cubicBezTo>
                  <a:pt x="119290" y="94332"/>
                  <a:pt x="115296" y="92722"/>
                  <a:pt x="112301" y="89501"/>
                </a:cubicBezTo>
                <a:cubicBezTo>
                  <a:pt x="109307" y="86279"/>
                  <a:pt x="107810" y="81991"/>
                  <a:pt x="107810" y="76638"/>
                </a:cubicBezTo>
                <a:lnTo>
                  <a:pt x="107810" y="42335"/>
                </a:lnTo>
                <a:cubicBezTo>
                  <a:pt x="107719" y="39067"/>
                  <a:pt x="107083" y="36821"/>
                  <a:pt x="105904" y="35597"/>
                </a:cubicBezTo>
                <a:cubicBezTo>
                  <a:pt x="104724" y="34371"/>
                  <a:pt x="102546" y="33713"/>
                  <a:pt x="99371" y="33622"/>
                </a:cubicBezTo>
                <a:lnTo>
                  <a:pt x="99371" y="31717"/>
                </a:lnTo>
                <a:lnTo>
                  <a:pt x="119245" y="31717"/>
                </a:lnTo>
                <a:lnTo>
                  <a:pt x="119245" y="76093"/>
                </a:lnTo>
                <a:cubicBezTo>
                  <a:pt x="119245" y="78906"/>
                  <a:pt x="120197" y="81333"/>
                  <a:pt x="122103" y="83376"/>
                </a:cubicBezTo>
                <a:cubicBezTo>
                  <a:pt x="124008" y="85417"/>
                  <a:pt x="126277" y="86437"/>
                  <a:pt x="128909" y="86437"/>
                </a:cubicBezTo>
                <a:cubicBezTo>
                  <a:pt x="133084" y="86437"/>
                  <a:pt x="137077" y="84895"/>
                  <a:pt x="140888" y="81810"/>
                </a:cubicBezTo>
                <a:cubicBezTo>
                  <a:pt x="142612" y="80448"/>
                  <a:pt x="143474" y="78044"/>
                  <a:pt x="143474" y="74596"/>
                </a:cubicBezTo>
                <a:lnTo>
                  <a:pt x="143474" y="42607"/>
                </a:lnTo>
                <a:cubicBezTo>
                  <a:pt x="143474" y="39158"/>
                  <a:pt x="142861" y="36912"/>
                  <a:pt x="141635" y="35869"/>
                </a:cubicBezTo>
                <a:cubicBezTo>
                  <a:pt x="140411" y="34825"/>
                  <a:pt x="137667" y="34212"/>
                  <a:pt x="133402" y="34031"/>
                </a:cubicBezTo>
                <a:lnTo>
                  <a:pt x="133402" y="31717"/>
                </a:lnTo>
                <a:lnTo>
                  <a:pt x="154908" y="31717"/>
                </a:lnTo>
                <a:lnTo>
                  <a:pt x="154908" y="78407"/>
                </a:lnTo>
                <a:cubicBezTo>
                  <a:pt x="154999" y="81582"/>
                  <a:pt x="155476" y="83624"/>
                  <a:pt x="156337" y="84533"/>
                </a:cubicBezTo>
                <a:cubicBezTo>
                  <a:pt x="157200" y="85440"/>
                  <a:pt x="159310" y="85984"/>
                  <a:pt x="162668" y="86165"/>
                </a:cubicBezTo>
                <a:lnTo>
                  <a:pt x="163349" y="86165"/>
                </a:lnTo>
                <a:close/>
                <a:moveTo>
                  <a:pt x="167161" y="92972"/>
                </a:moveTo>
                <a:lnTo>
                  <a:pt x="167161" y="90930"/>
                </a:lnTo>
                <a:cubicBezTo>
                  <a:pt x="170881" y="90930"/>
                  <a:pt x="173377" y="90295"/>
                  <a:pt x="174646" y="89025"/>
                </a:cubicBezTo>
                <a:cubicBezTo>
                  <a:pt x="175918" y="87754"/>
                  <a:pt x="176598" y="85212"/>
                  <a:pt x="176688" y="81400"/>
                </a:cubicBezTo>
                <a:lnTo>
                  <a:pt x="176688" y="46963"/>
                </a:lnTo>
                <a:cubicBezTo>
                  <a:pt x="176688" y="43696"/>
                  <a:pt x="176347" y="41428"/>
                  <a:pt x="175666" y="40158"/>
                </a:cubicBezTo>
                <a:cubicBezTo>
                  <a:pt x="174986" y="38887"/>
                  <a:pt x="173739" y="38251"/>
                  <a:pt x="171923" y="38251"/>
                </a:cubicBezTo>
                <a:cubicBezTo>
                  <a:pt x="170562" y="38251"/>
                  <a:pt x="169110" y="38433"/>
                  <a:pt x="167568" y="38796"/>
                </a:cubicBezTo>
                <a:lnTo>
                  <a:pt x="167568" y="36482"/>
                </a:lnTo>
                <a:cubicBezTo>
                  <a:pt x="171288" y="35483"/>
                  <a:pt x="174533" y="34531"/>
                  <a:pt x="177301" y="33624"/>
                </a:cubicBezTo>
                <a:cubicBezTo>
                  <a:pt x="180069" y="32715"/>
                  <a:pt x="183177" y="31625"/>
                  <a:pt x="186625" y="30354"/>
                </a:cubicBezTo>
                <a:lnTo>
                  <a:pt x="187578" y="30628"/>
                </a:lnTo>
                <a:lnTo>
                  <a:pt x="187578" y="40837"/>
                </a:lnTo>
                <a:cubicBezTo>
                  <a:pt x="191389" y="37934"/>
                  <a:pt x="194474" y="35733"/>
                  <a:pt x="196834" y="34236"/>
                </a:cubicBezTo>
                <a:cubicBezTo>
                  <a:pt x="199193" y="32738"/>
                  <a:pt x="201258" y="31717"/>
                  <a:pt x="203027" y="31173"/>
                </a:cubicBezTo>
                <a:cubicBezTo>
                  <a:pt x="204797" y="30627"/>
                  <a:pt x="206680" y="30354"/>
                  <a:pt x="208677" y="30354"/>
                </a:cubicBezTo>
                <a:cubicBezTo>
                  <a:pt x="215846" y="30354"/>
                  <a:pt x="220655" y="34166"/>
                  <a:pt x="223106" y="41789"/>
                </a:cubicBezTo>
                <a:cubicBezTo>
                  <a:pt x="230185" y="34166"/>
                  <a:pt x="237581" y="30354"/>
                  <a:pt x="245294" y="30354"/>
                </a:cubicBezTo>
                <a:cubicBezTo>
                  <a:pt x="255820" y="30354"/>
                  <a:pt x="261084" y="38431"/>
                  <a:pt x="261084" y="54585"/>
                </a:cubicBezTo>
                <a:lnTo>
                  <a:pt x="261084" y="82626"/>
                </a:lnTo>
                <a:cubicBezTo>
                  <a:pt x="261084" y="85258"/>
                  <a:pt x="261515" y="87164"/>
                  <a:pt x="262378" y="88344"/>
                </a:cubicBezTo>
                <a:cubicBezTo>
                  <a:pt x="263240" y="89524"/>
                  <a:pt x="264760" y="90295"/>
                  <a:pt x="266937" y="90658"/>
                </a:cubicBezTo>
                <a:lnTo>
                  <a:pt x="270476" y="90930"/>
                </a:lnTo>
                <a:lnTo>
                  <a:pt x="270476" y="92972"/>
                </a:lnTo>
                <a:lnTo>
                  <a:pt x="240666" y="92972"/>
                </a:lnTo>
                <a:lnTo>
                  <a:pt x="240666" y="90930"/>
                </a:lnTo>
                <a:cubicBezTo>
                  <a:pt x="243298" y="90657"/>
                  <a:pt x="245227" y="90272"/>
                  <a:pt x="246451" y="89773"/>
                </a:cubicBezTo>
                <a:cubicBezTo>
                  <a:pt x="247676" y="89273"/>
                  <a:pt x="248493" y="88388"/>
                  <a:pt x="248902" y="87119"/>
                </a:cubicBezTo>
                <a:cubicBezTo>
                  <a:pt x="249310" y="85847"/>
                  <a:pt x="249559" y="83851"/>
                  <a:pt x="249649" y="81128"/>
                </a:cubicBezTo>
                <a:lnTo>
                  <a:pt x="249649" y="52407"/>
                </a:lnTo>
                <a:cubicBezTo>
                  <a:pt x="249649" y="46780"/>
                  <a:pt x="248923" y="42878"/>
                  <a:pt x="247470" y="40700"/>
                </a:cubicBezTo>
                <a:cubicBezTo>
                  <a:pt x="246019" y="38522"/>
                  <a:pt x="243343" y="37433"/>
                  <a:pt x="239441" y="37433"/>
                </a:cubicBezTo>
                <a:cubicBezTo>
                  <a:pt x="236264" y="37433"/>
                  <a:pt x="233519" y="38091"/>
                  <a:pt x="231205" y="39408"/>
                </a:cubicBezTo>
                <a:cubicBezTo>
                  <a:pt x="228891" y="40724"/>
                  <a:pt x="226691" y="42833"/>
                  <a:pt x="224604" y="45737"/>
                </a:cubicBezTo>
                <a:lnTo>
                  <a:pt x="224604" y="80040"/>
                </a:lnTo>
                <a:cubicBezTo>
                  <a:pt x="224785" y="84396"/>
                  <a:pt x="225511" y="87301"/>
                  <a:pt x="226781" y="88753"/>
                </a:cubicBezTo>
                <a:cubicBezTo>
                  <a:pt x="228052" y="90204"/>
                  <a:pt x="230593" y="90930"/>
                  <a:pt x="234404" y="90930"/>
                </a:cubicBezTo>
                <a:lnTo>
                  <a:pt x="234404" y="92972"/>
                </a:lnTo>
                <a:lnTo>
                  <a:pt x="203912" y="92972"/>
                </a:lnTo>
                <a:lnTo>
                  <a:pt x="203912" y="90930"/>
                </a:lnTo>
                <a:cubicBezTo>
                  <a:pt x="207724" y="90749"/>
                  <a:pt x="210197" y="90068"/>
                  <a:pt x="211332" y="88888"/>
                </a:cubicBezTo>
                <a:cubicBezTo>
                  <a:pt x="212466" y="87708"/>
                  <a:pt x="213078" y="85167"/>
                  <a:pt x="213170" y="81265"/>
                </a:cubicBezTo>
                <a:lnTo>
                  <a:pt x="213170" y="51727"/>
                </a:lnTo>
                <a:cubicBezTo>
                  <a:pt x="213170" y="42198"/>
                  <a:pt x="210175" y="37433"/>
                  <a:pt x="204184" y="37433"/>
                </a:cubicBezTo>
                <a:cubicBezTo>
                  <a:pt x="201825" y="37433"/>
                  <a:pt x="199329" y="37955"/>
                  <a:pt x="196697" y="38999"/>
                </a:cubicBezTo>
                <a:cubicBezTo>
                  <a:pt x="194066" y="40043"/>
                  <a:pt x="191888" y="41336"/>
                  <a:pt x="190164" y="42879"/>
                </a:cubicBezTo>
                <a:cubicBezTo>
                  <a:pt x="189710" y="43332"/>
                  <a:pt x="189256" y="43831"/>
                  <a:pt x="188802" y="44377"/>
                </a:cubicBezTo>
                <a:cubicBezTo>
                  <a:pt x="188349" y="44921"/>
                  <a:pt x="188122" y="45284"/>
                  <a:pt x="188122" y="45465"/>
                </a:cubicBezTo>
                <a:lnTo>
                  <a:pt x="188122" y="83851"/>
                </a:lnTo>
                <a:cubicBezTo>
                  <a:pt x="188214" y="86574"/>
                  <a:pt x="188917" y="88411"/>
                  <a:pt x="190233" y="89364"/>
                </a:cubicBezTo>
                <a:cubicBezTo>
                  <a:pt x="191548" y="90317"/>
                  <a:pt x="193931" y="90839"/>
                  <a:pt x="197380" y="90930"/>
                </a:cubicBezTo>
                <a:lnTo>
                  <a:pt x="197380" y="92972"/>
                </a:lnTo>
                <a:lnTo>
                  <a:pt x="167161" y="92972"/>
                </a:lnTo>
                <a:close/>
                <a:moveTo>
                  <a:pt x="291304" y="272"/>
                </a:moveTo>
                <a:lnTo>
                  <a:pt x="291304" y="41926"/>
                </a:lnTo>
                <a:cubicBezTo>
                  <a:pt x="292665" y="38478"/>
                  <a:pt x="295115" y="35688"/>
                  <a:pt x="298654" y="33555"/>
                </a:cubicBezTo>
                <a:cubicBezTo>
                  <a:pt x="302194" y="31421"/>
                  <a:pt x="306051" y="30354"/>
                  <a:pt x="310226" y="30354"/>
                </a:cubicBezTo>
                <a:cubicBezTo>
                  <a:pt x="314762" y="30354"/>
                  <a:pt x="318845" y="31648"/>
                  <a:pt x="322474" y="34234"/>
                </a:cubicBezTo>
                <a:cubicBezTo>
                  <a:pt x="326105" y="36821"/>
                  <a:pt x="328964" y="40338"/>
                  <a:pt x="331051" y="44786"/>
                </a:cubicBezTo>
                <a:cubicBezTo>
                  <a:pt x="333139" y="49232"/>
                  <a:pt x="334183" y="54268"/>
                  <a:pt x="334183" y="59894"/>
                </a:cubicBezTo>
                <a:cubicBezTo>
                  <a:pt x="334183" y="66337"/>
                  <a:pt x="332776" y="72168"/>
                  <a:pt x="329962" y="77385"/>
                </a:cubicBezTo>
                <a:cubicBezTo>
                  <a:pt x="327150" y="82603"/>
                  <a:pt x="323338" y="86732"/>
                  <a:pt x="318528" y="89773"/>
                </a:cubicBezTo>
                <a:cubicBezTo>
                  <a:pt x="313719" y="92812"/>
                  <a:pt x="308319" y="94332"/>
                  <a:pt x="302329" y="94332"/>
                </a:cubicBezTo>
                <a:cubicBezTo>
                  <a:pt x="298700" y="94332"/>
                  <a:pt x="295160" y="93901"/>
                  <a:pt x="291711" y="93038"/>
                </a:cubicBezTo>
                <a:cubicBezTo>
                  <a:pt x="288263" y="92177"/>
                  <a:pt x="285427" y="91066"/>
                  <a:pt x="283203" y="89704"/>
                </a:cubicBezTo>
                <a:cubicBezTo>
                  <a:pt x="280981" y="88343"/>
                  <a:pt x="279869" y="86982"/>
                  <a:pt x="279869" y="85621"/>
                </a:cubicBezTo>
                <a:lnTo>
                  <a:pt x="279869" y="14974"/>
                </a:lnTo>
                <a:cubicBezTo>
                  <a:pt x="279869" y="12070"/>
                  <a:pt x="279461" y="10187"/>
                  <a:pt x="278644" y="9326"/>
                </a:cubicBezTo>
                <a:cubicBezTo>
                  <a:pt x="277827" y="8463"/>
                  <a:pt x="276012" y="8032"/>
                  <a:pt x="273200" y="8032"/>
                </a:cubicBezTo>
                <a:cubicBezTo>
                  <a:pt x="272202" y="8032"/>
                  <a:pt x="271430" y="8077"/>
                  <a:pt x="270886" y="8167"/>
                </a:cubicBezTo>
                <a:lnTo>
                  <a:pt x="270886" y="5988"/>
                </a:lnTo>
                <a:lnTo>
                  <a:pt x="274833" y="4900"/>
                </a:lnTo>
                <a:cubicBezTo>
                  <a:pt x="278009" y="3993"/>
                  <a:pt x="280731" y="3199"/>
                  <a:pt x="283000" y="2519"/>
                </a:cubicBezTo>
                <a:cubicBezTo>
                  <a:pt x="285269" y="1838"/>
                  <a:pt x="287810" y="998"/>
                  <a:pt x="290622" y="0"/>
                </a:cubicBezTo>
                <a:lnTo>
                  <a:pt x="291304" y="272"/>
                </a:lnTo>
                <a:moveTo>
                  <a:pt x="291304" y="49139"/>
                </a:moveTo>
                <a:lnTo>
                  <a:pt x="291304" y="83442"/>
                </a:lnTo>
                <a:cubicBezTo>
                  <a:pt x="291304" y="85167"/>
                  <a:pt x="292619" y="86688"/>
                  <a:pt x="295250" y="88003"/>
                </a:cubicBezTo>
                <a:cubicBezTo>
                  <a:pt x="297883" y="89319"/>
                  <a:pt x="300968" y="89977"/>
                  <a:pt x="304508" y="89977"/>
                </a:cubicBezTo>
                <a:cubicBezTo>
                  <a:pt x="310134" y="89977"/>
                  <a:pt x="314489" y="87890"/>
                  <a:pt x="317575" y="83716"/>
                </a:cubicBezTo>
                <a:cubicBezTo>
                  <a:pt x="320661" y="79541"/>
                  <a:pt x="322204" y="73687"/>
                  <a:pt x="322204" y="66155"/>
                </a:cubicBezTo>
                <a:cubicBezTo>
                  <a:pt x="322204" y="61254"/>
                  <a:pt x="321524" y="56671"/>
                  <a:pt x="320163" y="52407"/>
                </a:cubicBezTo>
                <a:cubicBezTo>
                  <a:pt x="318801" y="48142"/>
                  <a:pt x="317032" y="44966"/>
                  <a:pt x="314854" y="42879"/>
                </a:cubicBezTo>
                <a:cubicBezTo>
                  <a:pt x="311950" y="40247"/>
                  <a:pt x="308592" y="38931"/>
                  <a:pt x="304780" y="38931"/>
                </a:cubicBezTo>
                <a:cubicBezTo>
                  <a:pt x="301240" y="38931"/>
                  <a:pt x="298110" y="39975"/>
                  <a:pt x="295387" y="42063"/>
                </a:cubicBezTo>
                <a:cubicBezTo>
                  <a:pt x="292665" y="44149"/>
                  <a:pt x="291304" y="46508"/>
                  <a:pt x="291304" y="49139"/>
                </a:cubicBezTo>
                <a:close/>
                <a:moveTo>
                  <a:pt x="394893" y="70647"/>
                </a:moveTo>
                <a:lnTo>
                  <a:pt x="397070" y="71601"/>
                </a:lnTo>
                <a:cubicBezTo>
                  <a:pt x="394258" y="78951"/>
                  <a:pt x="390379" y="84577"/>
                  <a:pt x="385432" y="88479"/>
                </a:cubicBezTo>
                <a:cubicBezTo>
                  <a:pt x="380486" y="92381"/>
                  <a:pt x="374747" y="94332"/>
                  <a:pt x="368214" y="94332"/>
                </a:cubicBezTo>
                <a:cubicBezTo>
                  <a:pt x="360409" y="94332"/>
                  <a:pt x="354215" y="91588"/>
                  <a:pt x="349632" y="86099"/>
                </a:cubicBezTo>
                <a:cubicBezTo>
                  <a:pt x="345050" y="80608"/>
                  <a:pt x="342759" y="73189"/>
                  <a:pt x="342759" y="63841"/>
                </a:cubicBezTo>
                <a:cubicBezTo>
                  <a:pt x="342759" y="58215"/>
                  <a:pt x="343644" y="53111"/>
                  <a:pt x="345414" y="48529"/>
                </a:cubicBezTo>
                <a:cubicBezTo>
                  <a:pt x="347183" y="43945"/>
                  <a:pt x="349656" y="40247"/>
                  <a:pt x="352831" y="37433"/>
                </a:cubicBezTo>
                <a:cubicBezTo>
                  <a:pt x="358094" y="32714"/>
                  <a:pt x="364220" y="30354"/>
                  <a:pt x="371209" y="30354"/>
                </a:cubicBezTo>
                <a:cubicBezTo>
                  <a:pt x="378559" y="30354"/>
                  <a:pt x="384366" y="32941"/>
                  <a:pt x="388631" y="38114"/>
                </a:cubicBezTo>
                <a:cubicBezTo>
                  <a:pt x="390355" y="40292"/>
                  <a:pt x="391626" y="42584"/>
                  <a:pt x="392443" y="44989"/>
                </a:cubicBezTo>
                <a:cubicBezTo>
                  <a:pt x="393260" y="47393"/>
                  <a:pt x="393940" y="50819"/>
                  <a:pt x="394484" y="55267"/>
                </a:cubicBezTo>
                <a:lnTo>
                  <a:pt x="352559" y="55267"/>
                </a:lnTo>
                <a:cubicBezTo>
                  <a:pt x="352740" y="59440"/>
                  <a:pt x="353103" y="62820"/>
                  <a:pt x="353647" y="65407"/>
                </a:cubicBezTo>
                <a:cubicBezTo>
                  <a:pt x="354193" y="67994"/>
                  <a:pt x="355055" y="70602"/>
                  <a:pt x="356235" y="73233"/>
                </a:cubicBezTo>
                <a:cubicBezTo>
                  <a:pt x="360227" y="81038"/>
                  <a:pt x="366080" y="84940"/>
                  <a:pt x="373795" y="84940"/>
                </a:cubicBezTo>
                <a:cubicBezTo>
                  <a:pt x="378151" y="84940"/>
                  <a:pt x="381939" y="83851"/>
                  <a:pt x="385160" y="81675"/>
                </a:cubicBezTo>
                <a:cubicBezTo>
                  <a:pt x="388383" y="79496"/>
                  <a:pt x="391627" y="75821"/>
                  <a:pt x="394893" y="70647"/>
                </a:cubicBezTo>
                <a:moveTo>
                  <a:pt x="352831" y="50909"/>
                </a:moveTo>
                <a:lnTo>
                  <a:pt x="380601" y="50909"/>
                </a:lnTo>
                <a:cubicBezTo>
                  <a:pt x="379693" y="45011"/>
                  <a:pt x="378286" y="40929"/>
                  <a:pt x="376381" y="38660"/>
                </a:cubicBezTo>
                <a:cubicBezTo>
                  <a:pt x="374475" y="36391"/>
                  <a:pt x="371435" y="35256"/>
                  <a:pt x="367260" y="35256"/>
                </a:cubicBezTo>
                <a:cubicBezTo>
                  <a:pt x="363085" y="35256"/>
                  <a:pt x="359818" y="36527"/>
                  <a:pt x="357458" y="39068"/>
                </a:cubicBezTo>
                <a:cubicBezTo>
                  <a:pt x="355100" y="41609"/>
                  <a:pt x="353558" y="45556"/>
                  <a:pt x="352831" y="50909"/>
                </a:cubicBezTo>
                <a:close/>
                <a:moveTo>
                  <a:pt x="399658" y="92972"/>
                </a:moveTo>
                <a:lnTo>
                  <a:pt x="399658" y="90930"/>
                </a:lnTo>
                <a:cubicBezTo>
                  <a:pt x="402562" y="90386"/>
                  <a:pt x="404672" y="89864"/>
                  <a:pt x="405987" y="89366"/>
                </a:cubicBezTo>
                <a:cubicBezTo>
                  <a:pt x="407303" y="88866"/>
                  <a:pt x="408165" y="88026"/>
                  <a:pt x="408573" y="86846"/>
                </a:cubicBezTo>
                <a:cubicBezTo>
                  <a:pt x="408982" y="85667"/>
                  <a:pt x="409231" y="83897"/>
                  <a:pt x="409323" y="81537"/>
                </a:cubicBezTo>
                <a:lnTo>
                  <a:pt x="409323" y="47507"/>
                </a:lnTo>
                <a:cubicBezTo>
                  <a:pt x="409323" y="44512"/>
                  <a:pt x="408982" y="42402"/>
                  <a:pt x="408301" y="41178"/>
                </a:cubicBezTo>
                <a:cubicBezTo>
                  <a:pt x="407621" y="39952"/>
                  <a:pt x="406419" y="39340"/>
                  <a:pt x="404695" y="39340"/>
                </a:cubicBezTo>
                <a:cubicBezTo>
                  <a:pt x="403243" y="39340"/>
                  <a:pt x="401654" y="39521"/>
                  <a:pt x="399930" y="39884"/>
                </a:cubicBezTo>
                <a:lnTo>
                  <a:pt x="399930" y="37705"/>
                </a:lnTo>
                <a:cubicBezTo>
                  <a:pt x="403922" y="36435"/>
                  <a:pt x="407370" y="35256"/>
                  <a:pt x="410274" y="34168"/>
                </a:cubicBezTo>
                <a:cubicBezTo>
                  <a:pt x="413179" y="33078"/>
                  <a:pt x="416446" y="31807"/>
                  <a:pt x="420076" y="30354"/>
                </a:cubicBezTo>
                <a:lnTo>
                  <a:pt x="420757" y="30628"/>
                </a:lnTo>
                <a:lnTo>
                  <a:pt x="420757" y="43151"/>
                </a:lnTo>
                <a:cubicBezTo>
                  <a:pt x="424115" y="38251"/>
                  <a:pt x="426973" y="34893"/>
                  <a:pt x="429331" y="33077"/>
                </a:cubicBezTo>
                <a:cubicBezTo>
                  <a:pt x="431691" y="31262"/>
                  <a:pt x="434277" y="30354"/>
                  <a:pt x="437091" y="30354"/>
                </a:cubicBezTo>
                <a:cubicBezTo>
                  <a:pt x="439451" y="30354"/>
                  <a:pt x="441288" y="30990"/>
                  <a:pt x="442604" y="32261"/>
                </a:cubicBezTo>
                <a:cubicBezTo>
                  <a:pt x="443921" y="33531"/>
                  <a:pt x="444579" y="35300"/>
                  <a:pt x="444579" y="37570"/>
                </a:cubicBezTo>
                <a:cubicBezTo>
                  <a:pt x="444579" y="39475"/>
                  <a:pt x="444102" y="40973"/>
                  <a:pt x="443148" y="42063"/>
                </a:cubicBezTo>
                <a:cubicBezTo>
                  <a:pt x="442195" y="43151"/>
                  <a:pt x="440903" y="43695"/>
                  <a:pt x="439270" y="43695"/>
                </a:cubicBezTo>
                <a:cubicBezTo>
                  <a:pt x="438362" y="43695"/>
                  <a:pt x="437499" y="43491"/>
                  <a:pt x="436682" y="43083"/>
                </a:cubicBezTo>
                <a:cubicBezTo>
                  <a:pt x="435866" y="42674"/>
                  <a:pt x="434914" y="41971"/>
                  <a:pt x="433824" y="40972"/>
                </a:cubicBezTo>
                <a:cubicBezTo>
                  <a:pt x="432373" y="39611"/>
                  <a:pt x="431193" y="38931"/>
                  <a:pt x="430285" y="38931"/>
                </a:cubicBezTo>
                <a:cubicBezTo>
                  <a:pt x="429015" y="38931"/>
                  <a:pt x="427631" y="39566"/>
                  <a:pt x="426133" y="40837"/>
                </a:cubicBezTo>
                <a:cubicBezTo>
                  <a:pt x="424636" y="42107"/>
                  <a:pt x="423365" y="43605"/>
                  <a:pt x="422321" y="45330"/>
                </a:cubicBezTo>
                <a:cubicBezTo>
                  <a:pt x="421278" y="47054"/>
                  <a:pt x="420757" y="48642"/>
                  <a:pt x="420757" y="50093"/>
                </a:cubicBezTo>
                <a:lnTo>
                  <a:pt x="420757" y="80721"/>
                </a:lnTo>
                <a:cubicBezTo>
                  <a:pt x="420938" y="84713"/>
                  <a:pt x="421778" y="87368"/>
                  <a:pt x="423275" y="88685"/>
                </a:cubicBezTo>
                <a:cubicBezTo>
                  <a:pt x="424773" y="90000"/>
                  <a:pt x="427790" y="90749"/>
                  <a:pt x="432326" y="90930"/>
                </a:cubicBezTo>
                <a:lnTo>
                  <a:pt x="432326" y="92972"/>
                </a:lnTo>
                <a:lnTo>
                  <a:pt x="399658" y="929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E991C-A1CC-49FA-A912-D1C6C14F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11" y="4205791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4Bytes">
            <a:extLst xmlns:a="http://schemas.openxmlformats.org/drawingml/2006/main">
              <a:ext uri="{FF2B5EF4-FFF2-40B4-BE49-F238E27FC236}">
                <a16:creationId xmlns:a16="http://schemas.microsoft.com/office/drawing/2014/main" id="{D78C8B88-7D12-4A40-A9A8-BE8B5107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91" y="4316599"/>
            <a:ext cx="404423" cy="121693"/>
          </a:xfrm>
          <a:custGeom xmlns:a="http://schemas.openxmlformats.org/drawingml/2006/main">
            <a:pathLst>
              <a:path w="404423" h="121693">
                <a:moveTo>
                  <a:pt x="62617" y="60574"/>
                </a:moveTo>
                <a:lnTo>
                  <a:pt x="62617" y="69285"/>
                </a:lnTo>
                <a:lnTo>
                  <a:pt x="48732" y="69285"/>
                </a:lnTo>
                <a:lnTo>
                  <a:pt x="48732" y="92018"/>
                </a:lnTo>
                <a:lnTo>
                  <a:pt x="38251" y="92018"/>
                </a:lnTo>
                <a:lnTo>
                  <a:pt x="38251" y="69285"/>
                </a:lnTo>
                <a:lnTo>
                  <a:pt x="0" y="69285"/>
                </a:lnTo>
                <a:lnTo>
                  <a:pt x="0" y="60574"/>
                </a:lnTo>
                <a:lnTo>
                  <a:pt x="42744" y="0"/>
                </a:lnTo>
                <a:lnTo>
                  <a:pt x="48732" y="0"/>
                </a:lnTo>
                <a:lnTo>
                  <a:pt x="48732" y="60574"/>
                </a:lnTo>
                <a:lnTo>
                  <a:pt x="62617" y="60574"/>
                </a:lnTo>
                <a:moveTo>
                  <a:pt x="38116" y="60574"/>
                </a:moveTo>
                <a:lnTo>
                  <a:pt x="38116" y="13883"/>
                </a:lnTo>
                <a:lnTo>
                  <a:pt x="5446" y="60574"/>
                </a:lnTo>
                <a:lnTo>
                  <a:pt x="38116" y="60574"/>
                </a:lnTo>
                <a:close/>
                <a:moveTo>
                  <a:pt x="102229" y="4491"/>
                </a:moveTo>
                <a:lnTo>
                  <a:pt x="102229" y="1905"/>
                </a:lnTo>
                <a:lnTo>
                  <a:pt x="140343" y="1905"/>
                </a:lnTo>
                <a:cubicBezTo>
                  <a:pt x="152049" y="1905"/>
                  <a:pt x="160920" y="3856"/>
                  <a:pt x="166955" y="7758"/>
                </a:cubicBezTo>
                <a:cubicBezTo>
                  <a:pt x="172991" y="11660"/>
                  <a:pt x="176008" y="17422"/>
                  <a:pt x="176008" y="25045"/>
                </a:cubicBezTo>
                <a:cubicBezTo>
                  <a:pt x="176008" y="30944"/>
                  <a:pt x="174193" y="35482"/>
                  <a:pt x="170562" y="38658"/>
                </a:cubicBezTo>
                <a:cubicBezTo>
                  <a:pt x="168930" y="40110"/>
                  <a:pt x="167206" y="41244"/>
                  <a:pt x="165391" y="42061"/>
                </a:cubicBezTo>
                <a:cubicBezTo>
                  <a:pt x="163575" y="42878"/>
                  <a:pt x="160898" y="43740"/>
                  <a:pt x="157358" y="44647"/>
                </a:cubicBezTo>
                <a:cubicBezTo>
                  <a:pt x="161805" y="45736"/>
                  <a:pt x="165185" y="46803"/>
                  <a:pt x="167499" y="47847"/>
                </a:cubicBezTo>
                <a:cubicBezTo>
                  <a:pt x="169814" y="48890"/>
                  <a:pt x="171970" y="50319"/>
                  <a:pt x="173967" y="52134"/>
                </a:cubicBezTo>
                <a:cubicBezTo>
                  <a:pt x="178413" y="56128"/>
                  <a:pt x="180636" y="61256"/>
                  <a:pt x="180636" y="67517"/>
                </a:cubicBezTo>
                <a:cubicBezTo>
                  <a:pt x="180636" y="74323"/>
                  <a:pt x="178095" y="79995"/>
                  <a:pt x="173013" y="84533"/>
                </a:cubicBezTo>
                <a:cubicBezTo>
                  <a:pt x="170472" y="86801"/>
                  <a:pt x="166933" y="88615"/>
                  <a:pt x="162395" y="89977"/>
                </a:cubicBezTo>
                <a:cubicBezTo>
                  <a:pt x="157858" y="91338"/>
                  <a:pt x="152957" y="92018"/>
                  <a:pt x="147694" y="92018"/>
                </a:cubicBezTo>
                <a:lnTo>
                  <a:pt x="102229" y="92018"/>
                </a:lnTo>
                <a:lnTo>
                  <a:pt x="102229" y="89432"/>
                </a:lnTo>
                <a:cubicBezTo>
                  <a:pt x="105950" y="89251"/>
                  <a:pt x="108740" y="88865"/>
                  <a:pt x="110600" y="88275"/>
                </a:cubicBezTo>
                <a:cubicBezTo>
                  <a:pt x="112461" y="87686"/>
                  <a:pt x="113709" y="86529"/>
                  <a:pt x="114344" y="84805"/>
                </a:cubicBezTo>
                <a:cubicBezTo>
                  <a:pt x="114980" y="83079"/>
                  <a:pt x="115298" y="80538"/>
                  <a:pt x="115298" y="77182"/>
                </a:cubicBezTo>
                <a:lnTo>
                  <a:pt x="115298" y="16743"/>
                </a:lnTo>
                <a:cubicBezTo>
                  <a:pt x="115298" y="13294"/>
                  <a:pt x="115003" y="10753"/>
                  <a:pt x="114413" y="9120"/>
                </a:cubicBezTo>
                <a:cubicBezTo>
                  <a:pt x="113823" y="7486"/>
                  <a:pt x="112598" y="6352"/>
                  <a:pt x="110737" y="5716"/>
                </a:cubicBezTo>
                <a:cubicBezTo>
                  <a:pt x="108877" y="5081"/>
                  <a:pt x="106041" y="4672"/>
                  <a:pt x="102229" y="4491"/>
                </a:cubicBezTo>
                <a:moveTo>
                  <a:pt x="129181" y="47642"/>
                </a:moveTo>
                <a:lnTo>
                  <a:pt x="129181" y="81400"/>
                </a:lnTo>
                <a:cubicBezTo>
                  <a:pt x="129181" y="83579"/>
                  <a:pt x="129771" y="85053"/>
                  <a:pt x="130951" y="85825"/>
                </a:cubicBezTo>
                <a:cubicBezTo>
                  <a:pt x="132130" y="86596"/>
                  <a:pt x="134399" y="86981"/>
                  <a:pt x="137757" y="86981"/>
                </a:cubicBezTo>
                <a:cubicBezTo>
                  <a:pt x="142295" y="86981"/>
                  <a:pt x="146038" y="86686"/>
                  <a:pt x="148988" y="86097"/>
                </a:cubicBezTo>
                <a:cubicBezTo>
                  <a:pt x="151937" y="85507"/>
                  <a:pt x="154501" y="84622"/>
                  <a:pt x="156679" y="83442"/>
                </a:cubicBezTo>
                <a:cubicBezTo>
                  <a:pt x="162214" y="80266"/>
                  <a:pt x="164981" y="75002"/>
                  <a:pt x="164981" y="67652"/>
                </a:cubicBezTo>
                <a:cubicBezTo>
                  <a:pt x="164981" y="59304"/>
                  <a:pt x="161170" y="53587"/>
                  <a:pt x="153547" y="50502"/>
                </a:cubicBezTo>
                <a:cubicBezTo>
                  <a:pt x="151098" y="49503"/>
                  <a:pt x="148080" y="48777"/>
                  <a:pt x="144495" y="48323"/>
                </a:cubicBezTo>
                <a:cubicBezTo>
                  <a:pt x="140910" y="47869"/>
                  <a:pt x="135805" y="47642"/>
                  <a:pt x="129181" y="47642"/>
                </a:cubicBezTo>
                <a:moveTo>
                  <a:pt x="129181" y="42333"/>
                </a:moveTo>
                <a:lnTo>
                  <a:pt x="142113" y="42198"/>
                </a:lnTo>
                <a:cubicBezTo>
                  <a:pt x="155453" y="42016"/>
                  <a:pt x="162123" y="36480"/>
                  <a:pt x="162123" y="25589"/>
                </a:cubicBezTo>
                <a:cubicBezTo>
                  <a:pt x="162123" y="19511"/>
                  <a:pt x="160013" y="14838"/>
                  <a:pt x="155792" y="11571"/>
                </a:cubicBezTo>
                <a:cubicBezTo>
                  <a:pt x="151573" y="8303"/>
                  <a:pt x="145698" y="6760"/>
                  <a:pt x="138166" y="6942"/>
                </a:cubicBezTo>
                <a:lnTo>
                  <a:pt x="132176" y="7079"/>
                </a:lnTo>
                <a:cubicBezTo>
                  <a:pt x="130996" y="7169"/>
                  <a:pt x="130225" y="7464"/>
                  <a:pt x="129862" y="7963"/>
                </a:cubicBezTo>
                <a:cubicBezTo>
                  <a:pt x="129499" y="8462"/>
                  <a:pt x="129272" y="9483"/>
                  <a:pt x="129181" y="11025"/>
                </a:cubicBezTo>
                <a:lnTo>
                  <a:pt x="129181" y="42333"/>
                </a:lnTo>
                <a:close/>
                <a:moveTo>
                  <a:pt x="255368" y="30763"/>
                </a:moveTo>
                <a:lnTo>
                  <a:pt x="255368" y="32805"/>
                </a:lnTo>
                <a:cubicBezTo>
                  <a:pt x="253734" y="32987"/>
                  <a:pt x="252463" y="33509"/>
                  <a:pt x="251555" y="34371"/>
                </a:cubicBezTo>
                <a:cubicBezTo>
                  <a:pt x="250648" y="35233"/>
                  <a:pt x="249741" y="36752"/>
                  <a:pt x="248834" y="38931"/>
                </a:cubicBezTo>
                <a:lnTo>
                  <a:pt x="227870" y="94469"/>
                </a:lnTo>
                <a:cubicBezTo>
                  <a:pt x="224149" y="104360"/>
                  <a:pt x="220542" y="111370"/>
                  <a:pt x="217048" y="115500"/>
                </a:cubicBezTo>
                <a:cubicBezTo>
                  <a:pt x="213555" y="119629"/>
                  <a:pt x="209494" y="121693"/>
                  <a:pt x="204866" y="121693"/>
                </a:cubicBezTo>
                <a:cubicBezTo>
                  <a:pt x="201963" y="121693"/>
                  <a:pt x="199557" y="120944"/>
                  <a:pt x="197651" y="119446"/>
                </a:cubicBezTo>
                <a:cubicBezTo>
                  <a:pt x="195745" y="117949"/>
                  <a:pt x="194792" y="116067"/>
                  <a:pt x="194792" y="113798"/>
                </a:cubicBezTo>
                <a:cubicBezTo>
                  <a:pt x="194792" y="112075"/>
                  <a:pt x="195360" y="110645"/>
                  <a:pt x="196494" y="109509"/>
                </a:cubicBezTo>
                <a:cubicBezTo>
                  <a:pt x="197628" y="108375"/>
                  <a:pt x="199012" y="107808"/>
                  <a:pt x="200646" y="107808"/>
                </a:cubicBezTo>
                <a:cubicBezTo>
                  <a:pt x="202824" y="107808"/>
                  <a:pt x="205183" y="108307"/>
                  <a:pt x="207724" y="109306"/>
                </a:cubicBezTo>
                <a:cubicBezTo>
                  <a:pt x="209085" y="109941"/>
                  <a:pt x="210265" y="110259"/>
                  <a:pt x="211264" y="110259"/>
                </a:cubicBezTo>
                <a:cubicBezTo>
                  <a:pt x="212262" y="110259"/>
                  <a:pt x="213396" y="109691"/>
                  <a:pt x="214666" y="108556"/>
                </a:cubicBezTo>
                <a:cubicBezTo>
                  <a:pt x="215937" y="107422"/>
                  <a:pt x="217072" y="105993"/>
                  <a:pt x="218070" y="104269"/>
                </a:cubicBezTo>
                <a:cubicBezTo>
                  <a:pt x="218887" y="102818"/>
                  <a:pt x="219703" y="101094"/>
                  <a:pt x="220519" y="99097"/>
                </a:cubicBezTo>
                <a:cubicBezTo>
                  <a:pt x="221336" y="97100"/>
                  <a:pt x="222039" y="95194"/>
                  <a:pt x="222629" y="93379"/>
                </a:cubicBezTo>
                <a:cubicBezTo>
                  <a:pt x="223219" y="91565"/>
                  <a:pt x="223514" y="90294"/>
                  <a:pt x="223514" y="89567"/>
                </a:cubicBezTo>
                <a:cubicBezTo>
                  <a:pt x="223514" y="88569"/>
                  <a:pt x="222992" y="86845"/>
                  <a:pt x="221948" y="84395"/>
                </a:cubicBezTo>
                <a:cubicBezTo>
                  <a:pt x="220905" y="81946"/>
                  <a:pt x="219431" y="79042"/>
                  <a:pt x="217526" y="75684"/>
                </a:cubicBezTo>
                <a:cubicBezTo>
                  <a:pt x="217162" y="74957"/>
                  <a:pt x="216866" y="74367"/>
                  <a:pt x="216639" y="73915"/>
                </a:cubicBezTo>
                <a:cubicBezTo>
                  <a:pt x="216413" y="73460"/>
                  <a:pt x="215892" y="72326"/>
                  <a:pt x="215075" y="70510"/>
                </a:cubicBezTo>
                <a:lnTo>
                  <a:pt x="199557" y="37024"/>
                </a:lnTo>
                <a:cubicBezTo>
                  <a:pt x="198467" y="34666"/>
                  <a:pt x="196154" y="33214"/>
                  <a:pt x="192616" y="32668"/>
                </a:cubicBezTo>
                <a:lnTo>
                  <a:pt x="192616" y="30763"/>
                </a:lnTo>
                <a:lnTo>
                  <a:pt x="220656" y="30763"/>
                </a:lnTo>
                <a:lnTo>
                  <a:pt x="220656" y="32805"/>
                </a:lnTo>
                <a:cubicBezTo>
                  <a:pt x="217752" y="32895"/>
                  <a:pt x="215711" y="33213"/>
                  <a:pt x="214531" y="33759"/>
                </a:cubicBezTo>
                <a:cubicBezTo>
                  <a:pt x="213351" y="34303"/>
                  <a:pt x="212761" y="35210"/>
                  <a:pt x="212761" y="36480"/>
                </a:cubicBezTo>
                <a:cubicBezTo>
                  <a:pt x="212761" y="37841"/>
                  <a:pt x="213215" y="39565"/>
                  <a:pt x="214122" y="41654"/>
                </a:cubicBezTo>
                <a:lnTo>
                  <a:pt x="229777" y="76091"/>
                </a:lnTo>
                <a:lnTo>
                  <a:pt x="242980" y="38521"/>
                </a:lnTo>
                <a:cubicBezTo>
                  <a:pt x="243343" y="37706"/>
                  <a:pt x="243525" y="36934"/>
                  <a:pt x="243525" y="36207"/>
                </a:cubicBezTo>
                <a:cubicBezTo>
                  <a:pt x="243525" y="33939"/>
                  <a:pt x="241347" y="32805"/>
                  <a:pt x="236990" y="32805"/>
                </a:cubicBezTo>
                <a:lnTo>
                  <a:pt x="236990" y="30763"/>
                </a:lnTo>
                <a:lnTo>
                  <a:pt x="255368" y="30763"/>
                </a:lnTo>
                <a:close/>
                <a:moveTo>
                  <a:pt x="294027" y="30763"/>
                </a:moveTo>
                <a:lnTo>
                  <a:pt x="294027" y="35119"/>
                </a:lnTo>
                <a:lnTo>
                  <a:pt x="280278" y="35119"/>
                </a:lnTo>
                <a:lnTo>
                  <a:pt x="280278" y="74050"/>
                </a:lnTo>
                <a:cubicBezTo>
                  <a:pt x="280278" y="78315"/>
                  <a:pt x="280823" y="81423"/>
                  <a:pt x="281911" y="83374"/>
                </a:cubicBezTo>
                <a:cubicBezTo>
                  <a:pt x="283001" y="85325"/>
                  <a:pt x="284816" y="86300"/>
                  <a:pt x="287357" y="86300"/>
                </a:cubicBezTo>
                <a:cubicBezTo>
                  <a:pt x="288900" y="86300"/>
                  <a:pt x="290283" y="85937"/>
                  <a:pt x="291507" y="85212"/>
                </a:cubicBezTo>
                <a:cubicBezTo>
                  <a:pt x="292733" y="84486"/>
                  <a:pt x="294072" y="83261"/>
                  <a:pt x="295524" y="81537"/>
                </a:cubicBezTo>
                <a:lnTo>
                  <a:pt x="297294" y="83035"/>
                </a:lnTo>
                <a:cubicBezTo>
                  <a:pt x="292937" y="89931"/>
                  <a:pt x="287492" y="93379"/>
                  <a:pt x="280958" y="93379"/>
                </a:cubicBezTo>
                <a:cubicBezTo>
                  <a:pt x="272882" y="93379"/>
                  <a:pt x="268844" y="87616"/>
                  <a:pt x="268844" y="76091"/>
                </a:cubicBezTo>
                <a:lnTo>
                  <a:pt x="268844" y="35119"/>
                </a:lnTo>
                <a:lnTo>
                  <a:pt x="261628" y="35119"/>
                </a:lnTo>
                <a:cubicBezTo>
                  <a:pt x="261266" y="34846"/>
                  <a:pt x="261084" y="34529"/>
                  <a:pt x="261084" y="34166"/>
                </a:cubicBezTo>
                <a:cubicBezTo>
                  <a:pt x="261084" y="33440"/>
                  <a:pt x="261855" y="32578"/>
                  <a:pt x="263398" y="31580"/>
                </a:cubicBezTo>
                <a:cubicBezTo>
                  <a:pt x="265395" y="30400"/>
                  <a:pt x="267573" y="28472"/>
                  <a:pt x="269933" y="25795"/>
                </a:cubicBezTo>
                <a:cubicBezTo>
                  <a:pt x="272292" y="23117"/>
                  <a:pt x="275423" y="18920"/>
                  <a:pt x="279325" y="13204"/>
                </a:cubicBezTo>
                <a:cubicBezTo>
                  <a:pt x="279961" y="13204"/>
                  <a:pt x="280278" y="13794"/>
                  <a:pt x="280278" y="14974"/>
                </a:cubicBezTo>
                <a:lnTo>
                  <a:pt x="280278" y="30763"/>
                </a:lnTo>
                <a:lnTo>
                  <a:pt x="294027" y="30763"/>
                </a:lnTo>
                <a:close/>
                <a:moveTo>
                  <a:pt x="352968" y="69694"/>
                </a:moveTo>
                <a:lnTo>
                  <a:pt x="355144" y="70647"/>
                </a:lnTo>
                <a:cubicBezTo>
                  <a:pt x="352332" y="77997"/>
                  <a:pt x="348453" y="83624"/>
                  <a:pt x="343506" y="87526"/>
                </a:cubicBezTo>
                <a:cubicBezTo>
                  <a:pt x="338560" y="91428"/>
                  <a:pt x="332821" y="93379"/>
                  <a:pt x="326288" y="93379"/>
                </a:cubicBezTo>
                <a:cubicBezTo>
                  <a:pt x="318483" y="93379"/>
                  <a:pt x="312290" y="90634"/>
                  <a:pt x="307706" y="85145"/>
                </a:cubicBezTo>
                <a:cubicBezTo>
                  <a:pt x="303124" y="79655"/>
                  <a:pt x="300833" y="72236"/>
                  <a:pt x="300833" y="62887"/>
                </a:cubicBezTo>
                <a:cubicBezTo>
                  <a:pt x="300833" y="57261"/>
                  <a:pt x="301718" y="52157"/>
                  <a:pt x="303488" y="47575"/>
                </a:cubicBezTo>
                <a:cubicBezTo>
                  <a:pt x="305257" y="42992"/>
                  <a:pt x="307730" y="39293"/>
                  <a:pt x="310905" y="36480"/>
                </a:cubicBezTo>
                <a:cubicBezTo>
                  <a:pt x="316168" y="31760"/>
                  <a:pt x="322294" y="29401"/>
                  <a:pt x="329283" y="29401"/>
                </a:cubicBezTo>
                <a:cubicBezTo>
                  <a:pt x="336633" y="29401"/>
                  <a:pt x="342440" y="31988"/>
                  <a:pt x="346705" y="37161"/>
                </a:cubicBezTo>
                <a:cubicBezTo>
                  <a:pt x="348429" y="39339"/>
                  <a:pt x="349700" y="41631"/>
                  <a:pt x="350517" y="44036"/>
                </a:cubicBezTo>
                <a:cubicBezTo>
                  <a:pt x="351334" y="46440"/>
                  <a:pt x="352014" y="49866"/>
                  <a:pt x="352558" y="54313"/>
                </a:cubicBezTo>
                <a:lnTo>
                  <a:pt x="310633" y="54313"/>
                </a:lnTo>
                <a:cubicBezTo>
                  <a:pt x="310814" y="58487"/>
                  <a:pt x="311177" y="61867"/>
                  <a:pt x="311721" y="64454"/>
                </a:cubicBezTo>
                <a:cubicBezTo>
                  <a:pt x="312267" y="67040"/>
                  <a:pt x="313129" y="69649"/>
                  <a:pt x="314309" y="72280"/>
                </a:cubicBezTo>
                <a:cubicBezTo>
                  <a:pt x="318301" y="80084"/>
                  <a:pt x="324154" y="83986"/>
                  <a:pt x="331869" y="83986"/>
                </a:cubicBezTo>
                <a:cubicBezTo>
                  <a:pt x="336225" y="83986"/>
                  <a:pt x="340014" y="82898"/>
                  <a:pt x="343234" y="80721"/>
                </a:cubicBezTo>
                <a:cubicBezTo>
                  <a:pt x="346457" y="78543"/>
                  <a:pt x="349701" y="74867"/>
                  <a:pt x="352968" y="69694"/>
                </a:cubicBezTo>
                <a:moveTo>
                  <a:pt x="310905" y="49956"/>
                </a:moveTo>
                <a:lnTo>
                  <a:pt x="338675" y="49956"/>
                </a:lnTo>
                <a:cubicBezTo>
                  <a:pt x="337767" y="44058"/>
                  <a:pt x="336360" y="39975"/>
                  <a:pt x="334455" y="37707"/>
                </a:cubicBezTo>
                <a:cubicBezTo>
                  <a:pt x="332549" y="35438"/>
                  <a:pt x="329509" y="34303"/>
                  <a:pt x="325334" y="34303"/>
                </a:cubicBezTo>
                <a:cubicBezTo>
                  <a:pt x="321159" y="34303"/>
                  <a:pt x="317892" y="35573"/>
                  <a:pt x="315533" y="38114"/>
                </a:cubicBezTo>
                <a:cubicBezTo>
                  <a:pt x="313174" y="40655"/>
                  <a:pt x="311632" y="44602"/>
                  <a:pt x="310905" y="49956"/>
                </a:cubicBezTo>
                <a:close/>
                <a:moveTo>
                  <a:pt x="399930" y="49276"/>
                </a:moveTo>
                <a:lnTo>
                  <a:pt x="397888" y="49276"/>
                </a:lnTo>
                <a:cubicBezTo>
                  <a:pt x="396346" y="43105"/>
                  <a:pt x="394440" y="38771"/>
                  <a:pt x="392170" y="36276"/>
                </a:cubicBezTo>
                <a:cubicBezTo>
                  <a:pt x="389902" y="33781"/>
                  <a:pt x="386817" y="32533"/>
                  <a:pt x="382915" y="32533"/>
                </a:cubicBezTo>
                <a:cubicBezTo>
                  <a:pt x="379830" y="32533"/>
                  <a:pt x="377311" y="33373"/>
                  <a:pt x="375360" y="35053"/>
                </a:cubicBezTo>
                <a:cubicBezTo>
                  <a:pt x="373409" y="36731"/>
                  <a:pt x="372434" y="38976"/>
                  <a:pt x="372434" y="41789"/>
                </a:cubicBezTo>
                <a:cubicBezTo>
                  <a:pt x="372434" y="45691"/>
                  <a:pt x="374385" y="48777"/>
                  <a:pt x="378287" y="51046"/>
                </a:cubicBezTo>
                <a:lnTo>
                  <a:pt x="392988" y="59757"/>
                </a:lnTo>
                <a:cubicBezTo>
                  <a:pt x="397162" y="62207"/>
                  <a:pt x="400111" y="64657"/>
                  <a:pt x="401835" y="67108"/>
                </a:cubicBezTo>
                <a:cubicBezTo>
                  <a:pt x="403560" y="69558"/>
                  <a:pt x="404423" y="72507"/>
                  <a:pt x="404423" y="75956"/>
                </a:cubicBezTo>
                <a:cubicBezTo>
                  <a:pt x="404423" y="79133"/>
                  <a:pt x="403560" y="82037"/>
                  <a:pt x="401835" y="84670"/>
                </a:cubicBezTo>
                <a:cubicBezTo>
                  <a:pt x="400111" y="87301"/>
                  <a:pt x="397797" y="89410"/>
                  <a:pt x="394893" y="90998"/>
                </a:cubicBezTo>
                <a:cubicBezTo>
                  <a:pt x="391989" y="92585"/>
                  <a:pt x="388768" y="93379"/>
                  <a:pt x="385229" y="93379"/>
                </a:cubicBezTo>
                <a:cubicBezTo>
                  <a:pt x="383867" y="93379"/>
                  <a:pt x="382325" y="93242"/>
                  <a:pt x="380601" y="92970"/>
                </a:cubicBezTo>
                <a:cubicBezTo>
                  <a:pt x="378877" y="92698"/>
                  <a:pt x="377107" y="92381"/>
                  <a:pt x="375292" y="92018"/>
                </a:cubicBezTo>
                <a:cubicBezTo>
                  <a:pt x="373749" y="91564"/>
                  <a:pt x="372501" y="91269"/>
                  <a:pt x="371547" y="91133"/>
                </a:cubicBezTo>
                <a:cubicBezTo>
                  <a:pt x="370594" y="90998"/>
                  <a:pt x="369755" y="90930"/>
                  <a:pt x="369029" y="90930"/>
                </a:cubicBezTo>
                <a:cubicBezTo>
                  <a:pt x="367668" y="90930"/>
                  <a:pt x="366625" y="91474"/>
                  <a:pt x="365899" y="92563"/>
                </a:cubicBezTo>
                <a:lnTo>
                  <a:pt x="364130" y="92563"/>
                </a:lnTo>
                <a:lnTo>
                  <a:pt x="364130" y="71329"/>
                </a:lnTo>
                <a:lnTo>
                  <a:pt x="366306" y="71329"/>
                </a:lnTo>
                <a:cubicBezTo>
                  <a:pt x="367850" y="78225"/>
                  <a:pt x="369938" y="83125"/>
                  <a:pt x="372569" y="86030"/>
                </a:cubicBezTo>
                <a:cubicBezTo>
                  <a:pt x="375201" y="88934"/>
                  <a:pt x="378877" y="90386"/>
                  <a:pt x="383596" y="90386"/>
                </a:cubicBezTo>
                <a:cubicBezTo>
                  <a:pt x="387044" y="90386"/>
                  <a:pt x="389788" y="89501"/>
                  <a:pt x="391829" y="87731"/>
                </a:cubicBezTo>
                <a:cubicBezTo>
                  <a:pt x="393872" y="85962"/>
                  <a:pt x="394893" y="83579"/>
                  <a:pt x="394893" y="80584"/>
                </a:cubicBezTo>
                <a:cubicBezTo>
                  <a:pt x="394893" y="76501"/>
                  <a:pt x="392534" y="73098"/>
                  <a:pt x="387814" y="70375"/>
                </a:cubicBezTo>
                <a:lnTo>
                  <a:pt x="379920" y="65883"/>
                </a:lnTo>
                <a:cubicBezTo>
                  <a:pt x="374112" y="62616"/>
                  <a:pt x="370006" y="59485"/>
                  <a:pt x="367600" y="56490"/>
                </a:cubicBezTo>
                <a:cubicBezTo>
                  <a:pt x="365195" y="53495"/>
                  <a:pt x="363993" y="50092"/>
                  <a:pt x="363993" y="46281"/>
                </a:cubicBezTo>
                <a:cubicBezTo>
                  <a:pt x="363993" y="41381"/>
                  <a:pt x="365739" y="37342"/>
                  <a:pt x="369233" y="34166"/>
                </a:cubicBezTo>
                <a:cubicBezTo>
                  <a:pt x="372728" y="30989"/>
                  <a:pt x="377152" y="29401"/>
                  <a:pt x="382506" y="29401"/>
                </a:cubicBezTo>
                <a:cubicBezTo>
                  <a:pt x="384139" y="29401"/>
                  <a:pt x="385751" y="29560"/>
                  <a:pt x="387339" y="29879"/>
                </a:cubicBezTo>
                <a:cubicBezTo>
                  <a:pt x="388927" y="30196"/>
                  <a:pt x="390493" y="30626"/>
                  <a:pt x="392035" y="31171"/>
                </a:cubicBezTo>
                <a:cubicBezTo>
                  <a:pt x="393396" y="31806"/>
                  <a:pt x="394621" y="32124"/>
                  <a:pt x="395709" y="32124"/>
                </a:cubicBezTo>
                <a:cubicBezTo>
                  <a:pt x="396436" y="32124"/>
                  <a:pt x="397163" y="31625"/>
                  <a:pt x="397888" y="30626"/>
                </a:cubicBezTo>
                <a:lnTo>
                  <a:pt x="399386" y="30626"/>
                </a:lnTo>
                <a:lnTo>
                  <a:pt x="399930" y="492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4AE16-A8BA-41A0-92C6-63087C7B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70" y="4205791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4Bytes">
            <a:extLst xmlns:a="http://schemas.openxmlformats.org/drawingml/2006/main">
              <a:ext uri="{FF2B5EF4-FFF2-40B4-BE49-F238E27FC236}">
                <a16:creationId xmlns:a16="http://schemas.microsoft.com/office/drawing/2014/main" id="{EE582259-EEA6-4028-9105-7D2BB056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064" y="4316599"/>
            <a:ext cx="404423" cy="121693"/>
          </a:xfrm>
          <a:custGeom xmlns:a="http://schemas.openxmlformats.org/drawingml/2006/main">
            <a:pathLst>
              <a:path w="404423" h="121693">
                <a:moveTo>
                  <a:pt x="62617" y="60574"/>
                </a:moveTo>
                <a:lnTo>
                  <a:pt x="62617" y="69285"/>
                </a:lnTo>
                <a:lnTo>
                  <a:pt x="48732" y="69285"/>
                </a:lnTo>
                <a:lnTo>
                  <a:pt x="48732" y="92018"/>
                </a:lnTo>
                <a:lnTo>
                  <a:pt x="38251" y="92018"/>
                </a:lnTo>
                <a:lnTo>
                  <a:pt x="38251" y="69285"/>
                </a:lnTo>
                <a:lnTo>
                  <a:pt x="0" y="69285"/>
                </a:lnTo>
                <a:lnTo>
                  <a:pt x="0" y="60574"/>
                </a:lnTo>
                <a:lnTo>
                  <a:pt x="42744" y="0"/>
                </a:lnTo>
                <a:lnTo>
                  <a:pt x="48732" y="0"/>
                </a:lnTo>
                <a:lnTo>
                  <a:pt x="48732" y="60574"/>
                </a:lnTo>
                <a:lnTo>
                  <a:pt x="62617" y="60574"/>
                </a:lnTo>
                <a:moveTo>
                  <a:pt x="38116" y="60574"/>
                </a:moveTo>
                <a:lnTo>
                  <a:pt x="38116" y="13883"/>
                </a:lnTo>
                <a:lnTo>
                  <a:pt x="5446" y="60574"/>
                </a:lnTo>
                <a:lnTo>
                  <a:pt x="38116" y="60574"/>
                </a:lnTo>
                <a:close/>
                <a:moveTo>
                  <a:pt x="102229" y="4491"/>
                </a:moveTo>
                <a:lnTo>
                  <a:pt x="102229" y="1905"/>
                </a:lnTo>
                <a:lnTo>
                  <a:pt x="140343" y="1905"/>
                </a:lnTo>
                <a:cubicBezTo>
                  <a:pt x="152049" y="1905"/>
                  <a:pt x="160920" y="3856"/>
                  <a:pt x="166954" y="7758"/>
                </a:cubicBezTo>
                <a:cubicBezTo>
                  <a:pt x="172990" y="11660"/>
                  <a:pt x="176008" y="17422"/>
                  <a:pt x="176008" y="25045"/>
                </a:cubicBezTo>
                <a:cubicBezTo>
                  <a:pt x="176008" y="30944"/>
                  <a:pt x="174193" y="35482"/>
                  <a:pt x="170562" y="38658"/>
                </a:cubicBezTo>
                <a:cubicBezTo>
                  <a:pt x="168930" y="40110"/>
                  <a:pt x="167206" y="41244"/>
                  <a:pt x="165390" y="42061"/>
                </a:cubicBezTo>
                <a:cubicBezTo>
                  <a:pt x="163575" y="42878"/>
                  <a:pt x="160898" y="43740"/>
                  <a:pt x="157358" y="44647"/>
                </a:cubicBezTo>
                <a:cubicBezTo>
                  <a:pt x="161805" y="45736"/>
                  <a:pt x="165185" y="46803"/>
                  <a:pt x="167499" y="47847"/>
                </a:cubicBezTo>
                <a:cubicBezTo>
                  <a:pt x="169814" y="48890"/>
                  <a:pt x="171970" y="50319"/>
                  <a:pt x="173967" y="52134"/>
                </a:cubicBezTo>
                <a:cubicBezTo>
                  <a:pt x="178413" y="56128"/>
                  <a:pt x="180636" y="61256"/>
                  <a:pt x="180636" y="67517"/>
                </a:cubicBezTo>
                <a:cubicBezTo>
                  <a:pt x="180636" y="74323"/>
                  <a:pt x="178095" y="79995"/>
                  <a:pt x="173013" y="84533"/>
                </a:cubicBezTo>
                <a:cubicBezTo>
                  <a:pt x="170472" y="86801"/>
                  <a:pt x="166933" y="88615"/>
                  <a:pt x="162395" y="89977"/>
                </a:cubicBezTo>
                <a:cubicBezTo>
                  <a:pt x="157858" y="91338"/>
                  <a:pt x="152957" y="92018"/>
                  <a:pt x="147694" y="92018"/>
                </a:cubicBezTo>
                <a:lnTo>
                  <a:pt x="102229" y="92018"/>
                </a:lnTo>
                <a:lnTo>
                  <a:pt x="102229" y="89432"/>
                </a:lnTo>
                <a:cubicBezTo>
                  <a:pt x="105950" y="89251"/>
                  <a:pt x="108740" y="88865"/>
                  <a:pt x="110599" y="88275"/>
                </a:cubicBezTo>
                <a:cubicBezTo>
                  <a:pt x="112460" y="87686"/>
                  <a:pt x="113709" y="86529"/>
                  <a:pt x="114344" y="84805"/>
                </a:cubicBezTo>
                <a:cubicBezTo>
                  <a:pt x="114980" y="83079"/>
                  <a:pt x="115298" y="80538"/>
                  <a:pt x="115298" y="77182"/>
                </a:cubicBezTo>
                <a:lnTo>
                  <a:pt x="115298" y="16743"/>
                </a:lnTo>
                <a:cubicBezTo>
                  <a:pt x="115298" y="13294"/>
                  <a:pt x="115003" y="10753"/>
                  <a:pt x="114413" y="9120"/>
                </a:cubicBezTo>
                <a:cubicBezTo>
                  <a:pt x="113823" y="7486"/>
                  <a:pt x="112598" y="6352"/>
                  <a:pt x="110737" y="5716"/>
                </a:cubicBezTo>
                <a:cubicBezTo>
                  <a:pt x="108877" y="5081"/>
                  <a:pt x="106041" y="4672"/>
                  <a:pt x="102229" y="4491"/>
                </a:cubicBezTo>
                <a:moveTo>
                  <a:pt x="129181" y="47642"/>
                </a:moveTo>
                <a:lnTo>
                  <a:pt x="129181" y="81400"/>
                </a:lnTo>
                <a:cubicBezTo>
                  <a:pt x="129181" y="83579"/>
                  <a:pt x="129771" y="85053"/>
                  <a:pt x="130951" y="85825"/>
                </a:cubicBezTo>
                <a:cubicBezTo>
                  <a:pt x="132130" y="86596"/>
                  <a:pt x="134399" y="86981"/>
                  <a:pt x="137757" y="86981"/>
                </a:cubicBezTo>
                <a:cubicBezTo>
                  <a:pt x="142295" y="86981"/>
                  <a:pt x="146038" y="86686"/>
                  <a:pt x="148988" y="86097"/>
                </a:cubicBezTo>
                <a:cubicBezTo>
                  <a:pt x="151937" y="85507"/>
                  <a:pt x="154501" y="84622"/>
                  <a:pt x="156679" y="83442"/>
                </a:cubicBezTo>
                <a:cubicBezTo>
                  <a:pt x="162214" y="80266"/>
                  <a:pt x="164981" y="75002"/>
                  <a:pt x="164981" y="67652"/>
                </a:cubicBezTo>
                <a:cubicBezTo>
                  <a:pt x="164981" y="59304"/>
                  <a:pt x="161170" y="53587"/>
                  <a:pt x="153547" y="50502"/>
                </a:cubicBezTo>
                <a:cubicBezTo>
                  <a:pt x="151097" y="49503"/>
                  <a:pt x="148080" y="48777"/>
                  <a:pt x="144495" y="48323"/>
                </a:cubicBezTo>
                <a:cubicBezTo>
                  <a:pt x="140910" y="47869"/>
                  <a:pt x="135805" y="47642"/>
                  <a:pt x="129181" y="47642"/>
                </a:cubicBezTo>
                <a:moveTo>
                  <a:pt x="129181" y="42333"/>
                </a:moveTo>
                <a:lnTo>
                  <a:pt x="142113" y="42198"/>
                </a:lnTo>
                <a:cubicBezTo>
                  <a:pt x="155453" y="42016"/>
                  <a:pt x="162123" y="36480"/>
                  <a:pt x="162123" y="25589"/>
                </a:cubicBezTo>
                <a:cubicBezTo>
                  <a:pt x="162123" y="19511"/>
                  <a:pt x="160013" y="14838"/>
                  <a:pt x="155792" y="11571"/>
                </a:cubicBezTo>
                <a:cubicBezTo>
                  <a:pt x="151573" y="8303"/>
                  <a:pt x="145698" y="6760"/>
                  <a:pt x="138166" y="6942"/>
                </a:cubicBezTo>
                <a:lnTo>
                  <a:pt x="132176" y="7079"/>
                </a:lnTo>
                <a:cubicBezTo>
                  <a:pt x="130996" y="7169"/>
                  <a:pt x="130225" y="7464"/>
                  <a:pt x="129862" y="7963"/>
                </a:cubicBezTo>
                <a:cubicBezTo>
                  <a:pt x="129499" y="8462"/>
                  <a:pt x="129272" y="9483"/>
                  <a:pt x="129181" y="11025"/>
                </a:cubicBezTo>
                <a:lnTo>
                  <a:pt x="129181" y="42333"/>
                </a:lnTo>
                <a:close/>
                <a:moveTo>
                  <a:pt x="255368" y="30763"/>
                </a:moveTo>
                <a:lnTo>
                  <a:pt x="255368" y="32805"/>
                </a:lnTo>
                <a:cubicBezTo>
                  <a:pt x="253734" y="32987"/>
                  <a:pt x="252463" y="33509"/>
                  <a:pt x="251555" y="34371"/>
                </a:cubicBezTo>
                <a:cubicBezTo>
                  <a:pt x="250648" y="35233"/>
                  <a:pt x="249741" y="36752"/>
                  <a:pt x="248834" y="38931"/>
                </a:cubicBezTo>
                <a:lnTo>
                  <a:pt x="227870" y="94469"/>
                </a:lnTo>
                <a:cubicBezTo>
                  <a:pt x="224149" y="104360"/>
                  <a:pt x="220542" y="111370"/>
                  <a:pt x="217048" y="115500"/>
                </a:cubicBezTo>
                <a:cubicBezTo>
                  <a:pt x="213555" y="119629"/>
                  <a:pt x="209494" y="121693"/>
                  <a:pt x="204866" y="121693"/>
                </a:cubicBezTo>
                <a:cubicBezTo>
                  <a:pt x="201962" y="121693"/>
                  <a:pt x="199557" y="120944"/>
                  <a:pt x="197650" y="119446"/>
                </a:cubicBezTo>
                <a:cubicBezTo>
                  <a:pt x="195745" y="117949"/>
                  <a:pt x="194792" y="116067"/>
                  <a:pt x="194792" y="113798"/>
                </a:cubicBezTo>
                <a:cubicBezTo>
                  <a:pt x="194792" y="112075"/>
                  <a:pt x="195359" y="110645"/>
                  <a:pt x="196494" y="109509"/>
                </a:cubicBezTo>
                <a:cubicBezTo>
                  <a:pt x="197628" y="108375"/>
                  <a:pt x="199012" y="107808"/>
                  <a:pt x="200646" y="107808"/>
                </a:cubicBezTo>
                <a:cubicBezTo>
                  <a:pt x="202824" y="107808"/>
                  <a:pt x="205183" y="108307"/>
                  <a:pt x="207724" y="109306"/>
                </a:cubicBezTo>
                <a:cubicBezTo>
                  <a:pt x="209085" y="109941"/>
                  <a:pt x="210265" y="110259"/>
                  <a:pt x="211264" y="110259"/>
                </a:cubicBezTo>
                <a:cubicBezTo>
                  <a:pt x="212262" y="110259"/>
                  <a:pt x="213396" y="109691"/>
                  <a:pt x="214666" y="108556"/>
                </a:cubicBezTo>
                <a:cubicBezTo>
                  <a:pt x="215937" y="107422"/>
                  <a:pt x="217072" y="105993"/>
                  <a:pt x="218070" y="104269"/>
                </a:cubicBezTo>
                <a:cubicBezTo>
                  <a:pt x="218887" y="102818"/>
                  <a:pt x="219703" y="101094"/>
                  <a:pt x="220519" y="99097"/>
                </a:cubicBezTo>
                <a:cubicBezTo>
                  <a:pt x="221336" y="97100"/>
                  <a:pt x="222039" y="95194"/>
                  <a:pt x="222629" y="93379"/>
                </a:cubicBezTo>
                <a:cubicBezTo>
                  <a:pt x="223219" y="91565"/>
                  <a:pt x="223514" y="90294"/>
                  <a:pt x="223514" y="89567"/>
                </a:cubicBezTo>
                <a:cubicBezTo>
                  <a:pt x="223514" y="88569"/>
                  <a:pt x="222992" y="86845"/>
                  <a:pt x="221948" y="84395"/>
                </a:cubicBezTo>
                <a:cubicBezTo>
                  <a:pt x="220905" y="81946"/>
                  <a:pt x="219431" y="79042"/>
                  <a:pt x="217526" y="75684"/>
                </a:cubicBezTo>
                <a:cubicBezTo>
                  <a:pt x="217162" y="74957"/>
                  <a:pt x="216866" y="74367"/>
                  <a:pt x="216639" y="73915"/>
                </a:cubicBezTo>
                <a:cubicBezTo>
                  <a:pt x="216413" y="73460"/>
                  <a:pt x="215892" y="72326"/>
                  <a:pt x="215075" y="70510"/>
                </a:cubicBezTo>
                <a:lnTo>
                  <a:pt x="199557" y="37024"/>
                </a:lnTo>
                <a:cubicBezTo>
                  <a:pt x="198467" y="34666"/>
                  <a:pt x="196154" y="33214"/>
                  <a:pt x="192616" y="32668"/>
                </a:cubicBezTo>
                <a:lnTo>
                  <a:pt x="192616" y="30763"/>
                </a:lnTo>
                <a:lnTo>
                  <a:pt x="220656" y="30763"/>
                </a:lnTo>
                <a:lnTo>
                  <a:pt x="220656" y="32805"/>
                </a:lnTo>
                <a:cubicBezTo>
                  <a:pt x="217752" y="32895"/>
                  <a:pt x="215711" y="33213"/>
                  <a:pt x="214531" y="33759"/>
                </a:cubicBezTo>
                <a:cubicBezTo>
                  <a:pt x="213351" y="34303"/>
                  <a:pt x="212761" y="35210"/>
                  <a:pt x="212761" y="36480"/>
                </a:cubicBezTo>
                <a:cubicBezTo>
                  <a:pt x="212761" y="37841"/>
                  <a:pt x="213215" y="39565"/>
                  <a:pt x="214122" y="41654"/>
                </a:cubicBezTo>
                <a:lnTo>
                  <a:pt x="229776" y="76091"/>
                </a:lnTo>
                <a:lnTo>
                  <a:pt x="242980" y="38521"/>
                </a:lnTo>
                <a:cubicBezTo>
                  <a:pt x="243343" y="37706"/>
                  <a:pt x="243525" y="36934"/>
                  <a:pt x="243525" y="36207"/>
                </a:cubicBezTo>
                <a:cubicBezTo>
                  <a:pt x="243525" y="33939"/>
                  <a:pt x="241346" y="32805"/>
                  <a:pt x="236990" y="32805"/>
                </a:cubicBezTo>
                <a:lnTo>
                  <a:pt x="236990" y="30763"/>
                </a:lnTo>
                <a:lnTo>
                  <a:pt x="255368" y="30763"/>
                </a:lnTo>
                <a:close/>
                <a:moveTo>
                  <a:pt x="294027" y="30763"/>
                </a:moveTo>
                <a:lnTo>
                  <a:pt x="294027" y="35119"/>
                </a:lnTo>
                <a:lnTo>
                  <a:pt x="280278" y="35119"/>
                </a:lnTo>
                <a:lnTo>
                  <a:pt x="280278" y="74050"/>
                </a:lnTo>
                <a:cubicBezTo>
                  <a:pt x="280278" y="78315"/>
                  <a:pt x="280823" y="81423"/>
                  <a:pt x="281911" y="83374"/>
                </a:cubicBezTo>
                <a:cubicBezTo>
                  <a:pt x="283001" y="85325"/>
                  <a:pt x="284816" y="86300"/>
                  <a:pt x="287357" y="86300"/>
                </a:cubicBezTo>
                <a:cubicBezTo>
                  <a:pt x="288900" y="86300"/>
                  <a:pt x="290283" y="85937"/>
                  <a:pt x="291507" y="85212"/>
                </a:cubicBezTo>
                <a:cubicBezTo>
                  <a:pt x="292733" y="84486"/>
                  <a:pt x="294072" y="83261"/>
                  <a:pt x="295524" y="81537"/>
                </a:cubicBezTo>
                <a:lnTo>
                  <a:pt x="297294" y="83035"/>
                </a:lnTo>
                <a:cubicBezTo>
                  <a:pt x="292937" y="89931"/>
                  <a:pt x="287492" y="93379"/>
                  <a:pt x="280958" y="93379"/>
                </a:cubicBezTo>
                <a:cubicBezTo>
                  <a:pt x="272882" y="93379"/>
                  <a:pt x="268844" y="87616"/>
                  <a:pt x="268844" y="76091"/>
                </a:cubicBezTo>
                <a:lnTo>
                  <a:pt x="268844" y="35119"/>
                </a:lnTo>
                <a:lnTo>
                  <a:pt x="261628" y="35119"/>
                </a:lnTo>
                <a:cubicBezTo>
                  <a:pt x="261266" y="34846"/>
                  <a:pt x="261084" y="34529"/>
                  <a:pt x="261084" y="34166"/>
                </a:cubicBezTo>
                <a:cubicBezTo>
                  <a:pt x="261084" y="33440"/>
                  <a:pt x="261856" y="32578"/>
                  <a:pt x="263398" y="31580"/>
                </a:cubicBezTo>
                <a:cubicBezTo>
                  <a:pt x="265395" y="30400"/>
                  <a:pt x="267573" y="28472"/>
                  <a:pt x="269933" y="25795"/>
                </a:cubicBezTo>
                <a:cubicBezTo>
                  <a:pt x="272292" y="23117"/>
                  <a:pt x="275423" y="18920"/>
                  <a:pt x="279325" y="13204"/>
                </a:cubicBezTo>
                <a:cubicBezTo>
                  <a:pt x="279961" y="13204"/>
                  <a:pt x="280278" y="13794"/>
                  <a:pt x="280278" y="14974"/>
                </a:cubicBezTo>
                <a:lnTo>
                  <a:pt x="280278" y="30763"/>
                </a:lnTo>
                <a:lnTo>
                  <a:pt x="294027" y="30763"/>
                </a:lnTo>
                <a:close/>
                <a:moveTo>
                  <a:pt x="352968" y="69694"/>
                </a:moveTo>
                <a:lnTo>
                  <a:pt x="355144" y="70647"/>
                </a:lnTo>
                <a:cubicBezTo>
                  <a:pt x="352332" y="77997"/>
                  <a:pt x="348453" y="83624"/>
                  <a:pt x="343507" y="87526"/>
                </a:cubicBezTo>
                <a:cubicBezTo>
                  <a:pt x="338560" y="91428"/>
                  <a:pt x="332821" y="93379"/>
                  <a:pt x="326288" y="93379"/>
                </a:cubicBezTo>
                <a:cubicBezTo>
                  <a:pt x="318483" y="93379"/>
                  <a:pt x="312290" y="90634"/>
                  <a:pt x="307706" y="85145"/>
                </a:cubicBezTo>
                <a:cubicBezTo>
                  <a:pt x="303124" y="79655"/>
                  <a:pt x="300833" y="72236"/>
                  <a:pt x="300833" y="62887"/>
                </a:cubicBezTo>
                <a:cubicBezTo>
                  <a:pt x="300833" y="57261"/>
                  <a:pt x="301718" y="52157"/>
                  <a:pt x="303488" y="47575"/>
                </a:cubicBezTo>
                <a:cubicBezTo>
                  <a:pt x="305257" y="42992"/>
                  <a:pt x="307730" y="39293"/>
                  <a:pt x="310905" y="36480"/>
                </a:cubicBezTo>
                <a:cubicBezTo>
                  <a:pt x="316168" y="31760"/>
                  <a:pt x="322294" y="29401"/>
                  <a:pt x="329283" y="29401"/>
                </a:cubicBezTo>
                <a:cubicBezTo>
                  <a:pt x="336633" y="29401"/>
                  <a:pt x="342440" y="31988"/>
                  <a:pt x="346705" y="37161"/>
                </a:cubicBezTo>
                <a:cubicBezTo>
                  <a:pt x="348429" y="39339"/>
                  <a:pt x="349700" y="41631"/>
                  <a:pt x="350517" y="44036"/>
                </a:cubicBezTo>
                <a:cubicBezTo>
                  <a:pt x="351334" y="46440"/>
                  <a:pt x="352014" y="49866"/>
                  <a:pt x="352558" y="54313"/>
                </a:cubicBezTo>
                <a:lnTo>
                  <a:pt x="310633" y="54313"/>
                </a:lnTo>
                <a:cubicBezTo>
                  <a:pt x="310814" y="58487"/>
                  <a:pt x="311177" y="61867"/>
                  <a:pt x="311721" y="64454"/>
                </a:cubicBezTo>
                <a:cubicBezTo>
                  <a:pt x="312267" y="67040"/>
                  <a:pt x="313129" y="69649"/>
                  <a:pt x="314309" y="72280"/>
                </a:cubicBezTo>
                <a:cubicBezTo>
                  <a:pt x="318301" y="80084"/>
                  <a:pt x="324155" y="83986"/>
                  <a:pt x="331869" y="83986"/>
                </a:cubicBezTo>
                <a:cubicBezTo>
                  <a:pt x="336225" y="83986"/>
                  <a:pt x="340014" y="82898"/>
                  <a:pt x="343234" y="80721"/>
                </a:cubicBezTo>
                <a:cubicBezTo>
                  <a:pt x="346457" y="78543"/>
                  <a:pt x="349701" y="74867"/>
                  <a:pt x="352968" y="69694"/>
                </a:cubicBezTo>
                <a:moveTo>
                  <a:pt x="310905" y="49956"/>
                </a:moveTo>
                <a:lnTo>
                  <a:pt x="338675" y="49956"/>
                </a:lnTo>
                <a:cubicBezTo>
                  <a:pt x="337767" y="44058"/>
                  <a:pt x="336360" y="39975"/>
                  <a:pt x="334455" y="37707"/>
                </a:cubicBezTo>
                <a:cubicBezTo>
                  <a:pt x="332549" y="35438"/>
                  <a:pt x="329509" y="34303"/>
                  <a:pt x="325334" y="34303"/>
                </a:cubicBezTo>
                <a:cubicBezTo>
                  <a:pt x="321159" y="34303"/>
                  <a:pt x="317892" y="35573"/>
                  <a:pt x="315533" y="38114"/>
                </a:cubicBezTo>
                <a:cubicBezTo>
                  <a:pt x="313174" y="40655"/>
                  <a:pt x="311632" y="44602"/>
                  <a:pt x="310905" y="49956"/>
                </a:cubicBezTo>
                <a:close/>
                <a:moveTo>
                  <a:pt x="399930" y="49276"/>
                </a:moveTo>
                <a:lnTo>
                  <a:pt x="397888" y="49276"/>
                </a:lnTo>
                <a:cubicBezTo>
                  <a:pt x="396346" y="43105"/>
                  <a:pt x="394440" y="38771"/>
                  <a:pt x="392170" y="36276"/>
                </a:cubicBezTo>
                <a:cubicBezTo>
                  <a:pt x="389902" y="33781"/>
                  <a:pt x="386817" y="32533"/>
                  <a:pt x="382915" y="32533"/>
                </a:cubicBezTo>
                <a:cubicBezTo>
                  <a:pt x="379830" y="32533"/>
                  <a:pt x="377312" y="33373"/>
                  <a:pt x="375360" y="35053"/>
                </a:cubicBezTo>
                <a:cubicBezTo>
                  <a:pt x="373409" y="36731"/>
                  <a:pt x="372434" y="38976"/>
                  <a:pt x="372434" y="41789"/>
                </a:cubicBezTo>
                <a:cubicBezTo>
                  <a:pt x="372434" y="45691"/>
                  <a:pt x="374385" y="48777"/>
                  <a:pt x="378287" y="51046"/>
                </a:cubicBezTo>
                <a:lnTo>
                  <a:pt x="392989" y="59757"/>
                </a:lnTo>
                <a:cubicBezTo>
                  <a:pt x="397162" y="62207"/>
                  <a:pt x="400111" y="64657"/>
                  <a:pt x="401835" y="67108"/>
                </a:cubicBezTo>
                <a:cubicBezTo>
                  <a:pt x="403560" y="69558"/>
                  <a:pt x="404423" y="72507"/>
                  <a:pt x="404423" y="75956"/>
                </a:cubicBezTo>
                <a:cubicBezTo>
                  <a:pt x="404423" y="79133"/>
                  <a:pt x="403560" y="82037"/>
                  <a:pt x="401835" y="84670"/>
                </a:cubicBezTo>
                <a:cubicBezTo>
                  <a:pt x="400111" y="87301"/>
                  <a:pt x="397797" y="89410"/>
                  <a:pt x="394893" y="90998"/>
                </a:cubicBezTo>
                <a:cubicBezTo>
                  <a:pt x="391989" y="92585"/>
                  <a:pt x="388768" y="93379"/>
                  <a:pt x="385229" y="93379"/>
                </a:cubicBezTo>
                <a:cubicBezTo>
                  <a:pt x="383867" y="93379"/>
                  <a:pt x="382325" y="93242"/>
                  <a:pt x="380601" y="92970"/>
                </a:cubicBezTo>
                <a:cubicBezTo>
                  <a:pt x="378877" y="92698"/>
                  <a:pt x="377107" y="92381"/>
                  <a:pt x="375292" y="92018"/>
                </a:cubicBezTo>
                <a:cubicBezTo>
                  <a:pt x="373749" y="91564"/>
                  <a:pt x="372501" y="91269"/>
                  <a:pt x="371547" y="91133"/>
                </a:cubicBezTo>
                <a:cubicBezTo>
                  <a:pt x="370594" y="90998"/>
                  <a:pt x="369755" y="90930"/>
                  <a:pt x="369030" y="90930"/>
                </a:cubicBezTo>
                <a:cubicBezTo>
                  <a:pt x="367668" y="90930"/>
                  <a:pt x="366625" y="91474"/>
                  <a:pt x="365899" y="92563"/>
                </a:cubicBezTo>
                <a:lnTo>
                  <a:pt x="364130" y="92563"/>
                </a:lnTo>
                <a:lnTo>
                  <a:pt x="364130" y="71329"/>
                </a:lnTo>
                <a:lnTo>
                  <a:pt x="366307" y="71329"/>
                </a:lnTo>
                <a:cubicBezTo>
                  <a:pt x="367850" y="78225"/>
                  <a:pt x="369938" y="83125"/>
                  <a:pt x="372569" y="86030"/>
                </a:cubicBezTo>
                <a:cubicBezTo>
                  <a:pt x="375201" y="88934"/>
                  <a:pt x="378877" y="90386"/>
                  <a:pt x="383596" y="90386"/>
                </a:cubicBezTo>
                <a:cubicBezTo>
                  <a:pt x="387044" y="90386"/>
                  <a:pt x="389788" y="89501"/>
                  <a:pt x="391830" y="87731"/>
                </a:cubicBezTo>
                <a:cubicBezTo>
                  <a:pt x="393872" y="85962"/>
                  <a:pt x="394893" y="83579"/>
                  <a:pt x="394893" y="80584"/>
                </a:cubicBezTo>
                <a:cubicBezTo>
                  <a:pt x="394893" y="76501"/>
                  <a:pt x="392534" y="73098"/>
                  <a:pt x="387815" y="70375"/>
                </a:cubicBezTo>
                <a:lnTo>
                  <a:pt x="379920" y="65883"/>
                </a:lnTo>
                <a:cubicBezTo>
                  <a:pt x="374112" y="62616"/>
                  <a:pt x="370006" y="59485"/>
                  <a:pt x="367601" y="56490"/>
                </a:cubicBezTo>
                <a:cubicBezTo>
                  <a:pt x="365195" y="53495"/>
                  <a:pt x="363993" y="50092"/>
                  <a:pt x="363993" y="46281"/>
                </a:cubicBezTo>
                <a:cubicBezTo>
                  <a:pt x="363993" y="41381"/>
                  <a:pt x="365739" y="37342"/>
                  <a:pt x="369233" y="34166"/>
                </a:cubicBezTo>
                <a:cubicBezTo>
                  <a:pt x="372728" y="30989"/>
                  <a:pt x="377152" y="29401"/>
                  <a:pt x="382506" y="29401"/>
                </a:cubicBezTo>
                <a:cubicBezTo>
                  <a:pt x="384140" y="29401"/>
                  <a:pt x="385751" y="29560"/>
                  <a:pt x="387339" y="29879"/>
                </a:cubicBezTo>
                <a:cubicBezTo>
                  <a:pt x="388927" y="30196"/>
                  <a:pt x="390493" y="30626"/>
                  <a:pt x="392035" y="31171"/>
                </a:cubicBezTo>
                <a:cubicBezTo>
                  <a:pt x="393396" y="31806"/>
                  <a:pt x="394621" y="32124"/>
                  <a:pt x="395710" y="32124"/>
                </a:cubicBezTo>
                <a:cubicBezTo>
                  <a:pt x="396437" y="32124"/>
                  <a:pt x="397163" y="31625"/>
                  <a:pt x="397888" y="30626"/>
                </a:cubicBezTo>
                <a:lnTo>
                  <a:pt x="399386" y="30626"/>
                </a:lnTo>
                <a:lnTo>
                  <a:pt x="399930" y="492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8DB5B8-E305-4FBC-B69D-1EE289EC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157" y="4205791"/>
            <a:ext cx="679655" cy="317300"/>
          </a:xfrm>
          <a:custGeom xmlns:a="http://schemas.openxmlformats.org/drawingml/2006/main">
            <a:pathLst>
              <a:path w="679655" h="317300">
                <a:moveTo>
                  <a:pt x="0" y="317300"/>
                </a:moveTo>
                <a:lnTo>
                  <a:pt x="0" y="0"/>
                </a:lnTo>
                <a:lnTo>
                  <a:pt x="679655" y="0"/>
                </a:lnTo>
                <a:lnTo>
                  <a:pt x="679655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1Byte">
            <a:extLst xmlns:a="http://schemas.openxmlformats.org/drawingml/2006/main">
              <a:ext uri="{FF2B5EF4-FFF2-40B4-BE49-F238E27FC236}">
                <a16:creationId xmlns:a16="http://schemas.microsoft.com/office/drawing/2014/main" id="{B170AC60-9531-4EAB-BE03-DFC38BBE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313" y="4316599"/>
            <a:ext cx="341668" cy="121693"/>
          </a:xfrm>
          <a:custGeom xmlns:a="http://schemas.openxmlformats.org/drawingml/2006/main">
            <a:pathLst>
              <a:path w="341668" h="121693">
                <a:moveTo>
                  <a:pt x="953" y="92018"/>
                </a:moveTo>
                <a:lnTo>
                  <a:pt x="953" y="89977"/>
                </a:lnTo>
                <a:cubicBezTo>
                  <a:pt x="4403" y="89885"/>
                  <a:pt x="7034" y="89567"/>
                  <a:pt x="8848" y="89023"/>
                </a:cubicBezTo>
                <a:cubicBezTo>
                  <a:pt x="10664" y="88479"/>
                  <a:pt x="11934" y="87436"/>
                  <a:pt x="12660" y="85893"/>
                </a:cubicBezTo>
                <a:cubicBezTo>
                  <a:pt x="13387" y="84350"/>
                  <a:pt x="13795" y="82172"/>
                  <a:pt x="13885" y="79359"/>
                </a:cubicBezTo>
                <a:lnTo>
                  <a:pt x="13885" y="17695"/>
                </a:lnTo>
                <a:cubicBezTo>
                  <a:pt x="13885" y="13430"/>
                  <a:pt x="12524" y="11297"/>
                  <a:pt x="9802" y="11297"/>
                </a:cubicBezTo>
                <a:cubicBezTo>
                  <a:pt x="8441" y="11297"/>
                  <a:pt x="5173" y="12296"/>
                  <a:pt x="0" y="14292"/>
                </a:cubicBezTo>
                <a:lnTo>
                  <a:pt x="0" y="12386"/>
                </a:lnTo>
                <a:lnTo>
                  <a:pt x="24503" y="0"/>
                </a:lnTo>
                <a:lnTo>
                  <a:pt x="25592" y="272"/>
                </a:lnTo>
                <a:lnTo>
                  <a:pt x="25592" y="81945"/>
                </a:lnTo>
                <a:cubicBezTo>
                  <a:pt x="25683" y="85212"/>
                  <a:pt x="26545" y="87368"/>
                  <a:pt x="28178" y="88413"/>
                </a:cubicBezTo>
                <a:cubicBezTo>
                  <a:pt x="29811" y="89455"/>
                  <a:pt x="33260" y="89977"/>
                  <a:pt x="38523" y="89977"/>
                </a:cubicBezTo>
                <a:lnTo>
                  <a:pt x="38523" y="92018"/>
                </a:lnTo>
                <a:lnTo>
                  <a:pt x="953" y="92018"/>
                </a:lnTo>
                <a:close/>
                <a:moveTo>
                  <a:pt x="88753" y="4491"/>
                </a:moveTo>
                <a:lnTo>
                  <a:pt x="88753" y="1905"/>
                </a:lnTo>
                <a:lnTo>
                  <a:pt x="126867" y="1905"/>
                </a:lnTo>
                <a:cubicBezTo>
                  <a:pt x="138573" y="1905"/>
                  <a:pt x="147444" y="3856"/>
                  <a:pt x="153478" y="7758"/>
                </a:cubicBezTo>
                <a:cubicBezTo>
                  <a:pt x="159514" y="11660"/>
                  <a:pt x="162532" y="17422"/>
                  <a:pt x="162532" y="25045"/>
                </a:cubicBezTo>
                <a:cubicBezTo>
                  <a:pt x="162532" y="30944"/>
                  <a:pt x="160717" y="35482"/>
                  <a:pt x="157086" y="38658"/>
                </a:cubicBezTo>
                <a:cubicBezTo>
                  <a:pt x="155454" y="40110"/>
                  <a:pt x="153730" y="41244"/>
                  <a:pt x="151914" y="42061"/>
                </a:cubicBezTo>
                <a:cubicBezTo>
                  <a:pt x="150099" y="42878"/>
                  <a:pt x="147422" y="43740"/>
                  <a:pt x="143882" y="44647"/>
                </a:cubicBezTo>
                <a:cubicBezTo>
                  <a:pt x="148329" y="45736"/>
                  <a:pt x="151709" y="46803"/>
                  <a:pt x="154023" y="47847"/>
                </a:cubicBezTo>
                <a:cubicBezTo>
                  <a:pt x="156338" y="48890"/>
                  <a:pt x="158494" y="50319"/>
                  <a:pt x="160491" y="52134"/>
                </a:cubicBezTo>
                <a:cubicBezTo>
                  <a:pt x="164937" y="56128"/>
                  <a:pt x="167160" y="61256"/>
                  <a:pt x="167160" y="67517"/>
                </a:cubicBezTo>
                <a:cubicBezTo>
                  <a:pt x="167160" y="74323"/>
                  <a:pt x="164619" y="79995"/>
                  <a:pt x="159537" y="84533"/>
                </a:cubicBezTo>
                <a:cubicBezTo>
                  <a:pt x="156996" y="86801"/>
                  <a:pt x="153457" y="88615"/>
                  <a:pt x="148919" y="89977"/>
                </a:cubicBezTo>
                <a:cubicBezTo>
                  <a:pt x="144382" y="91338"/>
                  <a:pt x="139481" y="92018"/>
                  <a:pt x="134218" y="92018"/>
                </a:cubicBezTo>
                <a:lnTo>
                  <a:pt x="88753" y="92018"/>
                </a:lnTo>
                <a:lnTo>
                  <a:pt x="88753" y="89432"/>
                </a:lnTo>
                <a:cubicBezTo>
                  <a:pt x="92474" y="89251"/>
                  <a:pt x="95264" y="88865"/>
                  <a:pt x="97123" y="88275"/>
                </a:cubicBezTo>
                <a:cubicBezTo>
                  <a:pt x="98984" y="87686"/>
                  <a:pt x="100233" y="86529"/>
                  <a:pt x="100868" y="84805"/>
                </a:cubicBezTo>
                <a:cubicBezTo>
                  <a:pt x="101504" y="83079"/>
                  <a:pt x="101822" y="80538"/>
                  <a:pt x="101822" y="77182"/>
                </a:cubicBezTo>
                <a:lnTo>
                  <a:pt x="101822" y="16743"/>
                </a:lnTo>
                <a:cubicBezTo>
                  <a:pt x="101822" y="13294"/>
                  <a:pt x="101527" y="10753"/>
                  <a:pt x="100937" y="9120"/>
                </a:cubicBezTo>
                <a:cubicBezTo>
                  <a:pt x="100347" y="7486"/>
                  <a:pt x="99122" y="6352"/>
                  <a:pt x="97261" y="5716"/>
                </a:cubicBezTo>
                <a:cubicBezTo>
                  <a:pt x="95401" y="5081"/>
                  <a:pt x="92565" y="4672"/>
                  <a:pt x="88753" y="4491"/>
                </a:cubicBezTo>
                <a:moveTo>
                  <a:pt x="115705" y="47642"/>
                </a:moveTo>
                <a:lnTo>
                  <a:pt x="115705" y="81400"/>
                </a:lnTo>
                <a:cubicBezTo>
                  <a:pt x="115705" y="83579"/>
                  <a:pt x="116295" y="85053"/>
                  <a:pt x="117475" y="85825"/>
                </a:cubicBezTo>
                <a:cubicBezTo>
                  <a:pt x="118654" y="86596"/>
                  <a:pt x="120923" y="86981"/>
                  <a:pt x="124281" y="86981"/>
                </a:cubicBezTo>
                <a:cubicBezTo>
                  <a:pt x="128819" y="86981"/>
                  <a:pt x="132562" y="86686"/>
                  <a:pt x="135512" y="86097"/>
                </a:cubicBezTo>
                <a:cubicBezTo>
                  <a:pt x="138461" y="85507"/>
                  <a:pt x="141025" y="84622"/>
                  <a:pt x="143203" y="83442"/>
                </a:cubicBezTo>
                <a:cubicBezTo>
                  <a:pt x="148738" y="80266"/>
                  <a:pt x="151505" y="75002"/>
                  <a:pt x="151505" y="67652"/>
                </a:cubicBezTo>
                <a:cubicBezTo>
                  <a:pt x="151505" y="59304"/>
                  <a:pt x="147694" y="53587"/>
                  <a:pt x="140071" y="50502"/>
                </a:cubicBezTo>
                <a:cubicBezTo>
                  <a:pt x="137621" y="49503"/>
                  <a:pt x="134604" y="48777"/>
                  <a:pt x="131019" y="48323"/>
                </a:cubicBezTo>
                <a:cubicBezTo>
                  <a:pt x="127434" y="47869"/>
                  <a:pt x="122329" y="47642"/>
                  <a:pt x="115705" y="47642"/>
                </a:cubicBezTo>
                <a:moveTo>
                  <a:pt x="115705" y="42333"/>
                </a:moveTo>
                <a:lnTo>
                  <a:pt x="128637" y="42198"/>
                </a:lnTo>
                <a:cubicBezTo>
                  <a:pt x="141977" y="42016"/>
                  <a:pt x="148647" y="36480"/>
                  <a:pt x="148647" y="25589"/>
                </a:cubicBezTo>
                <a:cubicBezTo>
                  <a:pt x="148647" y="19511"/>
                  <a:pt x="146537" y="14838"/>
                  <a:pt x="142316" y="11571"/>
                </a:cubicBezTo>
                <a:cubicBezTo>
                  <a:pt x="138097" y="8303"/>
                  <a:pt x="132222" y="6760"/>
                  <a:pt x="124690" y="6942"/>
                </a:cubicBezTo>
                <a:lnTo>
                  <a:pt x="118700" y="7079"/>
                </a:lnTo>
                <a:cubicBezTo>
                  <a:pt x="117520" y="7169"/>
                  <a:pt x="116749" y="7464"/>
                  <a:pt x="116386" y="7963"/>
                </a:cubicBezTo>
                <a:cubicBezTo>
                  <a:pt x="116023" y="8462"/>
                  <a:pt x="115796" y="9483"/>
                  <a:pt x="115705" y="11025"/>
                </a:cubicBezTo>
                <a:lnTo>
                  <a:pt x="115705" y="42333"/>
                </a:lnTo>
                <a:close/>
                <a:moveTo>
                  <a:pt x="241892" y="30763"/>
                </a:moveTo>
                <a:lnTo>
                  <a:pt x="241892" y="32805"/>
                </a:lnTo>
                <a:cubicBezTo>
                  <a:pt x="240258" y="32987"/>
                  <a:pt x="238987" y="33509"/>
                  <a:pt x="238079" y="34371"/>
                </a:cubicBezTo>
                <a:cubicBezTo>
                  <a:pt x="237172" y="35233"/>
                  <a:pt x="236265" y="36752"/>
                  <a:pt x="235358" y="38931"/>
                </a:cubicBezTo>
                <a:lnTo>
                  <a:pt x="214394" y="94469"/>
                </a:lnTo>
                <a:cubicBezTo>
                  <a:pt x="210673" y="104360"/>
                  <a:pt x="207066" y="111370"/>
                  <a:pt x="203572" y="115500"/>
                </a:cubicBezTo>
                <a:cubicBezTo>
                  <a:pt x="200079" y="119629"/>
                  <a:pt x="196018" y="121693"/>
                  <a:pt x="191390" y="121693"/>
                </a:cubicBezTo>
                <a:cubicBezTo>
                  <a:pt x="188486" y="121693"/>
                  <a:pt x="186081" y="120944"/>
                  <a:pt x="184174" y="119446"/>
                </a:cubicBezTo>
                <a:cubicBezTo>
                  <a:pt x="182269" y="117949"/>
                  <a:pt x="181316" y="116067"/>
                  <a:pt x="181316" y="113798"/>
                </a:cubicBezTo>
                <a:cubicBezTo>
                  <a:pt x="181316" y="112075"/>
                  <a:pt x="181883" y="110645"/>
                  <a:pt x="183018" y="109509"/>
                </a:cubicBezTo>
                <a:cubicBezTo>
                  <a:pt x="184152" y="108375"/>
                  <a:pt x="185536" y="107808"/>
                  <a:pt x="187170" y="107808"/>
                </a:cubicBezTo>
                <a:cubicBezTo>
                  <a:pt x="189348" y="107808"/>
                  <a:pt x="191707" y="108307"/>
                  <a:pt x="194248" y="109306"/>
                </a:cubicBezTo>
                <a:cubicBezTo>
                  <a:pt x="195609" y="109941"/>
                  <a:pt x="196789" y="110259"/>
                  <a:pt x="197788" y="110259"/>
                </a:cubicBezTo>
                <a:cubicBezTo>
                  <a:pt x="198786" y="110259"/>
                  <a:pt x="199920" y="109691"/>
                  <a:pt x="201190" y="108556"/>
                </a:cubicBezTo>
                <a:cubicBezTo>
                  <a:pt x="202461" y="107422"/>
                  <a:pt x="203596" y="105993"/>
                  <a:pt x="204594" y="104269"/>
                </a:cubicBezTo>
                <a:cubicBezTo>
                  <a:pt x="205411" y="102818"/>
                  <a:pt x="206227" y="101094"/>
                  <a:pt x="207043" y="99097"/>
                </a:cubicBezTo>
                <a:cubicBezTo>
                  <a:pt x="207860" y="97100"/>
                  <a:pt x="208563" y="95194"/>
                  <a:pt x="209153" y="93379"/>
                </a:cubicBezTo>
                <a:cubicBezTo>
                  <a:pt x="209743" y="91565"/>
                  <a:pt x="210038" y="90294"/>
                  <a:pt x="210038" y="89567"/>
                </a:cubicBezTo>
                <a:cubicBezTo>
                  <a:pt x="210038" y="88569"/>
                  <a:pt x="209516" y="86845"/>
                  <a:pt x="208472" y="84395"/>
                </a:cubicBezTo>
                <a:cubicBezTo>
                  <a:pt x="207429" y="81946"/>
                  <a:pt x="205955" y="79042"/>
                  <a:pt x="204050" y="75684"/>
                </a:cubicBezTo>
                <a:cubicBezTo>
                  <a:pt x="203686" y="74957"/>
                  <a:pt x="203390" y="74367"/>
                  <a:pt x="203163" y="73915"/>
                </a:cubicBezTo>
                <a:cubicBezTo>
                  <a:pt x="202937" y="73460"/>
                  <a:pt x="202416" y="72326"/>
                  <a:pt x="201599" y="70510"/>
                </a:cubicBezTo>
                <a:lnTo>
                  <a:pt x="186081" y="37024"/>
                </a:lnTo>
                <a:cubicBezTo>
                  <a:pt x="184991" y="34666"/>
                  <a:pt x="182678" y="33214"/>
                  <a:pt x="179140" y="32668"/>
                </a:cubicBezTo>
                <a:lnTo>
                  <a:pt x="179140" y="30763"/>
                </a:lnTo>
                <a:lnTo>
                  <a:pt x="207180" y="30763"/>
                </a:lnTo>
                <a:lnTo>
                  <a:pt x="207180" y="32805"/>
                </a:lnTo>
                <a:cubicBezTo>
                  <a:pt x="204276" y="32895"/>
                  <a:pt x="202235" y="33213"/>
                  <a:pt x="201055" y="33759"/>
                </a:cubicBezTo>
                <a:cubicBezTo>
                  <a:pt x="199875" y="34303"/>
                  <a:pt x="199285" y="35210"/>
                  <a:pt x="199285" y="36480"/>
                </a:cubicBezTo>
                <a:cubicBezTo>
                  <a:pt x="199285" y="37841"/>
                  <a:pt x="199739" y="39565"/>
                  <a:pt x="200646" y="41654"/>
                </a:cubicBezTo>
                <a:lnTo>
                  <a:pt x="216300" y="76091"/>
                </a:lnTo>
                <a:lnTo>
                  <a:pt x="229504" y="38521"/>
                </a:lnTo>
                <a:cubicBezTo>
                  <a:pt x="229867" y="37706"/>
                  <a:pt x="230049" y="36934"/>
                  <a:pt x="230049" y="36207"/>
                </a:cubicBezTo>
                <a:cubicBezTo>
                  <a:pt x="230049" y="33939"/>
                  <a:pt x="227870" y="32805"/>
                  <a:pt x="223514" y="32805"/>
                </a:cubicBezTo>
                <a:lnTo>
                  <a:pt x="223514" y="30763"/>
                </a:lnTo>
                <a:lnTo>
                  <a:pt x="241892" y="30763"/>
                </a:lnTo>
                <a:close/>
                <a:moveTo>
                  <a:pt x="280551" y="30763"/>
                </a:moveTo>
                <a:lnTo>
                  <a:pt x="280551" y="35119"/>
                </a:lnTo>
                <a:lnTo>
                  <a:pt x="266803" y="35119"/>
                </a:lnTo>
                <a:lnTo>
                  <a:pt x="266803" y="74050"/>
                </a:lnTo>
                <a:cubicBezTo>
                  <a:pt x="266803" y="78315"/>
                  <a:pt x="267347" y="81423"/>
                  <a:pt x="268435" y="83374"/>
                </a:cubicBezTo>
                <a:cubicBezTo>
                  <a:pt x="269525" y="85325"/>
                  <a:pt x="271340" y="86300"/>
                  <a:pt x="273881" y="86300"/>
                </a:cubicBezTo>
                <a:cubicBezTo>
                  <a:pt x="275424" y="86300"/>
                  <a:pt x="276807" y="85937"/>
                  <a:pt x="278031" y="85212"/>
                </a:cubicBezTo>
                <a:cubicBezTo>
                  <a:pt x="279257" y="84486"/>
                  <a:pt x="280596" y="83261"/>
                  <a:pt x="282048" y="81537"/>
                </a:cubicBezTo>
                <a:lnTo>
                  <a:pt x="283818" y="83035"/>
                </a:lnTo>
                <a:cubicBezTo>
                  <a:pt x="279462" y="89931"/>
                  <a:pt x="274016" y="93379"/>
                  <a:pt x="267482" y="93379"/>
                </a:cubicBezTo>
                <a:cubicBezTo>
                  <a:pt x="259406" y="93379"/>
                  <a:pt x="255368" y="87616"/>
                  <a:pt x="255368" y="76091"/>
                </a:cubicBezTo>
                <a:lnTo>
                  <a:pt x="255368" y="35119"/>
                </a:lnTo>
                <a:lnTo>
                  <a:pt x="248153" y="35119"/>
                </a:lnTo>
                <a:cubicBezTo>
                  <a:pt x="247790" y="34846"/>
                  <a:pt x="247608" y="34529"/>
                  <a:pt x="247608" y="34166"/>
                </a:cubicBezTo>
                <a:cubicBezTo>
                  <a:pt x="247608" y="33440"/>
                  <a:pt x="248380" y="32578"/>
                  <a:pt x="249922" y="31580"/>
                </a:cubicBezTo>
                <a:cubicBezTo>
                  <a:pt x="251919" y="30400"/>
                  <a:pt x="254097" y="28472"/>
                  <a:pt x="256457" y="25795"/>
                </a:cubicBezTo>
                <a:cubicBezTo>
                  <a:pt x="258816" y="23117"/>
                  <a:pt x="261947" y="18920"/>
                  <a:pt x="265849" y="13204"/>
                </a:cubicBezTo>
                <a:cubicBezTo>
                  <a:pt x="266485" y="13204"/>
                  <a:pt x="266803" y="13794"/>
                  <a:pt x="266803" y="14974"/>
                </a:cubicBezTo>
                <a:lnTo>
                  <a:pt x="266803" y="30763"/>
                </a:lnTo>
                <a:lnTo>
                  <a:pt x="280551" y="30763"/>
                </a:lnTo>
                <a:close/>
                <a:moveTo>
                  <a:pt x="339492" y="69694"/>
                </a:moveTo>
                <a:lnTo>
                  <a:pt x="341668" y="70647"/>
                </a:lnTo>
                <a:cubicBezTo>
                  <a:pt x="338856" y="77997"/>
                  <a:pt x="334977" y="83624"/>
                  <a:pt x="330031" y="87526"/>
                </a:cubicBezTo>
                <a:cubicBezTo>
                  <a:pt x="325084" y="91428"/>
                  <a:pt x="319345" y="93379"/>
                  <a:pt x="312812" y="93379"/>
                </a:cubicBezTo>
                <a:cubicBezTo>
                  <a:pt x="305007" y="93379"/>
                  <a:pt x="298814" y="90634"/>
                  <a:pt x="294230" y="85145"/>
                </a:cubicBezTo>
                <a:cubicBezTo>
                  <a:pt x="289648" y="79655"/>
                  <a:pt x="287357" y="72236"/>
                  <a:pt x="287357" y="62887"/>
                </a:cubicBezTo>
                <a:cubicBezTo>
                  <a:pt x="287357" y="57261"/>
                  <a:pt x="288242" y="52157"/>
                  <a:pt x="290012" y="47575"/>
                </a:cubicBezTo>
                <a:cubicBezTo>
                  <a:pt x="291781" y="42992"/>
                  <a:pt x="294254" y="39293"/>
                  <a:pt x="297429" y="36480"/>
                </a:cubicBezTo>
                <a:cubicBezTo>
                  <a:pt x="302692" y="31760"/>
                  <a:pt x="308818" y="29401"/>
                  <a:pt x="315807" y="29401"/>
                </a:cubicBezTo>
                <a:cubicBezTo>
                  <a:pt x="323157" y="29401"/>
                  <a:pt x="328964" y="31988"/>
                  <a:pt x="333229" y="37161"/>
                </a:cubicBezTo>
                <a:cubicBezTo>
                  <a:pt x="334953" y="39339"/>
                  <a:pt x="336224" y="41631"/>
                  <a:pt x="337041" y="44036"/>
                </a:cubicBezTo>
                <a:cubicBezTo>
                  <a:pt x="337858" y="46440"/>
                  <a:pt x="338538" y="49866"/>
                  <a:pt x="339082" y="54313"/>
                </a:cubicBezTo>
                <a:lnTo>
                  <a:pt x="297157" y="54313"/>
                </a:lnTo>
                <a:cubicBezTo>
                  <a:pt x="297338" y="58487"/>
                  <a:pt x="297701" y="61867"/>
                  <a:pt x="298245" y="64454"/>
                </a:cubicBezTo>
                <a:cubicBezTo>
                  <a:pt x="298791" y="67040"/>
                  <a:pt x="299653" y="69649"/>
                  <a:pt x="300833" y="72280"/>
                </a:cubicBezTo>
                <a:cubicBezTo>
                  <a:pt x="304825" y="80084"/>
                  <a:pt x="310679" y="83986"/>
                  <a:pt x="318393" y="83986"/>
                </a:cubicBezTo>
                <a:cubicBezTo>
                  <a:pt x="322749" y="83986"/>
                  <a:pt x="326538" y="82898"/>
                  <a:pt x="329759" y="80721"/>
                </a:cubicBezTo>
                <a:cubicBezTo>
                  <a:pt x="332981" y="78543"/>
                  <a:pt x="336225" y="74867"/>
                  <a:pt x="339492" y="69694"/>
                </a:cubicBezTo>
                <a:moveTo>
                  <a:pt x="297429" y="49956"/>
                </a:moveTo>
                <a:lnTo>
                  <a:pt x="325199" y="49956"/>
                </a:lnTo>
                <a:cubicBezTo>
                  <a:pt x="324291" y="44058"/>
                  <a:pt x="322884" y="39975"/>
                  <a:pt x="320979" y="37707"/>
                </a:cubicBezTo>
                <a:cubicBezTo>
                  <a:pt x="319073" y="35438"/>
                  <a:pt x="316033" y="34303"/>
                  <a:pt x="311858" y="34303"/>
                </a:cubicBezTo>
                <a:cubicBezTo>
                  <a:pt x="307683" y="34303"/>
                  <a:pt x="304416" y="35573"/>
                  <a:pt x="302057" y="38114"/>
                </a:cubicBezTo>
                <a:cubicBezTo>
                  <a:pt x="299698" y="40655"/>
                  <a:pt x="298156" y="44602"/>
                  <a:pt x="297429" y="49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CF1E2-BEC4-46FE-8E86-C021302A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157" y="4534595"/>
            <a:ext cx="679655" cy="316342"/>
          </a:xfrm>
          <a:custGeom xmlns:a="http://schemas.openxmlformats.org/drawingml/2006/main">
            <a:pathLst>
              <a:path w="679655" h="316342">
                <a:moveTo>
                  <a:pt x="0" y="316342"/>
                </a:moveTo>
                <a:lnTo>
                  <a:pt x="0" y="0"/>
                </a:lnTo>
                <a:lnTo>
                  <a:pt x="679655" y="0"/>
                </a:lnTo>
                <a:lnTo>
                  <a:pt x="679655" y="316342"/>
                </a:lnTo>
                <a:lnTo>
                  <a:pt x="0" y="316342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447277-4347-482D-B385-FC85661E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157" y="4534595"/>
            <a:ext cx="679655" cy="316342"/>
          </a:xfrm>
          <a:custGeom xmlns:a="http://schemas.openxmlformats.org/drawingml/2006/main">
            <a:pathLst>
              <a:path w="679655" h="316342" fill="none">
                <a:moveTo>
                  <a:pt x="0" y="316342"/>
                </a:moveTo>
                <a:lnTo>
                  <a:pt x="679655" y="316342"/>
                </a:lnTo>
                <a:lnTo>
                  <a:pt x="679655" y="0"/>
                </a:lnTo>
                <a:lnTo>
                  <a:pt x="0" y="0"/>
                </a:lnTo>
                <a:lnTo>
                  <a:pt x="0" y="3163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59" name="Text Padding">
            <a:extLst xmlns:a="http://schemas.openxmlformats.org/drawingml/2006/main">
              <a:ext uri="{FF2B5EF4-FFF2-40B4-BE49-F238E27FC236}">
                <a16:creationId xmlns:a16="http://schemas.microsoft.com/office/drawing/2014/main" id="{90690F04-E819-4C3F-B785-A1061953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127" y="4562807"/>
            <a:ext cx="439540" cy="122647"/>
          </a:xfrm>
          <a:custGeom xmlns:a="http://schemas.openxmlformats.org/drawingml/2006/main">
            <a:pathLst>
              <a:path w="439540" h="122647">
                <a:moveTo>
                  <a:pt x="0" y="5444"/>
                </a:moveTo>
                <a:lnTo>
                  <a:pt x="0" y="2858"/>
                </a:lnTo>
                <a:lnTo>
                  <a:pt x="35935" y="2858"/>
                </a:lnTo>
                <a:cubicBezTo>
                  <a:pt x="42378" y="2858"/>
                  <a:pt x="48322" y="3743"/>
                  <a:pt x="53767" y="5513"/>
                </a:cubicBezTo>
                <a:cubicBezTo>
                  <a:pt x="59212" y="7282"/>
                  <a:pt x="63296" y="9665"/>
                  <a:pt x="66020" y="12660"/>
                </a:cubicBezTo>
                <a:cubicBezTo>
                  <a:pt x="69740" y="16652"/>
                  <a:pt x="71601" y="21597"/>
                  <a:pt x="71601" y="27496"/>
                </a:cubicBezTo>
                <a:cubicBezTo>
                  <a:pt x="71601" y="31943"/>
                  <a:pt x="70443" y="36117"/>
                  <a:pt x="68128" y="40021"/>
                </a:cubicBezTo>
                <a:cubicBezTo>
                  <a:pt x="65814" y="43923"/>
                  <a:pt x="62615" y="46963"/>
                  <a:pt x="58532" y="49139"/>
                </a:cubicBezTo>
                <a:cubicBezTo>
                  <a:pt x="52996" y="52226"/>
                  <a:pt x="45055" y="53769"/>
                  <a:pt x="34710" y="53769"/>
                </a:cubicBezTo>
                <a:cubicBezTo>
                  <a:pt x="32986" y="53769"/>
                  <a:pt x="31443" y="53724"/>
                  <a:pt x="30082" y="53634"/>
                </a:cubicBezTo>
                <a:cubicBezTo>
                  <a:pt x="28721" y="53543"/>
                  <a:pt x="27133" y="53451"/>
                  <a:pt x="25317" y="53360"/>
                </a:cubicBezTo>
                <a:lnTo>
                  <a:pt x="25317" y="78135"/>
                </a:lnTo>
                <a:cubicBezTo>
                  <a:pt x="25409" y="81492"/>
                  <a:pt x="25772" y="84033"/>
                  <a:pt x="26406" y="85758"/>
                </a:cubicBezTo>
                <a:cubicBezTo>
                  <a:pt x="27041" y="87482"/>
                  <a:pt x="28267" y="88662"/>
                  <a:pt x="30082" y="89297"/>
                </a:cubicBezTo>
                <a:cubicBezTo>
                  <a:pt x="31898" y="89932"/>
                  <a:pt x="34575" y="90294"/>
                  <a:pt x="38114" y="90386"/>
                </a:cubicBezTo>
                <a:lnTo>
                  <a:pt x="38114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8" y="90023"/>
                  <a:pt x="5966" y="89524"/>
                  <a:pt x="7554" y="88888"/>
                </a:cubicBezTo>
                <a:cubicBezTo>
                  <a:pt x="9143" y="88253"/>
                  <a:pt x="10186" y="87005"/>
                  <a:pt x="10684" y="85145"/>
                </a:cubicBezTo>
                <a:cubicBezTo>
                  <a:pt x="11184" y="83284"/>
                  <a:pt x="11434" y="80448"/>
                  <a:pt x="11434" y="76638"/>
                </a:cubicBezTo>
                <a:lnTo>
                  <a:pt x="11434" y="17697"/>
                </a:lnTo>
                <a:cubicBezTo>
                  <a:pt x="11434" y="14339"/>
                  <a:pt x="11161" y="11866"/>
                  <a:pt x="10616" y="10277"/>
                </a:cubicBezTo>
                <a:cubicBezTo>
                  <a:pt x="10072" y="8689"/>
                  <a:pt x="9005" y="7577"/>
                  <a:pt x="7417" y="6942"/>
                </a:cubicBezTo>
                <a:cubicBezTo>
                  <a:pt x="5829" y="6306"/>
                  <a:pt x="3357" y="5807"/>
                  <a:pt x="0" y="5444"/>
                </a:cubicBezTo>
                <a:moveTo>
                  <a:pt x="25317" y="12523"/>
                </a:moveTo>
                <a:lnTo>
                  <a:pt x="25317" y="47916"/>
                </a:lnTo>
                <a:cubicBezTo>
                  <a:pt x="26860" y="48006"/>
                  <a:pt x="28198" y="48097"/>
                  <a:pt x="29332" y="48188"/>
                </a:cubicBezTo>
                <a:cubicBezTo>
                  <a:pt x="30468" y="48278"/>
                  <a:pt x="31716" y="48323"/>
                  <a:pt x="33077" y="48323"/>
                </a:cubicBezTo>
                <a:cubicBezTo>
                  <a:pt x="48867" y="48323"/>
                  <a:pt x="56762" y="41653"/>
                  <a:pt x="56762" y="28313"/>
                </a:cubicBezTo>
                <a:cubicBezTo>
                  <a:pt x="56762" y="21325"/>
                  <a:pt x="54584" y="16176"/>
                  <a:pt x="50228" y="12863"/>
                </a:cubicBezTo>
                <a:cubicBezTo>
                  <a:pt x="45873" y="9551"/>
                  <a:pt x="39112" y="7895"/>
                  <a:pt x="29945" y="7895"/>
                </a:cubicBezTo>
                <a:cubicBezTo>
                  <a:pt x="28131" y="7895"/>
                  <a:pt x="26906" y="8213"/>
                  <a:pt x="26271" y="8848"/>
                </a:cubicBezTo>
                <a:cubicBezTo>
                  <a:pt x="25635" y="9484"/>
                  <a:pt x="25317" y="10709"/>
                  <a:pt x="25317" y="12523"/>
                </a:cubicBezTo>
                <a:close/>
                <a:moveTo>
                  <a:pt x="133672" y="83988"/>
                </a:moveTo>
                <a:lnTo>
                  <a:pt x="133672" y="87528"/>
                </a:lnTo>
                <a:cubicBezTo>
                  <a:pt x="131312" y="90069"/>
                  <a:pt x="129271" y="91838"/>
                  <a:pt x="127547" y="92837"/>
                </a:cubicBezTo>
                <a:cubicBezTo>
                  <a:pt x="125823" y="93834"/>
                  <a:pt x="123781" y="94332"/>
                  <a:pt x="121421" y="94332"/>
                </a:cubicBezTo>
                <a:cubicBezTo>
                  <a:pt x="118608" y="94332"/>
                  <a:pt x="116543" y="93584"/>
                  <a:pt x="115228" y="92087"/>
                </a:cubicBezTo>
                <a:cubicBezTo>
                  <a:pt x="113912" y="90590"/>
                  <a:pt x="113072" y="88026"/>
                  <a:pt x="112708" y="84395"/>
                </a:cubicBezTo>
                <a:cubicBezTo>
                  <a:pt x="108535" y="87935"/>
                  <a:pt x="104927" y="90476"/>
                  <a:pt x="101887" y="92018"/>
                </a:cubicBezTo>
                <a:cubicBezTo>
                  <a:pt x="98847" y="93561"/>
                  <a:pt x="95830" y="94332"/>
                  <a:pt x="92835" y="94332"/>
                </a:cubicBezTo>
                <a:cubicBezTo>
                  <a:pt x="88660" y="94332"/>
                  <a:pt x="85234" y="92971"/>
                  <a:pt x="82557" y="90249"/>
                </a:cubicBezTo>
                <a:cubicBezTo>
                  <a:pt x="79881" y="87526"/>
                  <a:pt x="78542" y="84033"/>
                  <a:pt x="78542" y="79768"/>
                </a:cubicBezTo>
                <a:cubicBezTo>
                  <a:pt x="78542" y="77500"/>
                  <a:pt x="78996" y="75299"/>
                  <a:pt x="79903" y="73167"/>
                </a:cubicBezTo>
                <a:cubicBezTo>
                  <a:pt x="80811" y="71033"/>
                  <a:pt x="81991" y="69285"/>
                  <a:pt x="83442" y="67924"/>
                </a:cubicBezTo>
                <a:cubicBezTo>
                  <a:pt x="84895" y="66655"/>
                  <a:pt x="86279" y="65543"/>
                  <a:pt x="87594" y="64591"/>
                </a:cubicBezTo>
                <a:cubicBezTo>
                  <a:pt x="88910" y="63638"/>
                  <a:pt x="90497" y="62708"/>
                  <a:pt x="92357" y="61801"/>
                </a:cubicBezTo>
                <a:cubicBezTo>
                  <a:pt x="94218" y="60893"/>
                  <a:pt x="96737" y="59758"/>
                  <a:pt x="99913" y="58397"/>
                </a:cubicBezTo>
                <a:cubicBezTo>
                  <a:pt x="103090" y="57036"/>
                  <a:pt x="107310" y="55311"/>
                  <a:pt x="112573" y="53223"/>
                </a:cubicBezTo>
                <a:lnTo>
                  <a:pt x="112573" y="44921"/>
                </a:lnTo>
                <a:cubicBezTo>
                  <a:pt x="112573" y="37388"/>
                  <a:pt x="109124" y="33622"/>
                  <a:pt x="102227" y="33622"/>
                </a:cubicBezTo>
                <a:cubicBezTo>
                  <a:pt x="99505" y="33622"/>
                  <a:pt x="97191" y="34280"/>
                  <a:pt x="95286" y="35597"/>
                </a:cubicBezTo>
                <a:cubicBezTo>
                  <a:pt x="93380" y="36912"/>
                  <a:pt x="92428" y="38478"/>
                  <a:pt x="92428" y="40293"/>
                </a:cubicBezTo>
                <a:cubicBezTo>
                  <a:pt x="92428" y="41200"/>
                  <a:pt x="92563" y="42288"/>
                  <a:pt x="92835" y="43558"/>
                </a:cubicBezTo>
                <a:cubicBezTo>
                  <a:pt x="92926" y="44012"/>
                  <a:pt x="92994" y="44421"/>
                  <a:pt x="93038" y="44784"/>
                </a:cubicBezTo>
                <a:cubicBezTo>
                  <a:pt x="93084" y="45146"/>
                  <a:pt x="93107" y="45464"/>
                  <a:pt x="93107" y="45737"/>
                </a:cubicBezTo>
                <a:cubicBezTo>
                  <a:pt x="93107" y="47190"/>
                  <a:pt x="92494" y="48506"/>
                  <a:pt x="91269" y="49686"/>
                </a:cubicBezTo>
                <a:cubicBezTo>
                  <a:pt x="90044" y="50865"/>
                  <a:pt x="88615" y="51455"/>
                  <a:pt x="86981" y="51455"/>
                </a:cubicBezTo>
                <a:cubicBezTo>
                  <a:pt x="85348" y="51455"/>
                  <a:pt x="83964" y="50865"/>
                  <a:pt x="82829" y="49686"/>
                </a:cubicBezTo>
                <a:cubicBezTo>
                  <a:pt x="81695" y="48506"/>
                  <a:pt x="81128" y="47144"/>
                  <a:pt x="81128" y="45600"/>
                </a:cubicBezTo>
                <a:cubicBezTo>
                  <a:pt x="81128" y="42696"/>
                  <a:pt x="82149" y="40110"/>
                  <a:pt x="84190" y="37842"/>
                </a:cubicBezTo>
                <a:cubicBezTo>
                  <a:pt x="86232" y="35574"/>
                  <a:pt x="88978" y="33759"/>
                  <a:pt x="92425" y="32398"/>
                </a:cubicBezTo>
                <a:cubicBezTo>
                  <a:pt x="95875" y="31036"/>
                  <a:pt x="99732" y="30354"/>
                  <a:pt x="103997" y="30354"/>
                </a:cubicBezTo>
                <a:cubicBezTo>
                  <a:pt x="112164" y="30354"/>
                  <a:pt x="117791" y="32850"/>
                  <a:pt x="120877" y="37842"/>
                </a:cubicBezTo>
                <a:cubicBezTo>
                  <a:pt x="121874" y="39476"/>
                  <a:pt x="122577" y="41382"/>
                  <a:pt x="122985" y="43560"/>
                </a:cubicBezTo>
                <a:cubicBezTo>
                  <a:pt x="123394" y="45737"/>
                  <a:pt x="123598" y="48595"/>
                  <a:pt x="123598" y="52134"/>
                </a:cubicBezTo>
                <a:lnTo>
                  <a:pt x="123598" y="78679"/>
                </a:lnTo>
                <a:cubicBezTo>
                  <a:pt x="123598" y="81673"/>
                  <a:pt x="123893" y="83738"/>
                  <a:pt x="124483" y="84873"/>
                </a:cubicBezTo>
                <a:cubicBezTo>
                  <a:pt x="125073" y="86007"/>
                  <a:pt x="126139" y="86574"/>
                  <a:pt x="127682" y="86574"/>
                </a:cubicBezTo>
                <a:cubicBezTo>
                  <a:pt x="129588" y="86574"/>
                  <a:pt x="131585" y="85712"/>
                  <a:pt x="133672" y="83988"/>
                </a:cubicBezTo>
                <a:moveTo>
                  <a:pt x="112573" y="76228"/>
                </a:moveTo>
                <a:lnTo>
                  <a:pt x="112573" y="56490"/>
                </a:lnTo>
                <a:cubicBezTo>
                  <a:pt x="104587" y="59304"/>
                  <a:pt x="98938" y="62140"/>
                  <a:pt x="95626" y="65000"/>
                </a:cubicBezTo>
                <a:cubicBezTo>
                  <a:pt x="92314" y="67858"/>
                  <a:pt x="90612" y="71329"/>
                  <a:pt x="90521" y="75412"/>
                </a:cubicBezTo>
                <a:lnTo>
                  <a:pt x="90521" y="75956"/>
                </a:lnTo>
                <a:cubicBezTo>
                  <a:pt x="90521" y="78860"/>
                  <a:pt x="91360" y="81333"/>
                  <a:pt x="93038" y="83376"/>
                </a:cubicBezTo>
                <a:cubicBezTo>
                  <a:pt x="94718" y="85417"/>
                  <a:pt x="96737" y="86437"/>
                  <a:pt x="99097" y="86437"/>
                </a:cubicBezTo>
                <a:cubicBezTo>
                  <a:pt x="102182" y="86437"/>
                  <a:pt x="105494" y="85439"/>
                  <a:pt x="109034" y="83442"/>
                </a:cubicBezTo>
                <a:cubicBezTo>
                  <a:pt x="110485" y="82627"/>
                  <a:pt x="111438" y="81720"/>
                  <a:pt x="111892" y="80721"/>
                </a:cubicBezTo>
                <a:cubicBezTo>
                  <a:pt x="112346" y="79723"/>
                  <a:pt x="112573" y="78225"/>
                  <a:pt x="112573" y="76228"/>
                </a:cubicBezTo>
                <a:close/>
                <a:moveTo>
                  <a:pt x="200780" y="85077"/>
                </a:moveTo>
                <a:lnTo>
                  <a:pt x="200780" y="87254"/>
                </a:lnTo>
                <a:lnTo>
                  <a:pt x="180770" y="94332"/>
                </a:lnTo>
                <a:lnTo>
                  <a:pt x="180225" y="93925"/>
                </a:lnTo>
                <a:lnTo>
                  <a:pt x="180225" y="85212"/>
                </a:lnTo>
                <a:cubicBezTo>
                  <a:pt x="177957" y="88388"/>
                  <a:pt x="175439" y="90703"/>
                  <a:pt x="172671" y="92155"/>
                </a:cubicBezTo>
                <a:cubicBezTo>
                  <a:pt x="169903" y="93607"/>
                  <a:pt x="166614" y="94332"/>
                  <a:pt x="162803" y="94332"/>
                </a:cubicBezTo>
                <a:cubicBezTo>
                  <a:pt x="157811" y="94332"/>
                  <a:pt x="153409" y="93107"/>
                  <a:pt x="149597" y="90658"/>
                </a:cubicBezTo>
                <a:cubicBezTo>
                  <a:pt x="145786" y="88207"/>
                  <a:pt x="142837" y="84781"/>
                  <a:pt x="140749" y="80381"/>
                </a:cubicBezTo>
                <a:cubicBezTo>
                  <a:pt x="138662" y="75979"/>
                  <a:pt x="137619" y="70874"/>
                  <a:pt x="137619" y="65066"/>
                </a:cubicBezTo>
                <a:cubicBezTo>
                  <a:pt x="137619" y="58623"/>
                  <a:pt x="138889" y="52770"/>
                  <a:pt x="141430" y="47507"/>
                </a:cubicBezTo>
                <a:cubicBezTo>
                  <a:pt x="143971" y="42243"/>
                  <a:pt x="147397" y="38069"/>
                  <a:pt x="151707" y="34984"/>
                </a:cubicBezTo>
                <a:cubicBezTo>
                  <a:pt x="156018" y="31898"/>
                  <a:pt x="160760" y="30354"/>
                  <a:pt x="165933" y="30354"/>
                </a:cubicBezTo>
                <a:cubicBezTo>
                  <a:pt x="168655" y="30354"/>
                  <a:pt x="171083" y="30786"/>
                  <a:pt x="173215" y="31648"/>
                </a:cubicBezTo>
                <a:cubicBezTo>
                  <a:pt x="175348" y="32511"/>
                  <a:pt x="177684" y="34031"/>
                  <a:pt x="180225" y="36207"/>
                </a:cubicBezTo>
                <a:lnTo>
                  <a:pt x="180225" y="14974"/>
                </a:lnTo>
                <a:cubicBezTo>
                  <a:pt x="180225" y="12160"/>
                  <a:pt x="179817" y="10299"/>
                  <a:pt x="179000" y="9393"/>
                </a:cubicBezTo>
                <a:cubicBezTo>
                  <a:pt x="178184" y="8486"/>
                  <a:pt x="176506" y="8032"/>
                  <a:pt x="173965" y="8032"/>
                </a:cubicBezTo>
                <a:cubicBezTo>
                  <a:pt x="173420" y="8032"/>
                  <a:pt x="172920" y="8032"/>
                  <a:pt x="172465" y="8032"/>
                </a:cubicBezTo>
                <a:cubicBezTo>
                  <a:pt x="172013" y="8032"/>
                  <a:pt x="171514" y="8077"/>
                  <a:pt x="170970" y="8167"/>
                </a:cubicBezTo>
                <a:lnTo>
                  <a:pt x="170970" y="5988"/>
                </a:lnTo>
                <a:cubicBezTo>
                  <a:pt x="175326" y="4810"/>
                  <a:pt x="178933" y="3812"/>
                  <a:pt x="181792" y="2995"/>
                </a:cubicBezTo>
                <a:cubicBezTo>
                  <a:pt x="184650" y="2178"/>
                  <a:pt x="187713" y="1180"/>
                  <a:pt x="190980" y="0"/>
                </a:cubicBezTo>
                <a:lnTo>
                  <a:pt x="191660" y="272"/>
                </a:lnTo>
                <a:lnTo>
                  <a:pt x="191660" y="77454"/>
                </a:lnTo>
                <a:cubicBezTo>
                  <a:pt x="191660" y="80539"/>
                  <a:pt x="192045" y="82604"/>
                  <a:pt x="192817" y="83648"/>
                </a:cubicBezTo>
                <a:cubicBezTo>
                  <a:pt x="193588" y="84690"/>
                  <a:pt x="195199" y="85212"/>
                  <a:pt x="197650" y="85212"/>
                </a:cubicBezTo>
                <a:cubicBezTo>
                  <a:pt x="197921" y="85212"/>
                  <a:pt x="198284" y="85212"/>
                  <a:pt x="198738" y="85212"/>
                </a:cubicBezTo>
                <a:cubicBezTo>
                  <a:pt x="199193" y="85212"/>
                  <a:pt x="199873" y="85167"/>
                  <a:pt x="200780" y="85077"/>
                </a:cubicBezTo>
                <a:moveTo>
                  <a:pt x="180225" y="79086"/>
                </a:moveTo>
                <a:lnTo>
                  <a:pt x="180225" y="47779"/>
                </a:lnTo>
                <a:cubicBezTo>
                  <a:pt x="180225" y="45329"/>
                  <a:pt x="179590" y="43083"/>
                  <a:pt x="178319" y="41041"/>
                </a:cubicBezTo>
                <a:cubicBezTo>
                  <a:pt x="177049" y="38998"/>
                  <a:pt x="175348" y="37342"/>
                  <a:pt x="173215" y="36072"/>
                </a:cubicBezTo>
                <a:cubicBezTo>
                  <a:pt x="171083" y="34801"/>
                  <a:pt x="168792" y="34166"/>
                  <a:pt x="166342" y="34166"/>
                </a:cubicBezTo>
                <a:cubicBezTo>
                  <a:pt x="161169" y="34166"/>
                  <a:pt x="157040" y="36480"/>
                  <a:pt x="153955" y="41109"/>
                </a:cubicBezTo>
                <a:cubicBezTo>
                  <a:pt x="150870" y="45737"/>
                  <a:pt x="149327" y="51908"/>
                  <a:pt x="149327" y="59622"/>
                </a:cubicBezTo>
                <a:cubicBezTo>
                  <a:pt x="149327" y="67971"/>
                  <a:pt x="151051" y="74663"/>
                  <a:pt x="154499" y="79699"/>
                </a:cubicBezTo>
                <a:cubicBezTo>
                  <a:pt x="157947" y="84735"/>
                  <a:pt x="162484" y="87254"/>
                  <a:pt x="168112" y="87254"/>
                </a:cubicBezTo>
                <a:cubicBezTo>
                  <a:pt x="172377" y="87254"/>
                  <a:pt x="175643" y="85892"/>
                  <a:pt x="177912" y="83170"/>
                </a:cubicBezTo>
                <a:cubicBezTo>
                  <a:pt x="179454" y="81446"/>
                  <a:pt x="180225" y="80085"/>
                  <a:pt x="180225" y="79086"/>
                </a:cubicBezTo>
                <a:close/>
                <a:moveTo>
                  <a:pt x="268841" y="85077"/>
                </a:moveTo>
                <a:lnTo>
                  <a:pt x="268841" y="87254"/>
                </a:lnTo>
                <a:lnTo>
                  <a:pt x="248831" y="94332"/>
                </a:lnTo>
                <a:lnTo>
                  <a:pt x="248287" y="93925"/>
                </a:lnTo>
                <a:lnTo>
                  <a:pt x="248287" y="85212"/>
                </a:lnTo>
                <a:cubicBezTo>
                  <a:pt x="246018" y="88388"/>
                  <a:pt x="243500" y="90703"/>
                  <a:pt x="240732" y="92155"/>
                </a:cubicBezTo>
                <a:cubicBezTo>
                  <a:pt x="237964" y="93607"/>
                  <a:pt x="234675" y="94332"/>
                  <a:pt x="230864" y="94332"/>
                </a:cubicBezTo>
                <a:cubicBezTo>
                  <a:pt x="225872" y="94332"/>
                  <a:pt x="221470" y="93107"/>
                  <a:pt x="217658" y="90658"/>
                </a:cubicBezTo>
                <a:cubicBezTo>
                  <a:pt x="213847" y="88207"/>
                  <a:pt x="210898" y="84781"/>
                  <a:pt x="208810" y="80381"/>
                </a:cubicBezTo>
                <a:cubicBezTo>
                  <a:pt x="206723" y="75979"/>
                  <a:pt x="205680" y="70874"/>
                  <a:pt x="205680" y="65066"/>
                </a:cubicBezTo>
                <a:cubicBezTo>
                  <a:pt x="205680" y="58623"/>
                  <a:pt x="206950" y="52770"/>
                  <a:pt x="209491" y="47507"/>
                </a:cubicBezTo>
                <a:cubicBezTo>
                  <a:pt x="212032" y="42243"/>
                  <a:pt x="215458" y="38069"/>
                  <a:pt x="219768" y="34984"/>
                </a:cubicBezTo>
                <a:cubicBezTo>
                  <a:pt x="224079" y="31898"/>
                  <a:pt x="228821" y="30354"/>
                  <a:pt x="233994" y="30354"/>
                </a:cubicBezTo>
                <a:cubicBezTo>
                  <a:pt x="236717" y="30354"/>
                  <a:pt x="239144" y="30786"/>
                  <a:pt x="241276" y="31648"/>
                </a:cubicBezTo>
                <a:cubicBezTo>
                  <a:pt x="243409" y="32511"/>
                  <a:pt x="245746" y="34031"/>
                  <a:pt x="248287" y="36207"/>
                </a:cubicBezTo>
                <a:lnTo>
                  <a:pt x="248287" y="14974"/>
                </a:lnTo>
                <a:cubicBezTo>
                  <a:pt x="248287" y="12160"/>
                  <a:pt x="247878" y="10299"/>
                  <a:pt x="247061" y="9393"/>
                </a:cubicBezTo>
                <a:cubicBezTo>
                  <a:pt x="246245" y="8486"/>
                  <a:pt x="244567" y="8032"/>
                  <a:pt x="242026" y="8032"/>
                </a:cubicBezTo>
                <a:cubicBezTo>
                  <a:pt x="241481" y="8032"/>
                  <a:pt x="240981" y="8032"/>
                  <a:pt x="240527" y="8032"/>
                </a:cubicBezTo>
                <a:cubicBezTo>
                  <a:pt x="240074" y="8032"/>
                  <a:pt x="239575" y="8077"/>
                  <a:pt x="239031" y="8167"/>
                </a:cubicBezTo>
                <a:lnTo>
                  <a:pt x="239031" y="5988"/>
                </a:lnTo>
                <a:cubicBezTo>
                  <a:pt x="243387" y="4810"/>
                  <a:pt x="246995" y="3812"/>
                  <a:pt x="249853" y="2995"/>
                </a:cubicBezTo>
                <a:cubicBezTo>
                  <a:pt x="252711" y="2178"/>
                  <a:pt x="255774" y="1180"/>
                  <a:pt x="259042" y="0"/>
                </a:cubicBezTo>
                <a:lnTo>
                  <a:pt x="259721" y="272"/>
                </a:lnTo>
                <a:lnTo>
                  <a:pt x="259721" y="77454"/>
                </a:lnTo>
                <a:cubicBezTo>
                  <a:pt x="259721" y="80539"/>
                  <a:pt x="260106" y="82604"/>
                  <a:pt x="260878" y="83648"/>
                </a:cubicBezTo>
                <a:cubicBezTo>
                  <a:pt x="261649" y="84690"/>
                  <a:pt x="263260" y="85212"/>
                  <a:pt x="265711" y="85212"/>
                </a:cubicBezTo>
                <a:cubicBezTo>
                  <a:pt x="265982" y="85212"/>
                  <a:pt x="266345" y="85212"/>
                  <a:pt x="266799" y="85212"/>
                </a:cubicBezTo>
                <a:cubicBezTo>
                  <a:pt x="267254" y="85212"/>
                  <a:pt x="267934" y="85167"/>
                  <a:pt x="268841" y="85077"/>
                </a:cubicBezTo>
                <a:moveTo>
                  <a:pt x="248287" y="79086"/>
                </a:moveTo>
                <a:lnTo>
                  <a:pt x="248287" y="47779"/>
                </a:lnTo>
                <a:cubicBezTo>
                  <a:pt x="248287" y="45329"/>
                  <a:pt x="247651" y="43083"/>
                  <a:pt x="246380" y="41041"/>
                </a:cubicBezTo>
                <a:cubicBezTo>
                  <a:pt x="245110" y="38998"/>
                  <a:pt x="243409" y="37342"/>
                  <a:pt x="241276" y="36072"/>
                </a:cubicBezTo>
                <a:cubicBezTo>
                  <a:pt x="239144" y="34801"/>
                  <a:pt x="236853" y="34166"/>
                  <a:pt x="234403" y="34166"/>
                </a:cubicBezTo>
                <a:cubicBezTo>
                  <a:pt x="229230" y="34166"/>
                  <a:pt x="225101" y="36480"/>
                  <a:pt x="222016" y="41109"/>
                </a:cubicBezTo>
                <a:cubicBezTo>
                  <a:pt x="218931" y="45737"/>
                  <a:pt x="217388" y="51908"/>
                  <a:pt x="217388" y="59622"/>
                </a:cubicBezTo>
                <a:cubicBezTo>
                  <a:pt x="217388" y="67971"/>
                  <a:pt x="219112" y="74663"/>
                  <a:pt x="222560" y="79699"/>
                </a:cubicBezTo>
                <a:cubicBezTo>
                  <a:pt x="226008" y="84735"/>
                  <a:pt x="230546" y="87254"/>
                  <a:pt x="236173" y="87254"/>
                </a:cubicBezTo>
                <a:cubicBezTo>
                  <a:pt x="240438" y="87254"/>
                  <a:pt x="243704" y="85892"/>
                  <a:pt x="245973" y="83170"/>
                </a:cubicBezTo>
                <a:cubicBezTo>
                  <a:pt x="247515" y="81446"/>
                  <a:pt x="248287" y="80085"/>
                  <a:pt x="248287" y="79086"/>
                </a:cubicBezTo>
                <a:close/>
                <a:moveTo>
                  <a:pt x="273197" y="92972"/>
                </a:moveTo>
                <a:lnTo>
                  <a:pt x="273197" y="90930"/>
                </a:lnTo>
                <a:cubicBezTo>
                  <a:pt x="276283" y="90749"/>
                  <a:pt x="278575" y="90386"/>
                  <a:pt x="280072" y="89842"/>
                </a:cubicBezTo>
                <a:cubicBezTo>
                  <a:pt x="281569" y="89296"/>
                  <a:pt x="282566" y="88207"/>
                  <a:pt x="283065" y="86574"/>
                </a:cubicBezTo>
                <a:cubicBezTo>
                  <a:pt x="283565" y="84940"/>
                  <a:pt x="283860" y="82444"/>
                  <a:pt x="283952" y="79086"/>
                </a:cubicBezTo>
                <a:lnTo>
                  <a:pt x="283952" y="47507"/>
                </a:lnTo>
                <a:cubicBezTo>
                  <a:pt x="283952" y="44512"/>
                  <a:pt x="283611" y="42402"/>
                  <a:pt x="282930" y="41178"/>
                </a:cubicBezTo>
                <a:cubicBezTo>
                  <a:pt x="282250" y="39952"/>
                  <a:pt x="281093" y="39340"/>
                  <a:pt x="279459" y="39340"/>
                </a:cubicBezTo>
                <a:cubicBezTo>
                  <a:pt x="278007" y="39340"/>
                  <a:pt x="276464" y="39475"/>
                  <a:pt x="274831" y="39747"/>
                </a:cubicBezTo>
                <a:lnTo>
                  <a:pt x="273741" y="39884"/>
                </a:lnTo>
                <a:lnTo>
                  <a:pt x="273741" y="37842"/>
                </a:lnTo>
                <a:lnTo>
                  <a:pt x="294842" y="30354"/>
                </a:lnTo>
                <a:lnTo>
                  <a:pt x="295386" y="30763"/>
                </a:lnTo>
                <a:lnTo>
                  <a:pt x="295386" y="79086"/>
                </a:lnTo>
                <a:cubicBezTo>
                  <a:pt x="295476" y="82354"/>
                  <a:pt x="295725" y="84805"/>
                  <a:pt x="296134" y="86439"/>
                </a:cubicBezTo>
                <a:cubicBezTo>
                  <a:pt x="296542" y="88072"/>
                  <a:pt x="297450" y="89160"/>
                  <a:pt x="298857" y="89704"/>
                </a:cubicBezTo>
                <a:cubicBezTo>
                  <a:pt x="300264" y="90249"/>
                  <a:pt x="302464" y="90657"/>
                  <a:pt x="305458" y="90930"/>
                </a:cubicBezTo>
                <a:lnTo>
                  <a:pt x="305458" y="92972"/>
                </a:lnTo>
                <a:lnTo>
                  <a:pt x="273197" y="92972"/>
                </a:lnTo>
                <a:moveTo>
                  <a:pt x="288442" y="0"/>
                </a:moveTo>
                <a:cubicBezTo>
                  <a:pt x="290439" y="0"/>
                  <a:pt x="292118" y="658"/>
                  <a:pt x="293479" y="1973"/>
                </a:cubicBezTo>
                <a:cubicBezTo>
                  <a:pt x="294841" y="3289"/>
                  <a:pt x="295521" y="4945"/>
                  <a:pt x="295521" y="6942"/>
                </a:cubicBezTo>
                <a:cubicBezTo>
                  <a:pt x="295521" y="8938"/>
                  <a:pt x="294863" y="10595"/>
                  <a:pt x="293548" y="11912"/>
                </a:cubicBezTo>
                <a:cubicBezTo>
                  <a:pt x="292232" y="13227"/>
                  <a:pt x="290531" y="13885"/>
                  <a:pt x="288442" y="13885"/>
                </a:cubicBezTo>
                <a:cubicBezTo>
                  <a:pt x="286537" y="13885"/>
                  <a:pt x="284927" y="13227"/>
                  <a:pt x="283611" y="11912"/>
                </a:cubicBezTo>
                <a:cubicBezTo>
                  <a:pt x="282296" y="10595"/>
                  <a:pt x="281638" y="8938"/>
                  <a:pt x="281638" y="6942"/>
                </a:cubicBezTo>
                <a:cubicBezTo>
                  <a:pt x="281638" y="5036"/>
                  <a:pt x="282319" y="3403"/>
                  <a:pt x="283680" y="2042"/>
                </a:cubicBezTo>
                <a:cubicBezTo>
                  <a:pt x="285041" y="681"/>
                  <a:pt x="286628" y="0"/>
                  <a:pt x="288442" y="0"/>
                </a:cubicBezTo>
                <a:close/>
                <a:moveTo>
                  <a:pt x="309951" y="92972"/>
                </a:moveTo>
                <a:lnTo>
                  <a:pt x="309951" y="90930"/>
                </a:lnTo>
                <a:cubicBezTo>
                  <a:pt x="313399" y="90749"/>
                  <a:pt x="315645" y="90000"/>
                  <a:pt x="316687" y="88685"/>
                </a:cubicBezTo>
                <a:cubicBezTo>
                  <a:pt x="317731" y="87368"/>
                  <a:pt x="318299" y="84713"/>
                  <a:pt x="318391" y="80721"/>
                </a:cubicBezTo>
                <a:lnTo>
                  <a:pt x="318391" y="46963"/>
                </a:lnTo>
                <a:cubicBezTo>
                  <a:pt x="318391" y="43605"/>
                  <a:pt x="318027" y="41314"/>
                  <a:pt x="317300" y="40090"/>
                </a:cubicBezTo>
                <a:cubicBezTo>
                  <a:pt x="316574" y="38864"/>
                  <a:pt x="315259" y="38251"/>
                  <a:pt x="313354" y="38251"/>
                </a:cubicBezTo>
                <a:cubicBezTo>
                  <a:pt x="311630" y="38251"/>
                  <a:pt x="310405" y="38433"/>
                  <a:pt x="309679" y="38796"/>
                </a:cubicBezTo>
                <a:lnTo>
                  <a:pt x="309679" y="36482"/>
                </a:lnTo>
                <a:cubicBezTo>
                  <a:pt x="313400" y="35392"/>
                  <a:pt x="316622" y="34393"/>
                  <a:pt x="319344" y="33487"/>
                </a:cubicBezTo>
                <a:cubicBezTo>
                  <a:pt x="322066" y="32578"/>
                  <a:pt x="325106" y="31534"/>
                  <a:pt x="328464" y="30354"/>
                </a:cubicBezTo>
                <a:lnTo>
                  <a:pt x="329416" y="30628"/>
                </a:lnTo>
                <a:lnTo>
                  <a:pt x="329416" y="41381"/>
                </a:lnTo>
                <a:cubicBezTo>
                  <a:pt x="332502" y="38478"/>
                  <a:pt x="335134" y="36232"/>
                  <a:pt x="337311" y="34643"/>
                </a:cubicBezTo>
                <a:cubicBezTo>
                  <a:pt x="339489" y="33055"/>
                  <a:pt x="341485" y="31943"/>
                  <a:pt x="343301" y="31308"/>
                </a:cubicBezTo>
                <a:cubicBezTo>
                  <a:pt x="345116" y="30672"/>
                  <a:pt x="347067" y="30354"/>
                  <a:pt x="349154" y="30354"/>
                </a:cubicBezTo>
                <a:cubicBezTo>
                  <a:pt x="354236" y="30354"/>
                  <a:pt x="358183" y="32147"/>
                  <a:pt x="360995" y="35732"/>
                </a:cubicBezTo>
                <a:cubicBezTo>
                  <a:pt x="363809" y="39317"/>
                  <a:pt x="365216" y="44331"/>
                  <a:pt x="365216" y="50774"/>
                </a:cubicBezTo>
                <a:lnTo>
                  <a:pt x="365216" y="81947"/>
                </a:lnTo>
                <a:cubicBezTo>
                  <a:pt x="365307" y="85303"/>
                  <a:pt x="365874" y="87549"/>
                  <a:pt x="366917" y="88685"/>
                </a:cubicBezTo>
                <a:cubicBezTo>
                  <a:pt x="367961" y="89819"/>
                  <a:pt x="370162" y="90567"/>
                  <a:pt x="373520" y="90930"/>
                </a:cubicBezTo>
                <a:lnTo>
                  <a:pt x="373520" y="92972"/>
                </a:lnTo>
                <a:lnTo>
                  <a:pt x="345205" y="92972"/>
                </a:lnTo>
                <a:lnTo>
                  <a:pt x="345205" y="90930"/>
                </a:lnTo>
                <a:cubicBezTo>
                  <a:pt x="348563" y="90749"/>
                  <a:pt x="350809" y="89909"/>
                  <a:pt x="351943" y="88413"/>
                </a:cubicBezTo>
                <a:cubicBezTo>
                  <a:pt x="353079" y="86914"/>
                  <a:pt x="353692" y="83942"/>
                  <a:pt x="353782" y="79496"/>
                </a:cubicBezTo>
                <a:lnTo>
                  <a:pt x="353782" y="51046"/>
                </a:lnTo>
                <a:cubicBezTo>
                  <a:pt x="353782" y="42243"/>
                  <a:pt x="350469" y="37842"/>
                  <a:pt x="343845" y="37842"/>
                </a:cubicBezTo>
                <a:cubicBezTo>
                  <a:pt x="341577" y="37842"/>
                  <a:pt x="339467" y="38364"/>
                  <a:pt x="337516" y="39408"/>
                </a:cubicBezTo>
                <a:cubicBezTo>
                  <a:pt x="335565" y="40451"/>
                  <a:pt x="333001" y="42515"/>
                  <a:pt x="329825" y="45600"/>
                </a:cubicBezTo>
                <a:lnTo>
                  <a:pt x="329825" y="83851"/>
                </a:lnTo>
                <a:cubicBezTo>
                  <a:pt x="329825" y="86302"/>
                  <a:pt x="330483" y="88050"/>
                  <a:pt x="331798" y="89094"/>
                </a:cubicBezTo>
                <a:cubicBezTo>
                  <a:pt x="333113" y="90137"/>
                  <a:pt x="335450" y="90749"/>
                  <a:pt x="338808" y="90930"/>
                </a:cubicBezTo>
                <a:lnTo>
                  <a:pt x="338808" y="92972"/>
                </a:lnTo>
                <a:lnTo>
                  <a:pt x="309951" y="92972"/>
                </a:lnTo>
                <a:close/>
                <a:moveTo>
                  <a:pt x="439540" y="40156"/>
                </a:moveTo>
                <a:lnTo>
                  <a:pt x="428240" y="40156"/>
                </a:lnTo>
                <a:cubicBezTo>
                  <a:pt x="429239" y="42334"/>
                  <a:pt x="429919" y="44285"/>
                  <a:pt x="430282" y="46009"/>
                </a:cubicBezTo>
                <a:cubicBezTo>
                  <a:pt x="430646" y="47733"/>
                  <a:pt x="430828" y="49593"/>
                  <a:pt x="430828" y="51590"/>
                </a:cubicBezTo>
                <a:cubicBezTo>
                  <a:pt x="430828" y="58125"/>
                  <a:pt x="428650" y="63252"/>
                  <a:pt x="424294" y="66973"/>
                </a:cubicBezTo>
                <a:cubicBezTo>
                  <a:pt x="422207" y="68787"/>
                  <a:pt x="419871" y="70193"/>
                  <a:pt x="417284" y="71192"/>
                </a:cubicBezTo>
                <a:cubicBezTo>
                  <a:pt x="414697" y="72190"/>
                  <a:pt x="412133" y="72689"/>
                  <a:pt x="409592" y="72689"/>
                </a:cubicBezTo>
                <a:cubicBezTo>
                  <a:pt x="409501" y="72689"/>
                  <a:pt x="408798" y="72621"/>
                  <a:pt x="407482" y="72486"/>
                </a:cubicBezTo>
                <a:cubicBezTo>
                  <a:pt x="406167" y="72350"/>
                  <a:pt x="404284" y="72191"/>
                  <a:pt x="401833" y="72008"/>
                </a:cubicBezTo>
                <a:cubicBezTo>
                  <a:pt x="400653" y="72372"/>
                  <a:pt x="399427" y="73053"/>
                  <a:pt x="398156" y="74052"/>
                </a:cubicBezTo>
                <a:cubicBezTo>
                  <a:pt x="396886" y="75049"/>
                  <a:pt x="395820" y="76160"/>
                  <a:pt x="394957" y="77385"/>
                </a:cubicBezTo>
                <a:cubicBezTo>
                  <a:pt x="394096" y="78611"/>
                  <a:pt x="393666" y="79677"/>
                  <a:pt x="393666" y="80584"/>
                </a:cubicBezTo>
                <a:cubicBezTo>
                  <a:pt x="393666" y="82762"/>
                  <a:pt x="397205" y="83988"/>
                  <a:pt x="404284" y="84260"/>
                </a:cubicBezTo>
                <a:lnTo>
                  <a:pt x="421843" y="85077"/>
                </a:lnTo>
                <a:cubicBezTo>
                  <a:pt x="426925" y="85258"/>
                  <a:pt x="430941" y="86665"/>
                  <a:pt x="433890" y="89297"/>
                </a:cubicBezTo>
                <a:cubicBezTo>
                  <a:pt x="436839" y="91928"/>
                  <a:pt x="438314" y="95376"/>
                  <a:pt x="438314" y="99641"/>
                </a:cubicBezTo>
                <a:cubicBezTo>
                  <a:pt x="438314" y="104723"/>
                  <a:pt x="435819" y="109306"/>
                  <a:pt x="430828" y="113389"/>
                </a:cubicBezTo>
                <a:cubicBezTo>
                  <a:pt x="427289" y="116203"/>
                  <a:pt x="423024" y="118449"/>
                  <a:pt x="418032" y="120127"/>
                </a:cubicBezTo>
                <a:cubicBezTo>
                  <a:pt x="413041" y="121807"/>
                  <a:pt x="408005" y="122647"/>
                  <a:pt x="402923" y="122647"/>
                </a:cubicBezTo>
                <a:cubicBezTo>
                  <a:pt x="398567" y="122647"/>
                  <a:pt x="394619" y="122057"/>
                  <a:pt x="391080" y="120877"/>
                </a:cubicBezTo>
                <a:cubicBezTo>
                  <a:pt x="387540" y="119697"/>
                  <a:pt x="384704" y="118086"/>
                  <a:pt x="382572" y="116044"/>
                </a:cubicBezTo>
                <a:cubicBezTo>
                  <a:pt x="380439" y="114003"/>
                  <a:pt x="379373" y="111802"/>
                  <a:pt x="379373" y="109443"/>
                </a:cubicBezTo>
                <a:cubicBezTo>
                  <a:pt x="379373" y="106902"/>
                  <a:pt x="380372" y="104383"/>
                  <a:pt x="382368" y="101886"/>
                </a:cubicBezTo>
                <a:cubicBezTo>
                  <a:pt x="384365" y="99391"/>
                  <a:pt x="387814" y="96374"/>
                  <a:pt x="392714" y="92835"/>
                </a:cubicBezTo>
                <a:cubicBezTo>
                  <a:pt x="389900" y="91473"/>
                  <a:pt x="387994" y="90294"/>
                  <a:pt x="386996" y="89297"/>
                </a:cubicBezTo>
                <a:cubicBezTo>
                  <a:pt x="385998" y="88299"/>
                  <a:pt x="385498" y="87074"/>
                  <a:pt x="385498" y="85621"/>
                </a:cubicBezTo>
                <a:cubicBezTo>
                  <a:pt x="385498" y="84441"/>
                  <a:pt x="385748" y="83375"/>
                  <a:pt x="386246" y="82422"/>
                </a:cubicBezTo>
                <a:cubicBezTo>
                  <a:pt x="386746" y="81470"/>
                  <a:pt x="387722" y="80267"/>
                  <a:pt x="389175" y="78814"/>
                </a:cubicBezTo>
                <a:cubicBezTo>
                  <a:pt x="389356" y="78543"/>
                  <a:pt x="389855" y="78022"/>
                  <a:pt x="390670" y="77250"/>
                </a:cubicBezTo>
                <a:cubicBezTo>
                  <a:pt x="391487" y="76479"/>
                  <a:pt x="392622" y="75412"/>
                  <a:pt x="394075" y="74050"/>
                </a:cubicBezTo>
                <a:lnTo>
                  <a:pt x="397614" y="70784"/>
                </a:lnTo>
                <a:cubicBezTo>
                  <a:pt x="393076" y="68515"/>
                  <a:pt x="389832" y="65974"/>
                  <a:pt x="387881" y="63162"/>
                </a:cubicBezTo>
                <a:cubicBezTo>
                  <a:pt x="385930" y="60348"/>
                  <a:pt x="384954" y="56809"/>
                  <a:pt x="384954" y="52544"/>
                </a:cubicBezTo>
                <a:cubicBezTo>
                  <a:pt x="384954" y="48369"/>
                  <a:pt x="385975" y="44602"/>
                  <a:pt x="388016" y="41244"/>
                </a:cubicBezTo>
                <a:cubicBezTo>
                  <a:pt x="390058" y="37886"/>
                  <a:pt x="392804" y="35232"/>
                  <a:pt x="396251" y="33281"/>
                </a:cubicBezTo>
                <a:cubicBezTo>
                  <a:pt x="399701" y="31330"/>
                  <a:pt x="403512" y="30354"/>
                  <a:pt x="407686" y="30354"/>
                </a:cubicBezTo>
                <a:cubicBezTo>
                  <a:pt x="411316" y="30354"/>
                  <a:pt x="414946" y="31035"/>
                  <a:pt x="418576" y="32396"/>
                </a:cubicBezTo>
                <a:lnTo>
                  <a:pt x="421571" y="33487"/>
                </a:lnTo>
                <a:cubicBezTo>
                  <a:pt x="422932" y="33939"/>
                  <a:pt x="424157" y="34279"/>
                  <a:pt x="425245" y="34506"/>
                </a:cubicBezTo>
                <a:cubicBezTo>
                  <a:pt x="426335" y="34733"/>
                  <a:pt x="427606" y="34847"/>
                  <a:pt x="429059" y="34847"/>
                </a:cubicBezTo>
                <a:lnTo>
                  <a:pt x="439540" y="34847"/>
                </a:lnTo>
                <a:lnTo>
                  <a:pt x="439540" y="40156"/>
                </a:lnTo>
                <a:moveTo>
                  <a:pt x="395572" y="93244"/>
                </a:moveTo>
                <a:cubicBezTo>
                  <a:pt x="392850" y="96510"/>
                  <a:pt x="391057" y="98892"/>
                  <a:pt x="390195" y="100389"/>
                </a:cubicBezTo>
                <a:cubicBezTo>
                  <a:pt x="389333" y="101887"/>
                  <a:pt x="388903" y="103408"/>
                  <a:pt x="388903" y="104950"/>
                </a:cubicBezTo>
                <a:cubicBezTo>
                  <a:pt x="388903" y="107945"/>
                  <a:pt x="390695" y="110350"/>
                  <a:pt x="394278" y="112164"/>
                </a:cubicBezTo>
                <a:cubicBezTo>
                  <a:pt x="397863" y="113979"/>
                  <a:pt x="402696" y="114887"/>
                  <a:pt x="408776" y="114887"/>
                </a:cubicBezTo>
                <a:cubicBezTo>
                  <a:pt x="416489" y="114887"/>
                  <a:pt x="422705" y="113661"/>
                  <a:pt x="427424" y="111210"/>
                </a:cubicBezTo>
                <a:cubicBezTo>
                  <a:pt x="432143" y="108761"/>
                  <a:pt x="434503" y="105585"/>
                  <a:pt x="434503" y="101683"/>
                </a:cubicBezTo>
                <a:cubicBezTo>
                  <a:pt x="434503" y="99233"/>
                  <a:pt x="433232" y="97509"/>
                  <a:pt x="430691" y="96511"/>
                </a:cubicBezTo>
                <a:cubicBezTo>
                  <a:pt x="428150" y="95513"/>
                  <a:pt x="423795" y="95013"/>
                  <a:pt x="417625" y="95013"/>
                </a:cubicBezTo>
                <a:cubicBezTo>
                  <a:pt x="415446" y="95013"/>
                  <a:pt x="412928" y="94923"/>
                  <a:pt x="410068" y="94741"/>
                </a:cubicBezTo>
                <a:cubicBezTo>
                  <a:pt x="407210" y="94560"/>
                  <a:pt x="404465" y="94333"/>
                  <a:pt x="401833" y="94060"/>
                </a:cubicBezTo>
                <a:cubicBezTo>
                  <a:pt x="399202" y="93789"/>
                  <a:pt x="397115" y="93517"/>
                  <a:pt x="395572" y="93244"/>
                </a:cubicBezTo>
                <a:moveTo>
                  <a:pt x="396251" y="46963"/>
                </a:moveTo>
                <a:lnTo>
                  <a:pt x="396251" y="47370"/>
                </a:lnTo>
                <a:cubicBezTo>
                  <a:pt x="396251" y="53904"/>
                  <a:pt x="397545" y="59191"/>
                  <a:pt x="400131" y="63230"/>
                </a:cubicBezTo>
                <a:cubicBezTo>
                  <a:pt x="402718" y="67268"/>
                  <a:pt x="406099" y="69287"/>
                  <a:pt x="410274" y="69287"/>
                </a:cubicBezTo>
                <a:cubicBezTo>
                  <a:pt x="413449" y="69287"/>
                  <a:pt x="415921" y="68175"/>
                  <a:pt x="417691" y="65951"/>
                </a:cubicBezTo>
                <a:cubicBezTo>
                  <a:pt x="419461" y="63727"/>
                  <a:pt x="420345" y="60710"/>
                  <a:pt x="420345" y="56899"/>
                </a:cubicBezTo>
                <a:cubicBezTo>
                  <a:pt x="420345" y="54177"/>
                  <a:pt x="419983" y="51364"/>
                  <a:pt x="419257" y="48460"/>
                </a:cubicBezTo>
                <a:cubicBezTo>
                  <a:pt x="418532" y="45556"/>
                  <a:pt x="417533" y="42925"/>
                  <a:pt x="416262" y="40565"/>
                </a:cubicBezTo>
                <a:cubicBezTo>
                  <a:pt x="413994" y="36299"/>
                  <a:pt x="410682" y="34166"/>
                  <a:pt x="406325" y="34166"/>
                </a:cubicBezTo>
                <a:cubicBezTo>
                  <a:pt x="403240" y="34166"/>
                  <a:pt x="400790" y="35300"/>
                  <a:pt x="398975" y="37570"/>
                </a:cubicBezTo>
                <a:cubicBezTo>
                  <a:pt x="397159" y="39838"/>
                  <a:pt x="396251" y="42969"/>
                  <a:pt x="396251" y="46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Length">
            <a:extLst xmlns:a="http://schemas.openxmlformats.org/drawingml/2006/main">
              <a:ext uri="{FF2B5EF4-FFF2-40B4-BE49-F238E27FC236}">
                <a16:creationId xmlns:a16="http://schemas.microsoft.com/office/drawing/2014/main" id="{B9F816AB-4C35-40C2-902C-BE2A7198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256" y="4725771"/>
            <a:ext cx="382506" cy="122647"/>
          </a:xfrm>
          <a:custGeom xmlns:a="http://schemas.openxmlformats.org/drawingml/2006/main">
            <a:pathLst>
              <a:path w="382506" h="122647">
                <a:moveTo>
                  <a:pt x="38388" y="2858"/>
                </a:moveTo>
                <a:lnTo>
                  <a:pt x="38388" y="5444"/>
                </a:lnTo>
                <a:cubicBezTo>
                  <a:pt x="34849" y="5625"/>
                  <a:pt x="32195" y="6034"/>
                  <a:pt x="30425" y="6669"/>
                </a:cubicBezTo>
                <a:cubicBezTo>
                  <a:pt x="28655" y="7305"/>
                  <a:pt x="27453" y="8463"/>
                  <a:pt x="26817" y="10142"/>
                </a:cubicBezTo>
                <a:cubicBezTo>
                  <a:pt x="26181" y="11821"/>
                  <a:pt x="25819" y="14339"/>
                  <a:pt x="25729" y="17697"/>
                </a:cubicBezTo>
                <a:lnTo>
                  <a:pt x="25729" y="82082"/>
                </a:lnTo>
                <a:cubicBezTo>
                  <a:pt x="25819" y="83716"/>
                  <a:pt x="26091" y="84918"/>
                  <a:pt x="26545" y="85689"/>
                </a:cubicBezTo>
                <a:cubicBezTo>
                  <a:pt x="26999" y="86461"/>
                  <a:pt x="28043" y="86960"/>
                  <a:pt x="29675" y="87187"/>
                </a:cubicBezTo>
                <a:cubicBezTo>
                  <a:pt x="31309" y="87414"/>
                  <a:pt x="33896" y="87573"/>
                  <a:pt x="37435" y="87663"/>
                </a:cubicBezTo>
                <a:lnTo>
                  <a:pt x="46555" y="87663"/>
                </a:lnTo>
                <a:cubicBezTo>
                  <a:pt x="52454" y="87481"/>
                  <a:pt x="57196" y="86869"/>
                  <a:pt x="60779" y="85827"/>
                </a:cubicBezTo>
                <a:cubicBezTo>
                  <a:pt x="64364" y="84783"/>
                  <a:pt x="67337" y="82945"/>
                  <a:pt x="69696" y="80314"/>
                </a:cubicBezTo>
                <a:cubicBezTo>
                  <a:pt x="72056" y="77682"/>
                  <a:pt x="74279" y="74006"/>
                  <a:pt x="76366" y="69287"/>
                </a:cubicBezTo>
                <a:lnTo>
                  <a:pt x="79770" y="69287"/>
                </a:lnTo>
                <a:lnTo>
                  <a:pt x="73235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268" y="90204"/>
                  <a:pt x="5741" y="89774"/>
                  <a:pt x="7419" y="89094"/>
                </a:cubicBezTo>
                <a:cubicBezTo>
                  <a:pt x="9099" y="88413"/>
                  <a:pt x="10234" y="87233"/>
                  <a:pt x="10824" y="85554"/>
                </a:cubicBezTo>
                <a:cubicBezTo>
                  <a:pt x="11413" y="83875"/>
                  <a:pt x="11753" y="81402"/>
                  <a:pt x="11843" y="78135"/>
                </a:cubicBezTo>
                <a:lnTo>
                  <a:pt x="11843" y="17697"/>
                </a:lnTo>
                <a:cubicBezTo>
                  <a:pt x="11753" y="14429"/>
                  <a:pt x="11413" y="11956"/>
                  <a:pt x="10824" y="10277"/>
                </a:cubicBezTo>
                <a:cubicBezTo>
                  <a:pt x="10234" y="8598"/>
                  <a:pt x="9122" y="7418"/>
                  <a:pt x="7488" y="6738"/>
                </a:cubicBezTo>
                <a:cubicBezTo>
                  <a:pt x="5854" y="6057"/>
                  <a:pt x="3358" y="5625"/>
                  <a:pt x="0" y="5444"/>
                </a:cubicBezTo>
                <a:lnTo>
                  <a:pt x="0" y="2858"/>
                </a:lnTo>
                <a:lnTo>
                  <a:pt x="38388" y="2858"/>
                </a:lnTo>
                <a:close/>
                <a:moveTo>
                  <a:pt x="138166" y="70647"/>
                </a:moveTo>
                <a:lnTo>
                  <a:pt x="140343" y="71601"/>
                </a:lnTo>
                <a:cubicBezTo>
                  <a:pt x="137530" y="78951"/>
                  <a:pt x="133651" y="84577"/>
                  <a:pt x="128705" y="88479"/>
                </a:cubicBezTo>
                <a:cubicBezTo>
                  <a:pt x="123759" y="92381"/>
                  <a:pt x="118019" y="94332"/>
                  <a:pt x="111486" y="94332"/>
                </a:cubicBezTo>
                <a:cubicBezTo>
                  <a:pt x="103682" y="94332"/>
                  <a:pt x="97488" y="91588"/>
                  <a:pt x="92905" y="86099"/>
                </a:cubicBezTo>
                <a:cubicBezTo>
                  <a:pt x="88323" y="80608"/>
                  <a:pt x="86032" y="73189"/>
                  <a:pt x="86032" y="63841"/>
                </a:cubicBezTo>
                <a:cubicBezTo>
                  <a:pt x="86032" y="58215"/>
                  <a:pt x="86916" y="53111"/>
                  <a:pt x="88686" y="48529"/>
                </a:cubicBezTo>
                <a:cubicBezTo>
                  <a:pt x="90456" y="43945"/>
                  <a:pt x="92928" y="40247"/>
                  <a:pt x="96103" y="37433"/>
                </a:cubicBezTo>
                <a:cubicBezTo>
                  <a:pt x="101367" y="32714"/>
                  <a:pt x="107493" y="30354"/>
                  <a:pt x="114481" y="30354"/>
                </a:cubicBezTo>
                <a:cubicBezTo>
                  <a:pt x="121831" y="30354"/>
                  <a:pt x="127639" y="32941"/>
                  <a:pt x="131904" y="38114"/>
                </a:cubicBezTo>
                <a:cubicBezTo>
                  <a:pt x="133628" y="40292"/>
                  <a:pt x="134898" y="42584"/>
                  <a:pt x="135715" y="44989"/>
                </a:cubicBezTo>
                <a:cubicBezTo>
                  <a:pt x="136532" y="47393"/>
                  <a:pt x="137213" y="50819"/>
                  <a:pt x="137757" y="55267"/>
                </a:cubicBezTo>
                <a:lnTo>
                  <a:pt x="95831" y="55267"/>
                </a:lnTo>
                <a:cubicBezTo>
                  <a:pt x="96013" y="59440"/>
                  <a:pt x="96375" y="62820"/>
                  <a:pt x="96920" y="65407"/>
                </a:cubicBezTo>
                <a:cubicBezTo>
                  <a:pt x="97465" y="67994"/>
                  <a:pt x="98328" y="70602"/>
                  <a:pt x="99508" y="73233"/>
                </a:cubicBezTo>
                <a:cubicBezTo>
                  <a:pt x="103500" y="81038"/>
                  <a:pt x="109353" y="84940"/>
                  <a:pt x="117067" y="84940"/>
                </a:cubicBezTo>
                <a:cubicBezTo>
                  <a:pt x="121423" y="84940"/>
                  <a:pt x="125212" y="83851"/>
                  <a:pt x="128433" y="81675"/>
                </a:cubicBezTo>
                <a:cubicBezTo>
                  <a:pt x="131655" y="79496"/>
                  <a:pt x="134899" y="75821"/>
                  <a:pt x="138166" y="70647"/>
                </a:cubicBezTo>
                <a:moveTo>
                  <a:pt x="96103" y="50909"/>
                </a:moveTo>
                <a:lnTo>
                  <a:pt x="123874" y="50909"/>
                </a:lnTo>
                <a:cubicBezTo>
                  <a:pt x="122965" y="45011"/>
                  <a:pt x="121558" y="40929"/>
                  <a:pt x="119653" y="38660"/>
                </a:cubicBezTo>
                <a:cubicBezTo>
                  <a:pt x="117748" y="36391"/>
                  <a:pt x="114708" y="35256"/>
                  <a:pt x="110533" y="35256"/>
                </a:cubicBezTo>
                <a:cubicBezTo>
                  <a:pt x="106358" y="35256"/>
                  <a:pt x="103091" y="36527"/>
                  <a:pt x="100731" y="39068"/>
                </a:cubicBezTo>
                <a:cubicBezTo>
                  <a:pt x="98373" y="41609"/>
                  <a:pt x="96830" y="45556"/>
                  <a:pt x="96103" y="50909"/>
                </a:cubicBezTo>
                <a:close/>
                <a:moveTo>
                  <a:pt x="144700" y="92972"/>
                </a:moveTo>
                <a:lnTo>
                  <a:pt x="144700" y="90930"/>
                </a:lnTo>
                <a:cubicBezTo>
                  <a:pt x="148148" y="90749"/>
                  <a:pt x="150394" y="90000"/>
                  <a:pt x="151436" y="88685"/>
                </a:cubicBezTo>
                <a:cubicBezTo>
                  <a:pt x="152480" y="87368"/>
                  <a:pt x="153048" y="84713"/>
                  <a:pt x="153139" y="80721"/>
                </a:cubicBezTo>
                <a:lnTo>
                  <a:pt x="153139" y="46963"/>
                </a:lnTo>
                <a:cubicBezTo>
                  <a:pt x="153139" y="43605"/>
                  <a:pt x="152776" y="41314"/>
                  <a:pt x="152049" y="40090"/>
                </a:cubicBezTo>
                <a:cubicBezTo>
                  <a:pt x="151323" y="38864"/>
                  <a:pt x="150008" y="38251"/>
                  <a:pt x="148103" y="38251"/>
                </a:cubicBezTo>
                <a:cubicBezTo>
                  <a:pt x="146379" y="38251"/>
                  <a:pt x="145154" y="38433"/>
                  <a:pt x="144428" y="38796"/>
                </a:cubicBezTo>
                <a:lnTo>
                  <a:pt x="144428" y="36482"/>
                </a:lnTo>
                <a:cubicBezTo>
                  <a:pt x="148149" y="35392"/>
                  <a:pt x="151371" y="34393"/>
                  <a:pt x="154093" y="33487"/>
                </a:cubicBezTo>
                <a:cubicBezTo>
                  <a:pt x="156815" y="32578"/>
                  <a:pt x="159855" y="31534"/>
                  <a:pt x="163213" y="30354"/>
                </a:cubicBezTo>
                <a:lnTo>
                  <a:pt x="164165" y="30628"/>
                </a:lnTo>
                <a:lnTo>
                  <a:pt x="164165" y="41381"/>
                </a:lnTo>
                <a:cubicBezTo>
                  <a:pt x="167251" y="38478"/>
                  <a:pt x="169883" y="36232"/>
                  <a:pt x="172060" y="34643"/>
                </a:cubicBezTo>
                <a:cubicBezTo>
                  <a:pt x="174238" y="33055"/>
                  <a:pt x="176234" y="31943"/>
                  <a:pt x="178050" y="31308"/>
                </a:cubicBezTo>
                <a:cubicBezTo>
                  <a:pt x="179865" y="30672"/>
                  <a:pt x="181816" y="30354"/>
                  <a:pt x="183903" y="30354"/>
                </a:cubicBezTo>
                <a:cubicBezTo>
                  <a:pt x="188985" y="30354"/>
                  <a:pt x="192932" y="32147"/>
                  <a:pt x="195744" y="35732"/>
                </a:cubicBezTo>
                <a:cubicBezTo>
                  <a:pt x="198558" y="39317"/>
                  <a:pt x="199965" y="44331"/>
                  <a:pt x="199965" y="50774"/>
                </a:cubicBezTo>
                <a:lnTo>
                  <a:pt x="199965" y="81947"/>
                </a:lnTo>
                <a:cubicBezTo>
                  <a:pt x="200056" y="85303"/>
                  <a:pt x="200623" y="87549"/>
                  <a:pt x="201666" y="88685"/>
                </a:cubicBezTo>
                <a:cubicBezTo>
                  <a:pt x="202710" y="89819"/>
                  <a:pt x="204911" y="90567"/>
                  <a:pt x="208269" y="90930"/>
                </a:cubicBezTo>
                <a:lnTo>
                  <a:pt x="208269" y="92972"/>
                </a:lnTo>
                <a:lnTo>
                  <a:pt x="179954" y="92972"/>
                </a:lnTo>
                <a:lnTo>
                  <a:pt x="179954" y="90930"/>
                </a:lnTo>
                <a:cubicBezTo>
                  <a:pt x="183312" y="90749"/>
                  <a:pt x="185558" y="89909"/>
                  <a:pt x="186692" y="88413"/>
                </a:cubicBezTo>
                <a:cubicBezTo>
                  <a:pt x="187828" y="86914"/>
                  <a:pt x="188441" y="83942"/>
                  <a:pt x="188531" y="79496"/>
                </a:cubicBezTo>
                <a:lnTo>
                  <a:pt x="188531" y="51046"/>
                </a:lnTo>
                <a:cubicBezTo>
                  <a:pt x="188531" y="42243"/>
                  <a:pt x="185218" y="37842"/>
                  <a:pt x="178594" y="37842"/>
                </a:cubicBezTo>
                <a:cubicBezTo>
                  <a:pt x="176326" y="37842"/>
                  <a:pt x="174216" y="38364"/>
                  <a:pt x="172265" y="39408"/>
                </a:cubicBezTo>
                <a:cubicBezTo>
                  <a:pt x="170314" y="40451"/>
                  <a:pt x="167750" y="42515"/>
                  <a:pt x="164574" y="45600"/>
                </a:cubicBezTo>
                <a:lnTo>
                  <a:pt x="164574" y="83851"/>
                </a:lnTo>
                <a:cubicBezTo>
                  <a:pt x="164574" y="86302"/>
                  <a:pt x="165231" y="88050"/>
                  <a:pt x="166547" y="89094"/>
                </a:cubicBezTo>
                <a:cubicBezTo>
                  <a:pt x="167862" y="90137"/>
                  <a:pt x="170199" y="90749"/>
                  <a:pt x="173557" y="90930"/>
                </a:cubicBezTo>
                <a:lnTo>
                  <a:pt x="173557" y="92972"/>
                </a:lnTo>
                <a:lnTo>
                  <a:pt x="144700" y="92972"/>
                </a:lnTo>
                <a:close/>
                <a:moveTo>
                  <a:pt x="274289" y="40156"/>
                </a:moveTo>
                <a:lnTo>
                  <a:pt x="262989" y="40156"/>
                </a:lnTo>
                <a:cubicBezTo>
                  <a:pt x="263988" y="42334"/>
                  <a:pt x="264668" y="44285"/>
                  <a:pt x="265031" y="46009"/>
                </a:cubicBezTo>
                <a:cubicBezTo>
                  <a:pt x="265395" y="47733"/>
                  <a:pt x="265577" y="49593"/>
                  <a:pt x="265577" y="51590"/>
                </a:cubicBezTo>
                <a:cubicBezTo>
                  <a:pt x="265577" y="58125"/>
                  <a:pt x="263399" y="63252"/>
                  <a:pt x="259043" y="66973"/>
                </a:cubicBezTo>
                <a:cubicBezTo>
                  <a:pt x="256956" y="68787"/>
                  <a:pt x="254620" y="70193"/>
                  <a:pt x="252033" y="71192"/>
                </a:cubicBezTo>
                <a:cubicBezTo>
                  <a:pt x="249446" y="72190"/>
                  <a:pt x="246882" y="72689"/>
                  <a:pt x="244341" y="72689"/>
                </a:cubicBezTo>
                <a:cubicBezTo>
                  <a:pt x="244250" y="72689"/>
                  <a:pt x="243547" y="72621"/>
                  <a:pt x="242231" y="72486"/>
                </a:cubicBezTo>
                <a:cubicBezTo>
                  <a:pt x="240916" y="72350"/>
                  <a:pt x="239032" y="72191"/>
                  <a:pt x="236582" y="72008"/>
                </a:cubicBezTo>
                <a:cubicBezTo>
                  <a:pt x="235402" y="72372"/>
                  <a:pt x="234176" y="73053"/>
                  <a:pt x="232905" y="74052"/>
                </a:cubicBezTo>
                <a:cubicBezTo>
                  <a:pt x="231635" y="75049"/>
                  <a:pt x="230569" y="76160"/>
                  <a:pt x="229706" y="77385"/>
                </a:cubicBezTo>
                <a:cubicBezTo>
                  <a:pt x="228845" y="78611"/>
                  <a:pt x="228415" y="79677"/>
                  <a:pt x="228415" y="80584"/>
                </a:cubicBezTo>
                <a:cubicBezTo>
                  <a:pt x="228415" y="82762"/>
                  <a:pt x="231954" y="83988"/>
                  <a:pt x="239032" y="84260"/>
                </a:cubicBezTo>
                <a:lnTo>
                  <a:pt x="256592" y="85077"/>
                </a:lnTo>
                <a:cubicBezTo>
                  <a:pt x="261674" y="85258"/>
                  <a:pt x="265690" y="86665"/>
                  <a:pt x="268639" y="89297"/>
                </a:cubicBezTo>
                <a:cubicBezTo>
                  <a:pt x="271588" y="91928"/>
                  <a:pt x="273063" y="95376"/>
                  <a:pt x="273063" y="99641"/>
                </a:cubicBezTo>
                <a:cubicBezTo>
                  <a:pt x="273063" y="104723"/>
                  <a:pt x="270568" y="109306"/>
                  <a:pt x="265577" y="113389"/>
                </a:cubicBezTo>
                <a:cubicBezTo>
                  <a:pt x="262038" y="116203"/>
                  <a:pt x="257772" y="118449"/>
                  <a:pt x="252781" y="120127"/>
                </a:cubicBezTo>
                <a:cubicBezTo>
                  <a:pt x="247790" y="121807"/>
                  <a:pt x="242754" y="122647"/>
                  <a:pt x="237672" y="122647"/>
                </a:cubicBezTo>
                <a:cubicBezTo>
                  <a:pt x="233316" y="122647"/>
                  <a:pt x="229368" y="122057"/>
                  <a:pt x="225829" y="120877"/>
                </a:cubicBezTo>
                <a:cubicBezTo>
                  <a:pt x="222289" y="119697"/>
                  <a:pt x="219453" y="118086"/>
                  <a:pt x="217321" y="116044"/>
                </a:cubicBezTo>
                <a:cubicBezTo>
                  <a:pt x="215188" y="114003"/>
                  <a:pt x="214122" y="111802"/>
                  <a:pt x="214122" y="109443"/>
                </a:cubicBezTo>
                <a:cubicBezTo>
                  <a:pt x="214122" y="106902"/>
                  <a:pt x="215121" y="104383"/>
                  <a:pt x="217117" y="101886"/>
                </a:cubicBezTo>
                <a:cubicBezTo>
                  <a:pt x="219114" y="99391"/>
                  <a:pt x="222563" y="96374"/>
                  <a:pt x="227463" y="92835"/>
                </a:cubicBezTo>
                <a:cubicBezTo>
                  <a:pt x="224649" y="91473"/>
                  <a:pt x="222743" y="90294"/>
                  <a:pt x="221745" y="89297"/>
                </a:cubicBezTo>
                <a:cubicBezTo>
                  <a:pt x="220747" y="88299"/>
                  <a:pt x="220247" y="87074"/>
                  <a:pt x="220247" y="85621"/>
                </a:cubicBezTo>
                <a:cubicBezTo>
                  <a:pt x="220247" y="84441"/>
                  <a:pt x="220497" y="83375"/>
                  <a:pt x="220995" y="82422"/>
                </a:cubicBezTo>
                <a:cubicBezTo>
                  <a:pt x="221495" y="81470"/>
                  <a:pt x="222471" y="80267"/>
                  <a:pt x="223924" y="78814"/>
                </a:cubicBezTo>
                <a:cubicBezTo>
                  <a:pt x="224105" y="78543"/>
                  <a:pt x="224604" y="78022"/>
                  <a:pt x="225419" y="77250"/>
                </a:cubicBezTo>
                <a:cubicBezTo>
                  <a:pt x="226236" y="76479"/>
                  <a:pt x="227371" y="75412"/>
                  <a:pt x="228824" y="74050"/>
                </a:cubicBezTo>
                <a:lnTo>
                  <a:pt x="232363" y="70784"/>
                </a:lnTo>
                <a:cubicBezTo>
                  <a:pt x="227825" y="68515"/>
                  <a:pt x="224581" y="65974"/>
                  <a:pt x="222630" y="63162"/>
                </a:cubicBezTo>
                <a:cubicBezTo>
                  <a:pt x="220679" y="60348"/>
                  <a:pt x="219703" y="56809"/>
                  <a:pt x="219703" y="52544"/>
                </a:cubicBezTo>
                <a:cubicBezTo>
                  <a:pt x="219703" y="48369"/>
                  <a:pt x="220724" y="44602"/>
                  <a:pt x="222765" y="41244"/>
                </a:cubicBezTo>
                <a:cubicBezTo>
                  <a:pt x="224807" y="37886"/>
                  <a:pt x="227553" y="35232"/>
                  <a:pt x="231000" y="33281"/>
                </a:cubicBezTo>
                <a:cubicBezTo>
                  <a:pt x="234450" y="31330"/>
                  <a:pt x="238261" y="30354"/>
                  <a:pt x="242435" y="30354"/>
                </a:cubicBezTo>
                <a:cubicBezTo>
                  <a:pt x="246065" y="30354"/>
                  <a:pt x="249695" y="31035"/>
                  <a:pt x="253325" y="32396"/>
                </a:cubicBezTo>
                <a:lnTo>
                  <a:pt x="256320" y="33487"/>
                </a:lnTo>
                <a:cubicBezTo>
                  <a:pt x="257681" y="33939"/>
                  <a:pt x="258906" y="34279"/>
                  <a:pt x="259994" y="34506"/>
                </a:cubicBezTo>
                <a:cubicBezTo>
                  <a:pt x="261084" y="34733"/>
                  <a:pt x="262355" y="34847"/>
                  <a:pt x="263808" y="34847"/>
                </a:cubicBezTo>
                <a:lnTo>
                  <a:pt x="274289" y="34847"/>
                </a:lnTo>
                <a:lnTo>
                  <a:pt x="274289" y="40156"/>
                </a:lnTo>
                <a:moveTo>
                  <a:pt x="230321" y="93244"/>
                </a:moveTo>
                <a:cubicBezTo>
                  <a:pt x="227599" y="96510"/>
                  <a:pt x="225806" y="98892"/>
                  <a:pt x="224944" y="100389"/>
                </a:cubicBezTo>
                <a:cubicBezTo>
                  <a:pt x="224082" y="101887"/>
                  <a:pt x="223652" y="103408"/>
                  <a:pt x="223652" y="104950"/>
                </a:cubicBezTo>
                <a:cubicBezTo>
                  <a:pt x="223652" y="107945"/>
                  <a:pt x="225444" y="110350"/>
                  <a:pt x="229027" y="112164"/>
                </a:cubicBezTo>
                <a:cubicBezTo>
                  <a:pt x="232612" y="113979"/>
                  <a:pt x="237445" y="114887"/>
                  <a:pt x="243525" y="114887"/>
                </a:cubicBezTo>
                <a:cubicBezTo>
                  <a:pt x="251238" y="114887"/>
                  <a:pt x="257454" y="113661"/>
                  <a:pt x="262173" y="111210"/>
                </a:cubicBezTo>
                <a:cubicBezTo>
                  <a:pt x="266892" y="108761"/>
                  <a:pt x="269252" y="105585"/>
                  <a:pt x="269252" y="101683"/>
                </a:cubicBezTo>
                <a:cubicBezTo>
                  <a:pt x="269252" y="99233"/>
                  <a:pt x="267981" y="97509"/>
                  <a:pt x="265440" y="96511"/>
                </a:cubicBezTo>
                <a:cubicBezTo>
                  <a:pt x="262899" y="95513"/>
                  <a:pt x="258544" y="95013"/>
                  <a:pt x="252374" y="95013"/>
                </a:cubicBezTo>
                <a:cubicBezTo>
                  <a:pt x="250195" y="95013"/>
                  <a:pt x="247677" y="94923"/>
                  <a:pt x="244817" y="94741"/>
                </a:cubicBezTo>
                <a:cubicBezTo>
                  <a:pt x="241959" y="94560"/>
                  <a:pt x="239214" y="94333"/>
                  <a:pt x="236582" y="94060"/>
                </a:cubicBezTo>
                <a:cubicBezTo>
                  <a:pt x="233951" y="93789"/>
                  <a:pt x="231864" y="93517"/>
                  <a:pt x="230321" y="93244"/>
                </a:cubicBezTo>
                <a:moveTo>
                  <a:pt x="231000" y="46963"/>
                </a:moveTo>
                <a:lnTo>
                  <a:pt x="231000" y="47370"/>
                </a:lnTo>
                <a:cubicBezTo>
                  <a:pt x="231000" y="53904"/>
                  <a:pt x="232294" y="59191"/>
                  <a:pt x="234880" y="63230"/>
                </a:cubicBezTo>
                <a:cubicBezTo>
                  <a:pt x="237467" y="67268"/>
                  <a:pt x="240848" y="69287"/>
                  <a:pt x="245023" y="69287"/>
                </a:cubicBezTo>
                <a:cubicBezTo>
                  <a:pt x="248198" y="69287"/>
                  <a:pt x="250670" y="68175"/>
                  <a:pt x="252440" y="65951"/>
                </a:cubicBezTo>
                <a:cubicBezTo>
                  <a:pt x="254210" y="63727"/>
                  <a:pt x="255094" y="60710"/>
                  <a:pt x="255094" y="56899"/>
                </a:cubicBezTo>
                <a:cubicBezTo>
                  <a:pt x="255094" y="54177"/>
                  <a:pt x="254732" y="51364"/>
                  <a:pt x="254006" y="48460"/>
                </a:cubicBezTo>
                <a:cubicBezTo>
                  <a:pt x="253280" y="45556"/>
                  <a:pt x="252282" y="42925"/>
                  <a:pt x="251011" y="40565"/>
                </a:cubicBezTo>
                <a:cubicBezTo>
                  <a:pt x="248743" y="36299"/>
                  <a:pt x="245431" y="34166"/>
                  <a:pt x="241074" y="34166"/>
                </a:cubicBezTo>
                <a:cubicBezTo>
                  <a:pt x="237989" y="34166"/>
                  <a:pt x="235539" y="35300"/>
                  <a:pt x="233723" y="37570"/>
                </a:cubicBezTo>
                <a:cubicBezTo>
                  <a:pt x="231908" y="39838"/>
                  <a:pt x="231000" y="42969"/>
                  <a:pt x="231000" y="46963"/>
                </a:cubicBezTo>
                <a:close/>
                <a:moveTo>
                  <a:pt x="314036" y="31717"/>
                </a:moveTo>
                <a:lnTo>
                  <a:pt x="314036" y="36072"/>
                </a:lnTo>
                <a:lnTo>
                  <a:pt x="300288" y="36072"/>
                </a:lnTo>
                <a:lnTo>
                  <a:pt x="300288" y="75003"/>
                </a:lnTo>
                <a:cubicBezTo>
                  <a:pt x="300288" y="79268"/>
                  <a:pt x="300832" y="82376"/>
                  <a:pt x="301921" y="84327"/>
                </a:cubicBezTo>
                <a:cubicBezTo>
                  <a:pt x="303011" y="86278"/>
                  <a:pt x="304826" y="87254"/>
                  <a:pt x="307367" y="87254"/>
                </a:cubicBezTo>
                <a:cubicBezTo>
                  <a:pt x="308909" y="87254"/>
                  <a:pt x="310293" y="86891"/>
                  <a:pt x="311517" y="86165"/>
                </a:cubicBezTo>
                <a:cubicBezTo>
                  <a:pt x="312742" y="85440"/>
                  <a:pt x="314081" y="84215"/>
                  <a:pt x="315534" y="82491"/>
                </a:cubicBezTo>
                <a:lnTo>
                  <a:pt x="317304" y="83988"/>
                </a:lnTo>
                <a:cubicBezTo>
                  <a:pt x="312947" y="90884"/>
                  <a:pt x="307502" y="94332"/>
                  <a:pt x="300967" y="94332"/>
                </a:cubicBezTo>
                <a:cubicBezTo>
                  <a:pt x="292892" y="94332"/>
                  <a:pt x="288854" y="88570"/>
                  <a:pt x="288854" y="77045"/>
                </a:cubicBezTo>
                <a:lnTo>
                  <a:pt x="288854" y="36072"/>
                </a:lnTo>
                <a:lnTo>
                  <a:pt x="281638" y="36072"/>
                </a:lnTo>
                <a:cubicBezTo>
                  <a:pt x="281275" y="35800"/>
                  <a:pt x="281094" y="35482"/>
                  <a:pt x="281094" y="35119"/>
                </a:cubicBezTo>
                <a:cubicBezTo>
                  <a:pt x="281094" y="34393"/>
                  <a:pt x="281865" y="33532"/>
                  <a:pt x="283408" y="32533"/>
                </a:cubicBezTo>
                <a:cubicBezTo>
                  <a:pt x="285405" y="31353"/>
                  <a:pt x="287583" y="29425"/>
                  <a:pt x="289942" y="26749"/>
                </a:cubicBezTo>
                <a:cubicBezTo>
                  <a:pt x="292302" y="24070"/>
                  <a:pt x="295433" y="19873"/>
                  <a:pt x="299335" y="14157"/>
                </a:cubicBezTo>
                <a:cubicBezTo>
                  <a:pt x="299970" y="14157"/>
                  <a:pt x="300288" y="14747"/>
                  <a:pt x="300288" y="15927"/>
                </a:cubicBezTo>
                <a:lnTo>
                  <a:pt x="300288" y="31717"/>
                </a:lnTo>
                <a:lnTo>
                  <a:pt x="314036" y="31717"/>
                </a:lnTo>
                <a:close/>
                <a:moveTo>
                  <a:pt x="382506" y="90930"/>
                </a:moveTo>
                <a:lnTo>
                  <a:pt x="382506" y="92972"/>
                </a:lnTo>
                <a:lnTo>
                  <a:pt x="353647" y="92972"/>
                </a:lnTo>
                <a:lnTo>
                  <a:pt x="353647" y="90930"/>
                </a:lnTo>
                <a:cubicBezTo>
                  <a:pt x="356279" y="90657"/>
                  <a:pt x="358230" y="90226"/>
                  <a:pt x="359500" y="89636"/>
                </a:cubicBezTo>
                <a:cubicBezTo>
                  <a:pt x="360771" y="89046"/>
                  <a:pt x="361633" y="87935"/>
                  <a:pt x="362086" y="86302"/>
                </a:cubicBezTo>
                <a:cubicBezTo>
                  <a:pt x="362540" y="84668"/>
                  <a:pt x="362813" y="82263"/>
                  <a:pt x="362904" y="79086"/>
                </a:cubicBezTo>
                <a:lnTo>
                  <a:pt x="362904" y="52134"/>
                </a:lnTo>
                <a:cubicBezTo>
                  <a:pt x="362904" y="42515"/>
                  <a:pt x="359502" y="37705"/>
                  <a:pt x="352696" y="37705"/>
                </a:cubicBezTo>
                <a:cubicBezTo>
                  <a:pt x="350063" y="37705"/>
                  <a:pt x="347612" y="38341"/>
                  <a:pt x="345343" y="39612"/>
                </a:cubicBezTo>
                <a:cubicBezTo>
                  <a:pt x="343075" y="40882"/>
                  <a:pt x="340489" y="43105"/>
                  <a:pt x="337585" y="46281"/>
                </a:cubicBezTo>
                <a:lnTo>
                  <a:pt x="337585" y="79086"/>
                </a:lnTo>
                <a:cubicBezTo>
                  <a:pt x="337676" y="82263"/>
                  <a:pt x="337948" y="84668"/>
                  <a:pt x="338401" y="86302"/>
                </a:cubicBezTo>
                <a:cubicBezTo>
                  <a:pt x="338855" y="87935"/>
                  <a:pt x="339717" y="89046"/>
                  <a:pt x="340987" y="89636"/>
                </a:cubicBezTo>
                <a:cubicBezTo>
                  <a:pt x="342258" y="90226"/>
                  <a:pt x="344210" y="90657"/>
                  <a:pt x="346842" y="90930"/>
                </a:cubicBezTo>
                <a:lnTo>
                  <a:pt x="346842" y="92972"/>
                </a:lnTo>
                <a:lnTo>
                  <a:pt x="317439" y="92972"/>
                </a:lnTo>
                <a:lnTo>
                  <a:pt x="317439" y="90930"/>
                </a:lnTo>
                <a:cubicBezTo>
                  <a:pt x="320070" y="90567"/>
                  <a:pt x="321976" y="90114"/>
                  <a:pt x="323156" y="89569"/>
                </a:cubicBezTo>
                <a:cubicBezTo>
                  <a:pt x="324335" y="89024"/>
                  <a:pt x="325107" y="87958"/>
                  <a:pt x="325469" y="86371"/>
                </a:cubicBezTo>
                <a:cubicBezTo>
                  <a:pt x="325834" y="84783"/>
                  <a:pt x="326061" y="82354"/>
                  <a:pt x="326151" y="79086"/>
                </a:cubicBezTo>
                <a:lnTo>
                  <a:pt x="326151" y="14974"/>
                </a:lnTo>
                <a:cubicBezTo>
                  <a:pt x="326151" y="12070"/>
                  <a:pt x="325719" y="10187"/>
                  <a:pt x="324857" y="9326"/>
                </a:cubicBezTo>
                <a:cubicBezTo>
                  <a:pt x="323995" y="8463"/>
                  <a:pt x="322113" y="8032"/>
                  <a:pt x="319209" y="8032"/>
                </a:cubicBezTo>
                <a:cubicBezTo>
                  <a:pt x="318484" y="8032"/>
                  <a:pt x="317939" y="8077"/>
                  <a:pt x="317574" y="8167"/>
                </a:cubicBezTo>
                <a:lnTo>
                  <a:pt x="317574" y="5988"/>
                </a:lnTo>
                <a:lnTo>
                  <a:pt x="321251" y="4900"/>
                </a:lnTo>
                <a:cubicBezTo>
                  <a:pt x="325062" y="3811"/>
                  <a:pt x="328056" y="2927"/>
                  <a:pt x="330234" y="2247"/>
                </a:cubicBezTo>
                <a:cubicBezTo>
                  <a:pt x="332412" y="1566"/>
                  <a:pt x="334636" y="817"/>
                  <a:pt x="336904" y="0"/>
                </a:cubicBezTo>
                <a:lnTo>
                  <a:pt x="337585" y="409"/>
                </a:lnTo>
                <a:lnTo>
                  <a:pt x="337585" y="41789"/>
                </a:lnTo>
                <a:cubicBezTo>
                  <a:pt x="340762" y="37705"/>
                  <a:pt x="343892" y="34778"/>
                  <a:pt x="346977" y="33009"/>
                </a:cubicBezTo>
                <a:cubicBezTo>
                  <a:pt x="350063" y="31239"/>
                  <a:pt x="353602" y="30354"/>
                  <a:pt x="357595" y="30354"/>
                </a:cubicBezTo>
                <a:cubicBezTo>
                  <a:pt x="368758" y="30354"/>
                  <a:pt x="374339" y="37569"/>
                  <a:pt x="374339" y="51999"/>
                </a:cubicBezTo>
                <a:lnTo>
                  <a:pt x="374339" y="79086"/>
                </a:lnTo>
                <a:cubicBezTo>
                  <a:pt x="374429" y="82263"/>
                  <a:pt x="374632" y="84623"/>
                  <a:pt x="374949" y="86165"/>
                </a:cubicBezTo>
                <a:cubicBezTo>
                  <a:pt x="375268" y="87708"/>
                  <a:pt x="375994" y="88774"/>
                  <a:pt x="377128" y="89364"/>
                </a:cubicBezTo>
                <a:cubicBezTo>
                  <a:pt x="378264" y="89954"/>
                  <a:pt x="380056" y="90476"/>
                  <a:pt x="382506" y="90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64D46-74FF-4140-8C08-C79CFCE1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20" y="4205791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≥4Bytes">
            <a:extLst xmlns:a="http://schemas.openxmlformats.org/drawingml/2006/main">
              <a:ext uri="{FF2B5EF4-FFF2-40B4-BE49-F238E27FC236}">
                <a16:creationId xmlns:a16="http://schemas.microsoft.com/office/drawing/2014/main" id="{3C244058-59FC-4F4F-A8CC-6DC1687B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200" y="4316599"/>
            <a:ext cx="512368" cy="121693"/>
          </a:xfrm>
          <a:custGeom xmlns:a="http://schemas.openxmlformats.org/drawingml/2006/main">
            <a:pathLst>
              <a:path w="512368" h="121693">
                <a:moveTo>
                  <a:pt x="0" y="78133"/>
                </a:moveTo>
                <a:lnTo>
                  <a:pt x="0" y="68334"/>
                </a:lnTo>
                <a:lnTo>
                  <a:pt x="57171" y="42333"/>
                </a:lnTo>
                <a:lnTo>
                  <a:pt x="0" y="16334"/>
                </a:lnTo>
                <a:lnTo>
                  <a:pt x="0" y="6532"/>
                </a:lnTo>
                <a:lnTo>
                  <a:pt x="69152" y="37842"/>
                </a:lnTo>
                <a:lnTo>
                  <a:pt x="69152" y="46825"/>
                </a:lnTo>
                <a:lnTo>
                  <a:pt x="0" y="78133"/>
                </a:lnTo>
                <a:moveTo>
                  <a:pt x="0" y="92018"/>
                </a:moveTo>
                <a:lnTo>
                  <a:pt x="0" y="83035"/>
                </a:lnTo>
                <a:lnTo>
                  <a:pt x="69152" y="83035"/>
                </a:lnTo>
                <a:lnTo>
                  <a:pt x="69152" y="92018"/>
                </a:lnTo>
                <a:lnTo>
                  <a:pt x="0" y="92018"/>
                </a:lnTo>
                <a:close/>
                <a:moveTo>
                  <a:pt x="170562" y="60574"/>
                </a:moveTo>
                <a:lnTo>
                  <a:pt x="170562" y="69285"/>
                </a:lnTo>
                <a:lnTo>
                  <a:pt x="156677" y="69285"/>
                </a:lnTo>
                <a:lnTo>
                  <a:pt x="156677" y="92018"/>
                </a:lnTo>
                <a:lnTo>
                  <a:pt x="146196" y="92018"/>
                </a:lnTo>
                <a:lnTo>
                  <a:pt x="146196" y="69285"/>
                </a:lnTo>
                <a:lnTo>
                  <a:pt x="107945" y="69285"/>
                </a:lnTo>
                <a:lnTo>
                  <a:pt x="107945" y="60574"/>
                </a:lnTo>
                <a:lnTo>
                  <a:pt x="150689" y="0"/>
                </a:lnTo>
                <a:lnTo>
                  <a:pt x="156677" y="0"/>
                </a:lnTo>
                <a:lnTo>
                  <a:pt x="156677" y="60574"/>
                </a:lnTo>
                <a:lnTo>
                  <a:pt x="170562" y="60574"/>
                </a:lnTo>
                <a:moveTo>
                  <a:pt x="146061" y="60574"/>
                </a:moveTo>
                <a:lnTo>
                  <a:pt x="146061" y="13883"/>
                </a:lnTo>
                <a:lnTo>
                  <a:pt x="113391" y="60574"/>
                </a:lnTo>
                <a:lnTo>
                  <a:pt x="146061" y="60574"/>
                </a:lnTo>
                <a:close/>
                <a:moveTo>
                  <a:pt x="210174" y="4491"/>
                </a:moveTo>
                <a:lnTo>
                  <a:pt x="210174" y="1905"/>
                </a:lnTo>
                <a:lnTo>
                  <a:pt x="248288" y="1905"/>
                </a:lnTo>
                <a:cubicBezTo>
                  <a:pt x="259995" y="1905"/>
                  <a:pt x="268865" y="3856"/>
                  <a:pt x="274900" y="7758"/>
                </a:cubicBezTo>
                <a:cubicBezTo>
                  <a:pt x="280936" y="11660"/>
                  <a:pt x="283954" y="17422"/>
                  <a:pt x="283954" y="25045"/>
                </a:cubicBezTo>
                <a:cubicBezTo>
                  <a:pt x="283954" y="30944"/>
                  <a:pt x="282138" y="35482"/>
                  <a:pt x="278508" y="38658"/>
                </a:cubicBezTo>
                <a:cubicBezTo>
                  <a:pt x="276875" y="40110"/>
                  <a:pt x="275151" y="41244"/>
                  <a:pt x="273336" y="42061"/>
                </a:cubicBezTo>
                <a:cubicBezTo>
                  <a:pt x="271520" y="42878"/>
                  <a:pt x="268843" y="43740"/>
                  <a:pt x="265304" y="44647"/>
                </a:cubicBezTo>
                <a:cubicBezTo>
                  <a:pt x="269750" y="45736"/>
                  <a:pt x="273130" y="46803"/>
                  <a:pt x="275444" y="47847"/>
                </a:cubicBezTo>
                <a:cubicBezTo>
                  <a:pt x="277759" y="48890"/>
                  <a:pt x="279915" y="50319"/>
                  <a:pt x="281912" y="52134"/>
                </a:cubicBezTo>
                <a:cubicBezTo>
                  <a:pt x="286358" y="56128"/>
                  <a:pt x="288581" y="61256"/>
                  <a:pt x="288581" y="67517"/>
                </a:cubicBezTo>
                <a:cubicBezTo>
                  <a:pt x="288581" y="74323"/>
                  <a:pt x="286040" y="79995"/>
                  <a:pt x="280959" y="84533"/>
                </a:cubicBezTo>
                <a:cubicBezTo>
                  <a:pt x="278418" y="86801"/>
                  <a:pt x="274878" y="88615"/>
                  <a:pt x="270341" y="89977"/>
                </a:cubicBezTo>
                <a:cubicBezTo>
                  <a:pt x="265803" y="91338"/>
                  <a:pt x="260902" y="92018"/>
                  <a:pt x="255639" y="92018"/>
                </a:cubicBezTo>
                <a:lnTo>
                  <a:pt x="210174" y="92018"/>
                </a:lnTo>
                <a:lnTo>
                  <a:pt x="210174" y="89432"/>
                </a:lnTo>
                <a:cubicBezTo>
                  <a:pt x="213895" y="89251"/>
                  <a:pt x="216685" y="88865"/>
                  <a:pt x="218545" y="88275"/>
                </a:cubicBezTo>
                <a:cubicBezTo>
                  <a:pt x="220406" y="87686"/>
                  <a:pt x="221654" y="86529"/>
                  <a:pt x="222290" y="84805"/>
                </a:cubicBezTo>
                <a:cubicBezTo>
                  <a:pt x="222925" y="83079"/>
                  <a:pt x="223243" y="80538"/>
                  <a:pt x="223243" y="77182"/>
                </a:cubicBezTo>
                <a:lnTo>
                  <a:pt x="223243" y="16743"/>
                </a:lnTo>
                <a:cubicBezTo>
                  <a:pt x="223243" y="13294"/>
                  <a:pt x="222948" y="10753"/>
                  <a:pt x="222358" y="9120"/>
                </a:cubicBezTo>
                <a:cubicBezTo>
                  <a:pt x="221768" y="7486"/>
                  <a:pt x="220543" y="6352"/>
                  <a:pt x="218682" y="5716"/>
                </a:cubicBezTo>
                <a:cubicBezTo>
                  <a:pt x="216822" y="5081"/>
                  <a:pt x="213986" y="4672"/>
                  <a:pt x="210174" y="4491"/>
                </a:cubicBezTo>
                <a:moveTo>
                  <a:pt x="237126" y="47642"/>
                </a:moveTo>
                <a:lnTo>
                  <a:pt x="237126" y="81400"/>
                </a:lnTo>
                <a:cubicBezTo>
                  <a:pt x="237126" y="83579"/>
                  <a:pt x="237716" y="85053"/>
                  <a:pt x="238896" y="85825"/>
                </a:cubicBezTo>
                <a:cubicBezTo>
                  <a:pt x="240076" y="86596"/>
                  <a:pt x="242344" y="86981"/>
                  <a:pt x="245702" y="86981"/>
                </a:cubicBezTo>
                <a:cubicBezTo>
                  <a:pt x="250240" y="86981"/>
                  <a:pt x="253984" y="86686"/>
                  <a:pt x="256933" y="86097"/>
                </a:cubicBezTo>
                <a:cubicBezTo>
                  <a:pt x="259883" y="85507"/>
                  <a:pt x="262446" y="84622"/>
                  <a:pt x="264625" y="83442"/>
                </a:cubicBezTo>
                <a:cubicBezTo>
                  <a:pt x="270159" y="80266"/>
                  <a:pt x="272927" y="75002"/>
                  <a:pt x="272927" y="67652"/>
                </a:cubicBezTo>
                <a:cubicBezTo>
                  <a:pt x="272927" y="59304"/>
                  <a:pt x="269115" y="53587"/>
                  <a:pt x="261492" y="50502"/>
                </a:cubicBezTo>
                <a:cubicBezTo>
                  <a:pt x="259043" y="49503"/>
                  <a:pt x="256025" y="48777"/>
                  <a:pt x="252440" y="48323"/>
                </a:cubicBezTo>
                <a:cubicBezTo>
                  <a:pt x="248855" y="47869"/>
                  <a:pt x="243751" y="47642"/>
                  <a:pt x="237126" y="47642"/>
                </a:cubicBezTo>
                <a:moveTo>
                  <a:pt x="237126" y="42333"/>
                </a:moveTo>
                <a:lnTo>
                  <a:pt x="250058" y="42198"/>
                </a:lnTo>
                <a:cubicBezTo>
                  <a:pt x="263398" y="42016"/>
                  <a:pt x="270069" y="36480"/>
                  <a:pt x="270069" y="25589"/>
                </a:cubicBezTo>
                <a:cubicBezTo>
                  <a:pt x="270069" y="19511"/>
                  <a:pt x="267958" y="14838"/>
                  <a:pt x="263738" y="11571"/>
                </a:cubicBezTo>
                <a:cubicBezTo>
                  <a:pt x="259518" y="8303"/>
                  <a:pt x="253643" y="6760"/>
                  <a:pt x="246112" y="6942"/>
                </a:cubicBezTo>
                <a:lnTo>
                  <a:pt x="240121" y="7079"/>
                </a:lnTo>
                <a:cubicBezTo>
                  <a:pt x="238942" y="7169"/>
                  <a:pt x="238170" y="7464"/>
                  <a:pt x="237807" y="7963"/>
                </a:cubicBezTo>
                <a:cubicBezTo>
                  <a:pt x="237445" y="8462"/>
                  <a:pt x="237218" y="9483"/>
                  <a:pt x="237126" y="11025"/>
                </a:cubicBezTo>
                <a:lnTo>
                  <a:pt x="237126" y="42333"/>
                </a:lnTo>
                <a:close/>
                <a:moveTo>
                  <a:pt x="363313" y="30763"/>
                </a:moveTo>
                <a:lnTo>
                  <a:pt x="363313" y="32805"/>
                </a:lnTo>
                <a:cubicBezTo>
                  <a:pt x="361679" y="32987"/>
                  <a:pt x="360408" y="33509"/>
                  <a:pt x="359500" y="34371"/>
                </a:cubicBezTo>
                <a:cubicBezTo>
                  <a:pt x="358593" y="35233"/>
                  <a:pt x="357686" y="36752"/>
                  <a:pt x="356779" y="38931"/>
                </a:cubicBezTo>
                <a:lnTo>
                  <a:pt x="335815" y="94469"/>
                </a:lnTo>
                <a:cubicBezTo>
                  <a:pt x="332094" y="104360"/>
                  <a:pt x="328487" y="111370"/>
                  <a:pt x="324993" y="115500"/>
                </a:cubicBezTo>
                <a:cubicBezTo>
                  <a:pt x="321500" y="119629"/>
                  <a:pt x="317439" y="121693"/>
                  <a:pt x="312811" y="121693"/>
                </a:cubicBezTo>
                <a:cubicBezTo>
                  <a:pt x="309907" y="121693"/>
                  <a:pt x="307502" y="120944"/>
                  <a:pt x="305595" y="119446"/>
                </a:cubicBezTo>
                <a:cubicBezTo>
                  <a:pt x="303690" y="117949"/>
                  <a:pt x="302737" y="116067"/>
                  <a:pt x="302737" y="113798"/>
                </a:cubicBezTo>
                <a:cubicBezTo>
                  <a:pt x="302737" y="112075"/>
                  <a:pt x="303304" y="110645"/>
                  <a:pt x="304439" y="109509"/>
                </a:cubicBezTo>
                <a:cubicBezTo>
                  <a:pt x="305573" y="108375"/>
                  <a:pt x="306957" y="107808"/>
                  <a:pt x="308591" y="107808"/>
                </a:cubicBezTo>
                <a:cubicBezTo>
                  <a:pt x="310769" y="107808"/>
                  <a:pt x="313128" y="108307"/>
                  <a:pt x="315669" y="109306"/>
                </a:cubicBezTo>
                <a:cubicBezTo>
                  <a:pt x="317030" y="109941"/>
                  <a:pt x="318210" y="110259"/>
                  <a:pt x="319209" y="110259"/>
                </a:cubicBezTo>
                <a:cubicBezTo>
                  <a:pt x="320207" y="110259"/>
                  <a:pt x="321341" y="109691"/>
                  <a:pt x="322611" y="108556"/>
                </a:cubicBezTo>
                <a:cubicBezTo>
                  <a:pt x="323882" y="107422"/>
                  <a:pt x="325017" y="105993"/>
                  <a:pt x="326015" y="104269"/>
                </a:cubicBezTo>
                <a:cubicBezTo>
                  <a:pt x="326832" y="102818"/>
                  <a:pt x="327648" y="101094"/>
                  <a:pt x="328464" y="99097"/>
                </a:cubicBezTo>
                <a:cubicBezTo>
                  <a:pt x="329281" y="97100"/>
                  <a:pt x="329984" y="95194"/>
                  <a:pt x="330574" y="93379"/>
                </a:cubicBezTo>
                <a:cubicBezTo>
                  <a:pt x="331164" y="91565"/>
                  <a:pt x="331459" y="90294"/>
                  <a:pt x="331459" y="89567"/>
                </a:cubicBezTo>
                <a:cubicBezTo>
                  <a:pt x="331459" y="88569"/>
                  <a:pt x="330937" y="86845"/>
                  <a:pt x="329893" y="84395"/>
                </a:cubicBezTo>
                <a:cubicBezTo>
                  <a:pt x="328850" y="81946"/>
                  <a:pt x="327376" y="79042"/>
                  <a:pt x="325471" y="75684"/>
                </a:cubicBezTo>
                <a:cubicBezTo>
                  <a:pt x="325107" y="74957"/>
                  <a:pt x="324811" y="74367"/>
                  <a:pt x="324584" y="73915"/>
                </a:cubicBezTo>
                <a:cubicBezTo>
                  <a:pt x="324358" y="73460"/>
                  <a:pt x="323837" y="72326"/>
                  <a:pt x="323020" y="70510"/>
                </a:cubicBezTo>
                <a:lnTo>
                  <a:pt x="307502" y="37024"/>
                </a:lnTo>
                <a:cubicBezTo>
                  <a:pt x="306412" y="34666"/>
                  <a:pt x="304099" y="33214"/>
                  <a:pt x="300561" y="32668"/>
                </a:cubicBezTo>
                <a:lnTo>
                  <a:pt x="300561" y="30763"/>
                </a:lnTo>
                <a:lnTo>
                  <a:pt x="328601" y="30763"/>
                </a:lnTo>
                <a:lnTo>
                  <a:pt x="328601" y="32805"/>
                </a:lnTo>
                <a:cubicBezTo>
                  <a:pt x="325697" y="32895"/>
                  <a:pt x="323656" y="33213"/>
                  <a:pt x="322476" y="33759"/>
                </a:cubicBezTo>
                <a:cubicBezTo>
                  <a:pt x="321296" y="34303"/>
                  <a:pt x="320706" y="35210"/>
                  <a:pt x="320706" y="36480"/>
                </a:cubicBezTo>
                <a:cubicBezTo>
                  <a:pt x="320706" y="37841"/>
                  <a:pt x="321160" y="39565"/>
                  <a:pt x="322067" y="41654"/>
                </a:cubicBezTo>
                <a:lnTo>
                  <a:pt x="337722" y="76091"/>
                </a:lnTo>
                <a:lnTo>
                  <a:pt x="350925" y="38521"/>
                </a:lnTo>
                <a:cubicBezTo>
                  <a:pt x="351288" y="37706"/>
                  <a:pt x="351470" y="36934"/>
                  <a:pt x="351470" y="36207"/>
                </a:cubicBezTo>
                <a:cubicBezTo>
                  <a:pt x="351470" y="33939"/>
                  <a:pt x="349291" y="32805"/>
                  <a:pt x="344935" y="32805"/>
                </a:cubicBezTo>
                <a:lnTo>
                  <a:pt x="344935" y="30763"/>
                </a:lnTo>
                <a:lnTo>
                  <a:pt x="363313" y="30763"/>
                </a:lnTo>
                <a:close/>
                <a:moveTo>
                  <a:pt x="401972" y="30763"/>
                </a:moveTo>
                <a:lnTo>
                  <a:pt x="401972" y="35119"/>
                </a:lnTo>
                <a:lnTo>
                  <a:pt x="388224" y="35119"/>
                </a:lnTo>
                <a:lnTo>
                  <a:pt x="388224" y="74050"/>
                </a:lnTo>
                <a:cubicBezTo>
                  <a:pt x="388224" y="78315"/>
                  <a:pt x="388768" y="81423"/>
                  <a:pt x="389856" y="83374"/>
                </a:cubicBezTo>
                <a:cubicBezTo>
                  <a:pt x="390946" y="85325"/>
                  <a:pt x="392762" y="86300"/>
                  <a:pt x="395303" y="86300"/>
                </a:cubicBezTo>
                <a:cubicBezTo>
                  <a:pt x="396845" y="86300"/>
                  <a:pt x="398228" y="85937"/>
                  <a:pt x="399453" y="85212"/>
                </a:cubicBezTo>
                <a:cubicBezTo>
                  <a:pt x="400678" y="84486"/>
                  <a:pt x="402017" y="83261"/>
                  <a:pt x="403470" y="81537"/>
                </a:cubicBezTo>
                <a:lnTo>
                  <a:pt x="405239" y="83035"/>
                </a:lnTo>
                <a:cubicBezTo>
                  <a:pt x="400883" y="89931"/>
                  <a:pt x="395438" y="93379"/>
                  <a:pt x="388903" y="93379"/>
                </a:cubicBezTo>
                <a:cubicBezTo>
                  <a:pt x="380827" y="93379"/>
                  <a:pt x="376790" y="87616"/>
                  <a:pt x="376790" y="76091"/>
                </a:cubicBezTo>
                <a:lnTo>
                  <a:pt x="376790" y="35119"/>
                </a:lnTo>
                <a:lnTo>
                  <a:pt x="369574" y="35119"/>
                </a:lnTo>
                <a:cubicBezTo>
                  <a:pt x="369211" y="34846"/>
                  <a:pt x="369030" y="34529"/>
                  <a:pt x="369030" y="34166"/>
                </a:cubicBezTo>
                <a:cubicBezTo>
                  <a:pt x="369030" y="33440"/>
                  <a:pt x="369801" y="32578"/>
                  <a:pt x="371344" y="31580"/>
                </a:cubicBezTo>
                <a:cubicBezTo>
                  <a:pt x="373340" y="30400"/>
                  <a:pt x="375518" y="28472"/>
                  <a:pt x="377878" y="25795"/>
                </a:cubicBezTo>
                <a:cubicBezTo>
                  <a:pt x="380238" y="23117"/>
                  <a:pt x="383368" y="18920"/>
                  <a:pt x="387271" y="13204"/>
                </a:cubicBezTo>
                <a:cubicBezTo>
                  <a:pt x="387906" y="13204"/>
                  <a:pt x="388224" y="13794"/>
                  <a:pt x="388224" y="14974"/>
                </a:cubicBezTo>
                <a:lnTo>
                  <a:pt x="388224" y="30763"/>
                </a:lnTo>
                <a:lnTo>
                  <a:pt x="401972" y="30763"/>
                </a:lnTo>
                <a:close/>
                <a:moveTo>
                  <a:pt x="460913" y="69694"/>
                </a:moveTo>
                <a:lnTo>
                  <a:pt x="463090" y="70647"/>
                </a:lnTo>
                <a:cubicBezTo>
                  <a:pt x="460277" y="77997"/>
                  <a:pt x="456398" y="83624"/>
                  <a:pt x="451452" y="87526"/>
                </a:cubicBezTo>
                <a:cubicBezTo>
                  <a:pt x="446506" y="91428"/>
                  <a:pt x="440766" y="93379"/>
                  <a:pt x="434233" y="93379"/>
                </a:cubicBezTo>
                <a:cubicBezTo>
                  <a:pt x="426429" y="93379"/>
                  <a:pt x="420235" y="90634"/>
                  <a:pt x="415652" y="85145"/>
                </a:cubicBezTo>
                <a:cubicBezTo>
                  <a:pt x="411070" y="79655"/>
                  <a:pt x="408779" y="72236"/>
                  <a:pt x="408779" y="62887"/>
                </a:cubicBezTo>
                <a:cubicBezTo>
                  <a:pt x="408779" y="57261"/>
                  <a:pt x="409663" y="52157"/>
                  <a:pt x="411433" y="47575"/>
                </a:cubicBezTo>
                <a:cubicBezTo>
                  <a:pt x="413203" y="42992"/>
                  <a:pt x="415675" y="39293"/>
                  <a:pt x="418850" y="36480"/>
                </a:cubicBezTo>
                <a:cubicBezTo>
                  <a:pt x="424114" y="31760"/>
                  <a:pt x="430240" y="29401"/>
                  <a:pt x="437228" y="29401"/>
                </a:cubicBezTo>
                <a:cubicBezTo>
                  <a:pt x="444578" y="29401"/>
                  <a:pt x="450386" y="31988"/>
                  <a:pt x="454651" y="37161"/>
                </a:cubicBezTo>
                <a:cubicBezTo>
                  <a:pt x="456375" y="39339"/>
                  <a:pt x="457645" y="41631"/>
                  <a:pt x="458462" y="44036"/>
                </a:cubicBezTo>
                <a:cubicBezTo>
                  <a:pt x="459279" y="46440"/>
                  <a:pt x="459960" y="49866"/>
                  <a:pt x="460504" y="54313"/>
                </a:cubicBezTo>
                <a:lnTo>
                  <a:pt x="418578" y="54313"/>
                </a:lnTo>
                <a:cubicBezTo>
                  <a:pt x="418760" y="58487"/>
                  <a:pt x="419122" y="61867"/>
                  <a:pt x="419667" y="64454"/>
                </a:cubicBezTo>
                <a:cubicBezTo>
                  <a:pt x="420212" y="67040"/>
                  <a:pt x="421075" y="69649"/>
                  <a:pt x="422255" y="72280"/>
                </a:cubicBezTo>
                <a:cubicBezTo>
                  <a:pt x="426247" y="80084"/>
                  <a:pt x="432100" y="83986"/>
                  <a:pt x="439814" y="83986"/>
                </a:cubicBezTo>
                <a:cubicBezTo>
                  <a:pt x="444170" y="83986"/>
                  <a:pt x="447959" y="82898"/>
                  <a:pt x="451180" y="80721"/>
                </a:cubicBezTo>
                <a:cubicBezTo>
                  <a:pt x="454402" y="78543"/>
                  <a:pt x="457647" y="74867"/>
                  <a:pt x="460913" y="69694"/>
                </a:cubicBezTo>
                <a:moveTo>
                  <a:pt x="418850" y="49956"/>
                </a:moveTo>
                <a:lnTo>
                  <a:pt x="446621" y="49956"/>
                </a:lnTo>
                <a:cubicBezTo>
                  <a:pt x="445712" y="44058"/>
                  <a:pt x="444306" y="39975"/>
                  <a:pt x="442400" y="37707"/>
                </a:cubicBezTo>
                <a:cubicBezTo>
                  <a:pt x="440495" y="35438"/>
                  <a:pt x="437455" y="34303"/>
                  <a:pt x="433280" y="34303"/>
                </a:cubicBezTo>
                <a:cubicBezTo>
                  <a:pt x="429105" y="34303"/>
                  <a:pt x="425838" y="35573"/>
                  <a:pt x="423478" y="38114"/>
                </a:cubicBezTo>
                <a:cubicBezTo>
                  <a:pt x="421120" y="40655"/>
                  <a:pt x="419577" y="44602"/>
                  <a:pt x="418850" y="49956"/>
                </a:cubicBezTo>
                <a:close/>
                <a:moveTo>
                  <a:pt x="507875" y="49276"/>
                </a:moveTo>
                <a:lnTo>
                  <a:pt x="505833" y="49276"/>
                </a:lnTo>
                <a:cubicBezTo>
                  <a:pt x="504291" y="43105"/>
                  <a:pt x="502384" y="38771"/>
                  <a:pt x="500115" y="36276"/>
                </a:cubicBezTo>
                <a:cubicBezTo>
                  <a:pt x="497847" y="33781"/>
                  <a:pt x="494762" y="32533"/>
                  <a:pt x="490860" y="32533"/>
                </a:cubicBezTo>
                <a:cubicBezTo>
                  <a:pt x="487774" y="32533"/>
                  <a:pt x="485256" y="33373"/>
                  <a:pt x="483305" y="35053"/>
                </a:cubicBezTo>
                <a:cubicBezTo>
                  <a:pt x="481354" y="36731"/>
                  <a:pt x="480379" y="38976"/>
                  <a:pt x="480379" y="41789"/>
                </a:cubicBezTo>
                <a:cubicBezTo>
                  <a:pt x="480379" y="45691"/>
                  <a:pt x="482330" y="48777"/>
                  <a:pt x="486232" y="51046"/>
                </a:cubicBezTo>
                <a:lnTo>
                  <a:pt x="500933" y="59757"/>
                </a:lnTo>
                <a:cubicBezTo>
                  <a:pt x="505107" y="62207"/>
                  <a:pt x="508056" y="64657"/>
                  <a:pt x="509780" y="67108"/>
                </a:cubicBezTo>
                <a:cubicBezTo>
                  <a:pt x="511505" y="69558"/>
                  <a:pt x="512368" y="72507"/>
                  <a:pt x="512368" y="75956"/>
                </a:cubicBezTo>
                <a:cubicBezTo>
                  <a:pt x="512368" y="79133"/>
                  <a:pt x="511505" y="82037"/>
                  <a:pt x="509780" y="84670"/>
                </a:cubicBezTo>
                <a:cubicBezTo>
                  <a:pt x="508056" y="87301"/>
                  <a:pt x="505742" y="89410"/>
                  <a:pt x="502838" y="90998"/>
                </a:cubicBezTo>
                <a:cubicBezTo>
                  <a:pt x="499934" y="92585"/>
                  <a:pt x="496713" y="93379"/>
                  <a:pt x="493173" y="93379"/>
                </a:cubicBezTo>
                <a:cubicBezTo>
                  <a:pt x="491812" y="93379"/>
                  <a:pt x="490270" y="93242"/>
                  <a:pt x="488546" y="92970"/>
                </a:cubicBezTo>
                <a:cubicBezTo>
                  <a:pt x="486822" y="92698"/>
                  <a:pt x="485052" y="92381"/>
                  <a:pt x="483237" y="92018"/>
                </a:cubicBezTo>
                <a:cubicBezTo>
                  <a:pt x="481694" y="91564"/>
                  <a:pt x="480446" y="91269"/>
                  <a:pt x="479492" y="91133"/>
                </a:cubicBezTo>
                <a:cubicBezTo>
                  <a:pt x="478539" y="90998"/>
                  <a:pt x="477700" y="90930"/>
                  <a:pt x="476974" y="90930"/>
                </a:cubicBezTo>
                <a:cubicBezTo>
                  <a:pt x="475613" y="90930"/>
                  <a:pt x="474570" y="91474"/>
                  <a:pt x="473844" y="92563"/>
                </a:cubicBezTo>
                <a:lnTo>
                  <a:pt x="472075" y="92563"/>
                </a:lnTo>
                <a:lnTo>
                  <a:pt x="472075" y="71329"/>
                </a:lnTo>
                <a:lnTo>
                  <a:pt x="474251" y="71329"/>
                </a:lnTo>
                <a:cubicBezTo>
                  <a:pt x="475795" y="78225"/>
                  <a:pt x="477883" y="83125"/>
                  <a:pt x="480514" y="86030"/>
                </a:cubicBezTo>
                <a:cubicBezTo>
                  <a:pt x="483146" y="88934"/>
                  <a:pt x="486822" y="90386"/>
                  <a:pt x="491541" y="90386"/>
                </a:cubicBezTo>
                <a:cubicBezTo>
                  <a:pt x="494989" y="90386"/>
                  <a:pt x="497733" y="89501"/>
                  <a:pt x="499774" y="87731"/>
                </a:cubicBezTo>
                <a:cubicBezTo>
                  <a:pt x="501817" y="85962"/>
                  <a:pt x="502838" y="83579"/>
                  <a:pt x="502838" y="80584"/>
                </a:cubicBezTo>
                <a:cubicBezTo>
                  <a:pt x="502838" y="76501"/>
                  <a:pt x="500478" y="73098"/>
                  <a:pt x="495759" y="70375"/>
                </a:cubicBezTo>
                <a:lnTo>
                  <a:pt x="487864" y="65883"/>
                </a:lnTo>
                <a:cubicBezTo>
                  <a:pt x="482057" y="62616"/>
                  <a:pt x="477951" y="59485"/>
                  <a:pt x="475545" y="56490"/>
                </a:cubicBezTo>
                <a:cubicBezTo>
                  <a:pt x="473140" y="53495"/>
                  <a:pt x="471937" y="50092"/>
                  <a:pt x="471937" y="46281"/>
                </a:cubicBezTo>
                <a:cubicBezTo>
                  <a:pt x="471937" y="41381"/>
                  <a:pt x="473684" y="37342"/>
                  <a:pt x="477178" y="34166"/>
                </a:cubicBezTo>
                <a:cubicBezTo>
                  <a:pt x="480673" y="30989"/>
                  <a:pt x="485097" y="29401"/>
                  <a:pt x="490450" y="29401"/>
                </a:cubicBezTo>
                <a:cubicBezTo>
                  <a:pt x="492084" y="29401"/>
                  <a:pt x="493695" y="29560"/>
                  <a:pt x="495284" y="29879"/>
                </a:cubicBezTo>
                <a:cubicBezTo>
                  <a:pt x="496872" y="30196"/>
                  <a:pt x="498437" y="30626"/>
                  <a:pt x="499980" y="31171"/>
                </a:cubicBezTo>
                <a:cubicBezTo>
                  <a:pt x="501341" y="31806"/>
                  <a:pt x="502566" y="32124"/>
                  <a:pt x="503654" y="32124"/>
                </a:cubicBezTo>
                <a:cubicBezTo>
                  <a:pt x="504381" y="32124"/>
                  <a:pt x="505108" y="31625"/>
                  <a:pt x="505833" y="30626"/>
                </a:cubicBezTo>
                <a:lnTo>
                  <a:pt x="507331" y="30626"/>
                </a:lnTo>
                <a:lnTo>
                  <a:pt x="507875" y="492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36626-0C61-413A-BF8F-6F962A92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506" y="5276560"/>
            <a:ext cx="1019004" cy="339348"/>
          </a:xfrm>
          <a:custGeom xmlns:a="http://schemas.openxmlformats.org/drawingml/2006/main">
            <a:pathLst>
              <a:path w="1019004" h="339348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B8F83-A526-4788-8AC2-E14D8AA9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506" y="5276560"/>
            <a:ext cx="1019004" cy="339348"/>
          </a:xfrm>
          <a:custGeom xmlns:a="http://schemas.openxmlformats.org/drawingml/2006/main">
            <a:pathLst>
              <a:path w="1019004" h="339348" fill="none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4A7EBB"/>
            </a:solidFill>
            <a:round/>
          </a:ln>
        </p:spPr>
      </p:sp>
      <p:sp>
        <p:nvSpPr>
          <p:cNvPr id="165" name="Text AEAD">
            <a:extLst xmlns:a="http://schemas.openxmlformats.org/drawingml/2006/main">
              <a:ext uri="{FF2B5EF4-FFF2-40B4-BE49-F238E27FC236}">
                <a16:creationId xmlns:a16="http://schemas.microsoft.com/office/drawing/2014/main" id="{346DD7D3-15A1-4E3C-A038-460A4DEE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324" y="5317501"/>
            <a:ext cx="372704" cy="91746"/>
          </a:xfrm>
          <a:custGeom xmlns:a="http://schemas.openxmlformats.org/drawingml/2006/main">
            <a:pathLst>
              <a:path w="372704" h="91746">
                <a:moveTo>
                  <a:pt x="94060" y="89160"/>
                </a:moveTo>
                <a:lnTo>
                  <a:pt x="94060" y="91746"/>
                </a:lnTo>
                <a:lnTo>
                  <a:pt x="59350" y="91746"/>
                </a:lnTo>
                <a:lnTo>
                  <a:pt x="59350" y="89160"/>
                </a:lnTo>
                <a:cubicBezTo>
                  <a:pt x="62980" y="89069"/>
                  <a:pt x="65475" y="88706"/>
                  <a:pt x="66836" y="88072"/>
                </a:cubicBezTo>
                <a:cubicBezTo>
                  <a:pt x="68197" y="87436"/>
                  <a:pt x="68878" y="86257"/>
                  <a:pt x="68878" y="84533"/>
                </a:cubicBezTo>
                <a:cubicBezTo>
                  <a:pt x="68878" y="82354"/>
                  <a:pt x="68016" y="79314"/>
                  <a:pt x="66292" y="75412"/>
                </a:cubicBezTo>
                <a:lnTo>
                  <a:pt x="60711" y="62343"/>
                </a:lnTo>
                <a:lnTo>
                  <a:pt x="25047" y="62343"/>
                </a:lnTo>
                <a:lnTo>
                  <a:pt x="18785" y="78270"/>
                </a:lnTo>
                <a:cubicBezTo>
                  <a:pt x="18059" y="80176"/>
                  <a:pt x="17697" y="81945"/>
                  <a:pt x="17697" y="83579"/>
                </a:cubicBezTo>
                <a:cubicBezTo>
                  <a:pt x="17697" y="85576"/>
                  <a:pt x="18422" y="87006"/>
                  <a:pt x="19873" y="87868"/>
                </a:cubicBezTo>
                <a:cubicBezTo>
                  <a:pt x="21326" y="88730"/>
                  <a:pt x="23686" y="89160"/>
                  <a:pt x="26952" y="89160"/>
                </a:cubicBezTo>
                <a:lnTo>
                  <a:pt x="26952" y="91746"/>
                </a:lnTo>
                <a:lnTo>
                  <a:pt x="0" y="91746"/>
                </a:lnTo>
                <a:lnTo>
                  <a:pt x="0" y="89160"/>
                </a:lnTo>
                <a:cubicBezTo>
                  <a:pt x="1634" y="89069"/>
                  <a:pt x="3041" y="88774"/>
                  <a:pt x="4221" y="88275"/>
                </a:cubicBezTo>
                <a:cubicBezTo>
                  <a:pt x="5400" y="87776"/>
                  <a:pt x="6534" y="86800"/>
                  <a:pt x="7623" y="85349"/>
                </a:cubicBezTo>
                <a:cubicBezTo>
                  <a:pt x="8711" y="83896"/>
                  <a:pt x="9982" y="81695"/>
                  <a:pt x="11434" y="78746"/>
                </a:cubicBezTo>
                <a:cubicBezTo>
                  <a:pt x="12887" y="75796"/>
                  <a:pt x="14702" y="71826"/>
                  <a:pt x="16880" y="66836"/>
                </a:cubicBezTo>
                <a:lnTo>
                  <a:pt x="45193" y="0"/>
                </a:lnTo>
                <a:lnTo>
                  <a:pt x="47916" y="0"/>
                </a:lnTo>
                <a:lnTo>
                  <a:pt x="81810" y="77317"/>
                </a:lnTo>
                <a:cubicBezTo>
                  <a:pt x="83443" y="80675"/>
                  <a:pt x="84782" y="83171"/>
                  <a:pt x="85825" y="84805"/>
                </a:cubicBezTo>
                <a:cubicBezTo>
                  <a:pt x="86869" y="86437"/>
                  <a:pt x="88003" y="87526"/>
                  <a:pt x="89229" y="88072"/>
                </a:cubicBezTo>
                <a:cubicBezTo>
                  <a:pt x="90454" y="88616"/>
                  <a:pt x="92065" y="88979"/>
                  <a:pt x="94060" y="89160"/>
                </a:cubicBezTo>
                <a:moveTo>
                  <a:pt x="27361" y="56762"/>
                </a:moveTo>
                <a:lnTo>
                  <a:pt x="58806" y="56762"/>
                </a:lnTo>
                <a:lnTo>
                  <a:pt x="43014" y="19329"/>
                </a:lnTo>
                <a:lnTo>
                  <a:pt x="27361" y="56762"/>
                </a:lnTo>
                <a:close/>
                <a:moveTo>
                  <a:pt x="178729" y="68741"/>
                </a:moveTo>
                <a:lnTo>
                  <a:pt x="172604" y="91746"/>
                </a:lnTo>
                <a:lnTo>
                  <a:pt x="99097" y="91746"/>
                </a:lnTo>
                <a:lnTo>
                  <a:pt x="99097" y="89160"/>
                </a:lnTo>
                <a:cubicBezTo>
                  <a:pt x="102365" y="88979"/>
                  <a:pt x="104838" y="88548"/>
                  <a:pt x="106516" y="87868"/>
                </a:cubicBezTo>
                <a:cubicBezTo>
                  <a:pt x="108196" y="87187"/>
                  <a:pt x="109330" y="86007"/>
                  <a:pt x="109920" y="84329"/>
                </a:cubicBezTo>
                <a:cubicBezTo>
                  <a:pt x="110510" y="82649"/>
                  <a:pt x="110850" y="80176"/>
                  <a:pt x="110940" y="76910"/>
                </a:cubicBezTo>
                <a:lnTo>
                  <a:pt x="110940" y="16471"/>
                </a:lnTo>
                <a:cubicBezTo>
                  <a:pt x="110850" y="13203"/>
                  <a:pt x="110510" y="10730"/>
                  <a:pt x="109920" y="9052"/>
                </a:cubicBezTo>
                <a:cubicBezTo>
                  <a:pt x="109330" y="7372"/>
                  <a:pt x="108218" y="6192"/>
                  <a:pt x="106585" y="5513"/>
                </a:cubicBezTo>
                <a:cubicBezTo>
                  <a:pt x="104951" y="4831"/>
                  <a:pt x="102455" y="4400"/>
                  <a:pt x="99097" y="4219"/>
                </a:cubicBezTo>
                <a:lnTo>
                  <a:pt x="99097" y="1633"/>
                </a:lnTo>
                <a:lnTo>
                  <a:pt x="171379" y="1633"/>
                </a:lnTo>
                <a:lnTo>
                  <a:pt x="171788" y="21099"/>
                </a:lnTo>
                <a:lnTo>
                  <a:pt x="168384" y="21099"/>
                </a:lnTo>
                <a:cubicBezTo>
                  <a:pt x="167658" y="17015"/>
                  <a:pt x="166705" y="13975"/>
                  <a:pt x="165526" y="11978"/>
                </a:cubicBezTo>
                <a:cubicBezTo>
                  <a:pt x="164346" y="9982"/>
                  <a:pt x="162395" y="8643"/>
                  <a:pt x="159672" y="7963"/>
                </a:cubicBezTo>
                <a:cubicBezTo>
                  <a:pt x="156950" y="7282"/>
                  <a:pt x="152957" y="6897"/>
                  <a:pt x="147694" y="6807"/>
                </a:cubicBezTo>
                <a:lnTo>
                  <a:pt x="129316" y="6807"/>
                </a:lnTo>
                <a:cubicBezTo>
                  <a:pt x="127411" y="6807"/>
                  <a:pt x="126208" y="7056"/>
                  <a:pt x="125708" y="7554"/>
                </a:cubicBezTo>
                <a:cubicBezTo>
                  <a:pt x="125210" y="8053"/>
                  <a:pt x="124915" y="9346"/>
                  <a:pt x="124825" y="11434"/>
                </a:cubicBezTo>
                <a:lnTo>
                  <a:pt x="124825" y="41654"/>
                </a:lnTo>
                <a:lnTo>
                  <a:pt x="145787" y="41654"/>
                </a:lnTo>
                <a:cubicBezTo>
                  <a:pt x="149599" y="41562"/>
                  <a:pt x="152481" y="41199"/>
                  <a:pt x="154432" y="40565"/>
                </a:cubicBezTo>
                <a:cubicBezTo>
                  <a:pt x="156383" y="39930"/>
                  <a:pt x="157789" y="38704"/>
                  <a:pt x="158650" y="36889"/>
                </a:cubicBezTo>
                <a:cubicBezTo>
                  <a:pt x="159513" y="35073"/>
                  <a:pt x="160217" y="32351"/>
                  <a:pt x="160761" y="28722"/>
                </a:cubicBezTo>
                <a:lnTo>
                  <a:pt x="163893" y="28722"/>
                </a:lnTo>
                <a:lnTo>
                  <a:pt x="163893" y="60301"/>
                </a:lnTo>
                <a:lnTo>
                  <a:pt x="160761" y="60301"/>
                </a:lnTo>
                <a:cubicBezTo>
                  <a:pt x="160217" y="56581"/>
                  <a:pt x="159513" y="53813"/>
                  <a:pt x="158650" y="51999"/>
                </a:cubicBezTo>
                <a:cubicBezTo>
                  <a:pt x="157789" y="50184"/>
                  <a:pt x="156383" y="48959"/>
                  <a:pt x="154432" y="48323"/>
                </a:cubicBezTo>
                <a:cubicBezTo>
                  <a:pt x="152481" y="47687"/>
                  <a:pt x="149599" y="47325"/>
                  <a:pt x="145787" y="47235"/>
                </a:cubicBezTo>
                <a:lnTo>
                  <a:pt x="124825" y="47235"/>
                </a:lnTo>
                <a:lnTo>
                  <a:pt x="124825" y="80856"/>
                </a:lnTo>
                <a:cubicBezTo>
                  <a:pt x="124825" y="82580"/>
                  <a:pt x="125030" y="83828"/>
                  <a:pt x="125438" y="84599"/>
                </a:cubicBezTo>
                <a:cubicBezTo>
                  <a:pt x="125847" y="85370"/>
                  <a:pt x="127048" y="85870"/>
                  <a:pt x="129044" y="86097"/>
                </a:cubicBezTo>
                <a:cubicBezTo>
                  <a:pt x="131041" y="86324"/>
                  <a:pt x="134399" y="86528"/>
                  <a:pt x="139118" y="86709"/>
                </a:cubicBezTo>
                <a:lnTo>
                  <a:pt x="142792" y="86709"/>
                </a:lnTo>
                <a:cubicBezTo>
                  <a:pt x="149326" y="86619"/>
                  <a:pt x="154545" y="86098"/>
                  <a:pt x="158447" y="85145"/>
                </a:cubicBezTo>
                <a:cubicBezTo>
                  <a:pt x="162349" y="84191"/>
                  <a:pt x="165525" y="82422"/>
                  <a:pt x="167974" y="79836"/>
                </a:cubicBezTo>
                <a:cubicBezTo>
                  <a:pt x="170425" y="77250"/>
                  <a:pt x="172740" y="73551"/>
                  <a:pt x="174918" y="68741"/>
                </a:cubicBezTo>
                <a:lnTo>
                  <a:pt x="178729" y="68741"/>
                </a:lnTo>
                <a:close/>
                <a:moveTo>
                  <a:pt x="276737" y="89160"/>
                </a:moveTo>
                <a:lnTo>
                  <a:pt x="276737" y="91746"/>
                </a:lnTo>
                <a:lnTo>
                  <a:pt x="242027" y="91746"/>
                </a:lnTo>
                <a:lnTo>
                  <a:pt x="242027" y="89160"/>
                </a:lnTo>
                <a:cubicBezTo>
                  <a:pt x="245656" y="89069"/>
                  <a:pt x="248152" y="88706"/>
                  <a:pt x="249513" y="88072"/>
                </a:cubicBezTo>
                <a:cubicBezTo>
                  <a:pt x="250874" y="87436"/>
                  <a:pt x="251555" y="86257"/>
                  <a:pt x="251555" y="84533"/>
                </a:cubicBezTo>
                <a:cubicBezTo>
                  <a:pt x="251555" y="82354"/>
                  <a:pt x="250693" y="79314"/>
                  <a:pt x="248969" y="75412"/>
                </a:cubicBezTo>
                <a:lnTo>
                  <a:pt x="243387" y="62343"/>
                </a:lnTo>
                <a:lnTo>
                  <a:pt x="207724" y="62343"/>
                </a:lnTo>
                <a:lnTo>
                  <a:pt x="201462" y="78270"/>
                </a:lnTo>
                <a:cubicBezTo>
                  <a:pt x="200736" y="80176"/>
                  <a:pt x="200373" y="81945"/>
                  <a:pt x="200373" y="83579"/>
                </a:cubicBezTo>
                <a:cubicBezTo>
                  <a:pt x="200373" y="85576"/>
                  <a:pt x="201099" y="87006"/>
                  <a:pt x="202550" y="87868"/>
                </a:cubicBezTo>
                <a:cubicBezTo>
                  <a:pt x="204003" y="88730"/>
                  <a:pt x="206362" y="89160"/>
                  <a:pt x="209629" y="89160"/>
                </a:cubicBezTo>
                <a:lnTo>
                  <a:pt x="209629" y="91746"/>
                </a:lnTo>
                <a:lnTo>
                  <a:pt x="182677" y="91746"/>
                </a:lnTo>
                <a:lnTo>
                  <a:pt x="182677" y="89160"/>
                </a:lnTo>
                <a:cubicBezTo>
                  <a:pt x="184311" y="89069"/>
                  <a:pt x="185718" y="88774"/>
                  <a:pt x="186897" y="88275"/>
                </a:cubicBezTo>
                <a:cubicBezTo>
                  <a:pt x="188077" y="87776"/>
                  <a:pt x="189211" y="86800"/>
                  <a:pt x="190300" y="85349"/>
                </a:cubicBezTo>
                <a:cubicBezTo>
                  <a:pt x="191388" y="83896"/>
                  <a:pt x="192659" y="81695"/>
                  <a:pt x="194111" y="78746"/>
                </a:cubicBezTo>
                <a:cubicBezTo>
                  <a:pt x="195564" y="75796"/>
                  <a:pt x="197379" y="71826"/>
                  <a:pt x="199557" y="66836"/>
                </a:cubicBezTo>
                <a:lnTo>
                  <a:pt x="227870" y="0"/>
                </a:lnTo>
                <a:lnTo>
                  <a:pt x="230593" y="0"/>
                </a:lnTo>
                <a:lnTo>
                  <a:pt x="264486" y="77317"/>
                </a:lnTo>
                <a:cubicBezTo>
                  <a:pt x="266120" y="80675"/>
                  <a:pt x="267459" y="83171"/>
                  <a:pt x="268501" y="84805"/>
                </a:cubicBezTo>
                <a:cubicBezTo>
                  <a:pt x="269545" y="86437"/>
                  <a:pt x="270680" y="87526"/>
                  <a:pt x="271906" y="88072"/>
                </a:cubicBezTo>
                <a:cubicBezTo>
                  <a:pt x="273131" y="88616"/>
                  <a:pt x="274742" y="88979"/>
                  <a:pt x="276737" y="89160"/>
                </a:cubicBezTo>
                <a:moveTo>
                  <a:pt x="210038" y="56762"/>
                </a:moveTo>
                <a:lnTo>
                  <a:pt x="241483" y="56762"/>
                </a:lnTo>
                <a:lnTo>
                  <a:pt x="225691" y="19329"/>
                </a:lnTo>
                <a:lnTo>
                  <a:pt x="210038" y="56762"/>
                </a:lnTo>
                <a:close/>
                <a:moveTo>
                  <a:pt x="281639" y="91746"/>
                </a:moveTo>
                <a:lnTo>
                  <a:pt x="281639" y="89160"/>
                </a:lnTo>
                <a:cubicBezTo>
                  <a:pt x="285087" y="88887"/>
                  <a:pt x="287650" y="88434"/>
                  <a:pt x="289328" y="87800"/>
                </a:cubicBezTo>
                <a:cubicBezTo>
                  <a:pt x="291008" y="87164"/>
                  <a:pt x="292143" y="86007"/>
                  <a:pt x="292733" y="84329"/>
                </a:cubicBezTo>
                <a:cubicBezTo>
                  <a:pt x="293323" y="82649"/>
                  <a:pt x="293618" y="80176"/>
                  <a:pt x="293618" y="76910"/>
                </a:cubicBezTo>
                <a:lnTo>
                  <a:pt x="293618" y="16471"/>
                </a:lnTo>
                <a:cubicBezTo>
                  <a:pt x="293618" y="13022"/>
                  <a:pt x="293368" y="10503"/>
                  <a:pt x="292868" y="8915"/>
                </a:cubicBezTo>
                <a:cubicBezTo>
                  <a:pt x="292369" y="7327"/>
                  <a:pt x="291280" y="6215"/>
                  <a:pt x="289600" y="5581"/>
                </a:cubicBezTo>
                <a:cubicBezTo>
                  <a:pt x="287922" y="4946"/>
                  <a:pt x="285268" y="4491"/>
                  <a:pt x="281639" y="4219"/>
                </a:cubicBezTo>
                <a:lnTo>
                  <a:pt x="281639" y="1633"/>
                </a:lnTo>
                <a:lnTo>
                  <a:pt x="318391" y="1633"/>
                </a:lnTo>
                <a:cubicBezTo>
                  <a:pt x="327739" y="1633"/>
                  <a:pt x="336042" y="2835"/>
                  <a:pt x="343301" y="5240"/>
                </a:cubicBezTo>
                <a:cubicBezTo>
                  <a:pt x="350561" y="7646"/>
                  <a:pt x="356506" y="11207"/>
                  <a:pt x="361135" y="15925"/>
                </a:cubicBezTo>
                <a:cubicBezTo>
                  <a:pt x="364945" y="19646"/>
                  <a:pt x="367826" y="24093"/>
                  <a:pt x="369777" y="29266"/>
                </a:cubicBezTo>
                <a:cubicBezTo>
                  <a:pt x="371728" y="34439"/>
                  <a:pt x="372704" y="40111"/>
                  <a:pt x="372704" y="46281"/>
                </a:cubicBezTo>
                <a:cubicBezTo>
                  <a:pt x="372704" y="52906"/>
                  <a:pt x="371501" y="59122"/>
                  <a:pt x="369096" y="64931"/>
                </a:cubicBezTo>
                <a:cubicBezTo>
                  <a:pt x="366692" y="70739"/>
                  <a:pt x="363266" y="75639"/>
                  <a:pt x="358819" y="79631"/>
                </a:cubicBezTo>
                <a:cubicBezTo>
                  <a:pt x="354645" y="83443"/>
                  <a:pt x="349155" y="86415"/>
                  <a:pt x="342348" y="88548"/>
                </a:cubicBezTo>
                <a:cubicBezTo>
                  <a:pt x="335542" y="90680"/>
                  <a:pt x="328192" y="91746"/>
                  <a:pt x="320297" y="91746"/>
                </a:cubicBezTo>
                <a:lnTo>
                  <a:pt x="281639" y="91746"/>
                </a:lnTo>
                <a:moveTo>
                  <a:pt x="307501" y="11978"/>
                </a:moveTo>
                <a:lnTo>
                  <a:pt x="307501" y="81128"/>
                </a:lnTo>
                <a:cubicBezTo>
                  <a:pt x="307501" y="83306"/>
                  <a:pt x="308000" y="84781"/>
                  <a:pt x="308998" y="85552"/>
                </a:cubicBezTo>
                <a:cubicBezTo>
                  <a:pt x="309997" y="86324"/>
                  <a:pt x="311857" y="86709"/>
                  <a:pt x="314579" y="86709"/>
                </a:cubicBezTo>
                <a:cubicBezTo>
                  <a:pt x="320478" y="86709"/>
                  <a:pt x="325537" y="86279"/>
                  <a:pt x="329756" y="85417"/>
                </a:cubicBezTo>
                <a:cubicBezTo>
                  <a:pt x="333977" y="84555"/>
                  <a:pt x="337811" y="83125"/>
                  <a:pt x="341259" y="81128"/>
                </a:cubicBezTo>
                <a:cubicBezTo>
                  <a:pt x="352331" y="74685"/>
                  <a:pt x="357867" y="63387"/>
                  <a:pt x="357867" y="47235"/>
                </a:cubicBezTo>
                <a:cubicBezTo>
                  <a:pt x="357867" y="32170"/>
                  <a:pt x="352468" y="20917"/>
                  <a:pt x="341668" y="13476"/>
                </a:cubicBezTo>
                <a:cubicBezTo>
                  <a:pt x="335225" y="8938"/>
                  <a:pt x="326196" y="6669"/>
                  <a:pt x="314579" y="6669"/>
                </a:cubicBezTo>
                <a:cubicBezTo>
                  <a:pt x="311767" y="6669"/>
                  <a:pt x="309884" y="7033"/>
                  <a:pt x="308930" y="7760"/>
                </a:cubicBezTo>
                <a:cubicBezTo>
                  <a:pt x="307977" y="8486"/>
                  <a:pt x="307501" y="9892"/>
                  <a:pt x="307501" y="1197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AEAD">
            <a:extLst xmlns:a="http://schemas.openxmlformats.org/drawingml/2006/main">
              <a:ext uri="{FF2B5EF4-FFF2-40B4-BE49-F238E27FC236}">
                <a16:creationId xmlns:a16="http://schemas.microsoft.com/office/drawing/2014/main" id="{6BCB4B73-045D-4A0A-A064-84A790D2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324" y="5317501"/>
            <a:ext cx="372704" cy="91746"/>
          </a:xfrm>
          <a:custGeom xmlns:a="http://schemas.openxmlformats.org/drawingml/2006/main">
            <a:pathLst>
              <a:path w="372704" h="91746" fill="none">
                <a:moveTo>
                  <a:pt x="94060" y="89160"/>
                </a:moveTo>
                <a:lnTo>
                  <a:pt x="94060" y="91746"/>
                </a:lnTo>
                <a:lnTo>
                  <a:pt x="59350" y="91746"/>
                </a:lnTo>
                <a:lnTo>
                  <a:pt x="59350" y="89160"/>
                </a:lnTo>
                <a:cubicBezTo>
                  <a:pt x="62980" y="89069"/>
                  <a:pt x="65475" y="88706"/>
                  <a:pt x="66836" y="88072"/>
                </a:cubicBezTo>
                <a:cubicBezTo>
                  <a:pt x="68197" y="87436"/>
                  <a:pt x="68878" y="86257"/>
                  <a:pt x="68878" y="84533"/>
                </a:cubicBezTo>
                <a:cubicBezTo>
                  <a:pt x="68878" y="82354"/>
                  <a:pt x="68016" y="79314"/>
                  <a:pt x="66292" y="75412"/>
                </a:cubicBezTo>
                <a:lnTo>
                  <a:pt x="60711" y="62343"/>
                </a:lnTo>
                <a:lnTo>
                  <a:pt x="25047" y="62343"/>
                </a:lnTo>
                <a:lnTo>
                  <a:pt x="18785" y="78270"/>
                </a:lnTo>
                <a:cubicBezTo>
                  <a:pt x="18059" y="80176"/>
                  <a:pt x="17697" y="81945"/>
                  <a:pt x="17697" y="83579"/>
                </a:cubicBezTo>
                <a:cubicBezTo>
                  <a:pt x="17697" y="85576"/>
                  <a:pt x="18422" y="87006"/>
                  <a:pt x="19873" y="87868"/>
                </a:cubicBezTo>
                <a:cubicBezTo>
                  <a:pt x="21326" y="88730"/>
                  <a:pt x="23686" y="89160"/>
                  <a:pt x="26952" y="89160"/>
                </a:cubicBezTo>
                <a:lnTo>
                  <a:pt x="26952" y="91746"/>
                </a:lnTo>
                <a:lnTo>
                  <a:pt x="0" y="91746"/>
                </a:lnTo>
                <a:lnTo>
                  <a:pt x="0" y="89160"/>
                </a:lnTo>
                <a:cubicBezTo>
                  <a:pt x="1634" y="89069"/>
                  <a:pt x="3041" y="88774"/>
                  <a:pt x="4221" y="88275"/>
                </a:cubicBezTo>
                <a:cubicBezTo>
                  <a:pt x="5400" y="87776"/>
                  <a:pt x="6534" y="86800"/>
                  <a:pt x="7623" y="85349"/>
                </a:cubicBezTo>
                <a:cubicBezTo>
                  <a:pt x="8711" y="83896"/>
                  <a:pt x="9982" y="81695"/>
                  <a:pt x="11434" y="78746"/>
                </a:cubicBezTo>
                <a:cubicBezTo>
                  <a:pt x="12887" y="75796"/>
                  <a:pt x="14702" y="71826"/>
                  <a:pt x="16880" y="66836"/>
                </a:cubicBezTo>
                <a:lnTo>
                  <a:pt x="45193" y="0"/>
                </a:lnTo>
                <a:lnTo>
                  <a:pt x="47916" y="0"/>
                </a:lnTo>
                <a:lnTo>
                  <a:pt x="81810" y="77317"/>
                </a:lnTo>
                <a:cubicBezTo>
                  <a:pt x="83443" y="80675"/>
                  <a:pt x="84782" y="83171"/>
                  <a:pt x="85825" y="84805"/>
                </a:cubicBezTo>
                <a:cubicBezTo>
                  <a:pt x="86869" y="86437"/>
                  <a:pt x="88003" y="87526"/>
                  <a:pt x="89229" y="88072"/>
                </a:cubicBezTo>
                <a:cubicBezTo>
                  <a:pt x="90454" y="88616"/>
                  <a:pt x="92065" y="88979"/>
                  <a:pt x="94060" y="89160"/>
                </a:cubicBezTo>
                <a:moveTo>
                  <a:pt x="27361" y="56762"/>
                </a:moveTo>
                <a:lnTo>
                  <a:pt x="58806" y="56762"/>
                </a:lnTo>
                <a:lnTo>
                  <a:pt x="43014" y="19329"/>
                </a:lnTo>
                <a:lnTo>
                  <a:pt x="27361" y="56762"/>
                </a:lnTo>
                <a:close/>
                <a:moveTo>
                  <a:pt x="178729" y="68741"/>
                </a:moveTo>
                <a:lnTo>
                  <a:pt x="172604" y="91746"/>
                </a:lnTo>
                <a:lnTo>
                  <a:pt x="99097" y="91746"/>
                </a:lnTo>
                <a:lnTo>
                  <a:pt x="99097" y="89160"/>
                </a:lnTo>
                <a:cubicBezTo>
                  <a:pt x="102365" y="88979"/>
                  <a:pt x="104838" y="88548"/>
                  <a:pt x="106516" y="87868"/>
                </a:cubicBezTo>
                <a:cubicBezTo>
                  <a:pt x="108196" y="87187"/>
                  <a:pt x="109330" y="86007"/>
                  <a:pt x="109920" y="84329"/>
                </a:cubicBezTo>
                <a:cubicBezTo>
                  <a:pt x="110510" y="82649"/>
                  <a:pt x="110850" y="80176"/>
                  <a:pt x="110940" y="76910"/>
                </a:cubicBezTo>
                <a:lnTo>
                  <a:pt x="110940" y="16471"/>
                </a:lnTo>
                <a:cubicBezTo>
                  <a:pt x="110850" y="13203"/>
                  <a:pt x="110510" y="10730"/>
                  <a:pt x="109920" y="9052"/>
                </a:cubicBezTo>
                <a:cubicBezTo>
                  <a:pt x="109330" y="7372"/>
                  <a:pt x="108218" y="6192"/>
                  <a:pt x="106585" y="5513"/>
                </a:cubicBezTo>
                <a:cubicBezTo>
                  <a:pt x="104951" y="4831"/>
                  <a:pt x="102455" y="4400"/>
                  <a:pt x="99097" y="4219"/>
                </a:cubicBezTo>
                <a:lnTo>
                  <a:pt x="99097" y="1633"/>
                </a:lnTo>
                <a:lnTo>
                  <a:pt x="171379" y="1633"/>
                </a:lnTo>
                <a:lnTo>
                  <a:pt x="171788" y="21099"/>
                </a:lnTo>
                <a:lnTo>
                  <a:pt x="168384" y="21099"/>
                </a:lnTo>
                <a:cubicBezTo>
                  <a:pt x="167658" y="17015"/>
                  <a:pt x="166705" y="13975"/>
                  <a:pt x="165526" y="11978"/>
                </a:cubicBezTo>
                <a:cubicBezTo>
                  <a:pt x="164346" y="9982"/>
                  <a:pt x="162395" y="8643"/>
                  <a:pt x="159672" y="7963"/>
                </a:cubicBezTo>
                <a:cubicBezTo>
                  <a:pt x="156950" y="7282"/>
                  <a:pt x="152957" y="6897"/>
                  <a:pt x="147694" y="6807"/>
                </a:cubicBezTo>
                <a:lnTo>
                  <a:pt x="129316" y="6807"/>
                </a:lnTo>
                <a:cubicBezTo>
                  <a:pt x="127411" y="6807"/>
                  <a:pt x="126208" y="7056"/>
                  <a:pt x="125708" y="7554"/>
                </a:cubicBezTo>
                <a:cubicBezTo>
                  <a:pt x="125210" y="8053"/>
                  <a:pt x="124915" y="9346"/>
                  <a:pt x="124825" y="11434"/>
                </a:cubicBezTo>
                <a:lnTo>
                  <a:pt x="124825" y="41654"/>
                </a:lnTo>
                <a:lnTo>
                  <a:pt x="145787" y="41654"/>
                </a:lnTo>
                <a:cubicBezTo>
                  <a:pt x="149599" y="41562"/>
                  <a:pt x="152481" y="41199"/>
                  <a:pt x="154432" y="40565"/>
                </a:cubicBezTo>
                <a:cubicBezTo>
                  <a:pt x="156383" y="39930"/>
                  <a:pt x="157789" y="38704"/>
                  <a:pt x="158650" y="36889"/>
                </a:cubicBezTo>
                <a:cubicBezTo>
                  <a:pt x="159513" y="35073"/>
                  <a:pt x="160217" y="32351"/>
                  <a:pt x="160761" y="28722"/>
                </a:cubicBezTo>
                <a:lnTo>
                  <a:pt x="163893" y="28722"/>
                </a:lnTo>
                <a:lnTo>
                  <a:pt x="163893" y="60301"/>
                </a:lnTo>
                <a:lnTo>
                  <a:pt x="160761" y="60301"/>
                </a:lnTo>
                <a:cubicBezTo>
                  <a:pt x="160217" y="56581"/>
                  <a:pt x="159513" y="53813"/>
                  <a:pt x="158650" y="51999"/>
                </a:cubicBezTo>
                <a:cubicBezTo>
                  <a:pt x="157789" y="50184"/>
                  <a:pt x="156383" y="48959"/>
                  <a:pt x="154432" y="48323"/>
                </a:cubicBezTo>
                <a:cubicBezTo>
                  <a:pt x="152481" y="47687"/>
                  <a:pt x="149599" y="47325"/>
                  <a:pt x="145787" y="47235"/>
                </a:cubicBezTo>
                <a:lnTo>
                  <a:pt x="124825" y="47235"/>
                </a:lnTo>
                <a:lnTo>
                  <a:pt x="124825" y="80856"/>
                </a:lnTo>
                <a:cubicBezTo>
                  <a:pt x="124825" y="82580"/>
                  <a:pt x="125030" y="83828"/>
                  <a:pt x="125438" y="84599"/>
                </a:cubicBezTo>
                <a:cubicBezTo>
                  <a:pt x="125847" y="85370"/>
                  <a:pt x="127048" y="85870"/>
                  <a:pt x="129044" y="86097"/>
                </a:cubicBezTo>
                <a:cubicBezTo>
                  <a:pt x="131041" y="86324"/>
                  <a:pt x="134399" y="86528"/>
                  <a:pt x="139118" y="86709"/>
                </a:cubicBezTo>
                <a:lnTo>
                  <a:pt x="142792" y="86709"/>
                </a:lnTo>
                <a:cubicBezTo>
                  <a:pt x="149326" y="86619"/>
                  <a:pt x="154545" y="86098"/>
                  <a:pt x="158447" y="85145"/>
                </a:cubicBezTo>
                <a:cubicBezTo>
                  <a:pt x="162349" y="84191"/>
                  <a:pt x="165525" y="82422"/>
                  <a:pt x="167974" y="79836"/>
                </a:cubicBezTo>
                <a:cubicBezTo>
                  <a:pt x="170425" y="77250"/>
                  <a:pt x="172740" y="73551"/>
                  <a:pt x="174918" y="68741"/>
                </a:cubicBezTo>
                <a:lnTo>
                  <a:pt x="178729" y="68741"/>
                </a:lnTo>
                <a:close/>
                <a:moveTo>
                  <a:pt x="276737" y="89160"/>
                </a:moveTo>
                <a:lnTo>
                  <a:pt x="276737" y="91746"/>
                </a:lnTo>
                <a:lnTo>
                  <a:pt x="242027" y="91746"/>
                </a:lnTo>
                <a:lnTo>
                  <a:pt x="242027" y="89160"/>
                </a:lnTo>
                <a:cubicBezTo>
                  <a:pt x="245656" y="89069"/>
                  <a:pt x="248152" y="88706"/>
                  <a:pt x="249513" y="88072"/>
                </a:cubicBezTo>
                <a:cubicBezTo>
                  <a:pt x="250874" y="87436"/>
                  <a:pt x="251555" y="86257"/>
                  <a:pt x="251555" y="84533"/>
                </a:cubicBezTo>
                <a:cubicBezTo>
                  <a:pt x="251555" y="82354"/>
                  <a:pt x="250693" y="79314"/>
                  <a:pt x="248969" y="75412"/>
                </a:cubicBezTo>
                <a:lnTo>
                  <a:pt x="243387" y="62343"/>
                </a:lnTo>
                <a:lnTo>
                  <a:pt x="207724" y="62343"/>
                </a:lnTo>
                <a:lnTo>
                  <a:pt x="201462" y="78270"/>
                </a:lnTo>
                <a:cubicBezTo>
                  <a:pt x="200736" y="80176"/>
                  <a:pt x="200373" y="81945"/>
                  <a:pt x="200373" y="83579"/>
                </a:cubicBezTo>
                <a:cubicBezTo>
                  <a:pt x="200373" y="85576"/>
                  <a:pt x="201099" y="87006"/>
                  <a:pt x="202550" y="87868"/>
                </a:cubicBezTo>
                <a:cubicBezTo>
                  <a:pt x="204003" y="88730"/>
                  <a:pt x="206362" y="89160"/>
                  <a:pt x="209629" y="89160"/>
                </a:cubicBezTo>
                <a:lnTo>
                  <a:pt x="209629" y="91746"/>
                </a:lnTo>
                <a:lnTo>
                  <a:pt x="182677" y="91746"/>
                </a:lnTo>
                <a:lnTo>
                  <a:pt x="182677" y="89160"/>
                </a:lnTo>
                <a:cubicBezTo>
                  <a:pt x="184311" y="89069"/>
                  <a:pt x="185718" y="88774"/>
                  <a:pt x="186897" y="88275"/>
                </a:cubicBezTo>
                <a:cubicBezTo>
                  <a:pt x="188077" y="87776"/>
                  <a:pt x="189211" y="86800"/>
                  <a:pt x="190300" y="85349"/>
                </a:cubicBezTo>
                <a:cubicBezTo>
                  <a:pt x="191388" y="83896"/>
                  <a:pt x="192659" y="81695"/>
                  <a:pt x="194111" y="78746"/>
                </a:cubicBezTo>
                <a:cubicBezTo>
                  <a:pt x="195564" y="75796"/>
                  <a:pt x="197379" y="71826"/>
                  <a:pt x="199557" y="66836"/>
                </a:cubicBezTo>
                <a:lnTo>
                  <a:pt x="227870" y="0"/>
                </a:lnTo>
                <a:lnTo>
                  <a:pt x="230593" y="0"/>
                </a:lnTo>
                <a:lnTo>
                  <a:pt x="264486" y="77317"/>
                </a:lnTo>
                <a:cubicBezTo>
                  <a:pt x="266120" y="80675"/>
                  <a:pt x="267459" y="83171"/>
                  <a:pt x="268501" y="84805"/>
                </a:cubicBezTo>
                <a:cubicBezTo>
                  <a:pt x="269545" y="86437"/>
                  <a:pt x="270680" y="87526"/>
                  <a:pt x="271906" y="88072"/>
                </a:cubicBezTo>
                <a:cubicBezTo>
                  <a:pt x="273131" y="88616"/>
                  <a:pt x="274742" y="88979"/>
                  <a:pt x="276737" y="89160"/>
                </a:cubicBezTo>
                <a:moveTo>
                  <a:pt x="210038" y="56762"/>
                </a:moveTo>
                <a:lnTo>
                  <a:pt x="241483" y="56762"/>
                </a:lnTo>
                <a:lnTo>
                  <a:pt x="225691" y="19329"/>
                </a:lnTo>
                <a:lnTo>
                  <a:pt x="210038" y="56762"/>
                </a:lnTo>
                <a:close/>
                <a:moveTo>
                  <a:pt x="281639" y="91746"/>
                </a:moveTo>
                <a:lnTo>
                  <a:pt x="281639" y="89160"/>
                </a:lnTo>
                <a:cubicBezTo>
                  <a:pt x="285087" y="88887"/>
                  <a:pt x="287650" y="88434"/>
                  <a:pt x="289328" y="87800"/>
                </a:cubicBezTo>
                <a:cubicBezTo>
                  <a:pt x="291008" y="87164"/>
                  <a:pt x="292143" y="86007"/>
                  <a:pt x="292733" y="84329"/>
                </a:cubicBezTo>
                <a:cubicBezTo>
                  <a:pt x="293323" y="82649"/>
                  <a:pt x="293618" y="80176"/>
                  <a:pt x="293618" y="76910"/>
                </a:cubicBezTo>
                <a:lnTo>
                  <a:pt x="293618" y="16471"/>
                </a:lnTo>
                <a:cubicBezTo>
                  <a:pt x="293618" y="13022"/>
                  <a:pt x="293368" y="10503"/>
                  <a:pt x="292868" y="8915"/>
                </a:cubicBezTo>
                <a:cubicBezTo>
                  <a:pt x="292369" y="7327"/>
                  <a:pt x="291280" y="6215"/>
                  <a:pt x="289600" y="5581"/>
                </a:cubicBezTo>
                <a:cubicBezTo>
                  <a:pt x="287922" y="4946"/>
                  <a:pt x="285268" y="4491"/>
                  <a:pt x="281639" y="4219"/>
                </a:cubicBezTo>
                <a:lnTo>
                  <a:pt x="281639" y="1633"/>
                </a:lnTo>
                <a:lnTo>
                  <a:pt x="318391" y="1633"/>
                </a:lnTo>
                <a:cubicBezTo>
                  <a:pt x="327739" y="1633"/>
                  <a:pt x="336042" y="2835"/>
                  <a:pt x="343301" y="5240"/>
                </a:cubicBezTo>
                <a:cubicBezTo>
                  <a:pt x="350561" y="7646"/>
                  <a:pt x="356506" y="11207"/>
                  <a:pt x="361135" y="15925"/>
                </a:cubicBezTo>
                <a:cubicBezTo>
                  <a:pt x="364945" y="19646"/>
                  <a:pt x="367826" y="24093"/>
                  <a:pt x="369777" y="29266"/>
                </a:cubicBezTo>
                <a:cubicBezTo>
                  <a:pt x="371728" y="34439"/>
                  <a:pt x="372704" y="40111"/>
                  <a:pt x="372704" y="46281"/>
                </a:cubicBezTo>
                <a:cubicBezTo>
                  <a:pt x="372704" y="52906"/>
                  <a:pt x="371501" y="59122"/>
                  <a:pt x="369096" y="64931"/>
                </a:cubicBezTo>
                <a:cubicBezTo>
                  <a:pt x="366692" y="70739"/>
                  <a:pt x="363266" y="75639"/>
                  <a:pt x="358819" y="79631"/>
                </a:cubicBezTo>
                <a:cubicBezTo>
                  <a:pt x="354645" y="83443"/>
                  <a:pt x="349155" y="86415"/>
                  <a:pt x="342348" y="88548"/>
                </a:cubicBezTo>
                <a:cubicBezTo>
                  <a:pt x="335542" y="90680"/>
                  <a:pt x="328192" y="91746"/>
                  <a:pt x="320297" y="91746"/>
                </a:cubicBezTo>
                <a:lnTo>
                  <a:pt x="281639" y="91746"/>
                </a:lnTo>
                <a:moveTo>
                  <a:pt x="307501" y="11978"/>
                </a:moveTo>
                <a:lnTo>
                  <a:pt x="307501" y="81128"/>
                </a:lnTo>
                <a:cubicBezTo>
                  <a:pt x="307501" y="83306"/>
                  <a:pt x="308000" y="84781"/>
                  <a:pt x="308998" y="85552"/>
                </a:cubicBezTo>
                <a:cubicBezTo>
                  <a:pt x="309997" y="86324"/>
                  <a:pt x="311857" y="86709"/>
                  <a:pt x="314579" y="86709"/>
                </a:cubicBezTo>
                <a:cubicBezTo>
                  <a:pt x="320478" y="86709"/>
                  <a:pt x="325537" y="86279"/>
                  <a:pt x="329756" y="85417"/>
                </a:cubicBezTo>
                <a:cubicBezTo>
                  <a:pt x="333977" y="84555"/>
                  <a:pt x="337811" y="83125"/>
                  <a:pt x="341259" y="81128"/>
                </a:cubicBezTo>
                <a:cubicBezTo>
                  <a:pt x="352331" y="74685"/>
                  <a:pt x="357867" y="63387"/>
                  <a:pt x="357867" y="47235"/>
                </a:cubicBezTo>
                <a:cubicBezTo>
                  <a:pt x="357867" y="32170"/>
                  <a:pt x="352468" y="20917"/>
                  <a:pt x="341668" y="13476"/>
                </a:cubicBezTo>
                <a:cubicBezTo>
                  <a:pt x="335225" y="8938"/>
                  <a:pt x="326196" y="6669"/>
                  <a:pt x="314579" y="6669"/>
                </a:cubicBezTo>
                <a:cubicBezTo>
                  <a:pt x="311767" y="6669"/>
                  <a:pt x="309884" y="7033"/>
                  <a:pt x="308930" y="7760"/>
                </a:cubicBezTo>
                <a:cubicBezTo>
                  <a:pt x="307977" y="8486"/>
                  <a:pt x="307501" y="9892"/>
                  <a:pt x="307501" y="1197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920" cap="flat">
            <a:solidFill>
              <a:srgbClr val="FFFFFF"/>
            </a:solidFill>
            <a:round/>
          </a:ln>
        </p:spPr>
      </p:sp>
      <p:sp>
        <p:nvSpPr>
          <p:cNvPr id="167" name="Text ENCRYPT">
            <a:extLst xmlns:a="http://schemas.openxmlformats.org/drawingml/2006/main">
              <a:ext uri="{FF2B5EF4-FFF2-40B4-BE49-F238E27FC236}">
                <a16:creationId xmlns:a16="http://schemas.microsoft.com/office/drawing/2014/main" id="{FDACD920-18BC-40C4-A352-A5D764C5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130" y="5480193"/>
            <a:ext cx="617319" cy="93925"/>
          </a:xfrm>
          <a:custGeom xmlns:a="http://schemas.openxmlformats.org/drawingml/2006/main">
            <a:pathLst>
              <a:path w="617319" h="93925">
                <a:moveTo>
                  <a:pt x="79633" y="69013"/>
                </a:moveTo>
                <a:lnTo>
                  <a:pt x="73507" y="92018"/>
                </a:lnTo>
                <a:lnTo>
                  <a:pt x="0" y="92018"/>
                </a:lnTo>
                <a:lnTo>
                  <a:pt x="0" y="89432"/>
                </a:lnTo>
                <a:cubicBezTo>
                  <a:pt x="3268" y="89251"/>
                  <a:pt x="5741" y="88820"/>
                  <a:pt x="7419" y="88140"/>
                </a:cubicBezTo>
                <a:cubicBezTo>
                  <a:pt x="9099" y="87459"/>
                  <a:pt x="10234" y="86279"/>
                  <a:pt x="10824" y="84601"/>
                </a:cubicBezTo>
                <a:cubicBezTo>
                  <a:pt x="11413" y="82921"/>
                  <a:pt x="11753" y="80448"/>
                  <a:pt x="11843" y="77182"/>
                </a:cubicBezTo>
                <a:lnTo>
                  <a:pt x="11843" y="16743"/>
                </a:lnTo>
                <a:cubicBezTo>
                  <a:pt x="11753" y="13475"/>
                  <a:pt x="11413" y="11002"/>
                  <a:pt x="10824" y="9324"/>
                </a:cubicBezTo>
                <a:cubicBezTo>
                  <a:pt x="10234" y="7644"/>
                  <a:pt x="9122" y="6465"/>
                  <a:pt x="7488" y="5785"/>
                </a:cubicBezTo>
                <a:cubicBezTo>
                  <a:pt x="5854" y="5103"/>
                  <a:pt x="3358" y="4672"/>
                  <a:pt x="0" y="4491"/>
                </a:cubicBezTo>
                <a:lnTo>
                  <a:pt x="0" y="1905"/>
                </a:lnTo>
                <a:lnTo>
                  <a:pt x="72282" y="1905"/>
                </a:lnTo>
                <a:lnTo>
                  <a:pt x="72691" y="21371"/>
                </a:lnTo>
                <a:lnTo>
                  <a:pt x="69287" y="21371"/>
                </a:lnTo>
                <a:cubicBezTo>
                  <a:pt x="68561" y="17287"/>
                  <a:pt x="67609" y="14247"/>
                  <a:pt x="66429" y="12251"/>
                </a:cubicBezTo>
                <a:cubicBezTo>
                  <a:pt x="65249" y="10254"/>
                  <a:pt x="63298" y="8915"/>
                  <a:pt x="60576" y="8236"/>
                </a:cubicBezTo>
                <a:cubicBezTo>
                  <a:pt x="57853" y="7554"/>
                  <a:pt x="53860" y="7169"/>
                  <a:pt x="48597" y="7079"/>
                </a:cubicBezTo>
                <a:lnTo>
                  <a:pt x="30219" y="7079"/>
                </a:lnTo>
                <a:cubicBezTo>
                  <a:pt x="28314" y="7079"/>
                  <a:pt x="27111" y="7328"/>
                  <a:pt x="26611" y="7826"/>
                </a:cubicBezTo>
                <a:cubicBezTo>
                  <a:pt x="26113" y="8325"/>
                  <a:pt x="25819" y="9618"/>
                  <a:pt x="25729" y="11706"/>
                </a:cubicBezTo>
                <a:lnTo>
                  <a:pt x="25729" y="41926"/>
                </a:lnTo>
                <a:lnTo>
                  <a:pt x="46690" y="41926"/>
                </a:lnTo>
                <a:cubicBezTo>
                  <a:pt x="50503" y="41834"/>
                  <a:pt x="53384" y="41471"/>
                  <a:pt x="55335" y="40837"/>
                </a:cubicBezTo>
                <a:cubicBezTo>
                  <a:pt x="57286" y="40202"/>
                  <a:pt x="58692" y="38976"/>
                  <a:pt x="59554" y="37161"/>
                </a:cubicBezTo>
                <a:cubicBezTo>
                  <a:pt x="60416" y="35345"/>
                  <a:pt x="61120" y="32623"/>
                  <a:pt x="61664" y="28994"/>
                </a:cubicBezTo>
                <a:lnTo>
                  <a:pt x="64796" y="28994"/>
                </a:lnTo>
                <a:lnTo>
                  <a:pt x="64796" y="60574"/>
                </a:lnTo>
                <a:lnTo>
                  <a:pt x="61664" y="60574"/>
                </a:lnTo>
                <a:cubicBezTo>
                  <a:pt x="61120" y="56853"/>
                  <a:pt x="60416" y="54086"/>
                  <a:pt x="59554" y="52272"/>
                </a:cubicBezTo>
                <a:cubicBezTo>
                  <a:pt x="58692" y="50456"/>
                  <a:pt x="57286" y="49231"/>
                  <a:pt x="55335" y="48595"/>
                </a:cubicBezTo>
                <a:cubicBezTo>
                  <a:pt x="53384" y="47960"/>
                  <a:pt x="50503" y="47597"/>
                  <a:pt x="46690" y="47507"/>
                </a:cubicBezTo>
                <a:lnTo>
                  <a:pt x="25729" y="47507"/>
                </a:lnTo>
                <a:lnTo>
                  <a:pt x="25729" y="81128"/>
                </a:lnTo>
                <a:cubicBezTo>
                  <a:pt x="25729" y="82852"/>
                  <a:pt x="25933" y="84100"/>
                  <a:pt x="26341" y="84871"/>
                </a:cubicBezTo>
                <a:cubicBezTo>
                  <a:pt x="26750" y="85642"/>
                  <a:pt x="27952" y="86142"/>
                  <a:pt x="29947" y="86369"/>
                </a:cubicBezTo>
                <a:cubicBezTo>
                  <a:pt x="31944" y="86596"/>
                  <a:pt x="35302" y="86800"/>
                  <a:pt x="40021" y="86981"/>
                </a:cubicBezTo>
                <a:lnTo>
                  <a:pt x="43695" y="86981"/>
                </a:lnTo>
                <a:cubicBezTo>
                  <a:pt x="50230" y="86891"/>
                  <a:pt x="55448" y="86370"/>
                  <a:pt x="59350" y="85417"/>
                </a:cubicBezTo>
                <a:cubicBezTo>
                  <a:pt x="63252" y="84463"/>
                  <a:pt x="66428" y="82694"/>
                  <a:pt x="68878" y="80108"/>
                </a:cubicBezTo>
                <a:cubicBezTo>
                  <a:pt x="71329" y="77522"/>
                  <a:pt x="73643" y="73823"/>
                  <a:pt x="75821" y="69013"/>
                </a:cubicBezTo>
                <a:lnTo>
                  <a:pt x="79633" y="69013"/>
                </a:lnTo>
                <a:close/>
                <a:moveTo>
                  <a:pt x="178866" y="1905"/>
                </a:moveTo>
                <a:lnTo>
                  <a:pt x="178866" y="4491"/>
                </a:lnTo>
                <a:cubicBezTo>
                  <a:pt x="175327" y="4763"/>
                  <a:pt x="172650" y="5376"/>
                  <a:pt x="170834" y="6329"/>
                </a:cubicBezTo>
                <a:cubicBezTo>
                  <a:pt x="169020" y="7282"/>
                  <a:pt x="167796" y="8938"/>
                  <a:pt x="167160" y="11297"/>
                </a:cubicBezTo>
                <a:cubicBezTo>
                  <a:pt x="166524" y="13657"/>
                  <a:pt x="166116" y="17196"/>
                  <a:pt x="165934" y="21915"/>
                </a:cubicBezTo>
                <a:lnTo>
                  <a:pt x="165934" y="93516"/>
                </a:lnTo>
                <a:lnTo>
                  <a:pt x="163621" y="93516"/>
                </a:lnTo>
                <a:lnTo>
                  <a:pt x="103454" y="18648"/>
                </a:lnTo>
                <a:lnTo>
                  <a:pt x="103454" y="72008"/>
                </a:lnTo>
                <a:cubicBezTo>
                  <a:pt x="103546" y="76637"/>
                  <a:pt x="103931" y="80176"/>
                  <a:pt x="104611" y="82626"/>
                </a:cubicBezTo>
                <a:cubicBezTo>
                  <a:pt x="105292" y="85075"/>
                  <a:pt x="106540" y="86777"/>
                  <a:pt x="108354" y="87731"/>
                </a:cubicBezTo>
                <a:cubicBezTo>
                  <a:pt x="110169" y="88684"/>
                  <a:pt x="112801" y="89251"/>
                  <a:pt x="116249" y="89432"/>
                </a:cubicBezTo>
                <a:lnTo>
                  <a:pt x="116249" y="92018"/>
                </a:lnTo>
                <a:lnTo>
                  <a:pt x="84260" y="92018"/>
                </a:lnTo>
                <a:lnTo>
                  <a:pt x="84260" y="89432"/>
                </a:lnTo>
                <a:cubicBezTo>
                  <a:pt x="87981" y="89160"/>
                  <a:pt x="90771" y="88593"/>
                  <a:pt x="92631" y="87731"/>
                </a:cubicBezTo>
                <a:cubicBezTo>
                  <a:pt x="94492" y="86869"/>
                  <a:pt x="95740" y="85235"/>
                  <a:pt x="96376" y="82831"/>
                </a:cubicBezTo>
                <a:cubicBezTo>
                  <a:pt x="97011" y="80426"/>
                  <a:pt x="97374" y="76818"/>
                  <a:pt x="97464" y="72008"/>
                </a:cubicBezTo>
                <a:lnTo>
                  <a:pt x="97464" y="11978"/>
                </a:lnTo>
                <a:cubicBezTo>
                  <a:pt x="95650" y="9800"/>
                  <a:pt x="94130" y="8190"/>
                  <a:pt x="92905" y="7147"/>
                </a:cubicBezTo>
                <a:cubicBezTo>
                  <a:pt x="91679" y="6103"/>
                  <a:pt x="90431" y="5400"/>
                  <a:pt x="89160" y="5037"/>
                </a:cubicBezTo>
                <a:cubicBezTo>
                  <a:pt x="87890" y="4673"/>
                  <a:pt x="86257" y="4491"/>
                  <a:pt x="84260" y="4491"/>
                </a:cubicBezTo>
                <a:lnTo>
                  <a:pt x="84260" y="1905"/>
                </a:lnTo>
                <a:lnTo>
                  <a:pt x="107538" y="1905"/>
                </a:lnTo>
                <a:lnTo>
                  <a:pt x="159944" y="67789"/>
                </a:lnTo>
                <a:lnTo>
                  <a:pt x="159944" y="21915"/>
                </a:lnTo>
                <a:cubicBezTo>
                  <a:pt x="159854" y="17106"/>
                  <a:pt x="159469" y="13499"/>
                  <a:pt x="158787" y="11094"/>
                </a:cubicBezTo>
                <a:cubicBezTo>
                  <a:pt x="158107" y="8688"/>
                  <a:pt x="156860" y="7032"/>
                  <a:pt x="155044" y="6125"/>
                </a:cubicBezTo>
                <a:cubicBezTo>
                  <a:pt x="153229" y="5217"/>
                  <a:pt x="150507" y="4672"/>
                  <a:pt x="146877" y="4491"/>
                </a:cubicBezTo>
                <a:lnTo>
                  <a:pt x="146877" y="1905"/>
                </a:lnTo>
                <a:lnTo>
                  <a:pt x="178866" y="1905"/>
                </a:lnTo>
                <a:close/>
                <a:moveTo>
                  <a:pt x="265576" y="30626"/>
                </a:moveTo>
                <a:lnTo>
                  <a:pt x="262446" y="30626"/>
                </a:lnTo>
                <a:cubicBezTo>
                  <a:pt x="261175" y="26180"/>
                  <a:pt x="259904" y="22777"/>
                  <a:pt x="258632" y="20418"/>
                </a:cubicBezTo>
                <a:cubicBezTo>
                  <a:pt x="257363" y="18058"/>
                  <a:pt x="255639" y="15789"/>
                  <a:pt x="253463" y="13611"/>
                </a:cubicBezTo>
                <a:cubicBezTo>
                  <a:pt x="247835" y="8166"/>
                  <a:pt x="241074" y="5444"/>
                  <a:pt x="233180" y="5444"/>
                </a:cubicBezTo>
                <a:cubicBezTo>
                  <a:pt x="226646" y="5444"/>
                  <a:pt x="220951" y="7100"/>
                  <a:pt x="216096" y="10412"/>
                </a:cubicBezTo>
                <a:cubicBezTo>
                  <a:pt x="211241" y="13725"/>
                  <a:pt x="207475" y="18421"/>
                  <a:pt x="204797" y="24501"/>
                </a:cubicBezTo>
                <a:cubicBezTo>
                  <a:pt x="202120" y="30581"/>
                  <a:pt x="200782" y="37751"/>
                  <a:pt x="200782" y="46009"/>
                </a:cubicBezTo>
                <a:cubicBezTo>
                  <a:pt x="200782" y="53541"/>
                  <a:pt x="201802" y="60256"/>
                  <a:pt x="203843" y="66155"/>
                </a:cubicBezTo>
                <a:cubicBezTo>
                  <a:pt x="205886" y="72054"/>
                  <a:pt x="208767" y="76682"/>
                  <a:pt x="212488" y="80040"/>
                </a:cubicBezTo>
                <a:cubicBezTo>
                  <a:pt x="218478" y="85303"/>
                  <a:pt x="225829" y="87935"/>
                  <a:pt x="234540" y="87935"/>
                </a:cubicBezTo>
                <a:cubicBezTo>
                  <a:pt x="240167" y="87935"/>
                  <a:pt x="245384" y="86846"/>
                  <a:pt x="250193" y="84668"/>
                </a:cubicBezTo>
                <a:cubicBezTo>
                  <a:pt x="255004" y="82489"/>
                  <a:pt x="259905" y="78996"/>
                  <a:pt x="264897" y="74187"/>
                </a:cubicBezTo>
                <a:lnTo>
                  <a:pt x="267346" y="76636"/>
                </a:lnTo>
                <a:cubicBezTo>
                  <a:pt x="263262" y="82172"/>
                  <a:pt x="257976" y="86437"/>
                  <a:pt x="251487" y="89432"/>
                </a:cubicBezTo>
                <a:cubicBezTo>
                  <a:pt x="245000" y="92428"/>
                  <a:pt x="237899" y="93925"/>
                  <a:pt x="230185" y="93925"/>
                </a:cubicBezTo>
                <a:cubicBezTo>
                  <a:pt x="221201" y="93925"/>
                  <a:pt x="213305" y="91997"/>
                  <a:pt x="206498" y="88140"/>
                </a:cubicBezTo>
                <a:cubicBezTo>
                  <a:pt x="199692" y="84283"/>
                  <a:pt x="194406" y="78883"/>
                  <a:pt x="190640" y="71941"/>
                </a:cubicBezTo>
                <a:cubicBezTo>
                  <a:pt x="186874" y="64998"/>
                  <a:pt x="184992" y="56899"/>
                  <a:pt x="184992" y="47642"/>
                </a:cubicBezTo>
                <a:cubicBezTo>
                  <a:pt x="184992" y="32396"/>
                  <a:pt x="189892" y="20418"/>
                  <a:pt x="199693" y="11706"/>
                </a:cubicBezTo>
                <a:cubicBezTo>
                  <a:pt x="203958" y="7986"/>
                  <a:pt x="208790" y="5105"/>
                  <a:pt x="214189" y="3064"/>
                </a:cubicBezTo>
                <a:cubicBezTo>
                  <a:pt x="219590" y="1021"/>
                  <a:pt x="225058" y="0"/>
                  <a:pt x="230594" y="0"/>
                </a:cubicBezTo>
                <a:cubicBezTo>
                  <a:pt x="233769" y="0"/>
                  <a:pt x="237036" y="272"/>
                  <a:pt x="240394" y="816"/>
                </a:cubicBezTo>
                <a:cubicBezTo>
                  <a:pt x="243752" y="1360"/>
                  <a:pt x="247109" y="2222"/>
                  <a:pt x="250467" y="3402"/>
                </a:cubicBezTo>
                <a:cubicBezTo>
                  <a:pt x="252646" y="4128"/>
                  <a:pt x="254415" y="4491"/>
                  <a:pt x="255776" y="4491"/>
                </a:cubicBezTo>
                <a:cubicBezTo>
                  <a:pt x="258770" y="4491"/>
                  <a:pt x="260676" y="2994"/>
                  <a:pt x="261492" y="0"/>
                </a:cubicBezTo>
                <a:lnTo>
                  <a:pt x="264351" y="0"/>
                </a:lnTo>
                <a:lnTo>
                  <a:pt x="265576" y="30626"/>
                </a:lnTo>
                <a:close/>
                <a:moveTo>
                  <a:pt x="361679" y="89432"/>
                </a:moveTo>
                <a:lnTo>
                  <a:pt x="361679" y="92018"/>
                </a:lnTo>
                <a:lnTo>
                  <a:pt x="339764" y="92018"/>
                </a:lnTo>
                <a:lnTo>
                  <a:pt x="307366" y="50093"/>
                </a:lnTo>
                <a:lnTo>
                  <a:pt x="299743" y="50365"/>
                </a:lnTo>
                <a:lnTo>
                  <a:pt x="299743" y="77182"/>
                </a:lnTo>
                <a:cubicBezTo>
                  <a:pt x="299834" y="80448"/>
                  <a:pt x="300152" y="82921"/>
                  <a:pt x="300696" y="84601"/>
                </a:cubicBezTo>
                <a:cubicBezTo>
                  <a:pt x="301240" y="86279"/>
                  <a:pt x="302374" y="87436"/>
                  <a:pt x="304098" y="88072"/>
                </a:cubicBezTo>
                <a:cubicBezTo>
                  <a:pt x="305824" y="88706"/>
                  <a:pt x="308456" y="89160"/>
                  <a:pt x="311995" y="89432"/>
                </a:cubicBezTo>
                <a:lnTo>
                  <a:pt x="311995" y="92018"/>
                </a:lnTo>
                <a:lnTo>
                  <a:pt x="274288" y="92018"/>
                </a:lnTo>
                <a:lnTo>
                  <a:pt x="274288" y="89432"/>
                </a:lnTo>
                <a:cubicBezTo>
                  <a:pt x="277736" y="89160"/>
                  <a:pt x="280254" y="88683"/>
                  <a:pt x="281843" y="88003"/>
                </a:cubicBezTo>
                <a:cubicBezTo>
                  <a:pt x="283431" y="87322"/>
                  <a:pt x="284497" y="86052"/>
                  <a:pt x="285041" y="84192"/>
                </a:cubicBezTo>
                <a:cubicBezTo>
                  <a:pt x="285587" y="82331"/>
                  <a:pt x="285860" y="79495"/>
                  <a:pt x="285860" y="75684"/>
                </a:cubicBezTo>
                <a:lnTo>
                  <a:pt x="285860" y="16743"/>
                </a:lnTo>
                <a:cubicBezTo>
                  <a:pt x="285860" y="13385"/>
                  <a:pt x="285587" y="10912"/>
                  <a:pt x="285041" y="9324"/>
                </a:cubicBezTo>
                <a:cubicBezTo>
                  <a:pt x="284497" y="7736"/>
                  <a:pt x="283408" y="6624"/>
                  <a:pt x="281774" y="5988"/>
                </a:cubicBezTo>
                <a:cubicBezTo>
                  <a:pt x="280142" y="5353"/>
                  <a:pt x="277646" y="4853"/>
                  <a:pt x="274288" y="4491"/>
                </a:cubicBezTo>
                <a:lnTo>
                  <a:pt x="274288" y="1905"/>
                </a:lnTo>
                <a:lnTo>
                  <a:pt x="311858" y="1905"/>
                </a:lnTo>
                <a:cubicBezTo>
                  <a:pt x="318301" y="1905"/>
                  <a:pt x="324155" y="2722"/>
                  <a:pt x="329418" y="4356"/>
                </a:cubicBezTo>
                <a:cubicBezTo>
                  <a:pt x="334681" y="5988"/>
                  <a:pt x="338583" y="8211"/>
                  <a:pt x="341124" y="11025"/>
                </a:cubicBezTo>
                <a:cubicBezTo>
                  <a:pt x="344664" y="14927"/>
                  <a:pt x="346433" y="19873"/>
                  <a:pt x="346433" y="25864"/>
                </a:cubicBezTo>
                <a:cubicBezTo>
                  <a:pt x="346433" y="32124"/>
                  <a:pt x="344482" y="37047"/>
                  <a:pt x="340580" y="40632"/>
                </a:cubicBezTo>
                <a:cubicBezTo>
                  <a:pt x="336678" y="44217"/>
                  <a:pt x="330416" y="46871"/>
                  <a:pt x="321795" y="48595"/>
                </a:cubicBezTo>
                <a:lnTo>
                  <a:pt x="349838" y="83035"/>
                </a:lnTo>
                <a:cubicBezTo>
                  <a:pt x="351833" y="85303"/>
                  <a:pt x="353670" y="86891"/>
                  <a:pt x="355348" y="87800"/>
                </a:cubicBezTo>
                <a:cubicBezTo>
                  <a:pt x="357028" y="88707"/>
                  <a:pt x="359138" y="89251"/>
                  <a:pt x="361679" y="89432"/>
                </a:cubicBezTo>
                <a:moveTo>
                  <a:pt x="299743" y="11841"/>
                </a:moveTo>
                <a:lnTo>
                  <a:pt x="299743" y="45328"/>
                </a:lnTo>
                <a:cubicBezTo>
                  <a:pt x="304099" y="45238"/>
                  <a:pt x="307661" y="45056"/>
                  <a:pt x="310429" y="44784"/>
                </a:cubicBezTo>
                <a:cubicBezTo>
                  <a:pt x="313197" y="44511"/>
                  <a:pt x="315602" y="44057"/>
                  <a:pt x="317643" y="43423"/>
                </a:cubicBezTo>
                <a:cubicBezTo>
                  <a:pt x="319685" y="42788"/>
                  <a:pt x="321750" y="41880"/>
                  <a:pt x="323837" y="40700"/>
                </a:cubicBezTo>
                <a:cubicBezTo>
                  <a:pt x="326288" y="39429"/>
                  <a:pt x="328194" y="37432"/>
                  <a:pt x="329555" y="34710"/>
                </a:cubicBezTo>
                <a:cubicBezTo>
                  <a:pt x="330916" y="31988"/>
                  <a:pt x="331597" y="28947"/>
                  <a:pt x="331597" y="25589"/>
                </a:cubicBezTo>
                <a:cubicBezTo>
                  <a:pt x="331597" y="19146"/>
                  <a:pt x="329577" y="14428"/>
                  <a:pt x="325538" y="11434"/>
                </a:cubicBezTo>
                <a:cubicBezTo>
                  <a:pt x="321500" y="8439"/>
                  <a:pt x="315216" y="6942"/>
                  <a:pt x="306686" y="6942"/>
                </a:cubicBezTo>
                <a:cubicBezTo>
                  <a:pt x="303964" y="6942"/>
                  <a:pt x="302126" y="7282"/>
                  <a:pt x="301172" y="7963"/>
                </a:cubicBezTo>
                <a:cubicBezTo>
                  <a:pt x="300219" y="8643"/>
                  <a:pt x="299743" y="9936"/>
                  <a:pt x="299743" y="11841"/>
                </a:cubicBezTo>
                <a:close/>
                <a:moveTo>
                  <a:pt x="458871" y="1905"/>
                </a:moveTo>
                <a:lnTo>
                  <a:pt x="458871" y="4491"/>
                </a:lnTo>
                <a:cubicBezTo>
                  <a:pt x="456602" y="4672"/>
                  <a:pt x="454559" y="5217"/>
                  <a:pt x="452744" y="6125"/>
                </a:cubicBezTo>
                <a:cubicBezTo>
                  <a:pt x="450930" y="7032"/>
                  <a:pt x="449070" y="8575"/>
                  <a:pt x="447163" y="10753"/>
                </a:cubicBezTo>
                <a:cubicBezTo>
                  <a:pt x="445258" y="12931"/>
                  <a:pt x="442899" y="16016"/>
                  <a:pt x="440086" y="20008"/>
                </a:cubicBezTo>
                <a:lnTo>
                  <a:pt x="419941" y="50774"/>
                </a:lnTo>
                <a:lnTo>
                  <a:pt x="419941" y="77182"/>
                </a:lnTo>
                <a:cubicBezTo>
                  <a:pt x="420031" y="80630"/>
                  <a:pt x="420394" y="83216"/>
                  <a:pt x="421029" y="84940"/>
                </a:cubicBezTo>
                <a:cubicBezTo>
                  <a:pt x="421665" y="86664"/>
                  <a:pt x="422980" y="87821"/>
                  <a:pt x="424976" y="88410"/>
                </a:cubicBezTo>
                <a:cubicBezTo>
                  <a:pt x="426973" y="89000"/>
                  <a:pt x="429968" y="89341"/>
                  <a:pt x="433961" y="89432"/>
                </a:cubicBezTo>
                <a:lnTo>
                  <a:pt x="433961" y="92018"/>
                </a:lnTo>
                <a:lnTo>
                  <a:pt x="392308" y="92018"/>
                </a:lnTo>
                <a:lnTo>
                  <a:pt x="392308" y="89432"/>
                </a:lnTo>
                <a:cubicBezTo>
                  <a:pt x="396481" y="89251"/>
                  <a:pt x="399521" y="88865"/>
                  <a:pt x="401426" y="88275"/>
                </a:cubicBezTo>
                <a:cubicBezTo>
                  <a:pt x="403333" y="87686"/>
                  <a:pt x="404581" y="86438"/>
                  <a:pt x="405171" y="84533"/>
                </a:cubicBezTo>
                <a:cubicBezTo>
                  <a:pt x="405761" y="82626"/>
                  <a:pt x="406056" y="79676"/>
                  <a:pt x="406056" y="75684"/>
                </a:cubicBezTo>
                <a:lnTo>
                  <a:pt x="406056" y="51997"/>
                </a:lnTo>
                <a:lnTo>
                  <a:pt x="388224" y="25864"/>
                </a:lnTo>
                <a:cubicBezTo>
                  <a:pt x="384866" y="21053"/>
                  <a:pt x="382098" y="17242"/>
                  <a:pt x="379920" y="14429"/>
                </a:cubicBezTo>
                <a:cubicBezTo>
                  <a:pt x="377742" y="11616"/>
                  <a:pt x="375949" y="9505"/>
                  <a:pt x="374542" y="8098"/>
                </a:cubicBezTo>
                <a:cubicBezTo>
                  <a:pt x="373136" y="6692"/>
                  <a:pt x="371797" y="5762"/>
                  <a:pt x="370525" y="5309"/>
                </a:cubicBezTo>
                <a:cubicBezTo>
                  <a:pt x="369256" y="4855"/>
                  <a:pt x="367804" y="4582"/>
                  <a:pt x="366172" y="4491"/>
                </a:cubicBezTo>
                <a:lnTo>
                  <a:pt x="366172" y="1905"/>
                </a:lnTo>
                <a:lnTo>
                  <a:pt x="404286" y="1905"/>
                </a:lnTo>
                <a:lnTo>
                  <a:pt x="404286" y="4491"/>
                </a:lnTo>
                <a:cubicBezTo>
                  <a:pt x="403560" y="4582"/>
                  <a:pt x="402880" y="4628"/>
                  <a:pt x="402244" y="4628"/>
                </a:cubicBezTo>
                <a:cubicBezTo>
                  <a:pt x="401609" y="4628"/>
                  <a:pt x="401155" y="4628"/>
                  <a:pt x="400882" y="4628"/>
                </a:cubicBezTo>
                <a:cubicBezTo>
                  <a:pt x="396708" y="4899"/>
                  <a:pt x="394621" y="6215"/>
                  <a:pt x="394621" y="8574"/>
                </a:cubicBezTo>
                <a:cubicBezTo>
                  <a:pt x="394621" y="10300"/>
                  <a:pt x="395393" y="12296"/>
                  <a:pt x="396935" y="14564"/>
                </a:cubicBezTo>
                <a:lnTo>
                  <a:pt x="417081" y="44784"/>
                </a:lnTo>
                <a:lnTo>
                  <a:pt x="436547" y="14020"/>
                </a:lnTo>
                <a:cubicBezTo>
                  <a:pt x="437817" y="12115"/>
                  <a:pt x="438452" y="10436"/>
                  <a:pt x="438452" y="8983"/>
                </a:cubicBezTo>
                <a:cubicBezTo>
                  <a:pt x="438452" y="7349"/>
                  <a:pt x="437771" y="6215"/>
                  <a:pt x="436410" y="5581"/>
                </a:cubicBezTo>
                <a:cubicBezTo>
                  <a:pt x="435049" y="4946"/>
                  <a:pt x="432599" y="4582"/>
                  <a:pt x="429059" y="4491"/>
                </a:cubicBezTo>
                <a:lnTo>
                  <a:pt x="429059" y="1905"/>
                </a:lnTo>
                <a:lnTo>
                  <a:pt x="458871" y="1905"/>
                </a:lnTo>
                <a:close/>
                <a:moveTo>
                  <a:pt x="463092" y="4491"/>
                </a:moveTo>
                <a:lnTo>
                  <a:pt x="463092" y="1905"/>
                </a:lnTo>
                <a:lnTo>
                  <a:pt x="499027" y="1905"/>
                </a:lnTo>
                <a:cubicBezTo>
                  <a:pt x="505471" y="1905"/>
                  <a:pt x="511414" y="2790"/>
                  <a:pt x="516859" y="4559"/>
                </a:cubicBezTo>
                <a:cubicBezTo>
                  <a:pt x="522304" y="6329"/>
                  <a:pt x="526388" y="8711"/>
                  <a:pt x="529112" y="11706"/>
                </a:cubicBezTo>
                <a:cubicBezTo>
                  <a:pt x="532832" y="15698"/>
                  <a:pt x="534693" y="20644"/>
                  <a:pt x="534693" y="26543"/>
                </a:cubicBezTo>
                <a:cubicBezTo>
                  <a:pt x="534693" y="30989"/>
                  <a:pt x="533535" y="35164"/>
                  <a:pt x="531220" y="39068"/>
                </a:cubicBezTo>
                <a:cubicBezTo>
                  <a:pt x="528906" y="42970"/>
                  <a:pt x="525707" y="46009"/>
                  <a:pt x="521624" y="48186"/>
                </a:cubicBezTo>
                <a:cubicBezTo>
                  <a:pt x="516088" y="51272"/>
                  <a:pt x="508147" y="52816"/>
                  <a:pt x="497802" y="52816"/>
                </a:cubicBezTo>
                <a:cubicBezTo>
                  <a:pt x="496078" y="52816"/>
                  <a:pt x="494535" y="52771"/>
                  <a:pt x="493174" y="52681"/>
                </a:cubicBezTo>
                <a:cubicBezTo>
                  <a:pt x="491813" y="52589"/>
                  <a:pt x="490225" y="52498"/>
                  <a:pt x="488409" y="52407"/>
                </a:cubicBezTo>
                <a:lnTo>
                  <a:pt x="488409" y="77182"/>
                </a:lnTo>
                <a:cubicBezTo>
                  <a:pt x="488501" y="80538"/>
                  <a:pt x="488864" y="83079"/>
                  <a:pt x="489498" y="84805"/>
                </a:cubicBezTo>
                <a:cubicBezTo>
                  <a:pt x="490133" y="86529"/>
                  <a:pt x="491359" y="87708"/>
                  <a:pt x="493174" y="88344"/>
                </a:cubicBezTo>
                <a:cubicBezTo>
                  <a:pt x="494990" y="88978"/>
                  <a:pt x="497667" y="89341"/>
                  <a:pt x="501206" y="89432"/>
                </a:cubicBezTo>
                <a:lnTo>
                  <a:pt x="501206" y="92018"/>
                </a:lnTo>
                <a:lnTo>
                  <a:pt x="463092" y="92018"/>
                </a:lnTo>
                <a:lnTo>
                  <a:pt x="463092" y="89432"/>
                </a:lnTo>
                <a:cubicBezTo>
                  <a:pt x="466540" y="89070"/>
                  <a:pt x="469058" y="88570"/>
                  <a:pt x="470646" y="87935"/>
                </a:cubicBezTo>
                <a:cubicBezTo>
                  <a:pt x="472235" y="87299"/>
                  <a:pt x="473278" y="86052"/>
                  <a:pt x="473777" y="84192"/>
                </a:cubicBezTo>
                <a:cubicBezTo>
                  <a:pt x="474276" y="82331"/>
                  <a:pt x="474526" y="79495"/>
                  <a:pt x="474526" y="75684"/>
                </a:cubicBezTo>
                <a:lnTo>
                  <a:pt x="474526" y="16743"/>
                </a:lnTo>
                <a:cubicBezTo>
                  <a:pt x="474526" y="13385"/>
                  <a:pt x="474254" y="10912"/>
                  <a:pt x="473708" y="9324"/>
                </a:cubicBezTo>
                <a:cubicBezTo>
                  <a:pt x="473164" y="7736"/>
                  <a:pt x="472098" y="6624"/>
                  <a:pt x="470509" y="5988"/>
                </a:cubicBezTo>
                <a:cubicBezTo>
                  <a:pt x="468921" y="5353"/>
                  <a:pt x="466449" y="4853"/>
                  <a:pt x="463092" y="4491"/>
                </a:cubicBezTo>
                <a:moveTo>
                  <a:pt x="488409" y="11569"/>
                </a:moveTo>
                <a:lnTo>
                  <a:pt x="488409" y="46963"/>
                </a:lnTo>
                <a:cubicBezTo>
                  <a:pt x="489952" y="47053"/>
                  <a:pt x="491290" y="47143"/>
                  <a:pt x="492424" y="47235"/>
                </a:cubicBezTo>
                <a:cubicBezTo>
                  <a:pt x="493560" y="47325"/>
                  <a:pt x="494808" y="47370"/>
                  <a:pt x="496169" y="47370"/>
                </a:cubicBezTo>
                <a:cubicBezTo>
                  <a:pt x="511959" y="47370"/>
                  <a:pt x="519854" y="40699"/>
                  <a:pt x="519854" y="27359"/>
                </a:cubicBezTo>
                <a:cubicBezTo>
                  <a:pt x="519854" y="20372"/>
                  <a:pt x="517676" y="15222"/>
                  <a:pt x="513320" y="11910"/>
                </a:cubicBezTo>
                <a:cubicBezTo>
                  <a:pt x="508965" y="8598"/>
                  <a:pt x="502204" y="6942"/>
                  <a:pt x="493037" y="6942"/>
                </a:cubicBezTo>
                <a:cubicBezTo>
                  <a:pt x="491223" y="6942"/>
                  <a:pt x="489998" y="7259"/>
                  <a:pt x="489363" y="7895"/>
                </a:cubicBezTo>
                <a:cubicBezTo>
                  <a:pt x="488727" y="8531"/>
                  <a:pt x="488409" y="9755"/>
                  <a:pt x="488409" y="11569"/>
                </a:cubicBezTo>
                <a:close/>
                <a:moveTo>
                  <a:pt x="598124" y="89432"/>
                </a:moveTo>
                <a:lnTo>
                  <a:pt x="598124" y="92018"/>
                </a:lnTo>
                <a:lnTo>
                  <a:pt x="558378" y="92018"/>
                </a:lnTo>
                <a:lnTo>
                  <a:pt x="558378" y="89432"/>
                </a:lnTo>
                <a:cubicBezTo>
                  <a:pt x="562188" y="89160"/>
                  <a:pt x="565001" y="88706"/>
                  <a:pt x="566817" y="88072"/>
                </a:cubicBezTo>
                <a:cubicBezTo>
                  <a:pt x="568632" y="87436"/>
                  <a:pt x="569812" y="86189"/>
                  <a:pt x="570356" y="84329"/>
                </a:cubicBezTo>
                <a:cubicBezTo>
                  <a:pt x="570900" y="82468"/>
                  <a:pt x="571172" y="79586"/>
                  <a:pt x="571172" y="75684"/>
                </a:cubicBezTo>
                <a:lnTo>
                  <a:pt x="571172" y="7623"/>
                </a:lnTo>
                <a:lnTo>
                  <a:pt x="563822" y="7623"/>
                </a:lnTo>
                <a:cubicBezTo>
                  <a:pt x="558650" y="7713"/>
                  <a:pt x="554680" y="8166"/>
                  <a:pt x="551912" y="8983"/>
                </a:cubicBezTo>
                <a:cubicBezTo>
                  <a:pt x="549144" y="9800"/>
                  <a:pt x="547101" y="11434"/>
                  <a:pt x="545784" y="13885"/>
                </a:cubicBezTo>
                <a:cubicBezTo>
                  <a:pt x="544469" y="16335"/>
                  <a:pt x="543267" y="20055"/>
                  <a:pt x="542179" y="25045"/>
                </a:cubicBezTo>
                <a:lnTo>
                  <a:pt x="538911" y="25045"/>
                </a:lnTo>
                <a:lnTo>
                  <a:pt x="539728" y="1905"/>
                </a:lnTo>
                <a:lnTo>
                  <a:pt x="616502" y="1905"/>
                </a:lnTo>
                <a:lnTo>
                  <a:pt x="617319" y="25045"/>
                </a:lnTo>
                <a:lnTo>
                  <a:pt x="614051" y="25045"/>
                </a:lnTo>
                <a:cubicBezTo>
                  <a:pt x="613053" y="20055"/>
                  <a:pt x="611896" y="16335"/>
                  <a:pt x="610581" y="13885"/>
                </a:cubicBezTo>
                <a:cubicBezTo>
                  <a:pt x="609265" y="11434"/>
                  <a:pt x="607223" y="9800"/>
                  <a:pt x="604455" y="8983"/>
                </a:cubicBezTo>
                <a:cubicBezTo>
                  <a:pt x="601687" y="8166"/>
                  <a:pt x="597672" y="7713"/>
                  <a:pt x="592408" y="7623"/>
                </a:cubicBezTo>
                <a:lnTo>
                  <a:pt x="585058" y="7623"/>
                </a:lnTo>
                <a:lnTo>
                  <a:pt x="585058" y="77182"/>
                </a:lnTo>
                <a:cubicBezTo>
                  <a:pt x="585148" y="80448"/>
                  <a:pt x="585488" y="82944"/>
                  <a:pt x="586077" y="84668"/>
                </a:cubicBezTo>
                <a:cubicBezTo>
                  <a:pt x="586667" y="86392"/>
                  <a:pt x="587892" y="87571"/>
                  <a:pt x="589752" y="88207"/>
                </a:cubicBezTo>
                <a:cubicBezTo>
                  <a:pt x="591613" y="88842"/>
                  <a:pt x="594404" y="89251"/>
                  <a:pt x="598124" y="8943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ENCRYPT">
            <a:extLst xmlns:a="http://schemas.openxmlformats.org/drawingml/2006/main">
              <a:ext uri="{FF2B5EF4-FFF2-40B4-BE49-F238E27FC236}">
                <a16:creationId xmlns:a16="http://schemas.microsoft.com/office/drawing/2014/main" id="{DBCA5BB2-D181-41A8-9F69-E5A01014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130" y="5480193"/>
            <a:ext cx="617319" cy="93925"/>
          </a:xfrm>
          <a:custGeom xmlns:a="http://schemas.openxmlformats.org/drawingml/2006/main">
            <a:pathLst>
              <a:path w="617319" h="93925" fill="none">
                <a:moveTo>
                  <a:pt x="79633" y="69013"/>
                </a:moveTo>
                <a:lnTo>
                  <a:pt x="73507" y="92018"/>
                </a:lnTo>
                <a:lnTo>
                  <a:pt x="0" y="92018"/>
                </a:lnTo>
                <a:lnTo>
                  <a:pt x="0" y="89432"/>
                </a:lnTo>
                <a:cubicBezTo>
                  <a:pt x="3268" y="89251"/>
                  <a:pt x="5741" y="88820"/>
                  <a:pt x="7419" y="88140"/>
                </a:cubicBezTo>
                <a:cubicBezTo>
                  <a:pt x="9099" y="87459"/>
                  <a:pt x="10234" y="86279"/>
                  <a:pt x="10824" y="84601"/>
                </a:cubicBezTo>
                <a:cubicBezTo>
                  <a:pt x="11413" y="82921"/>
                  <a:pt x="11753" y="80448"/>
                  <a:pt x="11843" y="77182"/>
                </a:cubicBezTo>
                <a:lnTo>
                  <a:pt x="11843" y="16743"/>
                </a:lnTo>
                <a:cubicBezTo>
                  <a:pt x="11753" y="13475"/>
                  <a:pt x="11413" y="11002"/>
                  <a:pt x="10824" y="9324"/>
                </a:cubicBezTo>
                <a:cubicBezTo>
                  <a:pt x="10234" y="7644"/>
                  <a:pt x="9122" y="6465"/>
                  <a:pt x="7488" y="5785"/>
                </a:cubicBezTo>
                <a:cubicBezTo>
                  <a:pt x="5854" y="5103"/>
                  <a:pt x="3358" y="4672"/>
                  <a:pt x="0" y="4491"/>
                </a:cubicBezTo>
                <a:lnTo>
                  <a:pt x="0" y="1905"/>
                </a:lnTo>
                <a:lnTo>
                  <a:pt x="72282" y="1905"/>
                </a:lnTo>
                <a:lnTo>
                  <a:pt x="72691" y="21371"/>
                </a:lnTo>
                <a:lnTo>
                  <a:pt x="69287" y="21371"/>
                </a:lnTo>
                <a:cubicBezTo>
                  <a:pt x="68561" y="17287"/>
                  <a:pt x="67609" y="14247"/>
                  <a:pt x="66429" y="12251"/>
                </a:cubicBezTo>
                <a:cubicBezTo>
                  <a:pt x="65249" y="10254"/>
                  <a:pt x="63298" y="8915"/>
                  <a:pt x="60576" y="8236"/>
                </a:cubicBezTo>
                <a:cubicBezTo>
                  <a:pt x="57853" y="7554"/>
                  <a:pt x="53860" y="7169"/>
                  <a:pt x="48597" y="7079"/>
                </a:cubicBezTo>
                <a:lnTo>
                  <a:pt x="30219" y="7079"/>
                </a:lnTo>
                <a:cubicBezTo>
                  <a:pt x="28314" y="7079"/>
                  <a:pt x="27111" y="7328"/>
                  <a:pt x="26611" y="7826"/>
                </a:cubicBezTo>
                <a:cubicBezTo>
                  <a:pt x="26113" y="8325"/>
                  <a:pt x="25819" y="9618"/>
                  <a:pt x="25729" y="11706"/>
                </a:cubicBezTo>
                <a:lnTo>
                  <a:pt x="25729" y="41926"/>
                </a:lnTo>
                <a:lnTo>
                  <a:pt x="46690" y="41926"/>
                </a:lnTo>
                <a:cubicBezTo>
                  <a:pt x="50503" y="41834"/>
                  <a:pt x="53384" y="41471"/>
                  <a:pt x="55335" y="40837"/>
                </a:cubicBezTo>
                <a:cubicBezTo>
                  <a:pt x="57286" y="40202"/>
                  <a:pt x="58692" y="38976"/>
                  <a:pt x="59554" y="37161"/>
                </a:cubicBezTo>
                <a:cubicBezTo>
                  <a:pt x="60416" y="35345"/>
                  <a:pt x="61120" y="32623"/>
                  <a:pt x="61664" y="28994"/>
                </a:cubicBezTo>
                <a:lnTo>
                  <a:pt x="64796" y="28994"/>
                </a:lnTo>
                <a:lnTo>
                  <a:pt x="64796" y="60574"/>
                </a:lnTo>
                <a:lnTo>
                  <a:pt x="61664" y="60574"/>
                </a:lnTo>
                <a:cubicBezTo>
                  <a:pt x="61120" y="56853"/>
                  <a:pt x="60416" y="54086"/>
                  <a:pt x="59554" y="52272"/>
                </a:cubicBezTo>
                <a:cubicBezTo>
                  <a:pt x="58692" y="50456"/>
                  <a:pt x="57286" y="49231"/>
                  <a:pt x="55335" y="48595"/>
                </a:cubicBezTo>
                <a:cubicBezTo>
                  <a:pt x="53384" y="47960"/>
                  <a:pt x="50503" y="47597"/>
                  <a:pt x="46690" y="47507"/>
                </a:cubicBezTo>
                <a:lnTo>
                  <a:pt x="25729" y="47507"/>
                </a:lnTo>
                <a:lnTo>
                  <a:pt x="25729" y="81128"/>
                </a:lnTo>
                <a:cubicBezTo>
                  <a:pt x="25729" y="82852"/>
                  <a:pt x="25933" y="84100"/>
                  <a:pt x="26341" y="84871"/>
                </a:cubicBezTo>
                <a:cubicBezTo>
                  <a:pt x="26750" y="85642"/>
                  <a:pt x="27952" y="86142"/>
                  <a:pt x="29947" y="86369"/>
                </a:cubicBezTo>
                <a:cubicBezTo>
                  <a:pt x="31944" y="86596"/>
                  <a:pt x="35302" y="86800"/>
                  <a:pt x="40021" y="86981"/>
                </a:cubicBezTo>
                <a:lnTo>
                  <a:pt x="43695" y="86981"/>
                </a:lnTo>
                <a:cubicBezTo>
                  <a:pt x="50230" y="86891"/>
                  <a:pt x="55448" y="86370"/>
                  <a:pt x="59350" y="85417"/>
                </a:cubicBezTo>
                <a:cubicBezTo>
                  <a:pt x="63252" y="84463"/>
                  <a:pt x="66428" y="82694"/>
                  <a:pt x="68878" y="80108"/>
                </a:cubicBezTo>
                <a:cubicBezTo>
                  <a:pt x="71329" y="77522"/>
                  <a:pt x="73643" y="73823"/>
                  <a:pt x="75821" y="69013"/>
                </a:cubicBezTo>
                <a:lnTo>
                  <a:pt x="79633" y="69013"/>
                </a:lnTo>
                <a:close/>
                <a:moveTo>
                  <a:pt x="178866" y="1905"/>
                </a:moveTo>
                <a:lnTo>
                  <a:pt x="178866" y="4491"/>
                </a:lnTo>
                <a:cubicBezTo>
                  <a:pt x="175327" y="4763"/>
                  <a:pt x="172650" y="5376"/>
                  <a:pt x="170834" y="6329"/>
                </a:cubicBezTo>
                <a:cubicBezTo>
                  <a:pt x="169020" y="7282"/>
                  <a:pt x="167796" y="8938"/>
                  <a:pt x="167160" y="11297"/>
                </a:cubicBezTo>
                <a:cubicBezTo>
                  <a:pt x="166524" y="13657"/>
                  <a:pt x="166116" y="17196"/>
                  <a:pt x="165934" y="21915"/>
                </a:cubicBezTo>
                <a:lnTo>
                  <a:pt x="165934" y="93516"/>
                </a:lnTo>
                <a:lnTo>
                  <a:pt x="163621" y="93516"/>
                </a:lnTo>
                <a:lnTo>
                  <a:pt x="103454" y="18648"/>
                </a:lnTo>
                <a:lnTo>
                  <a:pt x="103454" y="72008"/>
                </a:lnTo>
                <a:cubicBezTo>
                  <a:pt x="103546" y="76637"/>
                  <a:pt x="103931" y="80176"/>
                  <a:pt x="104611" y="82626"/>
                </a:cubicBezTo>
                <a:cubicBezTo>
                  <a:pt x="105292" y="85075"/>
                  <a:pt x="106540" y="86777"/>
                  <a:pt x="108354" y="87731"/>
                </a:cubicBezTo>
                <a:cubicBezTo>
                  <a:pt x="110169" y="88684"/>
                  <a:pt x="112801" y="89251"/>
                  <a:pt x="116249" y="89432"/>
                </a:cubicBezTo>
                <a:lnTo>
                  <a:pt x="116249" y="92018"/>
                </a:lnTo>
                <a:lnTo>
                  <a:pt x="84260" y="92018"/>
                </a:lnTo>
                <a:lnTo>
                  <a:pt x="84260" y="89432"/>
                </a:lnTo>
                <a:cubicBezTo>
                  <a:pt x="87981" y="89160"/>
                  <a:pt x="90771" y="88593"/>
                  <a:pt x="92631" y="87731"/>
                </a:cubicBezTo>
                <a:cubicBezTo>
                  <a:pt x="94492" y="86869"/>
                  <a:pt x="95740" y="85235"/>
                  <a:pt x="96376" y="82831"/>
                </a:cubicBezTo>
                <a:cubicBezTo>
                  <a:pt x="97011" y="80426"/>
                  <a:pt x="97374" y="76818"/>
                  <a:pt x="97464" y="72008"/>
                </a:cubicBezTo>
                <a:lnTo>
                  <a:pt x="97464" y="11978"/>
                </a:lnTo>
                <a:cubicBezTo>
                  <a:pt x="95650" y="9800"/>
                  <a:pt x="94130" y="8190"/>
                  <a:pt x="92905" y="7147"/>
                </a:cubicBezTo>
                <a:cubicBezTo>
                  <a:pt x="91679" y="6103"/>
                  <a:pt x="90431" y="5400"/>
                  <a:pt x="89160" y="5037"/>
                </a:cubicBezTo>
                <a:cubicBezTo>
                  <a:pt x="87890" y="4673"/>
                  <a:pt x="86257" y="4491"/>
                  <a:pt x="84260" y="4491"/>
                </a:cubicBezTo>
                <a:lnTo>
                  <a:pt x="84260" y="1905"/>
                </a:lnTo>
                <a:lnTo>
                  <a:pt x="107538" y="1905"/>
                </a:lnTo>
                <a:lnTo>
                  <a:pt x="159944" y="67789"/>
                </a:lnTo>
                <a:lnTo>
                  <a:pt x="159944" y="21915"/>
                </a:lnTo>
                <a:cubicBezTo>
                  <a:pt x="159854" y="17106"/>
                  <a:pt x="159469" y="13499"/>
                  <a:pt x="158787" y="11094"/>
                </a:cubicBezTo>
                <a:cubicBezTo>
                  <a:pt x="158107" y="8688"/>
                  <a:pt x="156860" y="7032"/>
                  <a:pt x="155044" y="6125"/>
                </a:cubicBezTo>
                <a:cubicBezTo>
                  <a:pt x="153229" y="5217"/>
                  <a:pt x="150507" y="4672"/>
                  <a:pt x="146877" y="4491"/>
                </a:cubicBezTo>
                <a:lnTo>
                  <a:pt x="146877" y="1905"/>
                </a:lnTo>
                <a:lnTo>
                  <a:pt x="178866" y="1905"/>
                </a:lnTo>
                <a:close/>
                <a:moveTo>
                  <a:pt x="265576" y="30626"/>
                </a:moveTo>
                <a:lnTo>
                  <a:pt x="262446" y="30626"/>
                </a:lnTo>
                <a:cubicBezTo>
                  <a:pt x="261175" y="26180"/>
                  <a:pt x="259904" y="22777"/>
                  <a:pt x="258632" y="20418"/>
                </a:cubicBezTo>
                <a:cubicBezTo>
                  <a:pt x="257363" y="18058"/>
                  <a:pt x="255639" y="15789"/>
                  <a:pt x="253463" y="13611"/>
                </a:cubicBezTo>
                <a:cubicBezTo>
                  <a:pt x="247835" y="8166"/>
                  <a:pt x="241074" y="5444"/>
                  <a:pt x="233180" y="5444"/>
                </a:cubicBezTo>
                <a:cubicBezTo>
                  <a:pt x="226646" y="5444"/>
                  <a:pt x="220951" y="7100"/>
                  <a:pt x="216096" y="10412"/>
                </a:cubicBezTo>
                <a:cubicBezTo>
                  <a:pt x="211241" y="13725"/>
                  <a:pt x="207475" y="18421"/>
                  <a:pt x="204797" y="24501"/>
                </a:cubicBezTo>
                <a:cubicBezTo>
                  <a:pt x="202120" y="30581"/>
                  <a:pt x="200782" y="37751"/>
                  <a:pt x="200782" y="46009"/>
                </a:cubicBezTo>
                <a:cubicBezTo>
                  <a:pt x="200782" y="53541"/>
                  <a:pt x="201802" y="60256"/>
                  <a:pt x="203843" y="66155"/>
                </a:cubicBezTo>
                <a:cubicBezTo>
                  <a:pt x="205886" y="72054"/>
                  <a:pt x="208767" y="76682"/>
                  <a:pt x="212488" y="80040"/>
                </a:cubicBezTo>
                <a:cubicBezTo>
                  <a:pt x="218478" y="85303"/>
                  <a:pt x="225829" y="87935"/>
                  <a:pt x="234540" y="87935"/>
                </a:cubicBezTo>
                <a:cubicBezTo>
                  <a:pt x="240167" y="87935"/>
                  <a:pt x="245384" y="86846"/>
                  <a:pt x="250193" y="84668"/>
                </a:cubicBezTo>
                <a:cubicBezTo>
                  <a:pt x="255004" y="82489"/>
                  <a:pt x="259905" y="78996"/>
                  <a:pt x="264897" y="74187"/>
                </a:cubicBezTo>
                <a:lnTo>
                  <a:pt x="267346" y="76636"/>
                </a:lnTo>
                <a:cubicBezTo>
                  <a:pt x="263262" y="82172"/>
                  <a:pt x="257976" y="86437"/>
                  <a:pt x="251487" y="89432"/>
                </a:cubicBezTo>
                <a:cubicBezTo>
                  <a:pt x="245000" y="92428"/>
                  <a:pt x="237899" y="93925"/>
                  <a:pt x="230185" y="93925"/>
                </a:cubicBezTo>
                <a:cubicBezTo>
                  <a:pt x="221201" y="93925"/>
                  <a:pt x="213305" y="91997"/>
                  <a:pt x="206498" y="88140"/>
                </a:cubicBezTo>
                <a:cubicBezTo>
                  <a:pt x="199692" y="84283"/>
                  <a:pt x="194406" y="78883"/>
                  <a:pt x="190640" y="71941"/>
                </a:cubicBezTo>
                <a:cubicBezTo>
                  <a:pt x="186874" y="64998"/>
                  <a:pt x="184992" y="56899"/>
                  <a:pt x="184992" y="47642"/>
                </a:cubicBezTo>
                <a:cubicBezTo>
                  <a:pt x="184992" y="32396"/>
                  <a:pt x="189892" y="20418"/>
                  <a:pt x="199693" y="11706"/>
                </a:cubicBezTo>
                <a:cubicBezTo>
                  <a:pt x="203958" y="7986"/>
                  <a:pt x="208790" y="5105"/>
                  <a:pt x="214189" y="3064"/>
                </a:cubicBezTo>
                <a:cubicBezTo>
                  <a:pt x="219590" y="1021"/>
                  <a:pt x="225058" y="0"/>
                  <a:pt x="230594" y="0"/>
                </a:cubicBezTo>
                <a:cubicBezTo>
                  <a:pt x="233769" y="0"/>
                  <a:pt x="237036" y="272"/>
                  <a:pt x="240394" y="816"/>
                </a:cubicBezTo>
                <a:cubicBezTo>
                  <a:pt x="243752" y="1360"/>
                  <a:pt x="247109" y="2222"/>
                  <a:pt x="250467" y="3402"/>
                </a:cubicBezTo>
                <a:cubicBezTo>
                  <a:pt x="252646" y="4128"/>
                  <a:pt x="254415" y="4491"/>
                  <a:pt x="255776" y="4491"/>
                </a:cubicBezTo>
                <a:cubicBezTo>
                  <a:pt x="258770" y="4491"/>
                  <a:pt x="260676" y="2994"/>
                  <a:pt x="261492" y="0"/>
                </a:cubicBezTo>
                <a:lnTo>
                  <a:pt x="264351" y="0"/>
                </a:lnTo>
                <a:lnTo>
                  <a:pt x="265576" y="30626"/>
                </a:lnTo>
                <a:close/>
                <a:moveTo>
                  <a:pt x="361679" y="89432"/>
                </a:moveTo>
                <a:lnTo>
                  <a:pt x="361679" y="92018"/>
                </a:lnTo>
                <a:lnTo>
                  <a:pt x="339764" y="92018"/>
                </a:lnTo>
                <a:lnTo>
                  <a:pt x="307366" y="50093"/>
                </a:lnTo>
                <a:lnTo>
                  <a:pt x="299743" y="50365"/>
                </a:lnTo>
                <a:lnTo>
                  <a:pt x="299743" y="77182"/>
                </a:lnTo>
                <a:cubicBezTo>
                  <a:pt x="299834" y="80448"/>
                  <a:pt x="300152" y="82921"/>
                  <a:pt x="300696" y="84601"/>
                </a:cubicBezTo>
                <a:cubicBezTo>
                  <a:pt x="301240" y="86279"/>
                  <a:pt x="302374" y="87436"/>
                  <a:pt x="304098" y="88072"/>
                </a:cubicBezTo>
                <a:cubicBezTo>
                  <a:pt x="305824" y="88706"/>
                  <a:pt x="308456" y="89160"/>
                  <a:pt x="311995" y="89432"/>
                </a:cubicBezTo>
                <a:lnTo>
                  <a:pt x="311995" y="92018"/>
                </a:lnTo>
                <a:lnTo>
                  <a:pt x="274288" y="92018"/>
                </a:lnTo>
                <a:lnTo>
                  <a:pt x="274288" y="89432"/>
                </a:lnTo>
                <a:cubicBezTo>
                  <a:pt x="277736" y="89160"/>
                  <a:pt x="280254" y="88683"/>
                  <a:pt x="281843" y="88003"/>
                </a:cubicBezTo>
                <a:cubicBezTo>
                  <a:pt x="283431" y="87322"/>
                  <a:pt x="284497" y="86052"/>
                  <a:pt x="285041" y="84192"/>
                </a:cubicBezTo>
                <a:cubicBezTo>
                  <a:pt x="285587" y="82331"/>
                  <a:pt x="285860" y="79495"/>
                  <a:pt x="285860" y="75684"/>
                </a:cubicBezTo>
                <a:lnTo>
                  <a:pt x="285860" y="16743"/>
                </a:lnTo>
                <a:cubicBezTo>
                  <a:pt x="285860" y="13385"/>
                  <a:pt x="285587" y="10912"/>
                  <a:pt x="285041" y="9324"/>
                </a:cubicBezTo>
                <a:cubicBezTo>
                  <a:pt x="284497" y="7736"/>
                  <a:pt x="283408" y="6624"/>
                  <a:pt x="281774" y="5988"/>
                </a:cubicBezTo>
                <a:cubicBezTo>
                  <a:pt x="280142" y="5353"/>
                  <a:pt x="277646" y="4853"/>
                  <a:pt x="274288" y="4491"/>
                </a:cubicBezTo>
                <a:lnTo>
                  <a:pt x="274288" y="1905"/>
                </a:lnTo>
                <a:lnTo>
                  <a:pt x="311858" y="1905"/>
                </a:lnTo>
                <a:cubicBezTo>
                  <a:pt x="318301" y="1905"/>
                  <a:pt x="324155" y="2722"/>
                  <a:pt x="329418" y="4356"/>
                </a:cubicBezTo>
                <a:cubicBezTo>
                  <a:pt x="334681" y="5988"/>
                  <a:pt x="338583" y="8211"/>
                  <a:pt x="341124" y="11025"/>
                </a:cubicBezTo>
                <a:cubicBezTo>
                  <a:pt x="344664" y="14927"/>
                  <a:pt x="346433" y="19873"/>
                  <a:pt x="346433" y="25864"/>
                </a:cubicBezTo>
                <a:cubicBezTo>
                  <a:pt x="346433" y="32124"/>
                  <a:pt x="344482" y="37047"/>
                  <a:pt x="340580" y="40632"/>
                </a:cubicBezTo>
                <a:cubicBezTo>
                  <a:pt x="336678" y="44217"/>
                  <a:pt x="330416" y="46871"/>
                  <a:pt x="321795" y="48595"/>
                </a:cubicBezTo>
                <a:lnTo>
                  <a:pt x="349838" y="83035"/>
                </a:lnTo>
                <a:cubicBezTo>
                  <a:pt x="351833" y="85303"/>
                  <a:pt x="353670" y="86891"/>
                  <a:pt x="355348" y="87800"/>
                </a:cubicBezTo>
                <a:cubicBezTo>
                  <a:pt x="357028" y="88707"/>
                  <a:pt x="359138" y="89251"/>
                  <a:pt x="361679" y="89432"/>
                </a:cubicBezTo>
                <a:moveTo>
                  <a:pt x="299743" y="11841"/>
                </a:moveTo>
                <a:lnTo>
                  <a:pt x="299743" y="45328"/>
                </a:lnTo>
                <a:cubicBezTo>
                  <a:pt x="304099" y="45238"/>
                  <a:pt x="307661" y="45056"/>
                  <a:pt x="310429" y="44784"/>
                </a:cubicBezTo>
                <a:cubicBezTo>
                  <a:pt x="313197" y="44511"/>
                  <a:pt x="315602" y="44057"/>
                  <a:pt x="317643" y="43423"/>
                </a:cubicBezTo>
                <a:cubicBezTo>
                  <a:pt x="319685" y="42788"/>
                  <a:pt x="321750" y="41880"/>
                  <a:pt x="323837" y="40700"/>
                </a:cubicBezTo>
                <a:cubicBezTo>
                  <a:pt x="326288" y="39429"/>
                  <a:pt x="328194" y="37432"/>
                  <a:pt x="329555" y="34710"/>
                </a:cubicBezTo>
                <a:cubicBezTo>
                  <a:pt x="330916" y="31988"/>
                  <a:pt x="331597" y="28947"/>
                  <a:pt x="331597" y="25589"/>
                </a:cubicBezTo>
                <a:cubicBezTo>
                  <a:pt x="331597" y="19146"/>
                  <a:pt x="329577" y="14428"/>
                  <a:pt x="325538" y="11434"/>
                </a:cubicBezTo>
                <a:cubicBezTo>
                  <a:pt x="321500" y="8439"/>
                  <a:pt x="315216" y="6942"/>
                  <a:pt x="306686" y="6942"/>
                </a:cubicBezTo>
                <a:cubicBezTo>
                  <a:pt x="303964" y="6942"/>
                  <a:pt x="302126" y="7282"/>
                  <a:pt x="301172" y="7963"/>
                </a:cubicBezTo>
                <a:cubicBezTo>
                  <a:pt x="300219" y="8643"/>
                  <a:pt x="299743" y="9936"/>
                  <a:pt x="299743" y="11841"/>
                </a:cubicBezTo>
                <a:close/>
                <a:moveTo>
                  <a:pt x="458871" y="1905"/>
                </a:moveTo>
                <a:lnTo>
                  <a:pt x="458871" y="4491"/>
                </a:lnTo>
                <a:cubicBezTo>
                  <a:pt x="456602" y="4672"/>
                  <a:pt x="454559" y="5217"/>
                  <a:pt x="452744" y="6125"/>
                </a:cubicBezTo>
                <a:cubicBezTo>
                  <a:pt x="450930" y="7032"/>
                  <a:pt x="449070" y="8575"/>
                  <a:pt x="447163" y="10753"/>
                </a:cubicBezTo>
                <a:cubicBezTo>
                  <a:pt x="445258" y="12931"/>
                  <a:pt x="442899" y="16016"/>
                  <a:pt x="440086" y="20008"/>
                </a:cubicBezTo>
                <a:lnTo>
                  <a:pt x="419941" y="50774"/>
                </a:lnTo>
                <a:lnTo>
                  <a:pt x="419941" y="77182"/>
                </a:lnTo>
                <a:cubicBezTo>
                  <a:pt x="420031" y="80630"/>
                  <a:pt x="420394" y="83216"/>
                  <a:pt x="421029" y="84940"/>
                </a:cubicBezTo>
                <a:cubicBezTo>
                  <a:pt x="421665" y="86664"/>
                  <a:pt x="422980" y="87821"/>
                  <a:pt x="424976" y="88410"/>
                </a:cubicBezTo>
                <a:cubicBezTo>
                  <a:pt x="426973" y="89000"/>
                  <a:pt x="429968" y="89341"/>
                  <a:pt x="433961" y="89432"/>
                </a:cubicBezTo>
                <a:lnTo>
                  <a:pt x="433961" y="92018"/>
                </a:lnTo>
                <a:lnTo>
                  <a:pt x="392308" y="92018"/>
                </a:lnTo>
                <a:lnTo>
                  <a:pt x="392308" y="89432"/>
                </a:lnTo>
                <a:cubicBezTo>
                  <a:pt x="396481" y="89251"/>
                  <a:pt x="399521" y="88865"/>
                  <a:pt x="401426" y="88275"/>
                </a:cubicBezTo>
                <a:cubicBezTo>
                  <a:pt x="403333" y="87686"/>
                  <a:pt x="404581" y="86438"/>
                  <a:pt x="405171" y="84533"/>
                </a:cubicBezTo>
                <a:cubicBezTo>
                  <a:pt x="405761" y="82626"/>
                  <a:pt x="406056" y="79676"/>
                  <a:pt x="406056" y="75684"/>
                </a:cubicBezTo>
                <a:lnTo>
                  <a:pt x="406056" y="51997"/>
                </a:lnTo>
                <a:lnTo>
                  <a:pt x="388224" y="25864"/>
                </a:lnTo>
                <a:cubicBezTo>
                  <a:pt x="384866" y="21053"/>
                  <a:pt x="382098" y="17242"/>
                  <a:pt x="379920" y="14429"/>
                </a:cubicBezTo>
                <a:cubicBezTo>
                  <a:pt x="377742" y="11616"/>
                  <a:pt x="375949" y="9505"/>
                  <a:pt x="374542" y="8098"/>
                </a:cubicBezTo>
                <a:cubicBezTo>
                  <a:pt x="373136" y="6692"/>
                  <a:pt x="371797" y="5762"/>
                  <a:pt x="370525" y="5309"/>
                </a:cubicBezTo>
                <a:cubicBezTo>
                  <a:pt x="369256" y="4855"/>
                  <a:pt x="367804" y="4582"/>
                  <a:pt x="366172" y="4491"/>
                </a:cubicBezTo>
                <a:lnTo>
                  <a:pt x="366172" y="1905"/>
                </a:lnTo>
                <a:lnTo>
                  <a:pt x="404286" y="1905"/>
                </a:lnTo>
                <a:lnTo>
                  <a:pt x="404286" y="4491"/>
                </a:lnTo>
                <a:cubicBezTo>
                  <a:pt x="403560" y="4582"/>
                  <a:pt x="402880" y="4628"/>
                  <a:pt x="402244" y="4628"/>
                </a:cubicBezTo>
                <a:cubicBezTo>
                  <a:pt x="401609" y="4628"/>
                  <a:pt x="401155" y="4628"/>
                  <a:pt x="400882" y="4628"/>
                </a:cubicBezTo>
                <a:cubicBezTo>
                  <a:pt x="396708" y="4899"/>
                  <a:pt x="394621" y="6215"/>
                  <a:pt x="394621" y="8574"/>
                </a:cubicBezTo>
                <a:cubicBezTo>
                  <a:pt x="394621" y="10300"/>
                  <a:pt x="395393" y="12296"/>
                  <a:pt x="396935" y="14564"/>
                </a:cubicBezTo>
                <a:lnTo>
                  <a:pt x="417081" y="44784"/>
                </a:lnTo>
                <a:lnTo>
                  <a:pt x="436547" y="14020"/>
                </a:lnTo>
                <a:cubicBezTo>
                  <a:pt x="437817" y="12115"/>
                  <a:pt x="438452" y="10436"/>
                  <a:pt x="438452" y="8983"/>
                </a:cubicBezTo>
                <a:cubicBezTo>
                  <a:pt x="438452" y="7349"/>
                  <a:pt x="437771" y="6215"/>
                  <a:pt x="436410" y="5581"/>
                </a:cubicBezTo>
                <a:cubicBezTo>
                  <a:pt x="435049" y="4946"/>
                  <a:pt x="432599" y="4582"/>
                  <a:pt x="429059" y="4491"/>
                </a:cubicBezTo>
                <a:lnTo>
                  <a:pt x="429059" y="1905"/>
                </a:lnTo>
                <a:lnTo>
                  <a:pt x="458871" y="1905"/>
                </a:lnTo>
                <a:close/>
                <a:moveTo>
                  <a:pt x="463092" y="4491"/>
                </a:moveTo>
                <a:lnTo>
                  <a:pt x="463092" y="1905"/>
                </a:lnTo>
                <a:lnTo>
                  <a:pt x="499027" y="1905"/>
                </a:lnTo>
                <a:cubicBezTo>
                  <a:pt x="505471" y="1905"/>
                  <a:pt x="511414" y="2790"/>
                  <a:pt x="516859" y="4559"/>
                </a:cubicBezTo>
                <a:cubicBezTo>
                  <a:pt x="522304" y="6329"/>
                  <a:pt x="526388" y="8711"/>
                  <a:pt x="529112" y="11706"/>
                </a:cubicBezTo>
                <a:cubicBezTo>
                  <a:pt x="532832" y="15698"/>
                  <a:pt x="534693" y="20644"/>
                  <a:pt x="534693" y="26543"/>
                </a:cubicBezTo>
                <a:cubicBezTo>
                  <a:pt x="534693" y="30989"/>
                  <a:pt x="533535" y="35164"/>
                  <a:pt x="531220" y="39068"/>
                </a:cubicBezTo>
                <a:cubicBezTo>
                  <a:pt x="528906" y="42970"/>
                  <a:pt x="525707" y="46009"/>
                  <a:pt x="521624" y="48186"/>
                </a:cubicBezTo>
                <a:cubicBezTo>
                  <a:pt x="516088" y="51272"/>
                  <a:pt x="508147" y="52816"/>
                  <a:pt x="497802" y="52816"/>
                </a:cubicBezTo>
                <a:cubicBezTo>
                  <a:pt x="496078" y="52816"/>
                  <a:pt x="494535" y="52771"/>
                  <a:pt x="493174" y="52681"/>
                </a:cubicBezTo>
                <a:cubicBezTo>
                  <a:pt x="491813" y="52589"/>
                  <a:pt x="490225" y="52498"/>
                  <a:pt x="488409" y="52407"/>
                </a:cubicBezTo>
                <a:lnTo>
                  <a:pt x="488409" y="77182"/>
                </a:lnTo>
                <a:cubicBezTo>
                  <a:pt x="488501" y="80538"/>
                  <a:pt x="488864" y="83079"/>
                  <a:pt x="489498" y="84805"/>
                </a:cubicBezTo>
                <a:cubicBezTo>
                  <a:pt x="490133" y="86529"/>
                  <a:pt x="491359" y="87708"/>
                  <a:pt x="493174" y="88344"/>
                </a:cubicBezTo>
                <a:cubicBezTo>
                  <a:pt x="494990" y="88978"/>
                  <a:pt x="497667" y="89341"/>
                  <a:pt x="501206" y="89432"/>
                </a:cubicBezTo>
                <a:lnTo>
                  <a:pt x="501206" y="92018"/>
                </a:lnTo>
                <a:lnTo>
                  <a:pt x="463092" y="92018"/>
                </a:lnTo>
                <a:lnTo>
                  <a:pt x="463092" y="89432"/>
                </a:lnTo>
                <a:cubicBezTo>
                  <a:pt x="466540" y="89070"/>
                  <a:pt x="469058" y="88570"/>
                  <a:pt x="470646" y="87935"/>
                </a:cubicBezTo>
                <a:cubicBezTo>
                  <a:pt x="472235" y="87299"/>
                  <a:pt x="473278" y="86052"/>
                  <a:pt x="473777" y="84192"/>
                </a:cubicBezTo>
                <a:cubicBezTo>
                  <a:pt x="474276" y="82331"/>
                  <a:pt x="474526" y="79495"/>
                  <a:pt x="474526" y="75684"/>
                </a:cubicBezTo>
                <a:lnTo>
                  <a:pt x="474526" y="16743"/>
                </a:lnTo>
                <a:cubicBezTo>
                  <a:pt x="474526" y="13385"/>
                  <a:pt x="474254" y="10912"/>
                  <a:pt x="473708" y="9324"/>
                </a:cubicBezTo>
                <a:cubicBezTo>
                  <a:pt x="473164" y="7736"/>
                  <a:pt x="472098" y="6624"/>
                  <a:pt x="470509" y="5988"/>
                </a:cubicBezTo>
                <a:cubicBezTo>
                  <a:pt x="468921" y="5353"/>
                  <a:pt x="466449" y="4853"/>
                  <a:pt x="463092" y="4491"/>
                </a:cubicBezTo>
                <a:moveTo>
                  <a:pt x="488409" y="11569"/>
                </a:moveTo>
                <a:lnTo>
                  <a:pt x="488409" y="46963"/>
                </a:lnTo>
                <a:cubicBezTo>
                  <a:pt x="489952" y="47053"/>
                  <a:pt x="491290" y="47143"/>
                  <a:pt x="492424" y="47235"/>
                </a:cubicBezTo>
                <a:cubicBezTo>
                  <a:pt x="493560" y="47325"/>
                  <a:pt x="494808" y="47370"/>
                  <a:pt x="496169" y="47370"/>
                </a:cubicBezTo>
                <a:cubicBezTo>
                  <a:pt x="511959" y="47370"/>
                  <a:pt x="519854" y="40699"/>
                  <a:pt x="519854" y="27359"/>
                </a:cubicBezTo>
                <a:cubicBezTo>
                  <a:pt x="519854" y="20372"/>
                  <a:pt x="517676" y="15222"/>
                  <a:pt x="513320" y="11910"/>
                </a:cubicBezTo>
                <a:cubicBezTo>
                  <a:pt x="508965" y="8598"/>
                  <a:pt x="502204" y="6942"/>
                  <a:pt x="493037" y="6942"/>
                </a:cubicBezTo>
                <a:cubicBezTo>
                  <a:pt x="491223" y="6942"/>
                  <a:pt x="489998" y="7259"/>
                  <a:pt x="489363" y="7895"/>
                </a:cubicBezTo>
                <a:cubicBezTo>
                  <a:pt x="488727" y="8531"/>
                  <a:pt x="488409" y="9755"/>
                  <a:pt x="488409" y="11569"/>
                </a:cubicBezTo>
                <a:close/>
                <a:moveTo>
                  <a:pt x="598124" y="89432"/>
                </a:moveTo>
                <a:lnTo>
                  <a:pt x="598124" y="92018"/>
                </a:lnTo>
                <a:lnTo>
                  <a:pt x="558378" y="92018"/>
                </a:lnTo>
                <a:lnTo>
                  <a:pt x="558378" y="89432"/>
                </a:lnTo>
                <a:cubicBezTo>
                  <a:pt x="562188" y="89160"/>
                  <a:pt x="565001" y="88706"/>
                  <a:pt x="566817" y="88072"/>
                </a:cubicBezTo>
                <a:cubicBezTo>
                  <a:pt x="568632" y="87436"/>
                  <a:pt x="569812" y="86189"/>
                  <a:pt x="570356" y="84329"/>
                </a:cubicBezTo>
                <a:cubicBezTo>
                  <a:pt x="570900" y="82468"/>
                  <a:pt x="571172" y="79586"/>
                  <a:pt x="571172" y="75684"/>
                </a:cubicBezTo>
                <a:lnTo>
                  <a:pt x="571172" y="7623"/>
                </a:lnTo>
                <a:lnTo>
                  <a:pt x="563822" y="7623"/>
                </a:lnTo>
                <a:cubicBezTo>
                  <a:pt x="558650" y="7713"/>
                  <a:pt x="554680" y="8166"/>
                  <a:pt x="551912" y="8983"/>
                </a:cubicBezTo>
                <a:cubicBezTo>
                  <a:pt x="549144" y="9800"/>
                  <a:pt x="547101" y="11434"/>
                  <a:pt x="545784" y="13885"/>
                </a:cubicBezTo>
                <a:cubicBezTo>
                  <a:pt x="544469" y="16335"/>
                  <a:pt x="543267" y="20055"/>
                  <a:pt x="542179" y="25045"/>
                </a:cubicBezTo>
                <a:lnTo>
                  <a:pt x="538911" y="25045"/>
                </a:lnTo>
                <a:lnTo>
                  <a:pt x="539728" y="1905"/>
                </a:lnTo>
                <a:lnTo>
                  <a:pt x="616502" y="1905"/>
                </a:lnTo>
                <a:lnTo>
                  <a:pt x="617319" y="25045"/>
                </a:lnTo>
                <a:lnTo>
                  <a:pt x="614051" y="25045"/>
                </a:lnTo>
                <a:cubicBezTo>
                  <a:pt x="613053" y="20055"/>
                  <a:pt x="611896" y="16335"/>
                  <a:pt x="610581" y="13885"/>
                </a:cubicBezTo>
                <a:cubicBezTo>
                  <a:pt x="609265" y="11434"/>
                  <a:pt x="607223" y="9800"/>
                  <a:pt x="604455" y="8983"/>
                </a:cubicBezTo>
                <a:cubicBezTo>
                  <a:pt x="601687" y="8166"/>
                  <a:pt x="597672" y="7713"/>
                  <a:pt x="592408" y="7623"/>
                </a:cubicBezTo>
                <a:lnTo>
                  <a:pt x="585058" y="7623"/>
                </a:lnTo>
                <a:lnTo>
                  <a:pt x="585058" y="77182"/>
                </a:lnTo>
                <a:cubicBezTo>
                  <a:pt x="585148" y="80448"/>
                  <a:pt x="585488" y="82944"/>
                  <a:pt x="586077" y="84668"/>
                </a:cubicBezTo>
                <a:cubicBezTo>
                  <a:pt x="586667" y="86392"/>
                  <a:pt x="587892" y="87571"/>
                  <a:pt x="589752" y="88207"/>
                </a:cubicBezTo>
                <a:cubicBezTo>
                  <a:pt x="591613" y="88842"/>
                  <a:pt x="594404" y="89251"/>
                  <a:pt x="598124" y="8943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920" cap="flat">
            <a:solidFill>
              <a:srgbClr val="FFFFFF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B639A-039D-48EC-B521-C92B44EA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157" y="6029070"/>
            <a:ext cx="3623550" cy="316342"/>
          </a:xfrm>
          <a:custGeom xmlns:a="http://schemas.openxmlformats.org/drawingml/2006/main">
            <a:pathLst>
              <a:path w="3623550" h="316342">
                <a:moveTo>
                  <a:pt x="0" y="316342"/>
                </a:moveTo>
                <a:lnTo>
                  <a:pt x="0" y="0"/>
                </a:lnTo>
                <a:lnTo>
                  <a:pt x="3623550" y="0"/>
                </a:lnTo>
                <a:lnTo>
                  <a:pt x="3623550" y="316342"/>
                </a:lnTo>
                <a:lnTo>
                  <a:pt x="0" y="316342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7210E1-FD46-4DAD-8AAB-1C04252B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157" y="6029070"/>
            <a:ext cx="3623550" cy="316342"/>
          </a:xfrm>
          <a:custGeom xmlns:a="http://schemas.openxmlformats.org/drawingml/2006/main">
            <a:pathLst>
              <a:path w="3623550" h="316342" fill="none">
                <a:moveTo>
                  <a:pt x="0" y="316342"/>
                </a:moveTo>
                <a:lnTo>
                  <a:pt x="3623550" y="316342"/>
                </a:lnTo>
                <a:lnTo>
                  <a:pt x="3623550" y="0"/>
                </a:lnTo>
                <a:lnTo>
                  <a:pt x="0" y="0"/>
                </a:lnTo>
                <a:lnTo>
                  <a:pt x="0" y="3163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71" name="Text EncryptedPacket">
            <a:extLst xmlns:a="http://schemas.openxmlformats.org/drawingml/2006/main">
              <a:ext uri="{FF2B5EF4-FFF2-40B4-BE49-F238E27FC236}">
                <a16:creationId xmlns:a16="http://schemas.microsoft.com/office/drawing/2014/main" id="{F6C4D5BB-D811-4221-838B-D10CF1D4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179" y="6139001"/>
            <a:ext cx="953782" cy="122820"/>
          </a:xfrm>
          <a:custGeom xmlns:a="http://schemas.openxmlformats.org/drawingml/2006/main">
            <a:pathLst>
              <a:path w="953782" h="122820">
                <a:moveTo>
                  <a:pt x="79745" y="70065"/>
                </a:moveTo>
                <a:lnTo>
                  <a:pt x="73611" y="93103"/>
                </a:lnTo>
                <a:lnTo>
                  <a:pt x="0" y="93103"/>
                </a:lnTo>
                <a:lnTo>
                  <a:pt x="0" y="90513"/>
                </a:lnTo>
                <a:cubicBezTo>
                  <a:pt x="3273" y="90331"/>
                  <a:pt x="5749" y="89900"/>
                  <a:pt x="7430" y="89219"/>
                </a:cubicBezTo>
                <a:cubicBezTo>
                  <a:pt x="9112" y="88537"/>
                  <a:pt x="10248" y="87356"/>
                  <a:pt x="10839" y="85675"/>
                </a:cubicBezTo>
                <a:cubicBezTo>
                  <a:pt x="11430" y="83993"/>
                  <a:pt x="11770" y="81516"/>
                  <a:pt x="11860" y="78245"/>
                </a:cubicBezTo>
                <a:lnTo>
                  <a:pt x="11860" y="17722"/>
                </a:lnTo>
                <a:cubicBezTo>
                  <a:pt x="11770" y="14449"/>
                  <a:pt x="11430" y="11972"/>
                  <a:pt x="10839" y="10292"/>
                </a:cubicBezTo>
                <a:cubicBezTo>
                  <a:pt x="10248" y="8610"/>
                  <a:pt x="9135" y="7428"/>
                  <a:pt x="7498" y="6748"/>
                </a:cubicBezTo>
                <a:cubicBezTo>
                  <a:pt x="5862" y="6065"/>
                  <a:pt x="3363" y="5633"/>
                  <a:pt x="0" y="5452"/>
                </a:cubicBezTo>
                <a:lnTo>
                  <a:pt x="0" y="2862"/>
                </a:lnTo>
                <a:lnTo>
                  <a:pt x="72384" y="2862"/>
                </a:lnTo>
                <a:lnTo>
                  <a:pt x="72794" y="22356"/>
                </a:lnTo>
                <a:lnTo>
                  <a:pt x="69384" y="22356"/>
                </a:lnTo>
                <a:cubicBezTo>
                  <a:pt x="68658" y="18267"/>
                  <a:pt x="67704" y="15222"/>
                  <a:pt x="66522" y="13223"/>
                </a:cubicBezTo>
                <a:cubicBezTo>
                  <a:pt x="65341" y="11223"/>
                  <a:pt x="63387" y="9883"/>
                  <a:pt x="60661" y="9202"/>
                </a:cubicBezTo>
                <a:cubicBezTo>
                  <a:pt x="57935" y="8520"/>
                  <a:pt x="53936" y="8133"/>
                  <a:pt x="48666" y="8043"/>
                </a:cubicBezTo>
                <a:lnTo>
                  <a:pt x="30262" y="8043"/>
                </a:lnTo>
                <a:cubicBezTo>
                  <a:pt x="28354" y="8043"/>
                  <a:pt x="27149" y="8293"/>
                  <a:pt x="26649" y="8792"/>
                </a:cubicBezTo>
                <a:cubicBezTo>
                  <a:pt x="26150" y="9291"/>
                  <a:pt x="25855" y="10586"/>
                  <a:pt x="25765" y="12678"/>
                </a:cubicBezTo>
                <a:lnTo>
                  <a:pt x="25765" y="42939"/>
                </a:lnTo>
                <a:lnTo>
                  <a:pt x="46756" y="42939"/>
                </a:lnTo>
                <a:cubicBezTo>
                  <a:pt x="50574" y="42848"/>
                  <a:pt x="53459" y="42485"/>
                  <a:pt x="55413" y="41849"/>
                </a:cubicBezTo>
                <a:cubicBezTo>
                  <a:pt x="57367" y="41213"/>
                  <a:pt x="58775" y="39986"/>
                  <a:pt x="59638" y="38168"/>
                </a:cubicBezTo>
                <a:cubicBezTo>
                  <a:pt x="60501" y="36350"/>
                  <a:pt x="61206" y="33624"/>
                  <a:pt x="61751" y="29989"/>
                </a:cubicBezTo>
                <a:lnTo>
                  <a:pt x="64888" y="29989"/>
                </a:lnTo>
                <a:lnTo>
                  <a:pt x="64888" y="61614"/>
                </a:lnTo>
                <a:lnTo>
                  <a:pt x="61751" y="61614"/>
                </a:lnTo>
                <a:cubicBezTo>
                  <a:pt x="61206" y="57888"/>
                  <a:pt x="60501" y="55116"/>
                  <a:pt x="59638" y="53300"/>
                </a:cubicBezTo>
                <a:cubicBezTo>
                  <a:pt x="58775" y="51482"/>
                  <a:pt x="57367" y="50255"/>
                  <a:pt x="55413" y="49618"/>
                </a:cubicBezTo>
                <a:cubicBezTo>
                  <a:pt x="53459" y="48982"/>
                  <a:pt x="50574" y="48618"/>
                  <a:pt x="46756" y="48528"/>
                </a:cubicBezTo>
                <a:lnTo>
                  <a:pt x="25765" y="48528"/>
                </a:lnTo>
                <a:lnTo>
                  <a:pt x="25765" y="82197"/>
                </a:lnTo>
                <a:cubicBezTo>
                  <a:pt x="25765" y="83924"/>
                  <a:pt x="25969" y="85173"/>
                  <a:pt x="26378" y="85945"/>
                </a:cubicBezTo>
                <a:cubicBezTo>
                  <a:pt x="26788" y="86718"/>
                  <a:pt x="27991" y="87218"/>
                  <a:pt x="29989" y="87445"/>
                </a:cubicBezTo>
                <a:cubicBezTo>
                  <a:pt x="31989" y="87672"/>
                  <a:pt x="35352" y="87877"/>
                  <a:pt x="40077" y="88059"/>
                </a:cubicBezTo>
                <a:lnTo>
                  <a:pt x="43757" y="88059"/>
                </a:lnTo>
                <a:cubicBezTo>
                  <a:pt x="50301" y="87969"/>
                  <a:pt x="55526" y="87446"/>
                  <a:pt x="59434" y="86492"/>
                </a:cubicBezTo>
                <a:cubicBezTo>
                  <a:pt x="63341" y="85537"/>
                  <a:pt x="66522" y="83765"/>
                  <a:pt x="68975" y="81176"/>
                </a:cubicBezTo>
                <a:cubicBezTo>
                  <a:pt x="71429" y="78586"/>
                  <a:pt x="73747" y="74882"/>
                  <a:pt x="75928" y="70065"/>
                </a:cubicBezTo>
                <a:lnTo>
                  <a:pt x="79745" y="70065"/>
                </a:lnTo>
                <a:close/>
                <a:moveTo>
                  <a:pt x="84108" y="93103"/>
                </a:moveTo>
                <a:lnTo>
                  <a:pt x="84108" y="91058"/>
                </a:lnTo>
                <a:cubicBezTo>
                  <a:pt x="87561" y="90876"/>
                  <a:pt x="89809" y="90127"/>
                  <a:pt x="90853" y="88810"/>
                </a:cubicBezTo>
                <a:cubicBezTo>
                  <a:pt x="91899" y="87491"/>
                  <a:pt x="92467" y="84833"/>
                  <a:pt x="92559" y="80835"/>
                </a:cubicBezTo>
                <a:lnTo>
                  <a:pt x="92559" y="47029"/>
                </a:lnTo>
                <a:cubicBezTo>
                  <a:pt x="92559" y="43666"/>
                  <a:pt x="92195" y="41372"/>
                  <a:pt x="91467" y="40146"/>
                </a:cubicBezTo>
                <a:cubicBezTo>
                  <a:pt x="90740" y="38919"/>
                  <a:pt x="89423" y="38305"/>
                  <a:pt x="87515" y="38305"/>
                </a:cubicBezTo>
                <a:cubicBezTo>
                  <a:pt x="85789" y="38305"/>
                  <a:pt x="84562" y="38487"/>
                  <a:pt x="83835" y="38850"/>
                </a:cubicBezTo>
                <a:lnTo>
                  <a:pt x="83835" y="36533"/>
                </a:lnTo>
                <a:cubicBezTo>
                  <a:pt x="87561" y="35442"/>
                  <a:pt x="90787" y="34442"/>
                  <a:pt x="93514" y="33534"/>
                </a:cubicBezTo>
                <a:cubicBezTo>
                  <a:pt x="96240" y="32624"/>
                  <a:pt x="99284" y="31578"/>
                  <a:pt x="102647" y="30397"/>
                </a:cubicBezTo>
                <a:lnTo>
                  <a:pt x="103600" y="30672"/>
                </a:lnTo>
                <a:lnTo>
                  <a:pt x="103600" y="41440"/>
                </a:lnTo>
                <a:cubicBezTo>
                  <a:pt x="106690" y="38532"/>
                  <a:pt x="109326" y="36283"/>
                  <a:pt x="111506" y="34692"/>
                </a:cubicBezTo>
                <a:cubicBezTo>
                  <a:pt x="113687" y="33102"/>
                  <a:pt x="115686" y="31988"/>
                  <a:pt x="117504" y="31352"/>
                </a:cubicBezTo>
                <a:cubicBezTo>
                  <a:pt x="119322" y="30715"/>
                  <a:pt x="121276" y="30397"/>
                  <a:pt x="123366" y="30397"/>
                </a:cubicBezTo>
                <a:cubicBezTo>
                  <a:pt x="128455" y="30397"/>
                  <a:pt x="132407" y="32192"/>
                  <a:pt x="135224" y="35782"/>
                </a:cubicBezTo>
                <a:cubicBezTo>
                  <a:pt x="138041" y="39372"/>
                  <a:pt x="139450" y="44393"/>
                  <a:pt x="139450" y="50845"/>
                </a:cubicBezTo>
                <a:lnTo>
                  <a:pt x="139450" y="82062"/>
                </a:lnTo>
                <a:cubicBezTo>
                  <a:pt x="139542" y="85423"/>
                  <a:pt x="140110" y="87672"/>
                  <a:pt x="141154" y="88810"/>
                </a:cubicBezTo>
                <a:cubicBezTo>
                  <a:pt x="142199" y="89945"/>
                  <a:pt x="144404" y="90695"/>
                  <a:pt x="147766" y="91058"/>
                </a:cubicBezTo>
                <a:lnTo>
                  <a:pt x="147766" y="93103"/>
                </a:lnTo>
                <a:lnTo>
                  <a:pt x="119412" y="93103"/>
                </a:lnTo>
                <a:lnTo>
                  <a:pt x="119412" y="91058"/>
                </a:lnTo>
                <a:cubicBezTo>
                  <a:pt x="122774" y="90876"/>
                  <a:pt x="125023" y="90036"/>
                  <a:pt x="126159" y="88537"/>
                </a:cubicBezTo>
                <a:cubicBezTo>
                  <a:pt x="127296" y="87037"/>
                  <a:pt x="127910" y="84060"/>
                  <a:pt x="128000" y="79608"/>
                </a:cubicBezTo>
                <a:lnTo>
                  <a:pt x="128000" y="51118"/>
                </a:lnTo>
                <a:cubicBezTo>
                  <a:pt x="128000" y="42303"/>
                  <a:pt x="124683" y="37895"/>
                  <a:pt x="118049" y="37895"/>
                </a:cubicBezTo>
                <a:cubicBezTo>
                  <a:pt x="115778" y="37895"/>
                  <a:pt x="113665" y="38418"/>
                  <a:pt x="111712" y="39464"/>
                </a:cubicBezTo>
                <a:cubicBezTo>
                  <a:pt x="109758" y="40508"/>
                  <a:pt x="107190" y="42575"/>
                  <a:pt x="104009" y="45664"/>
                </a:cubicBezTo>
                <a:lnTo>
                  <a:pt x="104009" y="83969"/>
                </a:lnTo>
                <a:cubicBezTo>
                  <a:pt x="104009" y="86424"/>
                  <a:pt x="104668" y="88174"/>
                  <a:pt x="105985" y="89219"/>
                </a:cubicBezTo>
                <a:cubicBezTo>
                  <a:pt x="107303" y="90263"/>
                  <a:pt x="109643" y="90876"/>
                  <a:pt x="113005" y="91058"/>
                </a:cubicBezTo>
                <a:lnTo>
                  <a:pt x="113005" y="93103"/>
                </a:lnTo>
                <a:lnTo>
                  <a:pt x="84108" y="93103"/>
                </a:lnTo>
                <a:close/>
                <a:moveTo>
                  <a:pt x="204063" y="71837"/>
                </a:moveTo>
                <a:lnTo>
                  <a:pt x="205973" y="73064"/>
                </a:lnTo>
                <a:cubicBezTo>
                  <a:pt x="203973" y="77063"/>
                  <a:pt x="202201" y="80176"/>
                  <a:pt x="200656" y="82403"/>
                </a:cubicBezTo>
                <a:cubicBezTo>
                  <a:pt x="199112" y="84629"/>
                  <a:pt x="197430" y="86514"/>
                  <a:pt x="195612" y="88059"/>
                </a:cubicBezTo>
                <a:cubicBezTo>
                  <a:pt x="190615" y="92330"/>
                  <a:pt x="185117" y="94465"/>
                  <a:pt x="179118" y="94465"/>
                </a:cubicBezTo>
                <a:cubicBezTo>
                  <a:pt x="174120" y="94465"/>
                  <a:pt x="169668" y="93171"/>
                  <a:pt x="165760" y="90582"/>
                </a:cubicBezTo>
                <a:cubicBezTo>
                  <a:pt x="161853" y="87991"/>
                  <a:pt x="158785" y="84402"/>
                  <a:pt x="156558" y="79814"/>
                </a:cubicBezTo>
                <a:cubicBezTo>
                  <a:pt x="154331" y="75224"/>
                  <a:pt x="153218" y="70020"/>
                  <a:pt x="153218" y="64203"/>
                </a:cubicBezTo>
                <a:cubicBezTo>
                  <a:pt x="153218" y="53025"/>
                  <a:pt x="156762" y="44301"/>
                  <a:pt x="163851" y="38031"/>
                </a:cubicBezTo>
                <a:cubicBezTo>
                  <a:pt x="169668" y="32942"/>
                  <a:pt x="176075" y="30397"/>
                  <a:pt x="183072" y="30397"/>
                </a:cubicBezTo>
                <a:cubicBezTo>
                  <a:pt x="186888" y="30397"/>
                  <a:pt x="190387" y="31034"/>
                  <a:pt x="193568" y="32306"/>
                </a:cubicBezTo>
                <a:cubicBezTo>
                  <a:pt x="196749" y="33578"/>
                  <a:pt x="199293" y="35282"/>
                  <a:pt x="201201" y="37419"/>
                </a:cubicBezTo>
                <a:cubicBezTo>
                  <a:pt x="203109" y="39555"/>
                  <a:pt x="204063" y="41895"/>
                  <a:pt x="204063" y="44439"/>
                </a:cubicBezTo>
                <a:cubicBezTo>
                  <a:pt x="204063" y="45984"/>
                  <a:pt x="203450" y="47324"/>
                  <a:pt x="202223" y="48460"/>
                </a:cubicBezTo>
                <a:cubicBezTo>
                  <a:pt x="200997" y="49595"/>
                  <a:pt x="199475" y="50163"/>
                  <a:pt x="197657" y="50163"/>
                </a:cubicBezTo>
                <a:cubicBezTo>
                  <a:pt x="194476" y="50163"/>
                  <a:pt x="192295" y="48074"/>
                  <a:pt x="191113" y="43894"/>
                </a:cubicBezTo>
                <a:lnTo>
                  <a:pt x="190296" y="40895"/>
                </a:lnTo>
                <a:cubicBezTo>
                  <a:pt x="189659" y="38350"/>
                  <a:pt x="188773" y="36624"/>
                  <a:pt x="187638" y="35716"/>
                </a:cubicBezTo>
                <a:cubicBezTo>
                  <a:pt x="186502" y="34806"/>
                  <a:pt x="184708" y="34351"/>
                  <a:pt x="182255" y="34351"/>
                </a:cubicBezTo>
                <a:cubicBezTo>
                  <a:pt x="176711" y="34351"/>
                  <a:pt x="172235" y="36532"/>
                  <a:pt x="168826" y="40895"/>
                </a:cubicBezTo>
                <a:cubicBezTo>
                  <a:pt x="165419" y="45256"/>
                  <a:pt x="163716" y="50981"/>
                  <a:pt x="163716" y="58069"/>
                </a:cubicBezTo>
                <a:cubicBezTo>
                  <a:pt x="163716" y="63250"/>
                  <a:pt x="164602" y="67840"/>
                  <a:pt x="166374" y="71839"/>
                </a:cubicBezTo>
                <a:cubicBezTo>
                  <a:pt x="168146" y="75837"/>
                  <a:pt x="170622" y="78972"/>
                  <a:pt x="173802" y="81245"/>
                </a:cubicBezTo>
                <a:cubicBezTo>
                  <a:pt x="176983" y="83516"/>
                  <a:pt x="180663" y="84652"/>
                  <a:pt x="184844" y="84652"/>
                </a:cubicBezTo>
                <a:cubicBezTo>
                  <a:pt x="188752" y="84652"/>
                  <a:pt x="192114" y="83698"/>
                  <a:pt x="194930" y="81790"/>
                </a:cubicBezTo>
                <a:cubicBezTo>
                  <a:pt x="197748" y="79880"/>
                  <a:pt x="200792" y="76563"/>
                  <a:pt x="204063" y="71837"/>
                </a:cubicBezTo>
                <a:close/>
                <a:moveTo>
                  <a:pt x="211017" y="93103"/>
                </a:moveTo>
                <a:lnTo>
                  <a:pt x="211017" y="91058"/>
                </a:lnTo>
                <a:cubicBezTo>
                  <a:pt x="213925" y="90513"/>
                  <a:pt x="216037" y="89991"/>
                  <a:pt x="217354" y="89492"/>
                </a:cubicBezTo>
                <a:cubicBezTo>
                  <a:pt x="218672" y="88991"/>
                  <a:pt x="219535" y="88150"/>
                  <a:pt x="219944" y="86969"/>
                </a:cubicBezTo>
                <a:cubicBezTo>
                  <a:pt x="220353" y="85787"/>
                  <a:pt x="220603" y="84015"/>
                  <a:pt x="220695" y="81652"/>
                </a:cubicBezTo>
                <a:lnTo>
                  <a:pt x="220695" y="47574"/>
                </a:lnTo>
                <a:cubicBezTo>
                  <a:pt x="220695" y="44574"/>
                  <a:pt x="220354" y="42462"/>
                  <a:pt x="219672" y="41236"/>
                </a:cubicBezTo>
                <a:cubicBezTo>
                  <a:pt x="218991" y="40009"/>
                  <a:pt x="217787" y="39395"/>
                  <a:pt x="216061" y="39395"/>
                </a:cubicBezTo>
                <a:cubicBezTo>
                  <a:pt x="214606" y="39395"/>
                  <a:pt x="213016" y="39577"/>
                  <a:pt x="211289" y="39940"/>
                </a:cubicBezTo>
                <a:lnTo>
                  <a:pt x="211289" y="37758"/>
                </a:lnTo>
                <a:cubicBezTo>
                  <a:pt x="215287" y="36487"/>
                  <a:pt x="218740" y="35306"/>
                  <a:pt x="221648" y="34216"/>
                </a:cubicBezTo>
                <a:cubicBezTo>
                  <a:pt x="224557" y="33125"/>
                  <a:pt x="227829" y="31852"/>
                  <a:pt x="231463" y="30397"/>
                </a:cubicBezTo>
                <a:lnTo>
                  <a:pt x="232145" y="30672"/>
                </a:lnTo>
                <a:lnTo>
                  <a:pt x="232145" y="43212"/>
                </a:lnTo>
                <a:cubicBezTo>
                  <a:pt x="235508" y="38304"/>
                  <a:pt x="238370" y="34942"/>
                  <a:pt x="240732" y="33124"/>
                </a:cubicBezTo>
                <a:cubicBezTo>
                  <a:pt x="243094" y="31306"/>
                  <a:pt x="245685" y="30397"/>
                  <a:pt x="248502" y="30397"/>
                </a:cubicBezTo>
                <a:cubicBezTo>
                  <a:pt x="250865" y="30397"/>
                  <a:pt x="252705" y="31034"/>
                  <a:pt x="254023" y="32306"/>
                </a:cubicBezTo>
                <a:cubicBezTo>
                  <a:pt x="255341" y="33578"/>
                  <a:pt x="256001" y="35350"/>
                  <a:pt x="256001" y="37623"/>
                </a:cubicBezTo>
                <a:cubicBezTo>
                  <a:pt x="256001" y="39531"/>
                  <a:pt x="255523" y="41031"/>
                  <a:pt x="254568" y="42122"/>
                </a:cubicBezTo>
                <a:cubicBezTo>
                  <a:pt x="253614" y="43212"/>
                  <a:pt x="252319" y="43757"/>
                  <a:pt x="250684" y="43757"/>
                </a:cubicBezTo>
                <a:cubicBezTo>
                  <a:pt x="249775" y="43757"/>
                  <a:pt x="248911" y="43552"/>
                  <a:pt x="248093" y="43143"/>
                </a:cubicBezTo>
                <a:cubicBezTo>
                  <a:pt x="247276" y="42734"/>
                  <a:pt x="246322" y="42030"/>
                  <a:pt x="245231" y="41030"/>
                </a:cubicBezTo>
                <a:cubicBezTo>
                  <a:pt x="243777" y="39667"/>
                  <a:pt x="242596" y="38985"/>
                  <a:pt x="241686" y="38985"/>
                </a:cubicBezTo>
                <a:cubicBezTo>
                  <a:pt x="240415" y="38985"/>
                  <a:pt x="239029" y="39622"/>
                  <a:pt x="237528" y="40895"/>
                </a:cubicBezTo>
                <a:cubicBezTo>
                  <a:pt x="236029" y="42166"/>
                  <a:pt x="234757" y="43666"/>
                  <a:pt x="233712" y="45394"/>
                </a:cubicBezTo>
                <a:cubicBezTo>
                  <a:pt x="232667" y="47120"/>
                  <a:pt x="232145" y="48710"/>
                  <a:pt x="232145" y="50163"/>
                </a:cubicBezTo>
                <a:lnTo>
                  <a:pt x="232145" y="80835"/>
                </a:lnTo>
                <a:cubicBezTo>
                  <a:pt x="232327" y="84833"/>
                  <a:pt x="233167" y="87491"/>
                  <a:pt x="234666" y="88810"/>
                </a:cubicBezTo>
                <a:cubicBezTo>
                  <a:pt x="236167" y="90127"/>
                  <a:pt x="239188" y="90876"/>
                  <a:pt x="243731" y="91058"/>
                </a:cubicBezTo>
                <a:lnTo>
                  <a:pt x="243731" y="93103"/>
                </a:lnTo>
                <a:lnTo>
                  <a:pt x="211017" y="93103"/>
                </a:lnTo>
                <a:close/>
                <a:moveTo>
                  <a:pt x="320069" y="31762"/>
                </a:moveTo>
                <a:lnTo>
                  <a:pt x="320069" y="33806"/>
                </a:lnTo>
                <a:cubicBezTo>
                  <a:pt x="318432" y="33988"/>
                  <a:pt x="317159" y="34511"/>
                  <a:pt x="316250" y="35374"/>
                </a:cubicBezTo>
                <a:cubicBezTo>
                  <a:pt x="315341" y="36237"/>
                  <a:pt x="314433" y="37759"/>
                  <a:pt x="313525" y="39940"/>
                </a:cubicBezTo>
                <a:lnTo>
                  <a:pt x="292532" y="95557"/>
                </a:lnTo>
                <a:cubicBezTo>
                  <a:pt x="288806" y="105462"/>
                  <a:pt x="285193" y="112482"/>
                  <a:pt x="281695" y="116617"/>
                </a:cubicBezTo>
                <a:cubicBezTo>
                  <a:pt x="278196" y="120752"/>
                  <a:pt x="274130" y="122820"/>
                  <a:pt x="269496" y="122820"/>
                </a:cubicBezTo>
                <a:cubicBezTo>
                  <a:pt x="266588" y="122820"/>
                  <a:pt x="264179" y="122069"/>
                  <a:pt x="262270" y="120569"/>
                </a:cubicBezTo>
                <a:cubicBezTo>
                  <a:pt x="260362" y="119070"/>
                  <a:pt x="259408" y="117185"/>
                  <a:pt x="259408" y="114913"/>
                </a:cubicBezTo>
                <a:cubicBezTo>
                  <a:pt x="259408" y="113187"/>
                  <a:pt x="259975" y="111755"/>
                  <a:pt x="261111" y="110618"/>
                </a:cubicBezTo>
                <a:cubicBezTo>
                  <a:pt x="262247" y="109483"/>
                  <a:pt x="263633" y="108915"/>
                  <a:pt x="265269" y="108915"/>
                </a:cubicBezTo>
                <a:cubicBezTo>
                  <a:pt x="267450" y="108915"/>
                  <a:pt x="269813" y="109415"/>
                  <a:pt x="272358" y="110414"/>
                </a:cubicBezTo>
                <a:cubicBezTo>
                  <a:pt x="273721" y="111051"/>
                  <a:pt x="274902" y="111369"/>
                  <a:pt x="275902" y="111369"/>
                </a:cubicBezTo>
                <a:cubicBezTo>
                  <a:pt x="276902" y="111369"/>
                  <a:pt x="278037" y="110801"/>
                  <a:pt x="279309" y="109664"/>
                </a:cubicBezTo>
                <a:cubicBezTo>
                  <a:pt x="280582" y="108528"/>
                  <a:pt x="281718" y="107097"/>
                  <a:pt x="282718" y="105370"/>
                </a:cubicBezTo>
                <a:cubicBezTo>
                  <a:pt x="283536" y="103917"/>
                  <a:pt x="284354" y="102191"/>
                  <a:pt x="285170" y="100191"/>
                </a:cubicBezTo>
                <a:cubicBezTo>
                  <a:pt x="285989" y="98192"/>
                  <a:pt x="286693" y="96283"/>
                  <a:pt x="287284" y="94465"/>
                </a:cubicBezTo>
                <a:cubicBezTo>
                  <a:pt x="287874" y="92649"/>
                  <a:pt x="288170" y="91376"/>
                  <a:pt x="288170" y="90648"/>
                </a:cubicBezTo>
                <a:cubicBezTo>
                  <a:pt x="288170" y="89648"/>
                  <a:pt x="287647" y="87922"/>
                  <a:pt x="286601" y="85469"/>
                </a:cubicBezTo>
                <a:cubicBezTo>
                  <a:pt x="285557" y="83016"/>
                  <a:pt x="284081" y="80108"/>
                  <a:pt x="282173" y="76746"/>
                </a:cubicBezTo>
                <a:cubicBezTo>
                  <a:pt x="281808" y="76018"/>
                  <a:pt x="281512" y="75427"/>
                  <a:pt x="281285" y="74973"/>
                </a:cubicBezTo>
                <a:cubicBezTo>
                  <a:pt x="281059" y="74519"/>
                  <a:pt x="280537" y="73382"/>
                  <a:pt x="279719" y="71564"/>
                </a:cubicBezTo>
                <a:lnTo>
                  <a:pt x="264179" y="38031"/>
                </a:lnTo>
                <a:cubicBezTo>
                  <a:pt x="263088" y="35669"/>
                  <a:pt x="260771" y="34215"/>
                  <a:pt x="257228" y="33669"/>
                </a:cubicBezTo>
                <a:lnTo>
                  <a:pt x="257228" y="31762"/>
                </a:lnTo>
                <a:lnTo>
                  <a:pt x="285308" y="31762"/>
                </a:lnTo>
                <a:lnTo>
                  <a:pt x="285308" y="33806"/>
                </a:lnTo>
                <a:cubicBezTo>
                  <a:pt x="282400" y="33896"/>
                  <a:pt x="280355" y="34215"/>
                  <a:pt x="279174" y="34761"/>
                </a:cubicBezTo>
                <a:cubicBezTo>
                  <a:pt x="277992" y="35306"/>
                  <a:pt x="277402" y="36214"/>
                  <a:pt x="277402" y="37486"/>
                </a:cubicBezTo>
                <a:cubicBezTo>
                  <a:pt x="277402" y="38849"/>
                  <a:pt x="277856" y="40576"/>
                  <a:pt x="278764" y="42667"/>
                </a:cubicBezTo>
                <a:lnTo>
                  <a:pt x="294441" y="77153"/>
                </a:lnTo>
                <a:lnTo>
                  <a:pt x="307664" y="39530"/>
                </a:lnTo>
                <a:cubicBezTo>
                  <a:pt x="308027" y="38714"/>
                  <a:pt x="308208" y="37941"/>
                  <a:pt x="308208" y="37213"/>
                </a:cubicBezTo>
                <a:cubicBezTo>
                  <a:pt x="308208" y="34942"/>
                  <a:pt x="306027" y="33806"/>
                  <a:pt x="301665" y="33806"/>
                </a:cubicBezTo>
                <a:lnTo>
                  <a:pt x="301665" y="31762"/>
                </a:lnTo>
                <a:lnTo>
                  <a:pt x="320069" y="31762"/>
                </a:lnTo>
                <a:close/>
                <a:moveTo>
                  <a:pt x="324158" y="122682"/>
                </a:moveTo>
                <a:lnTo>
                  <a:pt x="324158" y="120365"/>
                </a:lnTo>
                <a:cubicBezTo>
                  <a:pt x="328156" y="119912"/>
                  <a:pt x="330745" y="119139"/>
                  <a:pt x="331927" y="118048"/>
                </a:cubicBezTo>
                <a:cubicBezTo>
                  <a:pt x="333108" y="116958"/>
                  <a:pt x="333699" y="114595"/>
                  <a:pt x="333699" y="110959"/>
                </a:cubicBezTo>
                <a:lnTo>
                  <a:pt x="333699" y="47164"/>
                </a:lnTo>
                <a:cubicBezTo>
                  <a:pt x="333699" y="43984"/>
                  <a:pt x="333358" y="41895"/>
                  <a:pt x="332676" y="40895"/>
                </a:cubicBezTo>
                <a:cubicBezTo>
                  <a:pt x="331995" y="39895"/>
                  <a:pt x="330473" y="39395"/>
                  <a:pt x="328110" y="39395"/>
                </a:cubicBezTo>
                <a:cubicBezTo>
                  <a:pt x="327474" y="39395"/>
                  <a:pt x="326906" y="39395"/>
                  <a:pt x="326406" y="39395"/>
                </a:cubicBezTo>
                <a:cubicBezTo>
                  <a:pt x="325907" y="39395"/>
                  <a:pt x="325339" y="39440"/>
                  <a:pt x="324703" y="39530"/>
                </a:cubicBezTo>
                <a:lnTo>
                  <a:pt x="324703" y="37350"/>
                </a:lnTo>
                <a:cubicBezTo>
                  <a:pt x="328429" y="36169"/>
                  <a:pt x="331723" y="35078"/>
                  <a:pt x="334585" y="34079"/>
                </a:cubicBezTo>
                <a:cubicBezTo>
                  <a:pt x="337448" y="33079"/>
                  <a:pt x="340697" y="31852"/>
                  <a:pt x="344332" y="30397"/>
                </a:cubicBezTo>
                <a:lnTo>
                  <a:pt x="345149" y="30672"/>
                </a:lnTo>
                <a:lnTo>
                  <a:pt x="345149" y="41167"/>
                </a:lnTo>
                <a:cubicBezTo>
                  <a:pt x="348149" y="37441"/>
                  <a:pt x="351216" y="34715"/>
                  <a:pt x="354351" y="32989"/>
                </a:cubicBezTo>
                <a:cubicBezTo>
                  <a:pt x="357486" y="31261"/>
                  <a:pt x="360962" y="30397"/>
                  <a:pt x="364778" y="30397"/>
                </a:cubicBezTo>
                <a:cubicBezTo>
                  <a:pt x="369232" y="30397"/>
                  <a:pt x="373163" y="31647"/>
                  <a:pt x="376570" y="34147"/>
                </a:cubicBezTo>
                <a:cubicBezTo>
                  <a:pt x="379978" y="36646"/>
                  <a:pt x="382659" y="40077"/>
                  <a:pt x="384613" y="44439"/>
                </a:cubicBezTo>
                <a:cubicBezTo>
                  <a:pt x="386567" y="48800"/>
                  <a:pt x="387544" y="53798"/>
                  <a:pt x="387544" y="59434"/>
                </a:cubicBezTo>
                <a:cubicBezTo>
                  <a:pt x="387544" y="65976"/>
                  <a:pt x="386294" y="71905"/>
                  <a:pt x="383794" y="77222"/>
                </a:cubicBezTo>
                <a:cubicBezTo>
                  <a:pt x="381295" y="82538"/>
                  <a:pt x="377887" y="86741"/>
                  <a:pt x="373570" y="89831"/>
                </a:cubicBezTo>
                <a:cubicBezTo>
                  <a:pt x="369255" y="92920"/>
                  <a:pt x="364371" y="94465"/>
                  <a:pt x="358917" y="94465"/>
                </a:cubicBezTo>
                <a:cubicBezTo>
                  <a:pt x="356100" y="94465"/>
                  <a:pt x="353715" y="94056"/>
                  <a:pt x="351762" y="93238"/>
                </a:cubicBezTo>
                <a:cubicBezTo>
                  <a:pt x="349808" y="92421"/>
                  <a:pt x="347604" y="90876"/>
                  <a:pt x="345149" y="88604"/>
                </a:cubicBezTo>
                <a:lnTo>
                  <a:pt x="345149" y="110005"/>
                </a:lnTo>
                <a:cubicBezTo>
                  <a:pt x="345241" y="112914"/>
                  <a:pt x="345559" y="115095"/>
                  <a:pt x="346104" y="116548"/>
                </a:cubicBezTo>
                <a:cubicBezTo>
                  <a:pt x="346649" y="118003"/>
                  <a:pt x="347785" y="118957"/>
                  <a:pt x="349511" y="119410"/>
                </a:cubicBezTo>
                <a:cubicBezTo>
                  <a:pt x="351239" y="119865"/>
                  <a:pt x="353783" y="120138"/>
                  <a:pt x="357145" y="120230"/>
                </a:cubicBezTo>
                <a:lnTo>
                  <a:pt x="357145" y="122682"/>
                </a:lnTo>
                <a:lnTo>
                  <a:pt x="324158" y="122682"/>
                </a:lnTo>
                <a:moveTo>
                  <a:pt x="345149" y="47574"/>
                </a:moveTo>
                <a:lnTo>
                  <a:pt x="345149" y="81107"/>
                </a:lnTo>
                <a:cubicBezTo>
                  <a:pt x="345149" y="82470"/>
                  <a:pt x="345876" y="83833"/>
                  <a:pt x="347329" y="85197"/>
                </a:cubicBezTo>
                <a:cubicBezTo>
                  <a:pt x="348784" y="86560"/>
                  <a:pt x="350625" y="87718"/>
                  <a:pt x="352852" y="88672"/>
                </a:cubicBezTo>
                <a:cubicBezTo>
                  <a:pt x="355079" y="89626"/>
                  <a:pt x="357237" y="90103"/>
                  <a:pt x="359327" y="90103"/>
                </a:cubicBezTo>
                <a:cubicBezTo>
                  <a:pt x="364234" y="90103"/>
                  <a:pt x="368210" y="87763"/>
                  <a:pt x="371253" y="83083"/>
                </a:cubicBezTo>
                <a:cubicBezTo>
                  <a:pt x="374298" y="78403"/>
                  <a:pt x="375821" y="72337"/>
                  <a:pt x="375821" y="64885"/>
                </a:cubicBezTo>
                <a:cubicBezTo>
                  <a:pt x="375821" y="56889"/>
                  <a:pt x="374298" y="50505"/>
                  <a:pt x="371253" y="45735"/>
                </a:cubicBezTo>
                <a:cubicBezTo>
                  <a:pt x="368210" y="40963"/>
                  <a:pt x="364143" y="38578"/>
                  <a:pt x="359054" y="38578"/>
                </a:cubicBezTo>
                <a:cubicBezTo>
                  <a:pt x="356964" y="38578"/>
                  <a:pt x="354851" y="39032"/>
                  <a:pt x="352714" y="39940"/>
                </a:cubicBezTo>
                <a:cubicBezTo>
                  <a:pt x="350579" y="40848"/>
                  <a:pt x="348784" y="42007"/>
                  <a:pt x="347329" y="43416"/>
                </a:cubicBezTo>
                <a:cubicBezTo>
                  <a:pt x="345876" y="44825"/>
                  <a:pt x="345149" y="46211"/>
                  <a:pt x="345149" y="47574"/>
                </a:cubicBezTo>
                <a:close/>
                <a:moveTo>
                  <a:pt x="426939" y="31762"/>
                </a:moveTo>
                <a:lnTo>
                  <a:pt x="426939" y="36123"/>
                </a:lnTo>
                <a:lnTo>
                  <a:pt x="413171" y="36123"/>
                </a:lnTo>
                <a:lnTo>
                  <a:pt x="413171" y="75109"/>
                </a:lnTo>
                <a:cubicBezTo>
                  <a:pt x="413171" y="79380"/>
                  <a:pt x="413716" y="82492"/>
                  <a:pt x="414806" y="84446"/>
                </a:cubicBezTo>
                <a:cubicBezTo>
                  <a:pt x="415898" y="86400"/>
                  <a:pt x="417716" y="87376"/>
                  <a:pt x="420260" y="87376"/>
                </a:cubicBezTo>
                <a:cubicBezTo>
                  <a:pt x="421805" y="87376"/>
                  <a:pt x="423190" y="87013"/>
                  <a:pt x="424416" y="86286"/>
                </a:cubicBezTo>
                <a:cubicBezTo>
                  <a:pt x="425643" y="85560"/>
                  <a:pt x="426984" y="84333"/>
                  <a:pt x="428439" y="82607"/>
                </a:cubicBezTo>
                <a:lnTo>
                  <a:pt x="430211" y="84107"/>
                </a:lnTo>
                <a:cubicBezTo>
                  <a:pt x="425848" y="91012"/>
                  <a:pt x="420395" y="94465"/>
                  <a:pt x="413852" y="94465"/>
                </a:cubicBezTo>
                <a:cubicBezTo>
                  <a:pt x="405765" y="94465"/>
                  <a:pt x="401721" y="88694"/>
                  <a:pt x="401721" y="77153"/>
                </a:cubicBezTo>
                <a:lnTo>
                  <a:pt x="401721" y="36123"/>
                </a:lnTo>
                <a:lnTo>
                  <a:pt x="394495" y="36123"/>
                </a:lnTo>
                <a:cubicBezTo>
                  <a:pt x="394132" y="35850"/>
                  <a:pt x="393950" y="35532"/>
                  <a:pt x="393950" y="35169"/>
                </a:cubicBezTo>
                <a:cubicBezTo>
                  <a:pt x="393950" y="34442"/>
                  <a:pt x="394723" y="33579"/>
                  <a:pt x="396267" y="32579"/>
                </a:cubicBezTo>
                <a:cubicBezTo>
                  <a:pt x="398267" y="31398"/>
                  <a:pt x="400448" y="29467"/>
                  <a:pt x="402811" y="26786"/>
                </a:cubicBezTo>
                <a:cubicBezTo>
                  <a:pt x="405174" y="24104"/>
                  <a:pt x="408309" y="19901"/>
                  <a:pt x="412217" y="14177"/>
                </a:cubicBezTo>
                <a:cubicBezTo>
                  <a:pt x="412853" y="14177"/>
                  <a:pt x="413171" y="14768"/>
                  <a:pt x="413171" y="15949"/>
                </a:cubicBezTo>
                <a:lnTo>
                  <a:pt x="413171" y="31762"/>
                </a:lnTo>
                <a:lnTo>
                  <a:pt x="426939" y="31762"/>
                </a:lnTo>
                <a:close/>
                <a:moveTo>
                  <a:pt x="485281" y="70747"/>
                </a:moveTo>
                <a:lnTo>
                  <a:pt x="487461" y="71702"/>
                </a:lnTo>
                <a:cubicBezTo>
                  <a:pt x="484645" y="79062"/>
                  <a:pt x="480760" y="84696"/>
                  <a:pt x="475807" y="88604"/>
                </a:cubicBezTo>
                <a:cubicBezTo>
                  <a:pt x="470854" y="92511"/>
                  <a:pt x="465106" y="94465"/>
                  <a:pt x="458564" y="94465"/>
                </a:cubicBezTo>
                <a:cubicBezTo>
                  <a:pt x="450749" y="94465"/>
                  <a:pt x="444546" y="91717"/>
                  <a:pt x="439956" y="86220"/>
                </a:cubicBezTo>
                <a:cubicBezTo>
                  <a:pt x="435368" y="80722"/>
                  <a:pt x="433073" y="73292"/>
                  <a:pt x="433073" y="63931"/>
                </a:cubicBezTo>
                <a:cubicBezTo>
                  <a:pt x="433073" y="58297"/>
                  <a:pt x="433960" y="53185"/>
                  <a:pt x="435732" y="48597"/>
                </a:cubicBezTo>
                <a:cubicBezTo>
                  <a:pt x="437504" y="44007"/>
                  <a:pt x="439980" y="40303"/>
                  <a:pt x="443159" y="37486"/>
                </a:cubicBezTo>
                <a:cubicBezTo>
                  <a:pt x="448430" y="32760"/>
                  <a:pt x="454565" y="30397"/>
                  <a:pt x="461563" y="30397"/>
                </a:cubicBezTo>
                <a:cubicBezTo>
                  <a:pt x="468924" y="30397"/>
                  <a:pt x="474739" y="32987"/>
                  <a:pt x="479010" y="38168"/>
                </a:cubicBezTo>
                <a:cubicBezTo>
                  <a:pt x="480737" y="40349"/>
                  <a:pt x="482009" y="42644"/>
                  <a:pt x="482827" y="45053"/>
                </a:cubicBezTo>
                <a:cubicBezTo>
                  <a:pt x="483645" y="47460"/>
                  <a:pt x="484327" y="50891"/>
                  <a:pt x="484872" y="55344"/>
                </a:cubicBezTo>
                <a:lnTo>
                  <a:pt x="442887" y="55344"/>
                </a:lnTo>
                <a:cubicBezTo>
                  <a:pt x="443069" y="59524"/>
                  <a:pt x="443432" y="62909"/>
                  <a:pt x="443977" y="65499"/>
                </a:cubicBezTo>
                <a:cubicBezTo>
                  <a:pt x="444523" y="68089"/>
                  <a:pt x="445387" y="70702"/>
                  <a:pt x="446568" y="73336"/>
                </a:cubicBezTo>
                <a:cubicBezTo>
                  <a:pt x="450566" y="81152"/>
                  <a:pt x="456428" y="85059"/>
                  <a:pt x="464153" y="85059"/>
                </a:cubicBezTo>
                <a:cubicBezTo>
                  <a:pt x="468515" y="85059"/>
                  <a:pt x="472309" y="83969"/>
                  <a:pt x="475534" y="81790"/>
                </a:cubicBezTo>
                <a:cubicBezTo>
                  <a:pt x="478761" y="79608"/>
                  <a:pt x="482010" y="75927"/>
                  <a:pt x="485281" y="70747"/>
                </a:cubicBezTo>
                <a:moveTo>
                  <a:pt x="443159" y="50981"/>
                </a:moveTo>
                <a:lnTo>
                  <a:pt x="470969" y="50981"/>
                </a:lnTo>
                <a:cubicBezTo>
                  <a:pt x="470059" y="45075"/>
                  <a:pt x="468650" y="40986"/>
                  <a:pt x="466742" y="38715"/>
                </a:cubicBezTo>
                <a:cubicBezTo>
                  <a:pt x="464834" y="36442"/>
                  <a:pt x="461790" y="35306"/>
                  <a:pt x="457609" y="35306"/>
                </a:cubicBezTo>
                <a:cubicBezTo>
                  <a:pt x="453428" y="35306"/>
                  <a:pt x="450156" y="36578"/>
                  <a:pt x="447794" y="39123"/>
                </a:cubicBezTo>
                <a:cubicBezTo>
                  <a:pt x="445432" y="41667"/>
                  <a:pt x="443887" y="45620"/>
                  <a:pt x="443159" y="50981"/>
                </a:cubicBezTo>
                <a:close/>
                <a:moveTo>
                  <a:pt x="556301" y="85197"/>
                </a:moveTo>
                <a:lnTo>
                  <a:pt x="556301" y="87376"/>
                </a:lnTo>
                <a:lnTo>
                  <a:pt x="536262" y="94465"/>
                </a:lnTo>
                <a:lnTo>
                  <a:pt x="535717" y="94057"/>
                </a:lnTo>
                <a:lnTo>
                  <a:pt x="535717" y="85332"/>
                </a:lnTo>
                <a:cubicBezTo>
                  <a:pt x="533446" y="88513"/>
                  <a:pt x="530924" y="90831"/>
                  <a:pt x="528152" y="92285"/>
                </a:cubicBezTo>
                <a:cubicBezTo>
                  <a:pt x="525380" y="93738"/>
                  <a:pt x="522086" y="94465"/>
                  <a:pt x="518270" y="94465"/>
                </a:cubicBezTo>
                <a:cubicBezTo>
                  <a:pt x="513271" y="94465"/>
                  <a:pt x="508863" y="93239"/>
                  <a:pt x="505045" y="90786"/>
                </a:cubicBezTo>
                <a:cubicBezTo>
                  <a:pt x="501229" y="88331"/>
                  <a:pt x="498276" y="84901"/>
                  <a:pt x="496185" y="80494"/>
                </a:cubicBezTo>
                <a:cubicBezTo>
                  <a:pt x="494095" y="76086"/>
                  <a:pt x="493050" y="70974"/>
                  <a:pt x="493050" y="65158"/>
                </a:cubicBezTo>
                <a:cubicBezTo>
                  <a:pt x="493050" y="58706"/>
                  <a:pt x="494322" y="52844"/>
                  <a:pt x="496867" y="47574"/>
                </a:cubicBezTo>
                <a:cubicBezTo>
                  <a:pt x="499411" y="42303"/>
                  <a:pt x="502842" y="38123"/>
                  <a:pt x="507159" y="35033"/>
                </a:cubicBezTo>
                <a:cubicBezTo>
                  <a:pt x="511475" y="31942"/>
                  <a:pt x="516224" y="30397"/>
                  <a:pt x="521404" y="30397"/>
                </a:cubicBezTo>
                <a:cubicBezTo>
                  <a:pt x="524131" y="30397"/>
                  <a:pt x="526561" y="30829"/>
                  <a:pt x="528697" y="31693"/>
                </a:cubicBezTo>
                <a:cubicBezTo>
                  <a:pt x="530832" y="32557"/>
                  <a:pt x="533172" y="34079"/>
                  <a:pt x="535717" y="36258"/>
                </a:cubicBezTo>
                <a:lnTo>
                  <a:pt x="535717" y="14995"/>
                </a:lnTo>
                <a:cubicBezTo>
                  <a:pt x="535717" y="12177"/>
                  <a:pt x="535308" y="10314"/>
                  <a:pt x="534490" y="9406"/>
                </a:cubicBezTo>
                <a:cubicBezTo>
                  <a:pt x="533673" y="8497"/>
                  <a:pt x="531992" y="8043"/>
                  <a:pt x="529448" y="8043"/>
                </a:cubicBezTo>
                <a:cubicBezTo>
                  <a:pt x="528901" y="8043"/>
                  <a:pt x="528401" y="8043"/>
                  <a:pt x="527946" y="8043"/>
                </a:cubicBezTo>
                <a:cubicBezTo>
                  <a:pt x="527493" y="8043"/>
                  <a:pt x="526993" y="8088"/>
                  <a:pt x="526448" y="8179"/>
                </a:cubicBezTo>
                <a:lnTo>
                  <a:pt x="526448" y="5997"/>
                </a:lnTo>
                <a:cubicBezTo>
                  <a:pt x="530811" y="4817"/>
                  <a:pt x="534423" y="3817"/>
                  <a:pt x="537285" y="2999"/>
                </a:cubicBezTo>
                <a:cubicBezTo>
                  <a:pt x="540147" y="2181"/>
                  <a:pt x="543215" y="1181"/>
                  <a:pt x="546487" y="0"/>
                </a:cubicBezTo>
                <a:lnTo>
                  <a:pt x="547167" y="272"/>
                </a:lnTo>
                <a:lnTo>
                  <a:pt x="547167" y="77563"/>
                </a:lnTo>
                <a:cubicBezTo>
                  <a:pt x="547167" y="80652"/>
                  <a:pt x="547553" y="82720"/>
                  <a:pt x="548326" y="83766"/>
                </a:cubicBezTo>
                <a:cubicBezTo>
                  <a:pt x="549098" y="84810"/>
                  <a:pt x="550712" y="85332"/>
                  <a:pt x="553166" y="85332"/>
                </a:cubicBezTo>
                <a:cubicBezTo>
                  <a:pt x="553438" y="85332"/>
                  <a:pt x="553801" y="85332"/>
                  <a:pt x="554256" y="85332"/>
                </a:cubicBezTo>
                <a:cubicBezTo>
                  <a:pt x="554711" y="85332"/>
                  <a:pt x="555392" y="85287"/>
                  <a:pt x="556301" y="85197"/>
                </a:cubicBezTo>
                <a:moveTo>
                  <a:pt x="535717" y="79198"/>
                </a:moveTo>
                <a:lnTo>
                  <a:pt x="535717" y="47846"/>
                </a:lnTo>
                <a:cubicBezTo>
                  <a:pt x="535717" y="45393"/>
                  <a:pt x="535080" y="43144"/>
                  <a:pt x="533807" y="41099"/>
                </a:cubicBezTo>
                <a:cubicBezTo>
                  <a:pt x="532536" y="39053"/>
                  <a:pt x="530832" y="37395"/>
                  <a:pt x="528697" y="36123"/>
                </a:cubicBezTo>
                <a:cubicBezTo>
                  <a:pt x="526561" y="34850"/>
                  <a:pt x="524267" y="34214"/>
                  <a:pt x="521814" y="34214"/>
                </a:cubicBezTo>
                <a:cubicBezTo>
                  <a:pt x="516634" y="34214"/>
                  <a:pt x="512499" y="36532"/>
                  <a:pt x="509409" y="41167"/>
                </a:cubicBezTo>
                <a:cubicBezTo>
                  <a:pt x="506320" y="45801"/>
                  <a:pt x="504775" y="51981"/>
                  <a:pt x="504775" y="59706"/>
                </a:cubicBezTo>
                <a:cubicBezTo>
                  <a:pt x="504775" y="68066"/>
                  <a:pt x="506501" y="74768"/>
                  <a:pt x="509954" y="79811"/>
                </a:cubicBezTo>
                <a:cubicBezTo>
                  <a:pt x="513407" y="84855"/>
                  <a:pt x="517951" y="87376"/>
                  <a:pt x="523586" y="87376"/>
                </a:cubicBezTo>
                <a:cubicBezTo>
                  <a:pt x="527857" y="87376"/>
                  <a:pt x="531128" y="86013"/>
                  <a:pt x="533400" y="83287"/>
                </a:cubicBezTo>
                <a:cubicBezTo>
                  <a:pt x="534945" y="81561"/>
                  <a:pt x="535717" y="80198"/>
                  <a:pt x="535717" y="79198"/>
                </a:cubicBezTo>
                <a:close/>
                <a:moveTo>
                  <a:pt x="592170" y="5452"/>
                </a:moveTo>
                <a:lnTo>
                  <a:pt x="592170" y="2862"/>
                </a:lnTo>
                <a:lnTo>
                  <a:pt x="628156" y="2862"/>
                </a:lnTo>
                <a:cubicBezTo>
                  <a:pt x="634608" y="2862"/>
                  <a:pt x="640561" y="3748"/>
                  <a:pt x="646013" y="5520"/>
                </a:cubicBezTo>
                <a:cubicBezTo>
                  <a:pt x="651465" y="7292"/>
                  <a:pt x="655555" y="9678"/>
                  <a:pt x="658283" y="12678"/>
                </a:cubicBezTo>
                <a:cubicBezTo>
                  <a:pt x="662009" y="16675"/>
                  <a:pt x="663872" y="21628"/>
                  <a:pt x="663872" y="27535"/>
                </a:cubicBezTo>
                <a:cubicBezTo>
                  <a:pt x="663872" y="31988"/>
                  <a:pt x="662712" y="36168"/>
                  <a:pt x="660394" y="40077"/>
                </a:cubicBezTo>
                <a:cubicBezTo>
                  <a:pt x="658077" y="43985"/>
                  <a:pt x="654874" y="47029"/>
                  <a:pt x="650784" y="49209"/>
                </a:cubicBezTo>
                <a:cubicBezTo>
                  <a:pt x="645240" y="52299"/>
                  <a:pt x="637289" y="53845"/>
                  <a:pt x="626929" y="53845"/>
                </a:cubicBezTo>
                <a:cubicBezTo>
                  <a:pt x="625203" y="53845"/>
                  <a:pt x="623658" y="53800"/>
                  <a:pt x="622295" y="53710"/>
                </a:cubicBezTo>
                <a:cubicBezTo>
                  <a:pt x="620932" y="53618"/>
                  <a:pt x="619341" y="53527"/>
                  <a:pt x="617523" y="53435"/>
                </a:cubicBezTo>
                <a:lnTo>
                  <a:pt x="617523" y="78245"/>
                </a:lnTo>
                <a:cubicBezTo>
                  <a:pt x="617615" y="81607"/>
                  <a:pt x="617978" y="84151"/>
                  <a:pt x="618613" y="85879"/>
                </a:cubicBezTo>
                <a:cubicBezTo>
                  <a:pt x="619250" y="87605"/>
                  <a:pt x="620477" y="88787"/>
                  <a:pt x="622295" y="89423"/>
                </a:cubicBezTo>
                <a:cubicBezTo>
                  <a:pt x="624113" y="90058"/>
                  <a:pt x="626794" y="90422"/>
                  <a:pt x="630338" y="90513"/>
                </a:cubicBezTo>
                <a:lnTo>
                  <a:pt x="630338" y="93103"/>
                </a:lnTo>
                <a:lnTo>
                  <a:pt x="592170" y="93103"/>
                </a:lnTo>
                <a:lnTo>
                  <a:pt x="592170" y="90513"/>
                </a:lnTo>
                <a:cubicBezTo>
                  <a:pt x="595623" y="90150"/>
                  <a:pt x="598145" y="89650"/>
                  <a:pt x="599735" y="89013"/>
                </a:cubicBezTo>
                <a:cubicBezTo>
                  <a:pt x="601326" y="88377"/>
                  <a:pt x="602370" y="87128"/>
                  <a:pt x="602870" y="85265"/>
                </a:cubicBezTo>
                <a:cubicBezTo>
                  <a:pt x="603370" y="83402"/>
                  <a:pt x="603620" y="80562"/>
                  <a:pt x="603620" y="76746"/>
                </a:cubicBezTo>
                <a:lnTo>
                  <a:pt x="603620" y="17722"/>
                </a:lnTo>
                <a:cubicBezTo>
                  <a:pt x="603620" y="14359"/>
                  <a:pt x="603347" y="11882"/>
                  <a:pt x="602801" y="10292"/>
                </a:cubicBezTo>
                <a:cubicBezTo>
                  <a:pt x="602256" y="8701"/>
                  <a:pt x="601188" y="7588"/>
                  <a:pt x="599598" y="6951"/>
                </a:cubicBezTo>
                <a:cubicBezTo>
                  <a:pt x="598007" y="6315"/>
                  <a:pt x="595531" y="5815"/>
                  <a:pt x="592170" y="5452"/>
                </a:cubicBezTo>
                <a:moveTo>
                  <a:pt x="617523" y="12540"/>
                </a:moveTo>
                <a:lnTo>
                  <a:pt x="617523" y="47983"/>
                </a:lnTo>
                <a:cubicBezTo>
                  <a:pt x="619068" y="48074"/>
                  <a:pt x="620408" y="48164"/>
                  <a:pt x="621544" y="48256"/>
                </a:cubicBezTo>
                <a:cubicBezTo>
                  <a:pt x="622681" y="48346"/>
                  <a:pt x="623931" y="48391"/>
                  <a:pt x="625294" y="48391"/>
                </a:cubicBezTo>
                <a:cubicBezTo>
                  <a:pt x="641106" y="48391"/>
                  <a:pt x="649012" y="41712"/>
                  <a:pt x="649012" y="28352"/>
                </a:cubicBezTo>
                <a:cubicBezTo>
                  <a:pt x="649012" y="21355"/>
                  <a:pt x="646831" y="16198"/>
                  <a:pt x="642469" y="12881"/>
                </a:cubicBezTo>
                <a:cubicBezTo>
                  <a:pt x="638107" y="9565"/>
                  <a:pt x="631337" y="7906"/>
                  <a:pt x="622157" y="7906"/>
                </a:cubicBezTo>
                <a:cubicBezTo>
                  <a:pt x="620341" y="7906"/>
                  <a:pt x="619114" y="8224"/>
                  <a:pt x="618478" y="8861"/>
                </a:cubicBezTo>
                <a:cubicBezTo>
                  <a:pt x="617841" y="9497"/>
                  <a:pt x="617523" y="10724"/>
                  <a:pt x="617523" y="12540"/>
                </a:cubicBezTo>
                <a:close/>
                <a:moveTo>
                  <a:pt x="725969" y="84107"/>
                </a:moveTo>
                <a:lnTo>
                  <a:pt x="725969" y="87651"/>
                </a:lnTo>
                <a:cubicBezTo>
                  <a:pt x="723607" y="90195"/>
                  <a:pt x="721562" y="91968"/>
                  <a:pt x="719836" y="92967"/>
                </a:cubicBezTo>
                <a:cubicBezTo>
                  <a:pt x="718109" y="93966"/>
                  <a:pt x="716065" y="94465"/>
                  <a:pt x="713702" y="94465"/>
                </a:cubicBezTo>
                <a:cubicBezTo>
                  <a:pt x="710884" y="94465"/>
                  <a:pt x="708816" y="93716"/>
                  <a:pt x="707499" y="92217"/>
                </a:cubicBezTo>
                <a:cubicBezTo>
                  <a:pt x="706182" y="90718"/>
                  <a:pt x="705341" y="88150"/>
                  <a:pt x="704976" y="84514"/>
                </a:cubicBezTo>
                <a:cubicBezTo>
                  <a:pt x="700797" y="88059"/>
                  <a:pt x="697184" y="90603"/>
                  <a:pt x="694139" y="92148"/>
                </a:cubicBezTo>
                <a:cubicBezTo>
                  <a:pt x="691096" y="93693"/>
                  <a:pt x="688074" y="94465"/>
                  <a:pt x="685075" y="94465"/>
                </a:cubicBezTo>
                <a:cubicBezTo>
                  <a:pt x="680894" y="94465"/>
                  <a:pt x="677463" y="93102"/>
                  <a:pt x="674783" y="90376"/>
                </a:cubicBezTo>
                <a:cubicBezTo>
                  <a:pt x="672102" y="87650"/>
                  <a:pt x="670762" y="84151"/>
                  <a:pt x="670762" y="79880"/>
                </a:cubicBezTo>
                <a:cubicBezTo>
                  <a:pt x="670762" y="77609"/>
                  <a:pt x="671216" y="75405"/>
                  <a:pt x="672125" y="73270"/>
                </a:cubicBezTo>
                <a:cubicBezTo>
                  <a:pt x="673034" y="71133"/>
                  <a:pt x="674216" y="69383"/>
                  <a:pt x="675669" y="68020"/>
                </a:cubicBezTo>
                <a:cubicBezTo>
                  <a:pt x="677124" y="66748"/>
                  <a:pt x="678510" y="65636"/>
                  <a:pt x="679827" y="64682"/>
                </a:cubicBezTo>
                <a:cubicBezTo>
                  <a:pt x="681144" y="63728"/>
                  <a:pt x="682734" y="62796"/>
                  <a:pt x="684596" y="61888"/>
                </a:cubicBezTo>
                <a:cubicBezTo>
                  <a:pt x="686460" y="60979"/>
                  <a:pt x="688982" y="59842"/>
                  <a:pt x="692163" y="58479"/>
                </a:cubicBezTo>
                <a:cubicBezTo>
                  <a:pt x="695344" y="57116"/>
                  <a:pt x="699570" y="55389"/>
                  <a:pt x="704841" y="53298"/>
                </a:cubicBezTo>
                <a:lnTo>
                  <a:pt x="704841" y="44984"/>
                </a:lnTo>
                <a:cubicBezTo>
                  <a:pt x="704841" y="37441"/>
                  <a:pt x="701387" y="33669"/>
                  <a:pt x="694480" y="33669"/>
                </a:cubicBezTo>
                <a:cubicBezTo>
                  <a:pt x="691754" y="33669"/>
                  <a:pt x="689437" y="34328"/>
                  <a:pt x="687529" y="35647"/>
                </a:cubicBezTo>
                <a:cubicBezTo>
                  <a:pt x="685621" y="36964"/>
                  <a:pt x="684667" y="38532"/>
                  <a:pt x="684667" y="40350"/>
                </a:cubicBezTo>
                <a:cubicBezTo>
                  <a:pt x="684667" y="41258"/>
                  <a:pt x="684803" y="42348"/>
                  <a:pt x="685075" y="43620"/>
                </a:cubicBezTo>
                <a:cubicBezTo>
                  <a:pt x="685166" y="44074"/>
                  <a:pt x="685234" y="44483"/>
                  <a:pt x="685279" y="44847"/>
                </a:cubicBezTo>
                <a:cubicBezTo>
                  <a:pt x="685324" y="45210"/>
                  <a:pt x="685347" y="45528"/>
                  <a:pt x="685347" y="45801"/>
                </a:cubicBezTo>
                <a:cubicBezTo>
                  <a:pt x="685347" y="47256"/>
                  <a:pt x="684734" y="48574"/>
                  <a:pt x="683506" y="49756"/>
                </a:cubicBezTo>
                <a:cubicBezTo>
                  <a:pt x="682281" y="50937"/>
                  <a:pt x="680850" y="51528"/>
                  <a:pt x="679213" y="51528"/>
                </a:cubicBezTo>
                <a:cubicBezTo>
                  <a:pt x="677577" y="51528"/>
                  <a:pt x="676191" y="50937"/>
                  <a:pt x="675055" y="49756"/>
                </a:cubicBezTo>
                <a:cubicBezTo>
                  <a:pt x="673920" y="48574"/>
                  <a:pt x="673352" y="47210"/>
                  <a:pt x="673352" y="45664"/>
                </a:cubicBezTo>
                <a:cubicBezTo>
                  <a:pt x="673352" y="42756"/>
                  <a:pt x="674374" y="40167"/>
                  <a:pt x="676418" y="37895"/>
                </a:cubicBezTo>
                <a:cubicBezTo>
                  <a:pt x="678463" y="35624"/>
                  <a:pt x="681212" y="33807"/>
                  <a:pt x="684665" y="32444"/>
                </a:cubicBezTo>
                <a:cubicBezTo>
                  <a:pt x="688119" y="31079"/>
                  <a:pt x="691982" y="30397"/>
                  <a:pt x="696253" y="30397"/>
                </a:cubicBezTo>
                <a:cubicBezTo>
                  <a:pt x="704431" y="30397"/>
                  <a:pt x="710066" y="32896"/>
                  <a:pt x="713157" y="37895"/>
                </a:cubicBezTo>
                <a:cubicBezTo>
                  <a:pt x="714155" y="39532"/>
                  <a:pt x="714859" y="41440"/>
                  <a:pt x="715268" y="43622"/>
                </a:cubicBezTo>
                <a:cubicBezTo>
                  <a:pt x="715677" y="45801"/>
                  <a:pt x="715881" y="48664"/>
                  <a:pt x="715881" y="52208"/>
                </a:cubicBezTo>
                <a:lnTo>
                  <a:pt x="715881" y="78790"/>
                </a:lnTo>
                <a:cubicBezTo>
                  <a:pt x="715881" y="81788"/>
                  <a:pt x="716177" y="83856"/>
                  <a:pt x="716768" y="84993"/>
                </a:cubicBezTo>
                <a:cubicBezTo>
                  <a:pt x="717358" y="86128"/>
                  <a:pt x="718426" y="86696"/>
                  <a:pt x="719971" y="86696"/>
                </a:cubicBezTo>
                <a:cubicBezTo>
                  <a:pt x="721880" y="86696"/>
                  <a:pt x="723880" y="85833"/>
                  <a:pt x="725969" y="84107"/>
                </a:cubicBezTo>
                <a:moveTo>
                  <a:pt x="704841" y="76336"/>
                </a:moveTo>
                <a:lnTo>
                  <a:pt x="704841" y="56570"/>
                </a:lnTo>
                <a:cubicBezTo>
                  <a:pt x="696844" y="59387"/>
                  <a:pt x="691187" y="62228"/>
                  <a:pt x="687870" y="65091"/>
                </a:cubicBezTo>
                <a:cubicBezTo>
                  <a:pt x="684553" y="67953"/>
                  <a:pt x="682849" y="71429"/>
                  <a:pt x="682758" y="75518"/>
                </a:cubicBezTo>
                <a:lnTo>
                  <a:pt x="682758" y="76063"/>
                </a:lnTo>
                <a:cubicBezTo>
                  <a:pt x="682758" y="78971"/>
                  <a:pt x="683598" y="81448"/>
                  <a:pt x="685279" y="83493"/>
                </a:cubicBezTo>
                <a:cubicBezTo>
                  <a:pt x="686961" y="85537"/>
                  <a:pt x="688983" y="86559"/>
                  <a:pt x="691346" y="86559"/>
                </a:cubicBezTo>
                <a:cubicBezTo>
                  <a:pt x="694435" y="86559"/>
                  <a:pt x="697752" y="85559"/>
                  <a:pt x="701297" y="83560"/>
                </a:cubicBezTo>
                <a:cubicBezTo>
                  <a:pt x="702750" y="82743"/>
                  <a:pt x="703704" y="81835"/>
                  <a:pt x="704159" y="80835"/>
                </a:cubicBezTo>
                <a:cubicBezTo>
                  <a:pt x="704613" y="79835"/>
                  <a:pt x="704841" y="78335"/>
                  <a:pt x="704841" y="76336"/>
                </a:cubicBezTo>
                <a:close/>
                <a:moveTo>
                  <a:pt x="780434" y="71837"/>
                </a:moveTo>
                <a:lnTo>
                  <a:pt x="782343" y="73064"/>
                </a:lnTo>
                <a:cubicBezTo>
                  <a:pt x="780344" y="77063"/>
                  <a:pt x="778571" y="80176"/>
                  <a:pt x="777027" y="82403"/>
                </a:cubicBezTo>
                <a:cubicBezTo>
                  <a:pt x="775482" y="84629"/>
                  <a:pt x="773801" y="86514"/>
                  <a:pt x="771983" y="88059"/>
                </a:cubicBezTo>
                <a:cubicBezTo>
                  <a:pt x="766985" y="92330"/>
                  <a:pt x="761487" y="94465"/>
                  <a:pt x="755488" y="94465"/>
                </a:cubicBezTo>
                <a:cubicBezTo>
                  <a:pt x="750491" y="94465"/>
                  <a:pt x="746038" y="93171"/>
                  <a:pt x="742131" y="90582"/>
                </a:cubicBezTo>
                <a:cubicBezTo>
                  <a:pt x="738223" y="87991"/>
                  <a:pt x="735156" y="84402"/>
                  <a:pt x="732929" y="79814"/>
                </a:cubicBezTo>
                <a:cubicBezTo>
                  <a:pt x="730702" y="75224"/>
                  <a:pt x="729588" y="70020"/>
                  <a:pt x="729588" y="64203"/>
                </a:cubicBezTo>
                <a:cubicBezTo>
                  <a:pt x="729588" y="53025"/>
                  <a:pt x="733133" y="44301"/>
                  <a:pt x="740221" y="38031"/>
                </a:cubicBezTo>
                <a:cubicBezTo>
                  <a:pt x="746038" y="32942"/>
                  <a:pt x="752445" y="30397"/>
                  <a:pt x="759442" y="30397"/>
                </a:cubicBezTo>
                <a:cubicBezTo>
                  <a:pt x="763259" y="30397"/>
                  <a:pt x="766757" y="31034"/>
                  <a:pt x="769938" y="32306"/>
                </a:cubicBezTo>
                <a:cubicBezTo>
                  <a:pt x="773119" y="33578"/>
                  <a:pt x="775664" y="35282"/>
                  <a:pt x="777572" y="37419"/>
                </a:cubicBezTo>
                <a:cubicBezTo>
                  <a:pt x="779480" y="39555"/>
                  <a:pt x="780434" y="41895"/>
                  <a:pt x="780434" y="44439"/>
                </a:cubicBezTo>
                <a:cubicBezTo>
                  <a:pt x="780434" y="45984"/>
                  <a:pt x="779820" y="47324"/>
                  <a:pt x="778593" y="48460"/>
                </a:cubicBezTo>
                <a:cubicBezTo>
                  <a:pt x="777367" y="49595"/>
                  <a:pt x="775845" y="50163"/>
                  <a:pt x="774027" y="50163"/>
                </a:cubicBezTo>
                <a:cubicBezTo>
                  <a:pt x="770846" y="50163"/>
                  <a:pt x="768665" y="48074"/>
                  <a:pt x="767484" y="43894"/>
                </a:cubicBezTo>
                <a:lnTo>
                  <a:pt x="766666" y="40895"/>
                </a:lnTo>
                <a:cubicBezTo>
                  <a:pt x="766030" y="38350"/>
                  <a:pt x="765144" y="36624"/>
                  <a:pt x="764008" y="35716"/>
                </a:cubicBezTo>
                <a:cubicBezTo>
                  <a:pt x="762872" y="34806"/>
                  <a:pt x="761078" y="34351"/>
                  <a:pt x="758625" y="34351"/>
                </a:cubicBezTo>
                <a:cubicBezTo>
                  <a:pt x="753081" y="34351"/>
                  <a:pt x="748605" y="36532"/>
                  <a:pt x="745197" y="40895"/>
                </a:cubicBezTo>
                <a:cubicBezTo>
                  <a:pt x="741790" y="45256"/>
                  <a:pt x="740086" y="50981"/>
                  <a:pt x="740086" y="58069"/>
                </a:cubicBezTo>
                <a:cubicBezTo>
                  <a:pt x="740086" y="63250"/>
                  <a:pt x="740972" y="67840"/>
                  <a:pt x="742744" y="71839"/>
                </a:cubicBezTo>
                <a:cubicBezTo>
                  <a:pt x="744516" y="75837"/>
                  <a:pt x="746992" y="78972"/>
                  <a:pt x="750172" y="81245"/>
                </a:cubicBezTo>
                <a:cubicBezTo>
                  <a:pt x="753353" y="83516"/>
                  <a:pt x="757034" y="84652"/>
                  <a:pt x="761215" y="84652"/>
                </a:cubicBezTo>
                <a:cubicBezTo>
                  <a:pt x="765122" y="84652"/>
                  <a:pt x="768484" y="83698"/>
                  <a:pt x="771300" y="81790"/>
                </a:cubicBezTo>
                <a:cubicBezTo>
                  <a:pt x="774118" y="79880"/>
                  <a:pt x="777163" y="76563"/>
                  <a:pt x="780434" y="71837"/>
                </a:cubicBezTo>
                <a:close/>
                <a:moveTo>
                  <a:pt x="787599" y="93103"/>
                </a:moveTo>
                <a:lnTo>
                  <a:pt x="787599" y="91058"/>
                </a:lnTo>
                <a:cubicBezTo>
                  <a:pt x="790870" y="90513"/>
                  <a:pt x="793210" y="90013"/>
                  <a:pt x="794619" y="89558"/>
                </a:cubicBezTo>
                <a:cubicBezTo>
                  <a:pt x="796028" y="89103"/>
                  <a:pt x="796914" y="88331"/>
                  <a:pt x="797277" y="87241"/>
                </a:cubicBezTo>
                <a:cubicBezTo>
                  <a:pt x="797641" y="86151"/>
                  <a:pt x="797822" y="84379"/>
                  <a:pt x="797822" y="81925"/>
                </a:cubicBezTo>
                <a:lnTo>
                  <a:pt x="797822" y="16222"/>
                </a:lnTo>
                <a:cubicBezTo>
                  <a:pt x="797822" y="12949"/>
                  <a:pt x="797436" y="10745"/>
                  <a:pt x="796664" y="9610"/>
                </a:cubicBezTo>
                <a:cubicBezTo>
                  <a:pt x="795891" y="8474"/>
                  <a:pt x="794324" y="7906"/>
                  <a:pt x="791961" y="7906"/>
                </a:cubicBezTo>
                <a:cubicBezTo>
                  <a:pt x="791324" y="7906"/>
                  <a:pt x="790665" y="7929"/>
                  <a:pt x="789983" y="7975"/>
                </a:cubicBezTo>
                <a:cubicBezTo>
                  <a:pt x="789302" y="8020"/>
                  <a:pt x="788507" y="8088"/>
                  <a:pt x="787599" y="8179"/>
                </a:cubicBezTo>
                <a:lnTo>
                  <a:pt x="787599" y="5997"/>
                </a:lnTo>
                <a:lnTo>
                  <a:pt x="791688" y="4907"/>
                </a:lnTo>
                <a:cubicBezTo>
                  <a:pt x="795686" y="3817"/>
                  <a:pt x="798889" y="2931"/>
                  <a:pt x="801298" y="2251"/>
                </a:cubicBezTo>
                <a:cubicBezTo>
                  <a:pt x="803707" y="1568"/>
                  <a:pt x="806183" y="818"/>
                  <a:pt x="808728" y="0"/>
                </a:cubicBezTo>
                <a:lnTo>
                  <a:pt x="809273" y="272"/>
                </a:lnTo>
                <a:lnTo>
                  <a:pt x="809273" y="57524"/>
                </a:lnTo>
                <a:lnTo>
                  <a:pt x="827947" y="40895"/>
                </a:lnTo>
                <a:cubicBezTo>
                  <a:pt x="830038" y="38985"/>
                  <a:pt x="831084" y="37395"/>
                  <a:pt x="831084" y="36123"/>
                </a:cubicBezTo>
                <a:cubicBezTo>
                  <a:pt x="831084" y="35215"/>
                  <a:pt x="830606" y="34602"/>
                  <a:pt x="829650" y="34285"/>
                </a:cubicBezTo>
                <a:cubicBezTo>
                  <a:pt x="828696" y="33966"/>
                  <a:pt x="826902" y="33760"/>
                  <a:pt x="824267" y="33669"/>
                </a:cubicBezTo>
                <a:lnTo>
                  <a:pt x="824267" y="31762"/>
                </a:lnTo>
                <a:lnTo>
                  <a:pt x="852075" y="31762"/>
                </a:lnTo>
                <a:lnTo>
                  <a:pt x="852075" y="33806"/>
                </a:lnTo>
                <a:cubicBezTo>
                  <a:pt x="849894" y="33715"/>
                  <a:pt x="847917" y="33851"/>
                  <a:pt x="846145" y="34216"/>
                </a:cubicBezTo>
                <a:cubicBezTo>
                  <a:pt x="844374" y="34579"/>
                  <a:pt x="842489" y="35352"/>
                  <a:pt x="840489" y="36533"/>
                </a:cubicBezTo>
                <a:cubicBezTo>
                  <a:pt x="838490" y="37714"/>
                  <a:pt x="836081" y="39464"/>
                  <a:pt x="833263" y="41781"/>
                </a:cubicBezTo>
                <a:cubicBezTo>
                  <a:pt x="830447" y="44098"/>
                  <a:pt x="826903" y="47165"/>
                  <a:pt x="822633" y="50981"/>
                </a:cubicBezTo>
                <a:lnTo>
                  <a:pt x="818678" y="54662"/>
                </a:lnTo>
                <a:lnTo>
                  <a:pt x="839535" y="81107"/>
                </a:lnTo>
                <a:cubicBezTo>
                  <a:pt x="842442" y="84560"/>
                  <a:pt x="845078" y="87037"/>
                  <a:pt x="847441" y="88537"/>
                </a:cubicBezTo>
                <a:cubicBezTo>
                  <a:pt x="849804" y="90036"/>
                  <a:pt x="852485" y="90876"/>
                  <a:pt x="855484" y="91058"/>
                </a:cubicBezTo>
                <a:lnTo>
                  <a:pt x="855484" y="93103"/>
                </a:lnTo>
                <a:lnTo>
                  <a:pt x="825767" y="93103"/>
                </a:lnTo>
                <a:lnTo>
                  <a:pt x="825767" y="91058"/>
                </a:lnTo>
                <a:lnTo>
                  <a:pt x="828357" y="91058"/>
                </a:lnTo>
                <a:cubicBezTo>
                  <a:pt x="830265" y="91058"/>
                  <a:pt x="831219" y="90376"/>
                  <a:pt x="831219" y="89013"/>
                </a:cubicBezTo>
                <a:cubicBezTo>
                  <a:pt x="831219" y="88377"/>
                  <a:pt x="830719" y="87423"/>
                  <a:pt x="829719" y="86151"/>
                </a:cubicBezTo>
                <a:cubicBezTo>
                  <a:pt x="829537" y="85970"/>
                  <a:pt x="829333" y="85720"/>
                  <a:pt x="829106" y="85402"/>
                </a:cubicBezTo>
                <a:cubicBezTo>
                  <a:pt x="828879" y="85084"/>
                  <a:pt x="828630" y="84742"/>
                  <a:pt x="828357" y="84379"/>
                </a:cubicBezTo>
                <a:lnTo>
                  <a:pt x="809273" y="58887"/>
                </a:lnTo>
                <a:lnTo>
                  <a:pt x="809273" y="83969"/>
                </a:lnTo>
                <a:cubicBezTo>
                  <a:pt x="809364" y="86514"/>
                  <a:pt x="809932" y="88263"/>
                  <a:pt x="810976" y="89217"/>
                </a:cubicBezTo>
                <a:cubicBezTo>
                  <a:pt x="812022" y="90171"/>
                  <a:pt x="813953" y="90739"/>
                  <a:pt x="816769" y="90921"/>
                </a:cubicBezTo>
                <a:lnTo>
                  <a:pt x="819496" y="91058"/>
                </a:lnTo>
                <a:lnTo>
                  <a:pt x="819496" y="93103"/>
                </a:lnTo>
                <a:lnTo>
                  <a:pt x="787599" y="93103"/>
                </a:lnTo>
                <a:close/>
                <a:moveTo>
                  <a:pt x="911176" y="70747"/>
                </a:moveTo>
                <a:lnTo>
                  <a:pt x="913356" y="71702"/>
                </a:lnTo>
                <a:cubicBezTo>
                  <a:pt x="910539" y="79062"/>
                  <a:pt x="906654" y="84696"/>
                  <a:pt x="901701" y="88604"/>
                </a:cubicBezTo>
                <a:cubicBezTo>
                  <a:pt x="896748" y="92511"/>
                  <a:pt x="891000" y="94465"/>
                  <a:pt x="884458" y="94465"/>
                </a:cubicBezTo>
                <a:cubicBezTo>
                  <a:pt x="876643" y="94465"/>
                  <a:pt x="870440" y="91717"/>
                  <a:pt x="865851" y="86220"/>
                </a:cubicBezTo>
                <a:cubicBezTo>
                  <a:pt x="861262" y="80722"/>
                  <a:pt x="858968" y="73292"/>
                  <a:pt x="858968" y="63931"/>
                </a:cubicBezTo>
                <a:cubicBezTo>
                  <a:pt x="858968" y="58297"/>
                  <a:pt x="859854" y="53185"/>
                  <a:pt x="861626" y="48597"/>
                </a:cubicBezTo>
                <a:cubicBezTo>
                  <a:pt x="863398" y="44007"/>
                  <a:pt x="865874" y="40303"/>
                  <a:pt x="869054" y="37486"/>
                </a:cubicBezTo>
                <a:cubicBezTo>
                  <a:pt x="874324" y="32760"/>
                  <a:pt x="880459" y="30397"/>
                  <a:pt x="887458" y="30397"/>
                </a:cubicBezTo>
                <a:cubicBezTo>
                  <a:pt x="894818" y="30397"/>
                  <a:pt x="900634" y="32987"/>
                  <a:pt x="904905" y="38168"/>
                </a:cubicBezTo>
                <a:cubicBezTo>
                  <a:pt x="906631" y="40349"/>
                  <a:pt x="907903" y="42644"/>
                  <a:pt x="908721" y="45053"/>
                </a:cubicBezTo>
                <a:cubicBezTo>
                  <a:pt x="909539" y="47460"/>
                  <a:pt x="910221" y="50891"/>
                  <a:pt x="910766" y="55344"/>
                </a:cubicBezTo>
                <a:lnTo>
                  <a:pt x="868781" y="55344"/>
                </a:lnTo>
                <a:cubicBezTo>
                  <a:pt x="868963" y="59524"/>
                  <a:pt x="869326" y="62909"/>
                  <a:pt x="869871" y="65499"/>
                </a:cubicBezTo>
                <a:cubicBezTo>
                  <a:pt x="870418" y="68089"/>
                  <a:pt x="871281" y="70702"/>
                  <a:pt x="872463" y="73336"/>
                </a:cubicBezTo>
                <a:cubicBezTo>
                  <a:pt x="876461" y="81152"/>
                  <a:pt x="882322" y="85059"/>
                  <a:pt x="890047" y="85059"/>
                </a:cubicBezTo>
                <a:cubicBezTo>
                  <a:pt x="894410" y="85059"/>
                  <a:pt x="898203" y="83969"/>
                  <a:pt x="901429" y="81790"/>
                </a:cubicBezTo>
                <a:cubicBezTo>
                  <a:pt x="904656" y="79608"/>
                  <a:pt x="907905" y="75927"/>
                  <a:pt x="911176" y="70747"/>
                </a:cubicBezTo>
                <a:moveTo>
                  <a:pt x="869054" y="50981"/>
                </a:moveTo>
                <a:lnTo>
                  <a:pt x="896863" y="50981"/>
                </a:lnTo>
                <a:cubicBezTo>
                  <a:pt x="895954" y="45075"/>
                  <a:pt x="894545" y="40986"/>
                  <a:pt x="892637" y="38715"/>
                </a:cubicBezTo>
                <a:cubicBezTo>
                  <a:pt x="890729" y="36442"/>
                  <a:pt x="887684" y="35306"/>
                  <a:pt x="883503" y="35306"/>
                </a:cubicBezTo>
                <a:cubicBezTo>
                  <a:pt x="879323" y="35306"/>
                  <a:pt x="876051" y="36578"/>
                  <a:pt x="873688" y="39123"/>
                </a:cubicBezTo>
                <a:cubicBezTo>
                  <a:pt x="871326" y="41667"/>
                  <a:pt x="869782" y="45620"/>
                  <a:pt x="869054" y="50981"/>
                </a:cubicBezTo>
                <a:close/>
                <a:moveTo>
                  <a:pt x="950510" y="31762"/>
                </a:moveTo>
                <a:lnTo>
                  <a:pt x="950510" y="36123"/>
                </a:lnTo>
                <a:lnTo>
                  <a:pt x="936742" y="36123"/>
                </a:lnTo>
                <a:lnTo>
                  <a:pt x="936742" y="75109"/>
                </a:lnTo>
                <a:cubicBezTo>
                  <a:pt x="936742" y="79380"/>
                  <a:pt x="937287" y="82492"/>
                  <a:pt x="938377" y="84446"/>
                </a:cubicBezTo>
                <a:cubicBezTo>
                  <a:pt x="939469" y="86400"/>
                  <a:pt x="941286" y="87376"/>
                  <a:pt x="943831" y="87376"/>
                </a:cubicBezTo>
                <a:cubicBezTo>
                  <a:pt x="945376" y="87376"/>
                  <a:pt x="946761" y="87013"/>
                  <a:pt x="947987" y="86286"/>
                </a:cubicBezTo>
                <a:cubicBezTo>
                  <a:pt x="949214" y="85560"/>
                  <a:pt x="950555" y="84333"/>
                  <a:pt x="952010" y="82607"/>
                </a:cubicBezTo>
                <a:lnTo>
                  <a:pt x="953782" y="84107"/>
                </a:lnTo>
                <a:cubicBezTo>
                  <a:pt x="949419" y="91012"/>
                  <a:pt x="943966" y="94465"/>
                  <a:pt x="937423" y="94465"/>
                </a:cubicBezTo>
                <a:cubicBezTo>
                  <a:pt x="929335" y="94465"/>
                  <a:pt x="925292" y="88694"/>
                  <a:pt x="925292" y="77153"/>
                </a:cubicBezTo>
                <a:lnTo>
                  <a:pt x="925292" y="36123"/>
                </a:lnTo>
                <a:lnTo>
                  <a:pt x="918066" y="36123"/>
                </a:lnTo>
                <a:cubicBezTo>
                  <a:pt x="917703" y="35850"/>
                  <a:pt x="917521" y="35532"/>
                  <a:pt x="917521" y="35169"/>
                </a:cubicBezTo>
                <a:cubicBezTo>
                  <a:pt x="917521" y="34442"/>
                  <a:pt x="918293" y="33579"/>
                  <a:pt x="919838" y="32579"/>
                </a:cubicBezTo>
                <a:cubicBezTo>
                  <a:pt x="921838" y="31398"/>
                  <a:pt x="924019" y="29467"/>
                  <a:pt x="926382" y="26786"/>
                </a:cubicBezTo>
                <a:cubicBezTo>
                  <a:pt x="928745" y="24104"/>
                  <a:pt x="931880" y="19901"/>
                  <a:pt x="935788" y="14177"/>
                </a:cubicBezTo>
                <a:cubicBezTo>
                  <a:pt x="936424" y="14177"/>
                  <a:pt x="936742" y="14768"/>
                  <a:pt x="936742" y="15949"/>
                </a:cubicBezTo>
                <a:lnTo>
                  <a:pt x="936742" y="31762"/>
                </a:lnTo>
                <a:lnTo>
                  <a:pt x="950510" y="317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8C52A-F955-44EB-8672-BD8934E9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811" y="6029070"/>
            <a:ext cx="1019004" cy="316342"/>
          </a:xfrm>
          <a:custGeom xmlns:a="http://schemas.openxmlformats.org/drawingml/2006/main">
            <a:pathLst>
              <a:path w="1019004" h="316342">
                <a:moveTo>
                  <a:pt x="0" y="316342"/>
                </a:moveTo>
                <a:lnTo>
                  <a:pt x="0" y="0"/>
                </a:lnTo>
                <a:lnTo>
                  <a:pt x="1019004" y="0"/>
                </a:lnTo>
                <a:lnTo>
                  <a:pt x="1019004" y="316342"/>
                </a:lnTo>
                <a:lnTo>
                  <a:pt x="0" y="316342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D84568-08D7-49C5-BAF0-08A7AFC1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5811" y="6029070"/>
            <a:ext cx="1019004" cy="316342"/>
          </a:xfrm>
          <a:custGeom xmlns:a="http://schemas.openxmlformats.org/drawingml/2006/main">
            <a:pathLst>
              <a:path w="1019004" h="316342" fill="none">
                <a:moveTo>
                  <a:pt x="0" y="316342"/>
                </a:moveTo>
                <a:lnTo>
                  <a:pt x="1019004" y="316342"/>
                </a:lnTo>
                <a:lnTo>
                  <a:pt x="1019004" y="0"/>
                </a:lnTo>
                <a:lnTo>
                  <a:pt x="0" y="0"/>
                </a:lnTo>
                <a:lnTo>
                  <a:pt x="0" y="3163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74" name="Text Tag">
            <a:extLst xmlns:a="http://schemas.openxmlformats.org/drawingml/2006/main">
              <a:ext uri="{FF2B5EF4-FFF2-40B4-BE49-F238E27FC236}">
                <a16:creationId xmlns:a16="http://schemas.microsoft.com/office/drawing/2014/main" id="{4C76BEF2-805A-4301-AD06-BCDD6720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2662" y="6141863"/>
            <a:ext cx="205562" cy="119957"/>
          </a:xfrm>
          <a:custGeom xmlns:a="http://schemas.openxmlformats.org/drawingml/2006/main">
            <a:pathLst>
              <a:path w="205562" h="119957">
                <a:moveTo>
                  <a:pt x="59296" y="87651"/>
                </a:moveTo>
                <a:lnTo>
                  <a:pt x="59296" y="90241"/>
                </a:lnTo>
                <a:lnTo>
                  <a:pt x="19494" y="90241"/>
                </a:lnTo>
                <a:lnTo>
                  <a:pt x="19494" y="87651"/>
                </a:lnTo>
                <a:cubicBezTo>
                  <a:pt x="23310" y="87378"/>
                  <a:pt x="26127" y="86924"/>
                  <a:pt x="27945" y="86289"/>
                </a:cubicBezTo>
                <a:cubicBezTo>
                  <a:pt x="29763" y="85652"/>
                  <a:pt x="30944" y="84403"/>
                  <a:pt x="31489" y="82540"/>
                </a:cubicBezTo>
                <a:cubicBezTo>
                  <a:pt x="32034" y="80677"/>
                  <a:pt x="32306" y="77791"/>
                  <a:pt x="32306" y="73883"/>
                </a:cubicBezTo>
                <a:lnTo>
                  <a:pt x="32306" y="5726"/>
                </a:lnTo>
                <a:lnTo>
                  <a:pt x="24945" y="5726"/>
                </a:lnTo>
                <a:cubicBezTo>
                  <a:pt x="19766" y="5816"/>
                  <a:pt x="15791" y="6270"/>
                  <a:pt x="13019" y="7089"/>
                </a:cubicBezTo>
                <a:cubicBezTo>
                  <a:pt x="10247" y="7907"/>
                  <a:pt x="8201" y="9543"/>
                  <a:pt x="6883" y="11997"/>
                </a:cubicBezTo>
                <a:cubicBezTo>
                  <a:pt x="5565" y="14450"/>
                  <a:pt x="4362" y="18176"/>
                  <a:pt x="3272" y="23173"/>
                </a:cubicBezTo>
                <a:lnTo>
                  <a:pt x="0" y="23173"/>
                </a:lnTo>
                <a:lnTo>
                  <a:pt x="817" y="0"/>
                </a:lnTo>
                <a:lnTo>
                  <a:pt x="77700" y="0"/>
                </a:lnTo>
                <a:lnTo>
                  <a:pt x="78518" y="23173"/>
                </a:lnTo>
                <a:lnTo>
                  <a:pt x="75246" y="23173"/>
                </a:lnTo>
                <a:cubicBezTo>
                  <a:pt x="74246" y="18176"/>
                  <a:pt x="73088" y="14450"/>
                  <a:pt x="71770" y="11997"/>
                </a:cubicBezTo>
                <a:cubicBezTo>
                  <a:pt x="70453" y="9543"/>
                  <a:pt x="68408" y="7907"/>
                  <a:pt x="65636" y="7089"/>
                </a:cubicBezTo>
                <a:cubicBezTo>
                  <a:pt x="62864" y="6270"/>
                  <a:pt x="58843" y="5816"/>
                  <a:pt x="53572" y="5726"/>
                </a:cubicBezTo>
                <a:lnTo>
                  <a:pt x="46211" y="5726"/>
                </a:lnTo>
                <a:lnTo>
                  <a:pt x="46211" y="75383"/>
                </a:lnTo>
                <a:cubicBezTo>
                  <a:pt x="46301" y="78654"/>
                  <a:pt x="46642" y="81153"/>
                  <a:pt x="47233" y="82879"/>
                </a:cubicBezTo>
                <a:cubicBezTo>
                  <a:pt x="47823" y="84606"/>
                  <a:pt x="49050" y="85787"/>
                  <a:pt x="50912" y="86424"/>
                </a:cubicBezTo>
                <a:cubicBezTo>
                  <a:pt x="52776" y="87060"/>
                  <a:pt x="55571" y="87469"/>
                  <a:pt x="59296" y="87651"/>
                </a:cubicBezTo>
                <a:close/>
                <a:moveTo>
                  <a:pt x="141222" y="81245"/>
                </a:moveTo>
                <a:lnTo>
                  <a:pt x="141222" y="84789"/>
                </a:lnTo>
                <a:cubicBezTo>
                  <a:pt x="138859" y="87333"/>
                  <a:pt x="136814" y="89106"/>
                  <a:pt x="135088" y="90105"/>
                </a:cubicBezTo>
                <a:cubicBezTo>
                  <a:pt x="133361" y="91104"/>
                  <a:pt x="131317" y="91603"/>
                  <a:pt x="128954" y="91603"/>
                </a:cubicBezTo>
                <a:cubicBezTo>
                  <a:pt x="126136" y="91603"/>
                  <a:pt x="124069" y="90853"/>
                  <a:pt x="122751" y="89354"/>
                </a:cubicBezTo>
                <a:cubicBezTo>
                  <a:pt x="121434" y="87856"/>
                  <a:pt x="120593" y="85288"/>
                  <a:pt x="120228" y="81652"/>
                </a:cubicBezTo>
                <a:cubicBezTo>
                  <a:pt x="116049" y="85197"/>
                  <a:pt x="112437" y="87741"/>
                  <a:pt x="109391" y="89286"/>
                </a:cubicBezTo>
                <a:cubicBezTo>
                  <a:pt x="106348" y="90831"/>
                  <a:pt x="103326" y="91603"/>
                  <a:pt x="100327" y="91603"/>
                </a:cubicBezTo>
                <a:cubicBezTo>
                  <a:pt x="96146" y="91603"/>
                  <a:pt x="92715" y="90240"/>
                  <a:pt x="90035" y="87514"/>
                </a:cubicBezTo>
                <a:cubicBezTo>
                  <a:pt x="87355" y="84788"/>
                  <a:pt x="86014" y="81289"/>
                  <a:pt x="86014" y="77018"/>
                </a:cubicBezTo>
                <a:cubicBezTo>
                  <a:pt x="86014" y="74747"/>
                  <a:pt x="86469" y="72543"/>
                  <a:pt x="87377" y="70408"/>
                </a:cubicBezTo>
                <a:cubicBezTo>
                  <a:pt x="88286" y="68271"/>
                  <a:pt x="89468" y="66521"/>
                  <a:pt x="90921" y="65158"/>
                </a:cubicBezTo>
                <a:cubicBezTo>
                  <a:pt x="92376" y="63886"/>
                  <a:pt x="93762" y="62774"/>
                  <a:pt x="95079" y="61820"/>
                </a:cubicBezTo>
                <a:cubicBezTo>
                  <a:pt x="96396" y="60865"/>
                  <a:pt x="97986" y="59934"/>
                  <a:pt x="99848" y="59026"/>
                </a:cubicBezTo>
                <a:cubicBezTo>
                  <a:pt x="101712" y="58116"/>
                  <a:pt x="104234" y="56980"/>
                  <a:pt x="107415" y="55617"/>
                </a:cubicBezTo>
                <a:cubicBezTo>
                  <a:pt x="110596" y="54254"/>
                  <a:pt x="114822" y="52527"/>
                  <a:pt x="120093" y="50436"/>
                </a:cubicBezTo>
                <a:lnTo>
                  <a:pt x="120093" y="42122"/>
                </a:lnTo>
                <a:cubicBezTo>
                  <a:pt x="120093" y="34579"/>
                  <a:pt x="116640" y="30807"/>
                  <a:pt x="109733" y="30807"/>
                </a:cubicBezTo>
                <a:cubicBezTo>
                  <a:pt x="107006" y="30807"/>
                  <a:pt x="104689" y="31466"/>
                  <a:pt x="102781" y="32785"/>
                </a:cubicBezTo>
                <a:cubicBezTo>
                  <a:pt x="100873" y="34102"/>
                  <a:pt x="99919" y="35670"/>
                  <a:pt x="99919" y="37488"/>
                </a:cubicBezTo>
                <a:cubicBezTo>
                  <a:pt x="99919" y="38396"/>
                  <a:pt x="100055" y="39486"/>
                  <a:pt x="100327" y="40757"/>
                </a:cubicBezTo>
                <a:cubicBezTo>
                  <a:pt x="100418" y="41212"/>
                  <a:pt x="100486" y="41621"/>
                  <a:pt x="100531" y="41985"/>
                </a:cubicBezTo>
                <a:cubicBezTo>
                  <a:pt x="100576" y="42348"/>
                  <a:pt x="100599" y="42666"/>
                  <a:pt x="100599" y="42939"/>
                </a:cubicBezTo>
                <a:cubicBezTo>
                  <a:pt x="100599" y="44394"/>
                  <a:pt x="99986" y="45712"/>
                  <a:pt x="98759" y="46893"/>
                </a:cubicBezTo>
                <a:cubicBezTo>
                  <a:pt x="97533" y="48075"/>
                  <a:pt x="96102" y="48666"/>
                  <a:pt x="94465" y="48666"/>
                </a:cubicBezTo>
                <a:cubicBezTo>
                  <a:pt x="92829" y="48666"/>
                  <a:pt x="91443" y="48075"/>
                  <a:pt x="90308" y="46893"/>
                </a:cubicBezTo>
                <a:cubicBezTo>
                  <a:pt x="89172" y="45712"/>
                  <a:pt x="88604" y="44348"/>
                  <a:pt x="88604" y="42802"/>
                </a:cubicBezTo>
                <a:cubicBezTo>
                  <a:pt x="88604" y="39894"/>
                  <a:pt x="89626" y="37305"/>
                  <a:pt x="91670" y="35033"/>
                </a:cubicBezTo>
                <a:cubicBezTo>
                  <a:pt x="93715" y="32762"/>
                  <a:pt x="96464" y="30945"/>
                  <a:pt x="99917" y="29582"/>
                </a:cubicBezTo>
                <a:cubicBezTo>
                  <a:pt x="103371" y="28217"/>
                  <a:pt x="107234" y="27535"/>
                  <a:pt x="111505" y="27535"/>
                </a:cubicBezTo>
                <a:cubicBezTo>
                  <a:pt x="119683" y="27535"/>
                  <a:pt x="125318" y="30034"/>
                  <a:pt x="128409" y="35033"/>
                </a:cubicBezTo>
                <a:cubicBezTo>
                  <a:pt x="129407" y="36670"/>
                  <a:pt x="130111" y="38578"/>
                  <a:pt x="130520" y="40760"/>
                </a:cubicBezTo>
                <a:cubicBezTo>
                  <a:pt x="130929" y="42939"/>
                  <a:pt x="131134" y="45801"/>
                  <a:pt x="131134" y="49346"/>
                </a:cubicBezTo>
                <a:lnTo>
                  <a:pt x="131134" y="75928"/>
                </a:lnTo>
                <a:cubicBezTo>
                  <a:pt x="131134" y="78926"/>
                  <a:pt x="131429" y="80994"/>
                  <a:pt x="132020" y="82131"/>
                </a:cubicBezTo>
                <a:cubicBezTo>
                  <a:pt x="132610" y="83266"/>
                  <a:pt x="133678" y="83834"/>
                  <a:pt x="135223" y="83834"/>
                </a:cubicBezTo>
                <a:cubicBezTo>
                  <a:pt x="137132" y="83834"/>
                  <a:pt x="139132" y="82971"/>
                  <a:pt x="141222" y="81245"/>
                </a:cubicBezTo>
                <a:moveTo>
                  <a:pt x="120093" y="73474"/>
                </a:moveTo>
                <a:lnTo>
                  <a:pt x="120093" y="53708"/>
                </a:lnTo>
                <a:cubicBezTo>
                  <a:pt x="112096" y="56525"/>
                  <a:pt x="106439" y="59366"/>
                  <a:pt x="103122" y="62229"/>
                </a:cubicBezTo>
                <a:cubicBezTo>
                  <a:pt x="99805" y="65091"/>
                  <a:pt x="98101" y="68567"/>
                  <a:pt x="98010" y="72656"/>
                </a:cubicBezTo>
                <a:lnTo>
                  <a:pt x="98010" y="73201"/>
                </a:lnTo>
                <a:cubicBezTo>
                  <a:pt x="98010" y="76109"/>
                  <a:pt x="98850" y="78586"/>
                  <a:pt x="100531" y="80631"/>
                </a:cubicBezTo>
                <a:cubicBezTo>
                  <a:pt x="102213" y="82675"/>
                  <a:pt x="104235" y="83697"/>
                  <a:pt x="106598" y="83697"/>
                </a:cubicBezTo>
                <a:cubicBezTo>
                  <a:pt x="109688" y="83697"/>
                  <a:pt x="113004" y="82697"/>
                  <a:pt x="116549" y="80698"/>
                </a:cubicBezTo>
                <a:cubicBezTo>
                  <a:pt x="118002" y="79881"/>
                  <a:pt x="118956" y="78973"/>
                  <a:pt x="119411" y="77973"/>
                </a:cubicBezTo>
                <a:cubicBezTo>
                  <a:pt x="119866" y="76973"/>
                  <a:pt x="120093" y="75473"/>
                  <a:pt x="120093" y="73474"/>
                </a:cubicBezTo>
                <a:close/>
                <a:moveTo>
                  <a:pt x="205562" y="37350"/>
                </a:moveTo>
                <a:lnTo>
                  <a:pt x="194247" y="37350"/>
                </a:lnTo>
                <a:cubicBezTo>
                  <a:pt x="195247" y="39532"/>
                  <a:pt x="195928" y="41485"/>
                  <a:pt x="196292" y="43212"/>
                </a:cubicBezTo>
                <a:cubicBezTo>
                  <a:pt x="196656" y="44938"/>
                  <a:pt x="196839" y="46801"/>
                  <a:pt x="196839" y="48801"/>
                </a:cubicBezTo>
                <a:cubicBezTo>
                  <a:pt x="196839" y="55344"/>
                  <a:pt x="194658" y="60479"/>
                  <a:pt x="190295" y="64205"/>
                </a:cubicBezTo>
                <a:cubicBezTo>
                  <a:pt x="188205" y="66022"/>
                  <a:pt x="185865" y="67430"/>
                  <a:pt x="183275" y="68430"/>
                </a:cubicBezTo>
                <a:cubicBezTo>
                  <a:pt x="180685" y="69430"/>
                  <a:pt x="178117" y="69929"/>
                  <a:pt x="175573" y="69929"/>
                </a:cubicBezTo>
                <a:cubicBezTo>
                  <a:pt x="175481" y="69929"/>
                  <a:pt x="174777" y="69861"/>
                  <a:pt x="173460" y="69726"/>
                </a:cubicBezTo>
                <a:cubicBezTo>
                  <a:pt x="172142" y="69590"/>
                  <a:pt x="170256" y="69430"/>
                  <a:pt x="167802" y="69247"/>
                </a:cubicBezTo>
                <a:cubicBezTo>
                  <a:pt x="166621" y="69612"/>
                  <a:pt x="165393" y="70294"/>
                  <a:pt x="164120" y="71294"/>
                </a:cubicBezTo>
                <a:cubicBezTo>
                  <a:pt x="162849" y="72292"/>
                  <a:pt x="161781" y="73405"/>
                  <a:pt x="160917" y="74632"/>
                </a:cubicBezTo>
                <a:cubicBezTo>
                  <a:pt x="160055" y="75859"/>
                  <a:pt x="159624" y="76927"/>
                  <a:pt x="159624" y="77835"/>
                </a:cubicBezTo>
                <a:cubicBezTo>
                  <a:pt x="159624" y="80017"/>
                  <a:pt x="163168" y="81244"/>
                  <a:pt x="170256" y="81517"/>
                </a:cubicBezTo>
                <a:lnTo>
                  <a:pt x="187841" y="82335"/>
                </a:lnTo>
                <a:cubicBezTo>
                  <a:pt x="192930" y="82516"/>
                  <a:pt x="196951" y="83925"/>
                  <a:pt x="199905" y="86561"/>
                </a:cubicBezTo>
                <a:cubicBezTo>
                  <a:pt x="202858" y="89196"/>
                  <a:pt x="204335" y="92649"/>
                  <a:pt x="204335" y="96919"/>
                </a:cubicBezTo>
                <a:cubicBezTo>
                  <a:pt x="204335" y="102008"/>
                  <a:pt x="201836" y="106598"/>
                  <a:pt x="196839" y="110687"/>
                </a:cubicBezTo>
                <a:cubicBezTo>
                  <a:pt x="193294" y="113505"/>
                  <a:pt x="189023" y="115754"/>
                  <a:pt x="184024" y="117434"/>
                </a:cubicBezTo>
                <a:cubicBezTo>
                  <a:pt x="179026" y="119116"/>
                  <a:pt x="173983" y="119957"/>
                  <a:pt x="168894" y="119957"/>
                </a:cubicBezTo>
                <a:cubicBezTo>
                  <a:pt x="164532" y="119957"/>
                  <a:pt x="160578" y="119367"/>
                  <a:pt x="157034" y="118185"/>
                </a:cubicBezTo>
                <a:cubicBezTo>
                  <a:pt x="153490" y="117004"/>
                  <a:pt x="150650" y="115390"/>
                  <a:pt x="148514" y="113345"/>
                </a:cubicBezTo>
                <a:cubicBezTo>
                  <a:pt x="146379" y="111301"/>
                  <a:pt x="145311" y="109098"/>
                  <a:pt x="145311" y="106735"/>
                </a:cubicBezTo>
                <a:cubicBezTo>
                  <a:pt x="145311" y="104190"/>
                  <a:pt x="146311" y="101668"/>
                  <a:pt x="148310" y="99168"/>
                </a:cubicBezTo>
                <a:cubicBezTo>
                  <a:pt x="150310" y="96669"/>
                  <a:pt x="153763" y="93648"/>
                  <a:pt x="158671" y="90103"/>
                </a:cubicBezTo>
                <a:cubicBezTo>
                  <a:pt x="155853" y="88740"/>
                  <a:pt x="153944" y="87559"/>
                  <a:pt x="152945" y="86561"/>
                </a:cubicBezTo>
                <a:cubicBezTo>
                  <a:pt x="151945" y="85561"/>
                  <a:pt x="151445" y="84334"/>
                  <a:pt x="151445" y="82879"/>
                </a:cubicBezTo>
                <a:cubicBezTo>
                  <a:pt x="151445" y="81698"/>
                  <a:pt x="151695" y="80630"/>
                  <a:pt x="152194" y="79676"/>
                </a:cubicBezTo>
                <a:cubicBezTo>
                  <a:pt x="152694" y="78722"/>
                  <a:pt x="153672" y="77518"/>
                  <a:pt x="155127" y="76063"/>
                </a:cubicBezTo>
                <a:cubicBezTo>
                  <a:pt x="155308" y="75792"/>
                  <a:pt x="155807" y="75269"/>
                  <a:pt x="156624" y="74497"/>
                </a:cubicBezTo>
                <a:cubicBezTo>
                  <a:pt x="157442" y="73725"/>
                  <a:pt x="158579" y="72656"/>
                  <a:pt x="160033" y="71292"/>
                </a:cubicBezTo>
                <a:lnTo>
                  <a:pt x="163578" y="68022"/>
                </a:lnTo>
                <a:cubicBezTo>
                  <a:pt x="159033" y="65749"/>
                  <a:pt x="155785" y="63205"/>
                  <a:pt x="153831" y="60388"/>
                </a:cubicBezTo>
                <a:cubicBezTo>
                  <a:pt x="151877" y="57571"/>
                  <a:pt x="150900" y="54026"/>
                  <a:pt x="150900" y="49756"/>
                </a:cubicBezTo>
                <a:cubicBezTo>
                  <a:pt x="150900" y="45575"/>
                  <a:pt x="151922" y="41803"/>
                  <a:pt x="153966" y="38440"/>
                </a:cubicBezTo>
                <a:cubicBezTo>
                  <a:pt x="156011" y="35078"/>
                  <a:pt x="158760" y="32419"/>
                  <a:pt x="162213" y="30466"/>
                </a:cubicBezTo>
                <a:cubicBezTo>
                  <a:pt x="165667" y="28512"/>
                  <a:pt x="169484" y="27535"/>
                  <a:pt x="173663" y="27535"/>
                </a:cubicBezTo>
                <a:cubicBezTo>
                  <a:pt x="177299" y="27535"/>
                  <a:pt x="180934" y="28217"/>
                  <a:pt x="184569" y="29580"/>
                </a:cubicBezTo>
                <a:lnTo>
                  <a:pt x="187568" y="30672"/>
                </a:lnTo>
                <a:cubicBezTo>
                  <a:pt x="188931" y="31125"/>
                  <a:pt x="190158" y="31465"/>
                  <a:pt x="191248" y="31693"/>
                </a:cubicBezTo>
                <a:cubicBezTo>
                  <a:pt x="192339" y="31920"/>
                  <a:pt x="193612" y="32034"/>
                  <a:pt x="195067" y="32034"/>
                </a:cubicBezTo>
                <a:lnTo>
                  <a:pt x="205562" y="32034"/>
                </a:lnTo>
                <a:lnTo>
                  <a:pt x="205562" y="37350"/>
                </a:lnTo>
                <a:moveTo>
                  <a:pt x="161533" y="90513"/>
                </a:moveTo>
                <a:cubicBezTo>
                  <a:pt x="158807" y="93784"/>
                  <a:pt x="157012" y="96169"/>
                  <a:pt x="156148" y="97668"/>
                </a:cubicBezTo>
                <a:cubicBezTo>
                  <a:pt x="155285" y="99169"/>
                  <a:pt x="154854" y="100691"/>
                  <a:pt x="154854" y="102236"/>
                </a:cubicBezTo>
                <a:cubicBezTo>
                  <a:pt x="154854" y="105235"/>
                  <a:pt x="156648" y="107643"/>
                  <a:pt x="160237" y="109460"/>
                </a:cubicBezTo>
                <a:cubicBezTo>
                  <a:pt x="163827" y="111278"/>
                  <a:pt x="168667" y="112187"/>
                  <a:pt x="174755" y="112187"/>
                </a:cubicBezTo>
                <a:cubicBezTo>
                  <a:pt x="182479" y="112187"/>
                  <a:pt x="188704" y="110959"/>
                  <a:pt x="193430" y="108505"/>
                </a:cubicBezTo>
                <a:cubicBezTo>
                  <a:pt x="198155" y="106052"/>
                  <a:pt x="200518" y="102872"/>
                  <a:pt x="200518" y="98964"/>
                </a:cubicBezTo>
                <a:cubicBezTo>
                  <a:pt x="200518" y="96511"/>
                  <a:pt x="199246" y="94785"/>
                  <a:pt x="196702" y="93785"/>
                </a:cubicBezTo>
                <a:cubicBezTo>
                  <a:pt x="194157" y="92785"/>
                  <a:pt x="189795" y="92285"/>
                  <a:pt x="183616" y="92285"/>
                </a:cubicBezTo>
                <a:cubicBezTo>
                  <a:pt x="181435" y="92285"/>
                  <a:pt x="178913" y="92194"/>
                  <a:pt x="176049" y="92013"/>
                </a:cubicBezTo>
                <a:cubicBezTo>
                  <a:pt x="173187" y="91831"/>
                  <a:pt x="170438" y="91604"/>
                  <a:pt x="167802" y="91330"/>
                </a:cubicBezTo>
                <a:cubicBezTo>
                  <a:pt x="165167" y="91059"/>
                  <a:pt x="163078" y="90786"/>
                  <a:pt x="161533" y="90513"/>
                </a:cubicBezTo>
                <a:moveTo>
                  <a:pt x="162213" y="44167"/>
                </a:moveTo>
                <a:lnTo>
                  <a:pt x="162213" y="44574"/>
                </a:lnTo>
                <a:cubicBezTo>
                  <a:pt x="162213" y="51118"/>
                  <a:pt x="163508" y="56412"/>
                  <a:pt x="166099" y="60457"/>
                </a:cubicBezTo>
                <a:cubicBezTo>
                  <a:pt x="168689" y="64501"/>
                  <a:pt x="172074" y="66522"/>
                  <a:pt x="176255" y="66522"/>
                </a:cubicBezTo>
                <a:cubicBezTo>
                  <a:pt x="179435" y="66522"/>
                  <a:pt x="181911" y="65409"/>
                  <a:pt x="183683" y="63182"/>
                </a:cubicBezTo>
                <a:cubicBezTo>
                  <a:pt x="185455" y="60955"/>
                  <a:pt x="186341" y="57933"/>
                  <a:pt x="186341" y="54117"/>
                </a:cubicBezTo>
                <a:cubicBezTo>
                  <a:pt x="186341" y="51391"/>
                  <a:pt x="185978" y="48574"/>
                  <a:pt x="185251" y="45666"/>
                </a:cubicBezTo>
                <a:cubicBezTo>
                  <a:pt x="184525" y="42758"/>
                  <a:pt x="183525" y="40123"/>
                  <a:pt x="182252" y="37760"/>
                </a:cubicBezTo>
                <a:cubicBezTo>
                  <a:pt x="179980" y="33488"/>
                  <a:pt x="176664" y="31352"/>
                  <a:pt x="172301" y="31352"/>
                </a:cubicBezTo>
                <a:cubicBezTo>
                  <a:pt x="169212" y="31352"/>
                  <a:pt x="166758" y="32488"/>
                  <a:pt x="164940" y="34761"/>
                </a:cubicBezTo>
                <a:cubicBezTo>
                  <a:pt x="163122" y="37032"/>
                  <a:pt x="162213" y="40167"/>
                  <a:pt x="162213" y="441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19587-A983-41FE-AEB2-1E8CAC69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70" y="6029070"/>
            <a:ext cx="905888" cy="316342"/>
          </a:xfrm>
          <a:custGeom xmlns:a="http://schemas.openxmlformats.org/drawingml/2006/main">
            <a:pathLst>
              <a:path w="905888" h="316342">
                <a:moveTo>
                  <a:pt x="0" y="316342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6342"/>
                </a:lnTo>
                <a:lnTo>
                  <a:pt x="0" y="316342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4F713-8328-4FB6-8369-87A186B0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70" y="6029070"/>
            <a:ext cx="905888" cy="316342"/>
          </a:xfrm>
          <a:custGeom xmlns:a="http://schemas.openxmlformats.org/drawingml/2006/main">
            <a:pathLst>
              <a:path w="905888" h="316342" fill="none">
                <a:moveTo>
                  <a:pt x="0" y="316342"/>
                </a:moveTo>
                <a:lnTo>
                  <a:pt x="905888" y="316342"/>
                </a:lnTo>
                <a:lnTo>
                  <a:pt x="905888" y="0"/>
                </a:lnTo>
                <a:lnTo>
                  <a:pt x="0" y="0"/>
                </a:lnTo>
                <a:lnTo>
                  <a:pt x="0" y="3163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>
                <a:alpha val="96078"/>
              </a:srgbClr>
            </a:solidFill>
            <a:round/>
          </a:ln>
        </p:spPr>
      </p:sp>
      <p:sp>
        <p:nvSpPr>
          <p:cNvPr id="177" name="Text PacketLength">
            <a:extLst xmlns:a="http://schemas.openxmlformats.org/drawingml/2006/main">
              <a:ext uri="{FF2B5EF4-FFF2-40B4-BE49-F238E27FC236}">
                <a16:creationId xmlns:a16="http://schemas.microsoft.com/office/drawing/2014/main" id="{55030842-3F1E-4D18-947B-BDBDCA00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560" y="6139001"/>
            <a:ext cx="776491" cy="122820"/>
          </a:xfrm>
          <a:custGeom xmlns:a="http://schemas.openxmlformats.org/drawingml/2006/main">
            <a:pathLst>
              <a:path w="776491" h="122820">
                <a:moveTo>
                  <a:pt x="0" y="5452"/>
                </a:moveTo>
                <a:lnTo>
                  <a:pt x="0" y="2862"/>
                </a:lnTo>
                <a:lnTo>
                  <a:pt x="35986" y="2862"/>
                </a:lnTo>
                <a:cubicBezTo>
                  <a:pt x="42438" y="2862"/>
                  <a:pt x="48390" y="3748"/>
                  <a:pt x="53843" y="5520"/>
                </a:cubicBezTo>
                <a:cubicBezTo>
                  <a:pt x="59295" y="7292"/>
                  <a:pt x="63385" y="9678"/>
                  <a:pt x="66113" y="12678"/>
                </a:cubicBezTo>
                <a:cubicBezTo>
                  <a:pt x="69839" y="16675"/>
                  <a:pt x="71702" y="21628"/>
                  <a:pt x="71702" y="27535"/>
                </a:cubicBezTo>
                <a:cubicBezTo>
                  <a:pt x="71702" y="31988"/>
                  <a:pt x="70542" y="36168"/>
                  <a:pt x="68224" y="40077"/>
                </a:cubicBezTo>
                <a:cubicBezTo>
                  <a:pt x="65907" y="43985"/>
                  <a:pt x="62704" y="47029"/>
                  <a:pt x="58614" y="49209"/>
                </a:cubicBezTo>
                <a:cubicBezTo>
                  <a:pt x="53070" y="52299"/>
                  <a:pt x="45119" y="53845"/>
                  <a:pt x="34759" y="53845"/>
                </a:cubicBezTo>
                <a:cubicBezTo>
                  <a:pt x="33032" y="53845"/>
                  <a:pt x="31488" y="53800"/>
                  <a:pt x="30125" y="53710"/>
                </a:cubicBezTo>
                <a:cubicBezTo>
                  <a:pt x="28761" y="53618"/>
                  <a:pt x="27171" y="53527"/>
                  <a:pt x="25353" y="53435"/>
                </a:cubicBezTo>
                <a:lnTo>
                  <a:pt x="25353" y="78245"/>
                </a:lnTo>
                <a:cubicBezTo>
                  <a:pt x="25445" y="81607"/>
                  <a:pt x="25808" y="84151"/>
                  <a:pt x="26443" y="85879"/>
                </a:cubicBezTo>
                <a:cubicBezTo>
                  <a:pt x="27079" y="87605"/>
                  <a:pt x="28307" y="88787"/>
                  <a:pt x="30125" y="89423"/>
                </a:cubicBezTo>
                <a:cubicBezTo>
                  <a:pt x="31942" y="90058"/>
                  <a:pt x="34624" y="90422"/>
                  <a:pt x="38168" y="90513"/>
                </a:cubicBezTo>
                <a:lnTo>
                  <a:pt x="38168" y="93103"/>
                </a:lnTo>
                <a:lnTo>
                  <a:pt x="0" y="93103"/>
                </a:lnTo>
                <a:lnTo>
                  <a:pt x="0" y="90513"/>
                </a:lnTo>
                <a:cubicBezTo>
                  <a:pt x="3453" y="90150"/>
                  <a:pt x="5974" y="89650"/>
                  <a:pt x="7565" y="89013"/>
                </a:cubicBezTo>
                <a:cubicBezTo>
                  <a:pt x="9155" y="88377"/>
                  <a:pt x="10200" y="87128"/>
                  <a:pt x="10699" y="85265"/>
                </a:cubicBezTo>
                <a:cubicBezTo>
                  <a:pt x="11200" y="83402"/>
                  <a:pt x="11450" y="80562"/>
                  <a:pt x="11450" y="76746"/>
                </a:cubicBezTo>
                <a:lnTo>
                  <a:pt x="11450" y="17722"/>
                </a:lnTo>
                <a:cubicBezTo>
                  <a:pt x="11450" y="14359"/>
                  <a:pt x="11177" y="11882"/>
                  <a:pt x="10631" y="10292"/>
                </a:cubicBezTo>
                <a:cubicBezTo>
                  <a:pt x="10086" y="8701"/>
                  <a:pt x="9018" y="7588"/>
                  <a:pt x="7428" y="6951"/>
                </a:cubicBezTo>
                <a:cubicBezTo>
                  <a:pt x="5837" y="6315"/>
                  <a:pt x="3361" y="5815"/>
                  <a:pt x="0" y="5452"/>
                </a:cubicBezTo>
                <a:moveTo>
                  <a:pt x="25353" y="12540"/>
                </a:moveTo>
                <a:lnTo>
                  <a:pt x="25353" y="47983"/>
                </a:lnTo>
                <a:cubicBezTo>
                  <a:pt x="26898" y="48074"/>
                  <a:pt x="28238" y="48164"/>
                  <a:pt x="29374" y="48256"/>
                </a:cubicBezTo>
                <a:cubicBezTo>
                  <a:pt x="30511" y="48346"/>
                  <a:pt x="31761" y="48391"/>
                  <a:pt x="33124" y="48391"/>
                </a:cubicBezTo>
                <a:cubicBezTo>
                  <a:pt x="48936" y="48391"/>
                  <a:pt x="56842" y="41712"/>
                  <a:pt x="56842" y="28352"/>
                </a:cubicBezTo>
                <a:cubicBezTo>
                  <a:pt x="56842" y="21355"/>
                  <a:pt x="54661" y="16198"/>
                  <a:pt x="50298" y="12881"/>
                </a:cubicBezTo>
                <a:cubicBezTo>
                  <a:pt x="45937" y="9565"/>
                  <a:pt x="39167" y="7906"/>
                  <a:pt x="29987" y="7906"/>
                </a:cubicBezTo>
                <a:cubicBezTo>
                  <a:pt x="28171" y="7906"/>
                  <a:pt x="26944" y="8224"/>
                  <a:pt x="26308" y="8861"/>
                </a:cubicBezTo>
                <a:cubicBezTo>
                  <a:pt x="25671" y="9497"/>
                  <a:pt x="25353" y="10724"/>
                  <a:pt x="25353" y="12540"/>
                </a:cubicBezTo>
                <a:close/>
                <a:moveTo>
                  <a:pt x="133860" y="84107"/>
                </a:moveTo>
                <a:lnTo>
                  <a:pt x="133860" y="87651"/>
                </a:lnTo>
                <a:cubicBezTo>
                  <a:pt x="131497" y="90195"/>
                  <a:pt x="129453" y="91968"/>
                  <a:pt x="127726" y="92967"/>
                </a:cubicBezTo>
                <a:cubicBezTo>
                  <a:pt x="126000" y="93966"/>
                  <a:pt x="123955" y="94465"/>
                  <a:pt x="121592" y="94465"/>
                </a:cubicBezTo>
                <a:cubicBezTo>
                  <a:pt x="118775" y="94465"/>
                  <a:pt x="116707" y="93716"/>
                  <a:pt x="115390" y="92217"/>
                </a:cubicBezTo>
                <a:cubicBezTo>
                  <a:pt x="114072" y="90718"/>
                  <a:pt x="113231" y="88150"/>
                  <a:pt x="112867" y="84514"/>
                </a:cubicBezTo>
                <a:cubicBezTo>
                  <a:pt x="108687" y="88059"/>
                  <a:pt x="105075" y="90603"/>
                  <a:pt x="102030" y="92148"/>
                </a:cubicBezTo>
                <a:cubicBezTo>
                  <a:pt x="98986" y="93693"/>
                  <a:pt x="95965" y="94465"/>
                  <a:pt x="92965" y="94465"/>
                </a:cubicBezTo>
                <a:cubicBezTo>
                  <a:pt x="88785" y="94465"/>
                  <a:pt x="85354" y="93102"/>
                  <a:pt x="82674" y="90376"/>
                </a:cubicBezTo>
                <a:cubicBezTo>
                  <a:pt x="79993" y="87650"/>
                  <a:pt x="78653" y="84151"/>
                  <a:pt x="78653" y="79880"/>
                </a:cubicBezTo>
                <a:cubicBezTo>
                  <a:pt x="78653" y="77609"/>
                  <a:pt x="79107" y="75405"/>
                  <a:pt x="80015" y="73270"/>
                </a:cubicBezTo>
                <a:cubicBezTo>
                  <a:pt x="80925" y="71133"/>
                  <a:pt x="82106" y="69383"/>
                  <a:pt x="83560" y="68020"/>
                </a:cubicBezTo>
                <a:cubicBezTo>
                  <a:pt x="85014" y="66748"/>
                  <a:pt x="86400" y="65636"/>
                  <a:pt x="87718" y="64682"/>
                </a:cubicBezTo>
                <a:cubicBezTo>
                  <a:pt x="89035" y="63728"/>
                  <a:pt x="90625" y="62796"/>
                  <a:pt x="92487" y="61888"/>
                </a:cubicBezTo>
                <a:cubicBezTo>
                  <a:pt x="94351" y="60979"/>
                  <a:pt x="96873" y="59842"/>
                  <a:pt x="100054" y="58479"/>
                </a:cubicBezTo>
                <a:cubicBezTo>
                  <a:pt x="103235" y="57116"/>
                  <a:pt x="107461" y="55389"/>
                  <a:pt x="112732" y="53298"/>
                </a:cubicBezTo>
                <a:lnTo>
                  <a:pt x="112732" y="44984"/>
                </a:lnTo>
                <a:cubicBezTo>
                  <a:pt x="112732" y="37441"/>
                  <a:pt x="109278" y="33669"/>
                  <a:pt x="102371" y="33669"/>
                </a:cubicBezTo>
                <a:cubicBezTo>
                  <a:pt x="99645" y="33669"/>
                  <a:pt x="97328" y="34328"/>
                  <a:pt x="95420" y="35647"/>
                </a:cubicBezTo>
                <a:cubicBezTo>
                  <a:pt x="93512" y="36964"/>
                  <a:pt x="92558" y="38532"/>
                  <a:pt x="92558" y="40350"/>
                </a:cubicBezTo>
                <a:cubicBezTo>
                  <a:pt x="92558" y="41258"/>
                  <a:pt x="92694" y="42348"/>
                  <a:pt x="92965" y="43620"/>
                </a:cubicBezTo>
                <a:cubicBezTo>
                  <a:pt x="93057" y="44074"/>
                  <a:pt x="93125" y="44483"/>
                  <a:pt x="93169" y="44847"/>
                </a:cubicBezTo>
                <a:cubicBezTo>
                  <a:pt x="93215" y="45210"/>
                  <a:pt x="93238" y="45528"/>
                  <a:pt x="93238" y="45801"/>
                </a:cubicBezTo>
                <a:cubicBezTo>
                  <a:pt x="93238" y="47256"/>
                  <a:pt x="92624" y="48574"/>
                  <a:pt x="91397" y="49756"/>
                </a:cubicBezTo>
                <a:cubicBezTo>
                  <a:pt x="90171" y="50937"/>
                  <a:pt x="88740" y="51528"/>
                  <a:pt x="87104" y="51528"/>
                </a:cubicBezTo>
                <a:cubicBezTo>
                  <a:pt x="85468" y="51528"/>
                  <a:pt x="84082" y="50937"/>
                  <a:pt x="82946" y="49756"/>
                </a:cubicBezTo>
                <a:cubicBezTo>
                  <a:pt x="81810" y="48574"/>
                  <a:pt x="81242" y="47210"/>
                  <a:pt x="81242" y="45664"/>
                </a:cubicBezTo>
                <a:cubicBezTo>
                  <a:pt x="81242" y="42756"/>
                  <a:pt x="82264" y="40167"/>
                  <a:pt x="84308" y="37895"/>
                </a:cubicBezTo>
                <a:cubicBezTo>
                  <a:pt x="86354" y="35624"/>
                  <a:pt x="89103" y="33807"/>
                  <a:pt x="92556" y="32444"/>
                </a:cubicBezTo>
                <a:cubicBezTo>
                  <a:pt x="96010" y="31079"/>
                  <a:pt x="99872" y="30397"/>
                  <a:pt x="104143" y="30397"/>
                </a:cubicBezTo>
                <a:cubicBezTo>
                  <a:pt x="112322" y="30397"/>
                  <a:pt x="117956" y="32896"/>
                  <a:pt x="121047" y="37895"/>
                </a:cubicBezTo>
                <a:cubicBezTo>
                  <a:pt x="122046" y="39532"/>
                  <a:pt x="122749" y="41440"/>
                  <a:pt x="123159" y="43622"/>
                </a:cubicBezTo>
                <a:cubicBezTo>
                  <a:pt x="123568" y="45801"/>
                  <a:pt x="123772" y="48664"/>
                  <a:pt x="123772" y="52208"/>
                </a:cubicBezTo>
                <a:lnTo>
                  <a:pt x="123772" y="78790"/>
                </a:lnTo>
                <a:cubicBezTo>
                  <a:pt x="123772" y="81788"/>
                  <a:pt x="124067" y="83856"/>
                  <a:pt x="124658" y="84993"/>
                </a:cubicBezTo>
                <a:cubicBezTo>
                  <a:pt x="125249" y="86128"/>
                  <a:pt x="126317" y="86696"/>
                  <a:pt x="127861" y="86696"/>
                </a:cubicBezTo>
                <a:cubicBezTo>
                  <a:pt x="129771" y="86696"/>
                  <a:pt x="131770" y="85833"/>
                  <a:pt x="133860" y="84107"/>
                </a:cubicBezTo>
                <a:moveTo>
                  <a:pt x="112732" y="76336"/>
                </a:moveTo>
                <a:lnTo>
                  <a:pt x="112732" y="56570"/>
                </a:lnTo>
                <a:cubicBezTo>
                  <a:pt x="104735" y="59387"/>
                  <a:pt x="99078" y="62228"/>
                  <a:pt x="95761" y="65091"/>
                </a:cubicBezTo>
                <a:cubicBezTo>
                  <a:pt x="92444" y="67953"/>
                  <a:pt x="90740" y="71429"/>
                  <a:pt x="90648" y="75518"/>
                </a:cubicBezTo>
                <a:lnTo>
                  <a:pt x="90648" y="76063"/>
                </a:lnTo>
                <a:cubicBezTo>
                  <a:pt x="90648" y="78971"/>
                  <a:pt x="91489" y="81448"/>
                  <a:pt x="93169" y="83493"/>
                </a:cubicBezTo>
                <a:cubicBezTo>
                  <a:pt x="94851" y="85537"/>
                  <a:pt x="96874" y="86559"/>
                  <a:pt x="99237" y="86559"/>
                </a:cubicBezTo>
                <a:cubicBezTo>
                  <a:pt x="102326" y="86559"/>
                  <a:pt x="105643" y="85559"/>
                  <a:pt x="109187" y="83560"/>
                </a:cubicBezTo>
                <a:cubicBezTo>
                  <a:pt x="110640" y="82743"/>
                  <a:pt x="111594" y="81835"/>
                  <a:pt x="112049" y="80835"/>
                </a:cubicBezTo>
                <a:cubicBezTo>
                  <a:pt x="112504" y="79835"/>
                  <a:pt x="112732" y="78335"/>
                  <a:pt x="112732" y="76336"/>
                </a:cubicBezTo>
                <a:close/>
                <a:moveTo>
                  <a:pt x="188385" y="71837"/>
                </a:moveTo>
                <a:lnTo>
                  <a:pt x="190294" y="73064"/>
                </a:lnTo>
                <a:cubicBezTo>
                  <a:pt x="188295" y="77063"/>
                  <a:pt x="186523" y="80176"/>
                  <a:pt x="184978" y="82403"/>
                </a:cubicBezTo>
                <a:cubicBezTo>
                  <a:pt x="183433" y="84629"/>
                  <a:pt x="181752" y="86514"/>
                  <a:pt x="179934" y="88059"/>
                </a:cubicBezTo>
                <a:cubicBezTo>
                  <a:pt x="174936" y="92330"/>
                  <a:pt x="169438" y="94465"/>
                  <a:pt x="163440" y="94465"/>
                </a:cubicBezTo>
                <a:cubicBezTo>
                  <a:pt x="158442" y="94465"/>
                  <a:pt x="153990" y="93171"/>
                  <a:pt x="150082" y="90582"/>
                </a:cubicBezTo>
                <a:cubicBezTo>
                  <a:pt x="146174" y="87991"/>
                  <a:pt x="143107" y="84402"/>
                  <a:pt x="140880" y="79814"/>
                </a:cubicBezTo>
                <a:cubicBezTo>
                  <a:pt x="138653" y="75224"/>
                  <a:pt x="137540" y="70020"/>
                  <a:pt x="137540" y="64203"/>
                </a:cubicBezTo>
                <a:cubicBezTo>
                  <a:pt x="137540" y="53025"/>
                  <a:pt x="141084" y="44301"/>
                  <a:pt x="148172" y="38031"/>
                </a:cubicBezTo>
                <a:cubicBezTo>
                  <a:pt x="153990" y="32942"/>
                  <a:pt x="160397" y="30397"/>
                  <a:pt x="167394" y="30397"/>
                </a:cubicBezTo>
                <a:cubicBezTo>
                  <a:pt x="171210" y="30397"/>
                  <a:pt x="174708" y="31034"/>
                  <a:pt x="177889" y="32306"/>
                </a:cubicBezTo>
                <a:cubicBezTo>
                  <a:pt x="181070" y="33578"/>
                  <a:pt x="183615" y="35282"/>
                  <a:pt x="185523" y="37419"/>
                </a:cubicBezTo>
                <a:cubicBezTo>
                  <a:pt x="187431" y="39555"/>
                  <a:pt x="188385" y="41895"/>
                  <a:pt x="188385" y="44439"/>
                </a:cubicBezTo>
                <a:cubicBezTo>
                  <a:pt x="188385" y="45984"/>
                  <a:pt x="187771" y="47324"/>
                  <a:pt x="186544" y="48460"/>
                </a:cubicBezTo>
                <a:cubicBezTo>
                  <a:pt x="185318" y="49595"/>
                  <a:pt x="183797" y="50163"/>
                  <a:pt x="181979" y="50163"/>
                </a:cubicBezTo>
                <a:cubicBezTo>
                  <a:pt x="178798" y="50163"/>
                  <a:pt x="176616" y="48074"/>
                  <a:pt x="175435" y="43894"/>
                </a:cubicBezTo>
                <a:lnTo>
                  <a:pt x="174618" y="40895"/>
                </a:lnTo>
                <a:cubicBezTo>
                  <a:pt x="173981" y="38350"/>
                  <a:pt x="173095" y="36624"/>
                  <a:pt x="171959" y="35716"/>
                </a:cubicBezTo>
                <a:cubicBezTo>
                  <a:pt x="170824" y="34806"/>
                  <a:pt x="169029" y="34351"/>
                  <a:pt x="166576" y="34351"/>
                </a:cubicBezTo>
                <a:cubicBezTo>
                  <a:pt x="161032" y="34351"/>
                  <a:pt x="156556" y="36532"/>
                  <a:pt x="153148" y="40895"/>
                </a:cubicBezTo>
                <a:cubicBezTo>
                  <a:pt x="149741" y="45256"/>
                  <a:pt x="148037" y="50981"/>
                  <a:pt x="148037" y="58069"/>
                </a:cubicBezTo>
                <a:cubicBezTo>
                  <a:pt x="148037" y="63250"/>
                  <a:pt x="148923" y="67840"/>
                  <a:pt x="150695" y="71839"/>
                </a:cubicBezTo>
                <a:cubicBezTo>
                  <a:pt x="152468" y="75837"/>
                  <a:pt x="154944" y="78972"/>
                  <a:pt x="158123" y="81245"/>
                </a:cubicBezTo>
                <a:cubicBezTo>
                  <a:pt x="161304" y="83516"/>
                  <a:pt x="164985" y="84652"/>
                  <a:pt x="169166" y="84652"/>
                </a:cubicBezTo>
                <a:cubicBezTo>
                  <a:pt x="173073" y="84652"/>
                  <a:pt x="176435" y="83698"/>
                  <a:pt x="179252" y="81790"/>
                </a:cubicBezTo>
                <a:cubicBezTo>
                  <a:pt x="182069" y="79880"/>
                  <a:pt x="185114" y="76563"/>
                  <a:pt x="188385" y="71837"/>
                </a:cubicBezTo>
                <a:close/>
                <a:moveTo>
                  <a:pt x="195611" y="93103"/>
                </a:moveTo>
                <a:lnTo>
                  <a:pt x="195611" y="91058"/>
                </a:lnTo>
                <a:cubicBezTo>
                  <a:pt x="198882" y="90513"/>
                  <a:pt x="201222" y="90013"/>
                  <a:pt x="202631" y="89558"/>
                </a:cubicBezTo>
                <a:cubicBezTo>
                  <a:pt x="204040" y="89103"/>
                  <a:pt x="204926" y="88331"/>
                  <a:pt x="205289" y="87241"/>
                </a:cubicBezTo>
                <a:cubicBezTo>
                  <a:pt x="205652" y="86151"/>
                  <a:pt x="205834" y="84379"/>
                  <a:pt x="205834" y="81925"/>
                </a:cubicBezTo>
                <a:lnTo>
                  <a:pt x="205834" y="16222"/>
                </a:lnTo>
                <a:cubicBezTo>
                  <a:pt x="205834" y="12949"/>
                  <a:pt x="205448" y="10745"/>
                  <a:pt x="204676" y="9610"/>
                </a:cubicBezTo>
                <a:cubicBezTo>
                  <a:pt x="203903" y="8474"/>
                  <a:pt x="202336" y="7906"/>
                  <a:pt x="199973" y="7906"/>
                </a:cubicBezTo>
                <a:cubicBezTo>
                  <a:pt x="199336" y="7906"/>
                  <a:pt x="198677" y="7929"/>
                  <a:pt x="197995" y="7975"/>
                </a:cubicBezTo>
                <a:cubicBezTo>
                  <a:pt x="197314" y="8020"/>
                  <a:pt x="196519" y="8088"/>
                  <a:pt x="195611" y="8179"/>
                </a:cubicBezTo>
                <a:lnTo>
                  <a:pt x="195611" y="5997"/>
                </a:lnTo>
                <a:lnTo>
                  <a:pt x="199700" y="4907"/>
                </a:lnTo>
                <a:cubicBezTo>
                  <a:pt x="203698" y="3817"/>
                  <a:pt x="206901" y="2931"/>
                  <a:pt x="209310" y="2251"/>
                </a:cubicBezTo>
                <a:cubicBezTo>
                  <a:pt x="211718" y="1568"/>
                  <a:pt x="214195" y="818"/>
                  <a:pt x="216739" y="0"/>
                </a:cubicBezTo>
                <a:lnTo>
                  <a:pt x="217284" y="272"/>
                </a:lnTo>
                <a:lnTo>
                  <a:pt x="217284" y="57524"/>
                </a:lnTo>
                <a:lnTo>
                  <a:pt x="235959" y="40895"/>
                </a:lnTo>
                <a:cubicBezTo>
                  <a:pt x="238050" y="38985"/>
                  <a:pt x="239095" y="37395"/>
                  <a:pt x="239095" y="36123"/>
                </a:cubicBezTo>
                <a:cubicBezTo>
                  <a:pt x="239095" y="35215"/>
                  <a:pt x="238618" y="34602"/>
                  <a:pt x="237662" y="34285"/>
                </a:cubicBezTo>
                <a:cubicBezTo>
                  <a:pt x="236708" y="33966"/>
                  <a:pt x="234914" y="33760"/>
                  <a:pt x="232279" y="33669"/>
                </a:cubicBezTo>
                <a:lnTo>
                  <a:pt x="232279" y="31762"/>
                </a:lnTo>
                <a:lnTo>
                  <a:pt x="260087" y="31762"/>
                </a:lnTo>
                <a:lnTo>
                  <a:pt x="260087" y="33806"/>
                </a:lnTo>
                <a:cubicBezTo>
                  <a:pt x="257905" y="33715"/>
                  <a:pt x="255929" y="33851"/>
                  <a:pt x="254156" y="34216"/>
                </a:cubicBezTo>
                <a:cubicBezTo>
                  <a:pt x="252386" y="34579"/>
                  <a:pt x="250501" y="35352"/>
                  <a:pt x="248501" y="36533"/>
                </a:cubicBezTo>
                <a:cubicBezTo>
                  <a:pt x="246501" y="37714"/>
                  <a:pt x="244093" y="39464"/>
                  <a:pt x="241275" y="41781"/>
                </a:cubicBezTo>
                <a:cubicBezTo>
                  <a:pt x="238459" y="44098"/>
                  <a:pt x="234915" y="47165"/>
                  <a:pt x="230644" y="50981"/>
                </a:cubicBezTo>
                <a:lnTo>
                  <a:pt x="226690" y="54662"/>
                </a:lnTo>
                <a:lnTo>
                  <a:pt x="247546" y="81107"/>
                </a:lnTo>
                <a:cubicBezTo>
                  <a:pt x="250454" y="84560"/>
                  <a:pt x="253089" y="87037"/>
                  <a:pt x="255452" y="88537"/>
                </a:cubicBezTo>
                <a:cubicBezTo>
                  <a:pt x="257815" y="90036"/>
                  <a:pt x="260496" y="90876"/>
                  <a:pt x="263496" y="91058"/>
                </a:cubicBezTo>
                <a:lnTo>
                  <a:pt x="263496" y="93103"/>
                </a:lnTo>
                <a:lnTo>
                  <a:pt x="233779" y="93103"/>
                </a:lnTo>
                <a:lnTo>
                  <a:pt x="233779" y="91058"/>
                </a:lnTo>
                <a:lnTo>
                  <a:pt x="236368" y="91058"/>
                </a:lnTo>
                <a:cubicBezTo>
                  <a:pt x="238276" y="91058"/>
                  <a:pt x="239230" y="90376"/>
                  <a:pt x="239230" y="89013"/>
                </a:cubicBezTo>
                <a:cubicBezTo>
                  <a:pt x="239230" y="88377"/>
                  <a:pt x="238731" y="87423"/>
                  <a:pt x="237731" y="86151"/>
                </a:cubicBezTo>
                <a:cubicBezTo>
                  <a:pt x="237549" y="85970"/>
                  <a:pt x="237345" y="85720"/>
                  <a:pt x="237117" y="85402"/>
                </a:cubicBezTo>
                <a:cubicBezTo>
                  <a:pt x="236891" y="85084"/>
                  <a:pt x="236642" y="84742"/>
                  <a:pt x="236368" y="84379"/>
                </a:cubicBezTo>
                <a:lnTo>
                  <a:pt x="217284" y="58887"/>
                </a:lnTo>
                <a:lnTo>
                  <a:pt x="217284" y="83969"/>
                </a:lnTo>
                <a:cubicBezTo>
                  <a:pt x="217376" y="86514"/>
                  <a:pt x="217944" y="88263"/>
                  <a:pt x="218988" y="89217"/>
                </a:cubicBezTo>
                <a:cubicBezTo>
                  <a:pt x="220033" y="90171"/>
                  <a:pt x="221964" y="90739"/>
                  <a:pt x="224781" y="90921"/>
                </a:cubicBezTo>
                <a:lnTo>
                  <a:pt x="227508" y="91058"/>
                </a:lnTo>
                <a:lnTo>
                  <a:pt x="227508" y="93103"/>
                </a:lnTo>
                <a:lnTo>
                  <a:pt x="195611" y="93103"/>
                </a:lnTo>
                <a:close/>
                <a:moveTo>
                  <a:pt x="318839" y="70747"/>
                </a:moveTo>
                <a:lnTo>
                  <a:pt x="321019" y="71702"/>
                </a:lnTo>
                <a:cubicBezTo>
                  <a:pt x="318202" y="79062"/>
                  <a:pt x="314318" y="84696"/>
                  <a:pt x="309364" y="88604"/>
                </a:cubicBezTo>
                <a:cubicBezTo>
                  <a:pt x="304411" y="92511"/>
                  <a:pt x="298664" y="94465"/>
                  <a:pt x="292121" y="94465"/>
                </a:cubicBezTo>
                <a:cubicBezTo>
                  <a:pt x="284306" y="94465"/>
                  <a:pt x="278103" y="91717"/>
                  <a:pt x="273514" y="86220"/>
                </a:cubicBezTo>
                <a:cubicBezTo>
                  <a:pt x="268925" y="80722"/>
                  <a:pt x="266631" y="73292"/>
                  <a:pt x="266631" y="63931"/>
                </a:cubicBezTo>
                <a:cubicBezTo>
                  <a:pt x="266631" y="58297"/>
                  <a:pt x="267517" y="53185"/>
                  <a:pt x="269289" y="48597"/>
                </a:cubicBezTo>
                <a:cubicBezTo>
                  <a:pt x="271061" y="44007"/>
                  <a:pt x="273537" y="40303"/>
                  <a:pt x="276717" y="37486"/>
                </a:cubicBezTo>
                <a:cubicBezTo>
                  <a:pt x="281988" y="32760"/>
                  <a:pt x="288122" y="30397"/>
                  <a:pt x="295121" y="30397"/>
                </a:cubicBezTo>
                <a:cubicBezTo>
                  <a:pt x="302481" y="30397"/>
                  <a:pt x="308297" y="32987"/>
                  <a:pt x="312568" y="38168"/>
                </a:cubicBezTo>
                <a:cubicBezTo>
                  <a:pt x="314294" y="40349"/>
                  <a:pt x="315566" y="42644"/>
                  <a:pt x="316384" y="45053"/>
                </a:cubicBezTo>
                <a:cubicBezTo>
                  <a:pt x="317203" y="47460"/>
                  <a:pt x="317884" y="50891"/>
                  <a:pt x="318429" y="55344"/>
                </a:cubicBezTo>
                <a:lnTo>
                  <a:pt x="276444" y="55344"/>
                </a:lnTo>
                <a:cubicBezTo>
                  <a:pt x="276626" y="59524"/>
                  <a:pt x="276989" y="62909"/>
                  <a:pt x="277534" y="65499"/>
                </a:cubicBezTo>
                <a:cubicBezTo>
                  <a:pt x="278081" y="68089"/>
                  <a:pt x="278944" y="70702"/>
                  <a:pt x="280126" y="73336"/>
                </a:cubicBezTo>
                <a:cubicBezTo>
                  <a:pt x="284124" y="81152"/>
                  <a:pt x="289985" y="85059"/>
                  <a:pt x="297710" y="85059"/>
                </a:cubicBezTo>
                <a:cubicBezTo>
                  <a:pt x="302073" y="85059"/>
                  <a:pt x="305867" y="83969"/>
                  <a:pt x="309092" y="81790"/>
                </a:cubicBezTo>
                <a:cubicBezTo>
                  <a:pt x="312319" y="79608"/>
                  <a:pt x="315568" y="75927"/>
                  <a:pt x="318839" y="70747"/>
                </a:cubicBezTo>
                <a:moveTo>
                  <a:pt x="276717" y="50981"/>
                </a:moveTo>
                <a:lnTo>
                  <a:pt x="304526" y="50981"/>
                </a:lnTo>
                <a:cubicBezTo>
                  <a:pt x="303617" y="45075"/>
                  <a:pt x="302208" y="40986"/>
                  <a:pt x="300300" y="38715"/>
                </a:cubicBezTo>
                <a:cubicBezTo>
                  <a:pt x="298392" y="36442"/>
                  <a:pt x="295347" y="35306"/>
                  <a:pt x="291167" y="35306"/>
                </a:cubicBezTo>
                <a:cubicBezTo>
                  <a:pt x="286986" y="35306"/>
                  <a:pt x="283714" y="36578"/>
                  <a:pt x="281351" y="39123"/>
                </a:cubicBezTo>
                <a:cubicBezTo>
                  <a:pt x="278990" y="41667"/>
                  <a:pt x="277445" y="45620"/>
                  <a:pt x="276717" y="50981"/>
                </a:cubicBezTo>
                <a:close/>
                <a:moveTo>
                  <a:pt x="358234" y="31762"/>
                </a:moveTo>
                <a:lnTo>
                  <a:pt x="358234" y="36123"/>
                </a:lnTo>
                <a:lnTo>
                  <a:pt x="344466" y="36123"/>
                </a:lnTo>
                <a:lnTo>
                  <a:pt x="344466" y="75109"/>
                </a:lnTo>
                <a:cubicBezTo>
                  <a:pt x="344466" y="79380"/>
                  <a:pt x="345011" y="82492"/>
                  <a:pt x="346101" y="84446"/>
                </a:cubicBezTo>
                <a:cubicBezTo>
                  <a:pt x="347193" y="86400"/>
                  <a:pt x="349011" y="87376"/>
                  <a:pt x="351555" y="87376"/>
                </a:cubicBezTo>
                <a:cubicBezTo>
                  <a:pt x="353100" y="87376"/>
                  <a:pt x="354485" y="87013"/>
                  <a:pt x="355711" y="86286"/>
                </a:cubicBezTo>
                <a:cubicBezTo>
                  <a:pt x="356938" y="85560"/>
                  <a:pt x="358279" y="84333"/>
                  <a:pt x="359734" y="82607"/>
                </a:cubicBezTo>
                <a:lnTo>
                  <a:pt x="361506" y="84107"/>
                </a:lnTo>
                <a:cubicBezTo>
                  <a:pt x="357143" y="91012"/>
                  <a:pt x="351690" y="94465"/>
                  <a:pt x="345147" y="94465"/>
                </a:cubicBezTo>
                <a:cubicBezTo>
                  <a:pt x="337060" y="94465"/>
                  <a:pt x="333016" y="88694"/>
                  <a:pt x="333016" y="77153"/>
                </a:cubicBezTo>
                <a:lnTo>
                  <a:pt x="333016" y="36123"/>
                </a:lnTo>
                <a:lnTo>
                  <a:pt x="325790" y="36123"/>
                </a:lnTo>
                <a:cubicBezTo>
                  <a:pt x="325427" y="35850"/>
                  <a:pt x="325245" y="35532"/>
                  <a:pt x="325245" y="35169"/>
                </a:cubicBezTo>
                <a:cubicBezTo>
                  <a:pt x="325245" y="34442"/>
                  <a:pt x="326018" y="33579"/>
                  <a:pt x="327562" y="32579"/>
                </a:cubicBezTo>
                <a:cubicBezTo>
                  <a:pt x="329562" y="31398"/>
                  <a:pt x="331743" y="29467"/>
                  <a:pt x="334106" y="26786"/>
                </a:cubicBezTo>
                <a:cubicBezTo>
                  <a:pt x="336469" y="24104"/>
                  <a:pt x="339604" y="19901"/>
                  <a:pt x="343512" y="14177"/>
                </a:cubicBezTo>
                <a:cubicBezTo>
                  <a:pt x="344148" y="14177"/>
                  <a:pt x="344466" y="14768"/>
                  <a:pt x="344466" y="15949"/>
                </a:cubicBezTo>
                <a:lnTo>
                  <a:pt x="344466" y="31762"/>
                </a:lnTo>
                <a:lnTo>
                  <a:pt x="358234" y="31762"/>
                </a:lnTo>
                <a:close/>
                <a:moveTo>
                  <a:pt x="432843" y="2862"/>
                </a:moveTo>
                <a:lnTo>
                  <a:pt x="432843" y="5452"/>
                </a:lnTo>
                <a:cubicBezTo>
                  <a:pt x="429299" y="5633"/>
                  <a:pt x="426641" y="6042"/>
                  <a:pt x="424868" y="6679"/>
                </a:cubicBezTo>
                <a:cubicBezTo>
                  <a:pt x="423096" y="7315"/>
                  <a:pt x="421892" y="8475"/>
                  <a:pt x="421255" y="10157"/>
                </a:cubicBezTo>
                <a:cubicBezTo>
                  <a:pt x="420619" y="11837"/>
                  <a:pt x="420256" y="14359"/>
                  <a:pt x="420166" y="17722"/>
                </a:cubicBezTo>
                <a:lnTo>
                  <a:pt x="420166" y="82197"/>
                </a:lnTo>
                <a:cubicBezTo>
                  <a:pt x="420256" y="83833"/>
                  <a:pt x="420528" y="85038"/>
                  <a:pt x="420983" y="85810"/>
                </a:cubicBezTo>
                <a:cubicBezTo>
                  <a:pt x="421438" y="86583"/>
                  <a:pt x="422483" y="87082"/>
                  <a:pt x="424118" y="87310"/>
                </a:cubicBezTo>
                <a:cubicBezTo>
                  <a:pt x="425754" y="87537"/>
                  <a:pt x="428344" y="87696"/>
                  <a:pt x="431888" y="87786"/>
                </a:cubicBezTo>
                <a:lnTo>
                  <a:pt x="441022" y="87786"/>
                </a:lnTo>
                <a:cubicBezTo>
                  <a:pt x="446929" y="87605"/>
                  <a:pt x="451677" y="86992"/>
                  <a:pt x="455265" y="85947"/>
                </a:cubicBezTo>
                <a:cubicBezTo>
                  <a:pt x="458856" y="84902"/>
                  <a:pt x="461832" y="83062"/>
                  <a:pt x="464195" y="80427"/>
                </a:cubicBezTo>
                <a:cubicBezTo>
                  <a:pt x="466558" y="77791"/>
                  <a:pt x="468784" y="74110"/>
                  <a:pt x="470874" y="69384"/>
                </a:cubicBezTo>
                <a:lnTo>
                  <a:pt x="474283" y="69384"/>
                </a:lnTo>
                <a:lnTo>
                  <a:pt x="467739" y="93103"/>
                </a:lnTo>
                <a:lnTo>
                  <a:pt x="394401" y="93103"/>
                </a:lnTo>
                <a:lnTo>
                  <a:pt x="394401" y="90513"/>
                </a:lnTo>
                <a:cubicBezTo>
                  <a:pt x="397673" y="90331"/>
                  <a:pt x="400150" y="89900"/>
                  <a:pt x="401830" y="89219"/>
                </a:cubicBezTo>
                <a:cubicBezTo>
                  <a:pt x="403512" y="88537"/>
                  <a:pt x="404649" y="87356"/>
                  <a:pt x="405240" y="85675"/>
                </a:cubicBezTo>
                <a:cubicBezTo>
                  <a:pt x="405830" y="83993"/>
                  <a:pt x="406171" y="81516"/>
                  <a:pt x="406261" y="78245"/>
                </a:cubicBezTo>
                <a:lnTo>
                  <a:pt x="406261" y="17722"/>
                </a:lnTo>
                <a:cubicBezTo>
                  <a:pt x="406171" y="14449"/>
                  <a:pt x="405830" y="11972"/>
                  <a:pt x="405240" y="10292"/>
                </a:cubicBezTo>
                <a:cubicBezTo>
                  <a:pt x="404649" y="8610"/>
                  <a:pt x="403535" y="7428"/>
                  <a:pt x="401899" y="6748"/>
                </a:cubicBezTo>
                <a:cubicBezTo>
                  <a:pt x="400263" y="6065"/>
                  <a:pt x="397763" y="5633"/>
                  <a:pt x="394401" y="5452"/>
                </a:cubicBezTo>
                <a:lnTo>
                  <a:pt x="394401" y="2862"/>
                </a:lnTo>
                <a:lnTo>
                  <a:pt x="432843" y="2862"/>
                </a:lnTo>
                <a:close/>
                <a:moveTo>
                  <a:pt x="532488" y="70747"/>
                </a:moveTo>
                <a:lnTo>
                  <a:pt x="534668" y="71702"/>
                </a:lnTo>
                <a:cubicBezTo>
                  <a:pt x="531852" y="79062"/>
                  <a:pt x="527967" y="84696"/>
                  <a:pt x="523014" y="88604"/>
                </a:cubicBezTo>
                <a:cubicBezTo>
                  <a:pt x="518061" y="92511"/>
                  <a:pt x="512313" y="94465"/>
                  <a:pt x="505771" y="94465"/>
                </a:cubicBezTo>
                <a:cubicBezTo>
                  <a:pt x="497956" y="94465"/>
                  <a:pt x="491753" y="91717"/>
                  <a:pt x="487163" y="86220"/>
                </a:cubicBezTo>
                <a:cubicBezTo>
                  <a:pt x="482575" y="80722"/>
                  <a:pt x="480281" y="73292"/>
                  <a:pt x="480281" y="63931"/>
                </a:cubicBezTo>
                <a:cubicBezTo>
                  <a:pt x="480281" y="58297"/>
                  <a:pt x="481167" y="53185"/>
                  <a:pt x="482939" y="48597"/>
                </a:cubicBezTo>
                <a:cubicBezTo>
                  <a:pt x="484711" y="44007"/>
                  <a:pt x="487187" y="40303"/>
                  <a:pt x="490367" y="37486"/>
                </a:cubicBezTo>
                <a:cubicBezTo>
                  <a:pt x="495637" y="32760"/>
                  <a:pt x="501772" y="30397"/>
                  <a:pt x="508770" y="30397"/>
                </a:cubicBezTo>
                <a:cubicBezTo>
                  <a:pt x="516131" y="30397"/>
                  <a:pt x="521946" y="32987"/>
                  <a:pt x="526217" y="38168"/>
                </a:cubicBezTo>
                <a:cubicBezTo>
                  <a:pt x="527944" y="40349"/>
                  <a:pt x="529216" y="42644"/>
                  <a:pt x="530034" y="45053"/>
                </a:cubicBezTo>
                <a:cubicBezTo>
                  <a:pt x="530852" y="47460"/>
                  <a:pt x="531534" y="50891"/>
                  <a:pt x="532079" y="55344"/>
                </a:cubicBezTo>
                <a:lnTo>
                  <a:pt x="490094" y="55344"/>
                </a:lnTo>
                <a:cubicBezTo>
                  <a:pt x="490276" y="59524"/>
                  <a:pt x="490639" y="62909"/>
                  <a:pt x="491184" y="65499"/>
                </a:cubicBezTo>
                <a:cubicBezTo>
                  <a:pt x="491730" y="68089"/>
                  <a:pt x="492594" y="70702"/>
                  <a:pt x="493776" y="73336"/>
                </a:cubicBezTo>
                <a:cubicBezTo>
                  <a:pt x="497773" y="81152"/>
                  <a:pt x="503635" y="85059"/>
                  <a:pt x="511360" y="85059"/>
                </a:cubicBezTo>
                <a:cubicBezTo>
                  <a:pt x="515722" y="85059"/>
                  <a:pt x="519516" y="83969"/>
                  <a:pt x="522742" y="81790"/>
                </a:cubicBezTo>
                <a:cubicBezTo>
                  <a:pt x="525968" y="79608"/>
                  <a:pt x="529217" y="75927"/>
                  <a:pt x="532488" y="70747"/>
                </a:cubicBezTo>
                <a:moveTo>
                  <a:pt x="490367" y="50981"/>
                </a:moveTo>
                <a:lnTo>
                  <a:pt x="518176" y="50981"/>
                </a:lnTo>
                <a:cubicBezTo>
                  <a:pt x="517266" y="45075"/>
                  <a:pt x="515858" y="40986"/>
                  <a:pt x="513950" y="38715"/>
                </a:cubicBezTo>
                <a:cubicBezTo>
                  <a:pt x="512041" y="36442"/>
                  <a:pt x="508997" y="35306"/>
                  <a:pt x="504816" y="35306"/>
                </a:cubicBezTo>
                <a:cubicBezTo>
                  <a:pt x="500635" y="35306"/>
                  <a:pt x="497364" y="36578"/>
                  <a:pt x="495001" y="39123"/>
                </a:cubicBezTo>
                <a:cubicBezTo>
                  <a:pt x="492639" y="41667"/>
                  <a:pt x="491095" y="45620"/>
                  <a:pt x="490367" y="50981"/>
                </a:cubicBezTo>
                <a:close/>
                <a:moveTo>
                  <a:pt x="539032" y="93103"/>
                </a:moveTo>
                <a:lnTo>
                  <a:pt x="539032" y="91058"/>
                </a:lnTo>
                <a:cubicBezTo>
                  <a:pt x="542485" y="90876"/>
                  <a:pt x="544733" y="90127"/>
                  <a:pt x="545777" y="88810"/>
                </a:cubicBezTo>
                <a:cubicBezTo>
                  <a:pt x="546823" y="87491"/>
                  <a:pt x="547392" y="84833"/>
                  <a:pt x="547483" y="80835"/>
                </a:cubicBezTo>
                <a:lnTo>
                  <a:pt x="547483" y="47029"/>
                </a:lnTo>
                <a:cubicBezTo>
                  <a:pt x="547483" y="43666"/>
                  <a:pt x="547119" y="41372"/>
                  <a:pt x="546391" y="40146"/>
                </a:cubicBezTo>
                <a:cubicBezTo>
                  <a:pt x="545664" y="38919"/>
                  <a:pt x="544347" y="38305"/>
                  <a:pt x="542439" y="38305"/>
                </a:cubicBezTo>
                <a:cubicBezTo>
                  <a:pt x="540713" y="38305"/>
                  <a:pt x="539486" y="38487"/>
                  <a:pt x="538760" y="38850"/>
                </a:cubicBezTo>
                <a:lnTo>
                  <a:pt x="538760" y="36533"/>
                </a:lnTo>
                <a:cubicBezTo>
                  <a:pt x="542486" y="35442"/>
                  <a:pt x="545712" y="34442"/>
                  <a:pt x="548438" y="33534"/>
                </a:cubicBezTo>
                <a:cubicBezTo>
                  <a:pt x="551164" y="32624"/>
                  <a:pt x="554208" y="31578"/>
                  <a:pt x="557571" y="30397"/>
                </a:cubicBezTo>
                <a:lnTo>
                  <a:pt x="558524" y="30672"/>
                </a:lnTo>
                <a:lnTo>
                  <a:pt x="558524" y="41440"/>
                </a:lnTo>
                <a:cubicBezTo>
                  <a:pt x="561615" y="38532"/>
                  <a:pt x="564250" y="36283"/>
                  <a:pt x="566430" y="34692"/>
                </a:cubicBezTo>
                <a:cubicBezTo>
                  <a:pt x="568611" y="33102"/>
                  <a:pt x="570611" y="31988"/>
                  <a:pt x="572428" y="31352"/>
                </a:cubicBezTo>
                <a:cubicBezTo>
                  <a:pt x="574246" y="30715"/>
                  <a:pt x="576200" y="30397"/>
                  <a:pt x="578290" y="30397"/>
                </a:cubicBezTo>
                <a:cubicBezTo>
                  <a:pt x="583379" y="30397"/>
                  <a:pt x="587332" y="32192"/>
                  <a:pt x="590148" y="35782"/>
                </a:cubicBezTo>
                <a:cubicBezTo>
                  <a:pt x="592966" y="39372"/>
                  <a:pt x="594374" y="44393"/>
                  <a:pt x="594374" y="50845"/>
                </a:cubicBezTo>
                <a:lnTo>
                  <a:pt x="594374" y="82062"/>
                </a:lnTo>
                <a:cubicBezTo>
                  <a:pt x="594466" y="85423"/>
                  <a:pt x="595034" y="87672"/>
                  <a:pt x="596078" y="88810"/>
                </a:cubicBezTo>
                <a:cubicBezTo>
                  <a:pt x="597124" y="89945"/>
                  <a:pt x="599328" y="90695"/>
                  <a:pt x="602690" y="91058"/>
                </a:cubicBezTo>
                <a:lnTo>
                  <a:pt x="602690" y="93103"/>
                </a:lnTo>
                <a:lnTo>
                  <a:pt x="574336" y="93103"/>
                </a:lnTo>
                <a:lnTo>
                  <a:pt x="574336" y="91058"/>
                </a:lnTo>
                <a:cubicBezTo>
                  <a:pt x="577698" y="90876"/>
                  <a:pt x="579948" y="90036"/>
                  <a:pt x="581083" y="88537"/>
                </a:cubicBezTo>
                <a:cubicBezTo>
                  <a:pt x="582220" y="87037"/>
                  <a:pt x="582834" y="84060"/>
                  <a:pt x="582924" y="79608"/>
                </a:cubicBezTo>
                <a:lnTo>
                  <a:pt x="582924" y="51118"/>
                </a:lnTo>
                <a:cubicBezTo>
                  <a:pt x="582924" y="42303"/>
                  <a:pt x="579607" y="37895"/>
                  <a:pt x="572973" y="37895"/>
                </a:cubicBezTo>
                <a:cubicBezTo>
                  <a:pt x="570702" y="37895"/>
                  <a:pt x="568589" y="38418"/>
                  <a:pt x="566636" y="39464"/>
                </a:cubicBezTo>
                <a:cubicBezTo>
                  <a:pt x="564682" y="40508"/>
                  <a:pt x="562114" y="42575"/>
                  <a:pt x="558933" y="45664"/>
                </a:cubicBezTo>
                <a:lnTo>
                  <a:pt x="558933" y="83969"/>
                </a:lnTo>
                <a:cubicBezTo>
                  <a:pt x="558933" y="86424"/>
                  <a:pt x="559592" y="88174"/>
                  <a:pt x="560909" y="89219"/>
                </a:cubicBezTo>
                <a:cubicBezTo>
                  <a:pt x="562227" y="90263"/>
                  <a:pt x="564567" y="90876"/>
                  <a:pt x="567929" y="91058"/>
                </a:cubicBezTo>
                <a:lnTo>
                  <a:pt x="567929" y="93103"/>
                </a:lnTo>
                <a:lnTo>
                  <a:pt x="539032" y="93103"/>
                </a:lnTo>
                <a:close/>
                <a:moveTo>
                  <a:pt x="668803" y="40213"/>
                </a:moveTo>
                <a:lnTo>
                  <a:pt x="657488" y="40213"/>
                </a:lnTo>
                <a:cubicBezTo>
                  <a:pt x="658487" y="42394"/>
                  <a:pt x="659169" y="44348"/>
                  <a:pt x="659532" y="46074"/>
                </a:cubicBezTo>
                <a:cubicBezTo>
                  <a:pt x="659897" y="47800"/>
                  <a:pt x="660079" y="49663"/>
                  <a:pt x="660079" y="51663"/>
                </a:cubicBezTo>
                <a:cubicBezTo>
                  <a:pt x="660079" y="58207"/>
                  <a:pt x="657898" y="63341"/>
                  <a:pt x="653536" y="67067"/>
                </a:cubicBezTo>
                <a:cubicBezTo>
                  <a:pt x="651446" y="68884"/>
                  <a:pt x="649106" y="70292"/>
                  <a:pt x="646516" y="71292"/>
                </a:cubicBezTo>
                <a:cubicBezTo>
                  <a:pt x="643925" y="72292"/>
                  <a:pt x="641358" y="72791"/>
                  <a:pt x="638813" y="72791"/>
                </a:cubicBezTo>
                <a:cubicBezTo>
                  <a:pt x="638722" y="72791"/>
                  <a:pt x="638018" y="72724"/>
                  <a:pt x="636700" y="72588"/>
                </a:cubicBezTo>
                <a:cubicBezTo>
                  <a:pt x="635383" y="72452"/>
                  <a:pt x="633497" y="72292"/>
                  <a:pt x="631043" y="72109"/>
                </a:cubicBezTo>
                <a:cubicBezTo>
                  <a:pt x="629861" y="72474"/>
                  <a:pt x="628634" y="73156"/>
                  <a:pt x="627361" y="74156"/>
                </a:cubicBezTo>
                <a:cubicBezTo>
                  <a:pt x="626089" y="75154"/>
                  <a:pt x="625022" y="76267"/>
                  <a:pt x="624158" y="77494"/>
                </a:cubicBezTo>
                <a:cubicBezTo>
                  <a:pt x="623295" y="78722"/>
                  <a:pt x="622864" y="79789"/>
                  <a:pt x="622864" y="80698"/>
                </a:cubicBezTo>
                <a:cubicBezTo>
                  <a:pt x="622864" y="82879"/>
                  <a:pt x="626408" y="84106"/>
                  <a:pt x="633497" y="84379"/>
                </a:cubicBezTo>
                <a:lnTo>
                  <a:pt x="651081" y="85197"/>
                </a:lnTo>
                <a:cubicBezTo>
                  <a:pt x="656170" y="85378"/>
                  <a:pt x="660192" y="86787"/>
                  <a:pt x="663145" y="89423"/>
                </a:cubicBezTo>
                <a:cubicBezTo>
                  <a:pt x="666099" y="92058"/>
                  <a:pt x="667576" y="95511"/>
                  <a:pt x="667576" y="99781"/>
                </a:cubicBezTo>
                <a:cubicBezTo>
                  <a:pt x="667576" y="104871"/>
                  <a:pt x="665077" y="109460"/>
                  <a:pt x="660079" y="113549"/>
                </a:cubicBezTo>
                <a:cubicBezTo>
                  <a:pt x="656535" y="116367"/>
                  <a:pt x="652263" y="118616"/>
                  <a:pt x="647265" y="120296"/>
                </a:cubicBezTo>
                <a:cubicBezTo>
                  <a:pt x="642267" y="121979"/>
                  <a:pt x="637224" y="122820"/>
                  <a:pt x="632135" y="122820"/>
                </a:cubicBezTo>
                <a:cubicBezTo>
                  <a:pt x="627772" y="122820"/>
                  <a:pt x="623819" y="122229"/>
                  <a:pt x="620274" y="121047"/>
                </a:cubicBezTo>
                <a:cubicBezTo>
                  <a:pt x="616730" y="119866"/>
                  <a:pt x="613890" y="118253"/>
                  <a:pt x="611755" y="116207"/>
                </a:cubicBezTo>
                <a:cubicBezTo>
                  <a:pt x="609619" y="114163"/>
                  <a:pt x="608552" y="111960"/>
                  <a:pt x="608552" y="109597"/>
                </a:cubicBezTo>
                <a:cubicBezTo>
                  <a:pt x="608552" y="107052"/>
                  <a:pt x="609551" y="104530"/>
                  <a:pt x="611551" y="102030"/>
                </a:cubicBezTo>
                <a:cubicBezTo>
                  <a:pt x="613551" y="99531"/>
                  <a:pt x="617004" y="96510"/>
                  <a:pt x="621911" y="92965"/>
                </a:cubicBezTo>
                <a:cubicBezTo>
                  <a:pt x="619094" y="91602"/>
                  <a:pt x="617185" y="90422"/>
                  <a:pt x="616185" y="89423"/>
                </a:cubicBezTo>
                <a:cubicBezTo>
                  <a:pt x="615185" y="88423"/>
                  <a:pt x="614686" y="87196"/>
                  <a:pt x="614686" y="85742"/>
                </a:cubicBezTo>
                <a:cubicBezTo>
                  <a:pt x="614686" y="84560"/>
                  <a:pt x="614935" y="83492"/>
                  <a:pt x="615434" y="82538"/>
                </a:cubicBezTo>
                <a:cubicBezTo>
                  <a:pt x="615935" y="81584"/>
                  <a:pt x="616913" y="80380"/>
                  <a:pt x="618367" y="78925"/>
                </a:cubicBezTo>
                <a:cubicBezTo>
                  <a:pt x="618549" y="78654"/>
                  <a:pt x="619048" y="78132"/>
                  <a:pt x="619865" y="77359"/>
                </a:cubicBezTo>
                <a:cubicBezTo>
                  <a:pt x="620683" y="76587"/>
                  <a:pt x="621819" y="75518"/>
                  <a:pt x="623274" y="74154"/>
                </a:cubicBezTo>
                <a:lnTo>
                  <a:pt x="626818" y="70884"/>
                </a:lnTo>
                <a:cubicBezTo>
                  <a:pt x="622274" y="68611"/>
                  <a:pt x="619025" y="66067"/>
                  <a:pt x="617071" y="63251"/>
                </a:cubicBezTo>
                <a:cubicBezTo>
                  <a:pt x="615117" y="60433"/>
                  <a:pt x="614141" y="56889"/>
                  <a:pt x="614141" y="52618"/>
                </a:cubicBezTo>
                <a:cubicBezTo>
                  <a:pt x="614141" y="48437"/>
                  <a:pt x="615163" y="44665"/>
                  <a:pt x="617207" y="41302"/>
                </a:cubicBezTo>
                <a:cubicBezTo>
                  <a:pt x="619252" y="37940"/>
                  <a:pt x="622001" y="35282"/>
                  <a:pt x="625454" y="33328"/>
                </a:cubicBezTo>
                <a:cubicBezTo>
                  <a:pt x="628908" y="31374"/>
                  <a:pt x="632725" y="30397"/>
                  <a:pt x="636904" y="30397"/>
                </a:cubicBezTo>
                <a:cubicBezTo>
                  <a:pt x="640540" y="30397"/>
                  <a:pt x="644175" y="31079"/>
                  <a:pt x="647809" y="32442"/>
                </a:cubicBezTo>
                <a:lnTo>
                  <a:pt x="650809" y="33534"/>
                </a:lnTo>
                <a:cubicBezTo>
                  <a:pt x="652172" y="33987"/>
                  <a:pt x="653398" y="34328"/>
                  <a:pt x="654488" y="34555"/>
                </a:cubicBezTo>
                <a:cubicBezTo>
                  <a:pt x="655580" y="34782"/>
                  <a:pt x="656853" y="34896"/>
                  <a:pt x="658307" y="34896"/>
                </a:cubicBezTo>
                <a:lnTo>
                  <a:pt x="668803" y="34896"/>
                </a:lnTo>
                <a:lnTo>
                  <a:pt x="668803" y="40213"/>
                </a:lnTo>
                <a:moveTo>
                  <a:pt x="624774" y="93375"/>
                </a:moveTo>
                <a:cubicBezTo>
                  <a:pt x="622047" y="96646"/>
                  <a:pt x="620252" y="99031"/>
                  <a:pt x="619388" y="100530"/>
                </a:cubicBezTo>
                <a:cubicBezTo>
                  <a:pt x="618526" y="102031"/>
                  <a:pt x="618095" y="103553"/>
                  <a:pt x="618095" y="105098"/>
                </a:cubicBezTo>
                <a:cubicBezTo>
                  <a:pt x="618095" y="108097"/>
                  <a:pt x="619889" y="110505"/>
                  <a:pt x="623478" y="112322"/>
                </a:cubicBezTo>
                <a:cubicBezTo>
                  <a:pt x="627068" y="114140"/>
                  <a:pt x="631907" y="115049"/>
                  <a:pt x="637996" y="115049"/>
                </a:cubicBezTo>
                <a:cubicBezTo>
                  <a:pt x="645720" y="115049"/>
                  <a:pt x="651944" y="113821"/>
                  <a:pt x="656670" y="111367"/>
                </a:cubicBezTo>
                <a:cubicBezTo>
                  <a:pt x="661396" y="108914"/>
                  <a:pt x="663759" y="105734"/>
                  <a:pt x="663759" y="101826"/>
                </a:cubicBezTo>
                <a:cubicBezTo>
                  <a:pt x="663759" y="99373"/>
                  <a:pt x="662487" y="97647"/>
                  <a:pt x="659942" y="96647"/>
                </a:cubicBezTo>
                <a:cubicBezTo>
                  <a:pt x="657398" y="95647"/>
                  <a:pt x="653036" y="95147"/>
                  <a:pt x="646857" y="95147"/>
                </a:cubicBezTo>
                <a:cubicBezTo>
                  <a:pt x="644676" y="95147"/>
                  <a:pt x="642153" y="95056"/>
                  <a:pt x="639290" y="94875"/>
                </a:cubicBezTo>
                <a:cubicBezTo>
                  <a:pt x="636428" y="94693"/>
                  <a:pt x="633679" y="94466"/>
                  <a:pt x="631043" y="94193"/>
                </a:cubicBezTo>
                <a:cubicBezTo>
                  <a:pt x="628408" y="93921"/>
                  <a:pt x="626318" y="93648"/>
                  <a:pt x="624774" y="93375"/>
                </a:cubicBezTo>
                <a:moveTo>
                  <a:pt x="625454" y="47029"/>
                </a:moveTo>
                <a:lnTo>
                  <a:pt x="625454" y="47436"/>
                </a:lnTo>
                <a:cubicBezTo>
                  <a:pt x="625454" y="53980"/>
                  <a:pt x="626749" y="59274"/>
                  <a:pt x="629339" y="63319"/>
                </a:cubicBezTo>
                <a:cubicBezTo>
                  <a:pt x="631929" y="67363"/>
                  <a:pt x="635315" y="69384"/>
                  <a:pt x="639496" y="69384"/>
                </a:cubicBezTo>
                <a:cubicBezTo>
                  <a:pt x="642675" y="69384"/>
                  <a:pt x="645151" y="68271"/>
                  <a:pt x="646923" y="66044"/>
                </a:cubicBezTo>
                <a:cubicBezTo>
                  <a:pt x="648696" y="63817"/>
                  <a:pt x="649582" y="60795"/>
                  <a:pt x="649582" y="56979"/>
                </a:cubicBezTo>
                <a:cubicBezTo>
                  <a:pt x="649582" y="54253"/>
                  <a:pt x="649218" y="51436"/>
                  <a:pt x="648492" y="48528"/>
                </a:cubicBezTo>
                <a:cubicBezTo>
                  <a:pt x="647765" y="45621"/>
                  <a:pt x="646765" y="42985"/>
                  <a:pt x="645492" y="40622"/>
                </a:cubicBezTo>
                <a:cubicBezTo>
                  <a:pt x="643221" y="36350"/>
                  <a:pt x="639904" y="34214"/>
                  <a:pt x="635542" y="34214"/>
                </a:cubicBezTo>
                <a:cubicBezTo>
                  <a:pt x="632452" y="34214"/>
                  <a:pt x="629998" y="35350"/>
                  <a:pt x="628181" y="37623"/>
                </a:cubicBezTo>
                <a:cubicBezTo>
                  <a:pt x="626363" y="39894"/>
                  <a:pt x="625454" y="43030"/>
                  <a:pt x="625454" y="47029"/>
                </a:cubicBezTo>
                <a:close/>
                <a:moveTo>
                  <a:pt x="708198" y="31762"/>
                </a:moveTo>
                <a:lnTo>
                  <a:pt x="708198" y="36123"/>
                </a:lnTo>
                <a:lnTo>
                  <a:pt x="694431" y="36123"/>
                </a:lnTo>
                <a:lnTo>
                  <a:pt x="694431" y="75109"/>
                </a:lnTo>
                <a:cubicBezTo>
                  <a:pt x="694431" y="79380"/>
                  <a:pt x="694976" y="82492"/>
                  <a:pt x="696065" y="84446"/>
                </a:cubicBezTo>
                <a:cubicBezTo>
                  <a:pt x="697157" y="86400"/>
                  <a:pt x="698975" y="87376"/>
                  <a:pt x="701519" y="87376"/>
                </a:cubicBezTo>
                <a:cubicBezTo>
                  <a:pt x="703064" y="87376"/>
                  <a:pt x="704449" y="87013"/>
                  <a:pt x="705675" y="86286"/>
                </a:cubicBezTo>
                <a:cubicBezTo>
                  <a:pt x="706902" y="85560"/>
                  <a:pt x="708243" y="84333"/>
                  <a:pt x="709698" y="82607"/>
                </a:cubicBezTo>
                <a:lnTo>
                  <a:pt x="711470" y="84107"/>
                </a:lnTo>
                <a:cubicBezTo>
                  <a:pt x="707107" y="91012"/>
                  <a:pt x="701654" y="94465"/>
                  <a:pt x="695111" y="94465"/>
                </a:cubicBezTo>
                <a:cubicBezTo>
                  <a:pt x="687024" y="94465"/>
                  <a:pt x="682980" y="88694"/>
                  <a:pt x="682980" y="77153"/>
                </a:cubicBezTo>
                <a:lnTo>
                  <a:pt x="682980" y="36123"/>
                </a:lnTo>
                <a:lnTo>
                  <a:pt x="675754" y="36123"/>
                </a:lnTo>
                <a:cubicBezTo>
                  <a:pt x="675391" y="35850"/>
                  <a:pt x="675209" y="35532"/>
                  <a:pt x="675209" y="35169"/>
                </a:cubicBezTo>
                <a:cubicBezTo>
                  <a:pt x="675209" y="34442"/>
                  <a:pt x="675982" y="33579"/>
                  <a:pt x="677526" y="32579"/>
                </a:cubicBezTo>
                <a:cubicBezTo>
                  <a:pt x="679526" y="31398"/>
                  <a:pt x="681707" y="29467"/>
                  <a:pt x="684070" y="26786"/>
                </a:cubicBezTo>
                <a:cubicBezTo>
                  <a:pt x="686433" y="24104"/>
                  <a:pt x="689568" y="19901"/>
                  <a:pt x="693476" y="14177"/>
                </a:cubicBezTo>
                <a:cubicBezTo>
                  <a:pt x="694112" y="14177"/>
                  <a:pt x="694431" y="14768"/>
                  <a:pt x="694431" y="15949"/>
                </a:cubicBezTo>
                <a:lnTo>
                  <a:pt x="694431" y="31762"/>
                </a:lnTo>
                <a:lnTo>
                  <a:pt x="708198" y="31762"/>
                </a:lnTo>
                <a:close/>
                <a:moveTo>
                  <a:pt x="776491" y="91058"/>
                </a:moveTo>
                <a:lnTo>
                  <a:pt x="776491" y="93103"/>
                </a:lnTo>
                <a:lnTo>
                  <a:pt x="747592" y="93103"/>
                </a:lnTo>
                <a:lnTo>
                  <a:pt x="747592" y="91058"/>
                </a:lnTo>
                <a:cubicBezTo>
                  <a:pt x="750228" y="90785"/>
                  <a:pt x="752182" y="90353"/>
                  <a:pt x="753453" y="89762"/>
                </a:cubicBezTo>
                <a:cubicBezTo>
                  <a:pt x="754726" y="89171"/>
                  <a:pt x="755589" y="88059"/>
                  <a:pt x="756043" y="86424"/>
                </a:cubicBezTo>
                <a:cubicBezTo>
                  <a:pt x="756498" y="84788"/>
                  <a:pt x="756771" y="82379"/>
                  <a:pt x="756862" y="79198"/>
                </a:cubicBezTo>
                <a:lnTo>
                  <a:pt x="756862" y="52208"/>
                </a:lnTo>
                <a:cubicBezTo>
                  <a:pt x="756862" y="42575"/>
                  <a:pt x="753454" y="37758"/>
                  <a:pt x="746639" y="37758"/>
                </a:cubicBezTo>
                <a:cubicBezTo>
                  <a:pt x="744003" y="37758"/>
                  <a:pt x="741549" y="38395"/>
                  <a:pt x="739276" y="39668"/>
                </a:cubicBezTo>
                <a:cubicBezTo>
                  <a:pt x="737005" y="40939"/>
                  <a:pt x="734415" y="43165"/>
                  <a:pt x="731507" y="46346"/>
                </a:cubicBezTo>
                <a:lnTo>
                  <a:pt x="731507" y="79198"/>
                </a:lnTo>
                <a:cubicBezTo>
                  <a:pt x="731599" y="82379"/>
                  <a:pt x="731871" y="84788"/>
                  <a:pt x="732325" y="86424"/>
                </a:cubicBezTo>
                <a:cubicBezTo>
                  <a:pt x="732779" y="88059"/>
                  <a:pt x="733643" y="89171"/>
                  <a:pt x="734914" y="89762"/>
                </a:cubicBezTo>
                <a:cubicBezTo>
                  <a:pt x="736187" y="90353"/>
                  <a:pt x="738142" y="90785"/>
                  <a:pt x="740778" y="91058"/>
                </a:cubicBezTo>
                <a:lnTo>
                  <a:pt x="740778" y="93103"/>
                </a:lnTo>
                <a:lnTo>
                  <a:pt x="711333" y="93103"/>
                </a:lnTo>
                <a:lnTo>
                  <a:pt x="711333" y="91058"/>
                </a:lnTo>
                <a:cubicBezTo>
                  <a:pt x="713968" y="90695"/>
                  <a:pt x="715876" y="90241"/>
                  <a:pt x="717057" y="89696"/>
                </a:cubicBezTo>
                <a:cubicBezTo>
                  <a:pt x="718239" y="89149"/>
                  <a:pt x="719011" y="88082"/>
                  <a:pt x="719374" y="86492"/>
                </a:cubicBezTo>
                <a:cubicBezTo>
                  <a:pt x="719739" y="84902"/>
                  <a:pt x="719967" y="82470"/>
                  <a:pt x="720057" y="79198"/>
                </a:cubicBezTo>
                <a:lnTo>
                  <a:pt x="720057" y="14995"/>
                </a:lnTo>
                <a:cubicBezTo>
                  <a:pt x="720057" y="12087"/>
                  <a:pt x="719625" y="10202"/>
                  <a:pt x="718761" y="9339"/>
                </a:cubicBezTo>
                <a:cubicBezTo>
                  <a:pt x="717898" y="8475"/>
                  <a:pt x="716013" y="8043"/>
                  <a:pt x="713105" y="8043"/>
                </a:cubicBezTo>
                <a:cubicBezTo>
                  <a:pt x="712379" y="8043"/>
                  <a:pt x="711833" y="8088"/>
                  <a:pt x="711468" y="8179"/>
                </a:cubicBezTo>
                <a:lnTo>
                  <a:pt x="711468" y="5997"/>
                </a:lnTo>
                <a:lnTo>
                  <a:pt x="715150" y="4907"/>
                </a:lnTo>
                <a:cubicBezTo>
                  <a:pt x="718966" y="3817"/>
                  <a:pt x="721965" y="2931"/>
                  <a:pt x="724146" y="2251"/>
                </a:cubicBezTo>
                <a:cubicBezTo>
                  <a:pt x="726327" y="1568"/>
                  <a:pt x="728553" y="818"/>
                  <a:pt x="730825" y="0"/>
                </a:cubicBezTo>
                <a:lnTo>
                  <a:pt x="731507" y="410"/>
                </a:lnTo>
                <a:lnTo>
                  <a:pt x="731507" y="41847"/>
                </a:lnTo>
                <a:cubicBezTo>
                  <a:pt x="734688" y="37758"/>
                  <a:pt x="737823" y="34827"/>
                  <a:pt x="740913" y="33055"/>
                </a:cubicBezTo>
                <a:cubicBezTo>
                  <a:pt x="744002" y="31283"/>
                  <a:pt x="747547" y="30397"/>
                  <a:pt x="751546" y="30397"/>
                </a:cubicBezTo>
                <a:cubicBezTo>
                  <a:pt x="762724" y="30397"/>
                  <a:pt x="768313" y="37622"/>
                  <a:pt x="768313" y="52073"/>
                </a:cubicBezTo>
                <a:lnTo>
                  <a:pt x="768313" y="79198"/>
                </a:lnTo>
                <a:cubicBezTo>
                  <a:pt x="768403" y="82379"/>
                  <a:pt x="768607" y="84742"/>
                  <a:pt x="768924" y="86286"/>
                </a:cubicBezTo>
                <a:cubicBezTo>
                  <a:pt x="769243" y="87831"/>
                  <a:pt x="769970" y="88899"/>
                  <a:pt x="771106" y="89490"/>
                </a:cubicBezTo>
                <a:cubicBezTo>
                  <a:pt x="772243" y="90080"/>
                  <a:pt x="774038" y="90603"/>
                  <a:pt x="776491" y="910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F9D27-2711-43C2-9872-4FC7FC41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20" y="5286146"/>
            <a:ext cx="10" cy="317061"/>
          </a:xfrm>
          <a:custGeom xmlns:a="http://schemas.openxmlformats.org/drawingml/2006/main">
            <a:pathLst>
              <a:path w="1" h="317061" fill="none">
                <a:moveTo>
                  <a:pt x="0" y="0"/>
                </a:moveTo>
                <a:lnTo>
                  <a:pt x="0" y="317061"/>
                </a:lnTo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6B2F8-CC23-4C68-A00C-AC338006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685" y="3831993"/>
            <a:ext cx="10" cy="3058868"/>
          </a:xfrm>
          <a:custGeom xmlns:a="http://schemas.openxmlformats.org/drawingml/2006/main">
            <a:pathLst>
              <a:path w="1" h="3058868" fill="none">
                <a:moveTo>
                  <a:pt x="0" y="305886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32F50-4515-4DB4-9E5A-BAC8A830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7" y="6896548"/>
            <a:ext cx="6815623" cy="10"/>
          </a:xfrm>
          <a:custGeom xmlns:a="http://schemas.openxmlformats.org/drawingml/2006/main">
            <a:pathLst>
              <a:path w="6815623" h="1" fill="none">
                <a:moveTo>
                  <a:pt x="0" y="0"/>
                </a:moveTo>
                <a:lnTo>
                  <a:pt x="6815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181" name="Text (c)Galois/CounterMode[">
            <a:extLst xmlns:a="http://schemas.openxmlformats.org/drawingml/2006/main">
              <a:ext uri="{FF2B5EF4-FFF2-40B4-BE49-F238E27FC236}">
                <a16:creationId xmlns:a16="http://schemas.microsoft.com/office/drawing/2014/main" id="{BA79E441-1BF4-45AB-941E-7A7D7F5E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8" y="7105887"/>
            <a:ext cx="2727396" cy="220404"/>
          </a:xfrm>
          <a:custGeom xmlns:a="http://schemas.openxmlformats.org/drawingml/2006/main">
            <a:pathLst>
              <a:path w="2727396" h="220404">
                <a:moveTo>
                  <a:pt x="63857" y="1849"/>
                </a:moveTo>
                <a:cubicBezTo>
                  <a:pt x="44725" y="14149"/>
                  <a:pt x="36970" y="20810"/>
                  <a:pt x="27404" y="32598"/>
                </a:cubicBezTo>
                <a:cubicBezTo>
                  <a:pt x="9049" y="54886"/>
                  <a:pt x="0" y="80509"/>
                  <a:pt x="0" y="110487"/>
                </a:cubicBezTo>
                <a:cubicBezTo>
                  <a:pt x="0" y="143026"/>
                  <a:pt x="9566" y="168133"/>
                  <a:pt x="32315" y="194268"/>
                </a:cubicBezTo>
                <a:cubicBezTo>
                  <a:pt x="42915" y="206568"/>
                  <a:pt x="49636" y="212205"/>
                  <a:pt x="63080" y="220404"/>
                </a:cubicBezTo>
                <a:lnTo>
                  <a:pt x="66180" y="216303"/>
                </a:lnTo>
                <a:cubicBezTo>
                  <a:pt x="45502" y="200160"/>
                  <a:pt x="38264" y="191196"/>
                  <a:pt x="31282" y="171976"/>
                </a:cubicBezTo>
                <a:cubicBezTo>
                  <a:pt x="25077" y="154813"/>
                  <a:pt x="22232" y="135340"/>
                  <a:pt x="22232" y="109717"/>
                </a:cubicBezTo>
                <a:cubicBezTo>
                  <a:pt x="22232" y="82816"/>
                  <a:pt x="25593" y="61806"/>
                  <a:pt x="32575" y="45921"/>
                </a:cubicBezTo>
                <a:cubicBezTo>
                  <a:pt x="39814" y="30033"/>
                  <a:pt x="47569" y="20810"/>
                  <a:pt x="66180" y="5950"/>
                </a:cubicBezTo>
                <a:lnTo>
                  <a:pt x="63857" y="1849"/>
                </a:lnTo>
                <a:close/>
                <a:moveTo>
                  <a:pt x="176571" y="134984"/>
                </a:moveTo>
                <a:cubicBezTo>
                  <a:pt x="164161" y="152906"/>
                  <a:pt x="154856" y="159051"/>
                  <a:pt x="140118" y="159051"/>
                </a:cubicBezTo>
                <a:cubicBezTo>
                  <a:pt x="116592" y="159051"/>
                  <a:pt x="100048" y="138569"/>
                  <a:pt x="100048" y="109127"/>
                </a:cubicBezTo>
                <a:cubicBezTo>
                  <a:pt x="100048" y="82757"/>
                  <a:pt x="114268" y="64578"/>
                  <a:pt x="135207" y="64578"/>
                </a:cubicBezTo>
                <a:cubicBezTo>
                  <a:pt x="144513" y="64578"/>
                  <a:pt x="147874" y="67392"/>
                  <a:pt x="150461" y="76865"/>
                </a:cubicBezTo>
                <a:lnTo>
                  <a:pt x="152012" y="82499"/>
                </a:lnTo>
                <a:cubicBezTo>
                  <a:pt x="154079" y="89669"/>
                  <a:pt x="158733" y="94278"/>
                  <a:pt x="164161" y="94278"/>
                </a:cubicBezTo>
                <a:cubicBezTo>
                  <a:pt x="170883" y="94278"/>
                  <a:pt x="176571" y="89411"/>
                  <a:pt x="176571" y="83523"/>
                </a:cubicBezTo>
                <a:cubicBezTo>
                  <a:pt x="176571" y="69187"/>
                  <a:pt x="158473" y="57146"/>
                  <a:pt x="136757" y="57146"/>
                </a:cubicBezTo>
                <a:cubicBezTo>
                  <a:pt x="124091" y="57146"/>
                  <a:pt x="110908" y="62271"/>
                  <a:pt x="100308" y="71490"/>
                </a:cubicBezTo>
                <a:cubicBezTo>
                  <a:pt x="87381" y="82757"/>
                  <a:pt x="80143" y="100166"/>
                  <a:pt x="80143" y="120390"/>
                </a:cubicBezTo>
                <a:cubicBezTo>
                  <a:pt x="80143" y="153676"/>
                  <a:pt x="100565" y="177497"/>
                  <a:pt x="129262" y="177497"/>
                </a:cubicBezTo>
                <a:cubicBezTo>
                  <a:pt x="140895" y="177497"/>
                  <a:pt x="151234" y="173399"/>
                  <a:pt x="160544" y="165455"/>
                </a:cubicBezTo>
                <a:cubicBezTo>
                  <a:pt x="167522" y="159305"/>
                  <a:pt x="172433" y="152393"/>
                  <a:pt x="180189" y="137287"/>
                </a:cubicBezTo>
                <a:lnTo>
                  <a:pt x="176571" y="134984"/>
                </a:lnTo>
                <a:close/>
                <a:moveTo>
                  <a:pt x="198287" y="220404"/>
                </a:moveTo>
                <a:cubicBezTo>
                  <a:pt x="217419" y="208104"/>
                  <a:pt x="225174" y="201442"/>
                  <a:pt x="234736" y="189655"/>
                </a:cubicBezTo>
                <a:cubicBezTo>
                  <a:pt x="253095" y="167367"/>
                  <a:pt x="262140" y="141744"/>
                  <a:pt x="262140" y="111770"/>
                </a:cubicBezTo>
                <a:cubicBezTo>
                  <a:pt x="262140" y="78972"/>
                  <a:pt x="252574" y="54120"/>
                  <a:pt x="229825" y="27984"/>
                </a:cubicBezTo>
                <a:cubicBezTo>
                  <a:pt x="219225" y="15685"/>
                  <a:pt x="212504" y="10051"/>
                  <a:pt x="199060" y="1849"/>
                </a:cubicBezTo>
                <a:lnTo>
                  <a:pt x="195959" y="5950"/>
                </a:lnTo>
                <a:cubicBezTo>
                  <a:pt x="216642" y="22093"/>
                  <a:pt x="223620" y="31061"/>
                  <a:pt x="230858" y="50277"/>
                </a:cubicBezTo>
                <a:cubicBezTo>
                  <a:pt x="237063" y="67443"/>
                  <a:pt x="239908" y="86913"/>
                  <a:pt x="239908" y="112536"/>
                </a:cubicBezTo>
                <a:cubicBezTo>
                  <a:pt x="239908" y="139183"/>
                  <a:pt x="236547" y="160447"/>
                  <a:pt x="229568" y="176077"/>
                </a:cubicBezTo>
                <a:cubicBezTo>
                  <a:pt x="222330" y="192220"/>
                  <a:pt x="214575" y="201442"/>
                  <a:pt x="195959" y="216303"/>
                </a:cubicBezTo>
                <a:lnTo>
                  <a:pt x="198287" y="220404"/>
                </a:lnTo>
                <a:close/>
                <a:moveTo>
                  <a:pt x="521956" y="84286"/>
                </a:moveTo>
                <a:lnTo>
                  <a:pt x="456032" y="84286"/>
                </a:lnTo>
                <a:lnTo>
                  <a:pt x="456032" y="88895"/>
                </a:lnTo>
                <a:cubicBezTo>
                  <a:pt x="467149" y="89661"/>
                  <a:pt x="470249" y="90431"/>
                  <a:pt x="473354" y="92480"/>
                </a:cubicBezTo>
                <a:cubicBezTo>
                  <a:pt x="477231" y="94783"/>
                  <a:pt x="478781" y="100670"/>
                  <a:pt x="478781" y="111680"/>
                </a:cubicBezTo>
                <a:lnTo>
                  <a:pt x="478781" y="153148"/>
                </a:lnTo>
                <a:cubicBezTo>
                  <a:pt x="478781" y="161338"/>
                  <a:pt x="463011" y="168250"/>
                  <a:pt x="444399" y="168250"/>
                </a:cubicBezTo>
                <a:cubicBezTo>
                  <a:pt x="402258" y="168250"/>
                  <a:pt x="376408" y="139070"/>
                  <a:pt x="376408" y="91456"/>
                </a:cubicBezTo>
                <a:cubicBezTo>
                  <a:pt x="376408" y="67392"/>
                  <a:pt x="383647" y="44096"/>
                  <a:pt x="395019" y="31554"/>
                </a:cubicBezTo>
                <a:cubicBezTo>
                  <a:pt x="406396" y="19012"/>
                  <a:pt x="422423" y="12100"/>
                  <a:pt x="440005" y="12100"/>
                </a:cubicBezTo>
                <a:cubicBezTo>
                  <a:pt x="454482" y="12100"/>
                  <a:pt x="467149" y="16963"/>
                  <a:pt x="477231" y="26178"/>
                </a:cubicBezTo>
                <a:cubicBezTo>
                  <a:pt x="484987" y="33344"/>
                  <a:pt x="489125" y="40256"/>
                  <a:pt x="495586" y="55871"/>
                </a:cubicBezTo>
                <a:lnTo>
                  <a:pt x="501531" y="55871"/>
                </a:lnTo>
                <a:lnTo>
                  <a:pt x="499464" y="1849"/>
                </a:lnTo>
                <a:lnTo>
                  <a:pt x="493775" y="1849"/>
                </a:lnTo>
                <a:cubicBezTo>
                  <a:pt x="492225" y="6720"/>
                  <a:pt x="487570" y="10306"/>
                  <a:pt x="482142" y="10306"/>
                </a:cubicBezTo>
                <a:cubicBezTo>
                  <a:pt x="479559" y="10306"/>
                  <a:pt x="475421" y="9539"/>
                  <a:pt x="470766" y="7745"/>
                </a:cubicBezTo>
                <a:cubicBezTo>
                  <a:pt x="459133" y="3902"/>
                  <a:pt x="447243" y="1849"/>
                  <a:pt x="435611" y="1849"/>
                </a:cubicBezTo>
                <a:cubicBezTo>
                  <a:pt x="383903" y="1849"/>
                  <a:pt x="346937" y="39490"/>
                  <a:pt x="346937" y="91710"/>
                </a:cubicBezTo>
                <a:cubicBezTo>
                  <a:pt x="346937" y="116797"/>
                  <a:pt x="353915" y="135997"/>
                  <a:pt x="368393" y="151099"/>
                </a:cubicBezTo>
                <a:cubicBezTo>
                  <a:pt x="385714" y="168763"/>
                  <a:pt x="410534" y="178497"/>
                  <a:pt x="438971" y="178497"/>
                </a:cubicBezTo>
                <a:cubicBezTo>
                  <a:pt x="461204" y="178497"/>
                  <a:pt x="493519" y="169533"/>
                  <a:pt x="503858" y="160572"/>
                </a:cubicBezTo>
                <a:lnTo>
                  <a:pt x="503858" y="108607"/>
                </a:lnTo>
                <a:cubicBezTo>
                  <a:pt x="503858" y="93504"/>
                  <a:pt x="506963" y="90173"/>
                  <a:pt x="521956" y="88895"/>
                </a:cubicBezTo>
                <a:lnTo>
                  <a:pt x="521956" y="84286"/>
                </a:lnTo>
                <a:close/>
                <a:moveTo>
                  <a:pt x="639580" y="158031"/>
                </a:moveTo>
                <a:cubicBezTo>
                  <a:pt x="635185" y="161612"/>
                  <a:pt x="632085" y="162894"/>
                  <a:pt x="628207" y="162894"/>
                </a:cubicBezTo>
                <a:cubicBezTo>
                  <a:pt x="622263" y="162894"/>
                  <a:pt x="620452" y="159309"/>
                  <a:pt x="620452" y="148046"/>
                </a:cubicBezTo>
                <a:lnTo>
                  <a:pt x="620452" y="98117"/>
                </a:lnTo>
                <a:cubicBezTo>
                  <a:pt x="620452" y="84802"/>
                  <a:pt x="619158" y="77377"/>
                  <a:pt x="615280" y="71232"/>
                </a:cubicBezTo>
                <a:cubicBezTo>
                  <a:pt x="609592" y="62017"/>
                  <a:pt x="598476" y="57146"/>
                  <a:pt x="583226" y="57146"/>
                </a:cubicBezTo>
                <a:cubicBezTo>
                  <a:pt x="558922" y="57146"/>
                  <a:pt x="539794" y="69695"/>
                  <a:pt x="539794" y="85826"/>
                </a:cubicBezTo>
                <a:cubicBezTo>
                  <a:pt x="539794" y="91718"/>
                  <a:pt x="544962" y="96835"/>
                  <a:pt x="550911" y="96835"/>
                </a:cubicBezTo>
                <a:cubicBezTo>
                  <a:pt x="557112" y="96835"/>
                  <a:pt x="562544" y="91718"/>
                  <a:pt x="562544" y="86084"/>
                </a:cubicBezTo>
                <a:cubicBezTo>
                  <a:pt x="562544" y="85060"/>
                  <a:pt x="562283" y="83777"/>
                  <a:pt x="562027" y="81987"/>
                </a:cubicBezTo>
                <a:cubicBezTo>
                  <a:pt x="561510" y="79684"/>
                  <a:pt x="561250" y="77635"/>
                  <a:pt x="561250" y="75841"/>
                </a:cubicBezTo>
                <a:cubicBezTo>
                  <a:pt x="561250" y="68929"/>
                  <a:pt x="569522" y="63295"/>
                  <a:pt x="579865" y="63295"/>
                </a:cubicBezTo>
                <a:cubicBezTo>
                  <a:pt x="592531" y="63295"/>
                  <a:pt x="599509" y="70719"/>
                  <a:pt x="599509" y="84547"/>
                </a:cubicBezTo>
                <a:lnTo>
                  <a:pt x="599509" y="100166"/>
                </a:lnTo>
                <a:cubicBezTo>
                  <a:pt x="559699" y="116039"/>
                  <a:pt x="555305" y="118087"/>
                  <a:pt x="544189" y="127818"/>
                </a:cubicBezTo>
                <a:cubicBezTo>
                  <a:pt x="538500" y="132940"/>
                  <a:pt x="534879" y="141642"/>
                  <a:pt x="534879" y="150091"/>
                </a:cubicBezTo>
                <a:cubicBezTo>
                  <a:pt x="534879" y="166225"/>
                  <a:pt x="546256" y="177497"/>
                  <a:pt x="562027" y="177497"/>
                </a:cubicBezTo>
                <a:cubicBezTo>
                  <a:pt x="573399" y="177497"/>
                  <a:pt x="583999" y="172117"/>
                  <a:pt x="599770" y="158793"/>
                </a:cubicBezTo>
                <a:cubicBezTo>
                  <a:pt x="601064" y="172117"/>
                  <a:pt x="605714" y="177497"/>
                  <a:pt x="616314" y="177497"/>
                </a:cubicBezTo>
                <a:cubicBezTo>
                  <a:pt x="625103" y="177497"/>
                  <a:pt x="630535" y="174424"/>
                  <a:pt x="639580" y="164689"/>
                </a:cubicBezTo>
                <a:lnTo>
                  <a:pt x="639580" y="158031"/>
                </a:lnTo>
                <a:moveTo>
                  <a:pt x="599509" y="143421"/>
                </a:moveTo>
                <a:cubicBezTo>
                  <a:pt x="599509" y="151365"/>
                  <a:pt x="598220" y="153672"/>
                  <a:pt x="592788" y="156745"/>
                </a:cubicBezTo>
                <a:cubicBezTo>
                  <a:pt x="586587" y="160334"/>
                  <a:pt x="579348" y="162636"/>
                  <a:pt x="573916" y="162636"/>
                </a:cubicBezTo>
                <a:cubicBezTo>
                  <a:pt x="564871" y="162636"/>
                  <a:pt x="557632" y="153926"/>
                  <a:pt x="557632" y="142909"/>
                </a:cubicBezTo>
                <a:lnTo>
                  <a:pt x="557632" y="141885"/>
                </a:lnTo>
                <a:cubicBezTo>
                  <a:pt x="557632" y="126766"/>
                  <a:pt x="568228" y="117544"/>
                  <a:pt x="599509" y="106269"/>
                </a:cubicBezTo>
                <a:lnTo>
                  <a:pt x="599509" y="143421"/>
                </a:lnTo>
                <a:close/>
                <a:moveTo>
                  <a:pt x="645012" y="15372"/>
                </a:moveTo>
                <a:lnTo>
                  <a:pt x="646562" y="15372"/>
                </a:lnTo>
                <a:cubicBezTo>
                  <a:pt x="649406" y="15118"/>
                  <a:pt x="652507" y="14860"/>
                  <a:pt x="654578" y="14860"/>
                </a:cubicBezTo>
                <a:cubicBezTo>
                  <a:pt x="662850" y="14860"/>
                  <a:pt x="665434" y="18449"/>
                  <a:pt x="665434" y="30490"/>
                </a:cubicBezTo>
                <a:lnTo>
                  <a:pt x="665434" y="152706"/>
                </a:lnTo>
                <a:cubicBezTo>
                  <a:pt x="665434" y="166542"/>
                  <a:pt x="661816" y="169873"/>
                  <a:pt x="645529" y="171151"/>
                </a:cubicBezTo>
                <a:lnTo>
                  <a:pt x="645529" y="174994"/>
                </a:lnTo>
                <a:lnTo>
                  <a:pt x="706537" y="174994"/>
                </a:lnTo>
                <a:lnTo>
                  <a:pt x="706537" y="171151"/>
                </a:lnTo>
                <a:cubicBezTo>
                  <a:pt x="690254" y="170127"/>
                  <a:pt x="687149" y="167566"/>
                  <a:pt x="687149" y="153472"/>
                </a:cubicBezTo>
                <a:lnTo>
                  <a:pt x="687149" y="512"/>
                </a:lnTo>
                <a:lnTo>
                  <a:pt x="686116" y="0"/>
                </a:lnTo>
                <a:cubicBezTo>
                  <a:pt x="672672" y="4355"/>
                  <a:pt x="662850" y="6920"/>
                  <a:pt x="645012" y="11275"/>
                </a:cubicBezTo>
                <a:lnTo>
                  <a:pt x="645012" y="15372"/>
                </a:lnTo>
                <a:close/>
                <a:moveTo>
                  <a:pt x="776600" y="57146"/>
                </a:moveTo>
                <a:cubicBezTo>
                  <a:pt x="742991" y="57146"/>
                  <a:pt x="719464" y="81733"/>
                  <a:pt x="719464" y="117067"/>
                </a:cubicBezTo>
                <a:cubicBezTo>
                  <a:pt x="719464" y="151631"/>
                  <a:pt x="743507" y="177497"/>
                  <a:pt x="776079" y="177497"/>
                </a:cubicBezTo>
                <a:cubicBezTo>
                  <a:pt x="808654" y="177497"/>
                  <a:pt x="833470" y="150353"/>
                  <a:pt x="833470" y="115018"/>
                </a:cubicBezTo>
                <a:cubicBezTo>
                  <a:pt x="833470" y="81475"/>
                  <a:pt x="809688" y="57146"/>
                  <a:pt x="776600" y="57146"/>
                </a:cubicBezTo>
                <a:moveTo>
                  <a:pt x="773239" y="64323"/>
                </a:moveTo>
                <a:cubicBezTo>
                  <a:pt x="794954" y="64323"/>
                  <a:pt x="810205" y="88903"/>
                  <a:pt x="810205" y="123979"/>
                </a:cubicBezTo>
                <a:cubicBezTo>
                  <a:pt x="810205" y="152913"/>
                  <a:pt x="798572" y="170323"/>
                  <a:pt x="779183" y="170323"/>
                </a:cubicBezTo>
                <a:cubicBezTo>
                  <a:pt x="769101" y="170323"/>
                  <a:pt x="759535" y="164181"/>
                  <a:pt x="754107" y="153938"/>
                </a:cubicBezTo>
                <a:cubicBezTo>
                  <a:pt x="746868" y="140622"/>
                  <a:pt x="742730" y="122701"/>
                  <a:pt x="742730" y="104521"/>
                </a:cubicBezTo>
                <a:cubicBezTo>
                  <a:pt x="742730" y="80196"/>
                  <a:pt x="754880" y="64323"/>
                  <a:pt x="773239" y="64323"/>
                </a:cubicBezTo>
                <a:close/>
                <a:moveTo>
                  <a:pt x="886468" y="57146"/>
                </a:moveTo>
                <a:lnTo>
                  <a:pt x="846397" y="71157"/>
                </a:lnTo>
                <a:lnTo>
                  <a:pt x="846397" y="75004"/>
                </a:lnTo>
                <a:lnTo>
                  <a:pt x="848468" y="74746"/>
                </a:lnTo>
                <a:cubicBezTo>
                  <a:pt x="851569" y="74234"/>
                  <a:pt x="854930" y="73976"/>
                  <a:pt x="857257" y="73976"/>
                </a:cubicBezTo>
                <a:cubicBezTo>
                  <a:pt x="863462" y="73976"/>
                  <a:pt x="865786" y="78077"/>
                  <a:pt x="865786" y="89360"/>
                </a:cubicBezTo>
                <a:lnTo>
                  <a:pt x="865786" y="148847"/>
                </a:lnTo>
                <a:cubicBezTo>
                  <a:pt x="865786" y="167308"/>
                  <a:pt x="863202" y="170127"/>
                  <a:pt x="845364" y="171151"/>
                </a:cubicBezTo>
                <a:lnTo>
                  <a:pt x="845364" y="174994"/>
                </a:lnTo>
                <a:lnTo>
                  <a:pt x="906633" y="174994"/>
                </a:lnTo>
                <a:lnTo>
                  <a:pt x="906633" y="171151"/>
                </a:lnTo>
                <a:cubicBezTo>
                  <a:pt x="889572" y="169873"/>
                  <a:pt x="887501" y="167308"/>
                  <a:pt x="887501" y="148847"/>
                </a:cubicBezTo>
                <a:lnTo>
                  <a:pt x="887501" y="57916"/>
                </a:lnTo>
                <a:lnTo>
                  <a:pt x="886468" y="57146"/>
                </a:lnTo>
                <a:moveTo>
                  <a:pt x="874318" y="98"/>
                </a:moveTo>
                <a:cubicBezTo>
                  <a:pt x="867340" y="98"/>
                  <a:pt x="861391" y="5993"/>
                  <a:pt x="861391" y="13167"/>
                </a:cubicBezTo>
                <a:cubicBezTo>
                  <a:pt x="861391" y="20341"/>
                  <a:pt x="867080" y="26233"/>
                  <a:pt x="874318" y="26233"/>
                </a:cubicBezTo>
                <a:cubicBezTo>
                  <a:pt x="881817" y="26233"/>
                  <a:pt x="887762" y="20595"/>
                  <a:pt x="887762" y="13167"/>
                </a:cubicBezTo>
                <a:cubicBezTo>
                  <a:pt x="887762" y="5993"/>
                  <a:pt x="881817" y="98"/>
                  <a:pt x="874318" y="98"/>
                </a:cubicBezTo>
                <a:close/>
                <a:moveTo>
                  <a:pt x="994529" y="94493"/>
                </a:moveTo>
                <a:lnTo>
                  <a:pt x="993496" y="59648"/>
                </a:lnTo>
                <a:lnTo>
                  <a:pt x="990652" y="59648"/>
                </a:lnTo>
                <a:lnTo>
                  <a:pt x="990135" y="60164"/>
                </a:lnTo>
                <a:cubicBezTo>
                  <a:pt x="987808" y="61954"/>
                  <a:pt x="987551" y="62212"/>
                  <a:pt x="986518" y="62212"/>
                </a:cubicBezTo>
                <a:cubicBezTo>
                  <a:pt x="984967" y="62212"/>
                  <a:pt x="982380" y="61700"/>
                  <a:pt x="979535" y="60418"/>
                </a:cubicBezTo>
                <a:cubicBezTo>
                  <a:pt x="973847" y="58424"/>
                  <a:pt x="968163" y="57396"/>
                  <a:pt x="961441" y="57396"/>
                </a:cubicBezTo>
                <a:cubicBezTo>
                  <a:pt x="941015" y="57396"/>
                  <a:pt x="926282" y="70461"/>
                  <a:pt x="926282" y="88899"/>
                </a:cubicBezTo>
                <a:cubicBezTo>
                  <a:pt x="926282" y="103235"/>
                  <a:pt x="934554" y="113478"/>
                  <a:pt x="956530" y="125770"/>
                </a:cubicBezTo>
                <a:lnTo>
                  <a:pt x="971524" y="134222"/>
                </a:lnTo>
                <a:cubicBezTo>
                  <a:pt x="980569" y="139343"/>
                  <a:pt x="984967" y="145489"/>
                  <a:pt x="984967" y="153426"/>
                </a:cubicBezTo>
                <a:cubicBezTo>
                  <a:pt x="984967" y="164693"/>
                  <a:pt x="976691" y="171863"/>
                  <a:pt x="963508" y="171863"/>
                </a:cubicBezTo>
                <a:cubicBezTo>
                  <a:pt x="954719" y="171863"/>
                  <a:pt x="946704" y="168532"/>
                  <a:pt x="941792" y="162898"/>
                </a:cubicBezTo>
                <a:cubicBezTo>
                  <a:pt x="936365" y="156498"/>
                  <a:pt x="934037" y="150607"/>
                  <a:pt x="930676" y="136013"/>
                </a:cubicBezTo>
                <a:lnTo>
                  <a:pt x="926538" y="136013"/>
                </a:lnTo>
                <a:lnTo>
                  <a:pt x="926538" y="175960"/>
                </a:lnTo>
                <a:lnTo>
                  <a:pt x="929899" y="175960"/>
                </a:lnTo>
                <a:cubicBezTo>
                  <a:pt x="931710" y="173399"/>
                  <a:pt x="932743" y="172887"/>
                  <a:pt x="935848" y="172887"/>
                </a:cubicBezTo>
                <a:cubicBezTo>
                  <a:pt x="938175" y="172946"/>
                  <a:pt x="941792" y="173458"/>
                  <a:pt x="947737" y="174994"/>
                </a:cubicBezTo>
                <a:cubicBezTo>
                  <a:pt x="954976" y="176472"/>
                  <a:pt x="961958" y="177497"/>
                  <a:pt x="966609" y="177497"/>
                </a:cubicBezTo>
                <a:cubicBezTo>
                  <a:pt x="986518" y="177497"/>
                  <a:pt x="1003062" y="162644"/>
                  <a:pt x="1003062" y="144719"/>
                </a:cubicBezTo>
                <a:cubicBezTo>
                  <a:pt x="1003062" y="131915"/>
                  <a:pt x="996857" y="123467"/>
                  <a:pt x="981346" y="114248"/>
                </a:cubicBezTo>
                <a:lnTo>
                  <a:pt x="953425" y="97859"/>
                </a:lnTo>
                <a:cubicBezTo>
                  <a:pt x="946187" y="93762"/>
                  <a:pt x="942309" y="87362"/>
                  <a:pt x="942309" y="80446"/>
                </a:cubicBezTo>
                <a:cubicBezTo>
                  <a:pt x="942309" y="70203"/>
                  <a:pt x="950325" y="63033"/>
                  <a:pt x="962214" y="63033"/>
                </a:cubicBezTo>
                <a:cubicBezTo>
                  <a:pt x="976952" y="63033"/>
                  <a:pt x="984707" y="71740"/>
                  <a:pt x="990652" y="94532"/>
                </a:cubicBezTo>
                <a:lnTo>
                  <a:pt x="994529" y="94493"/>
                </a:lnTo>
                <a:close/>
                <a:moveTo>
                  <a:pt x="1087855" y="1849"/>
                </a:moveTo>
                <a:lnTo>
                  <a:pt x="1070534" y="1849"/>
                </a:lnTo>
                <a:lnTo>
                  <a:pt x="1011336" y="178497"/>
                </a:lnTo>
                <a:lnTo>
                  <a:pt x="1028913" y="178497"/>
                </a:lnTo>
                <a:lnTo>
                  <a:pt x="1087855" y="1849"/>
                </a:lnTo>
                <a:close/>
                <a:moveTo>
                  <a:pt x="1245813" y="59714"/>
                </a:moveTo>
                <a:lnTo>
                  <a:pt x="1243486" y="1849"/>
                </a:lnTo>
                <a:lnTo>
                  <a:pt x="1238058" y="1849"/>
                </a:lnTo>
                <a:cubicBezTo>
                  <a:pt x="1236508" y="7233"/>
                  <a:pt x="1232370" y="10306"/>
                  <a:pt x="1227198" y="10306"/>
                </a:cubicBezTo>
                <a:cubicBezTo>
                  <a:pt x="1224871" y="10306"/>
                  <a:pt x="1220993" y="9539"/>
                  <a:pt x="1217116" y="7999"/>
                </a:cubicBezTo>
                <a:cubicBezTo>
                  <a:pt x="1204449" y="3902"/>
                  <a:pt x="1191522" y="1849"/>
                  <a:pt x="1179373" y="1849"/>
                </a:cubicBezTo>
                <a:cubicBezTo>
                  <a:pt x="1158174" y="1849"/>
                  <a:pt x="1136718" y="9793"/>
                  <a:pt x="1120687" y="23875"/>
                </a:cubicBezTo>
                <a:cubicBezTo>
                  <a:pt x="1102593" y="39748"/>
                  <a:pt x="1092770" y="63553"/>
                  <a:pt x="1092770" y="91710"/>
                </a:cubicBezTo>
                <a:cubicBezTo>
                  <a:pt x="1092770" y="115519"/>
                  <a:pt x="1100526" y="137533"/>
                  <a:pt x="1113709" y="152124"/>
                </a:cubicBezTo>
                <a:cubicBezTo>
                  <a:pt x="1129219" y="168763"/>
                  <a:pt x="1153002" y="178497"/>
                  <a:pt x="1178599" y="178497"/>
                </a:cubicBezTo>
                <a:cubicBezTo>
                  <a:pt x="1207810" y="178497"/>
                  <a:pt x="1233403" y="166714"/>
                  <a:pt x="1249174" y="145978"/>
                </a:cubicBezTo>
                <a:lnTo>
                  <a:pt x="1244519" y="141372"/>
                </a:lnTo>
                <a:cubicBezTo>
                  <a:pt x="1225392" y="159548"/>
                  <a:pt x="1208327" y="167226"/>
                  <a:pt x="1186871" y="167226"/>
                </a:cubicBezTo>
                <a:cubicBezTo>
                  <a:pt x="1170584" y="167226"/>
                  <a:pt x="1156107" y="162105"/>
                  <a:pt x="1144990" y="152378"/>
                </a:cubicBezTo>
                <a:cubicBezTo>
                  <a:pt x="1130770" y="139836"/>
                  <a:pt x="1122758" y="116797"/>
                  <a:pt x="1122758" y="88383"/>
                </a:cubicBezTo>
                <a:cubicBezTo>
                  <a:pt x="1122758" y="42051"/>
                  <a:pt x="1146801" y="12100"/>
                  <a:pt x="1184284" y="12100"/>
                </a:cubicBezTo>
                <a:cubicBezTo>
                  <a:pt x="1199021" y="12100"/>
                  <a:pt x="1212465" y="17476"/>
                  <a:pt x="1222804" y="27715"/>
                </a:cubicBezTo>
                <a:cubicBezTo>
                  <a:pt x="1231076" y="35905"/>
                  <a:pt x="1234954" y="43075"/>
                  <a:pt x="1239869" y="59714"/>
                </a:cubicBezTo>
                <a:lnTo>
                  <a:pt x="1245813" y="59714"/>
                </a:lnTo>
                <a:close/>
                <a:moveTo>
                  <a:pt x="1322595" y="57146"/>
                </a:moveTo>
                <a:cubicBezTo>
                  <a:pt x="1288986" y="57146"/>
                  <a:pt x="1265460" y="81733"/>
                  <a:pt x="1265460" y="117067"/>
                </a:cubicBezTo>
                <a:cubicBezTo>
                  <a:pt x="1265460" y="151631"/>
                  <a:pt x="1289503" y="177497"/>
                  <a:pt x="1322075" y="177497"/>
                </a:cubicBezTo>
                <a:cubicBezTo>
                  <a:pt x="1354650" y="177497"/>
                  <a:pt x="1379466" y="150353"/>
                  <a:pt x="1379466" y="115018"/>
                </a:cubicBezTo>
                <a:cubicBezTo>
                  <a:pt x="1379466" y="81475"/>
                  <a:pt x="1355684" y="57146"/>
                  <a:pt x="1322595" y="57146"/>
                </a:cubicBezTo>
                <a:moveTo>
                  <a:pt x="1319235" y="64323"/>
                </a:moveTo>
                <a:cubicBezTo>
                  <a:pt x="1340950" y="64323"/>
                  <a:pt x="1356200" y="88903"/>
                  <a:pt x="1356200" y="123979"/>
                </a:cubicBezTo>
                <a:cubicBezTo>
                  <a:pt x="1356200" y="152913"/>
                  <a:pt x="1344567" y="170323"/>
                  <a:pt x="1325179" y="170323"/>
                </a:cubicBezTo>
                <a:cubicBezTo>
                  <a:pt x="1315097" y="170323"/>
                  <a:pt x="1305531" y="164181"/>
                  <a:pt x="1300103" y="153938"/>
                </a:cubicBezTo>
                <a:cubicBezTo>
                  <a:pt x="1292864" y="140622"/>
                  <a:pt x="1288726" y="122701"/>
                  <a:pt x="1288726" y="104521"/>
                </a:cubicBezTo>
                <a:cubicBezTo>
                  <a:pt x="1288726" y="80196"/>
                  <a:pt x="1300876" y="64323"/>
                  <a:pt x="1319235" y="64323"/>
                </a:cubicBezTo>
                <a:close/>
                <a:moveTo>
                  <a:pt x="1511054" y="162136"/>
                </a:moveTo>
                <a:lnTo>
                  <a:pt x="1509764" y="162136"/>
                </a:lnTo>
                <a:cubicBezTo>
                  <a:pt x="1497871" y="162136"/>
                  <a:pt x="1495027" y="159317"/>
                  <a:pt x="1495027" y="147530"/>
                </a:cubicBezTo>
                <a:lnTo>
                  <a:pt x="1495027" y="59648"/>
                </a:lnTo>
                <a:lnTo>
                  <a:pt x="1454179" y="59648"/>
                </a:lnTo>
                <a:lnTo>
                  <a:pt x="1454179" y="64007"/>
                </a:lnTo>
                <a:cubicBezTo>
                  <a:pt x="1470211" y="64773"/>
                  <a:pt x="1473311" y="67338"/>
                  <a:pt x="1473311" y="80145"/>
                </a:cubicBezTo>
                <a:lnTo>
                  <a:pt x="1473311" y="140348"/>
                </a:lnTo>
                <a:cubicBezTo>
                  <a:pt x="1473311" y="147522"/>
                  <a:pt x="1472017" y="151111"/>
                  <a:pt x="1468400" y="153926"/>
                </a:cubicBezTo>
                <a:cubicBezTo>
                  <a:pt x="1461418" y="159564"/>
                  <a:pt x="1453406" y="162636"/>
                  <a:pt x="1445651" y="162636"/>
                </a:cubicBezTo>
                <a:cubicBezTo>
                  <a:pt x="1435568" y="162636"/>
                  <a:pt x="1427296" y="153926"/>
                  <a:pt x="1427296" y="143167"/>
                </a:cubicBezTo>
                <a:lnTo>
                  <a:pt x="1427296" y="59648"/>
                </a:lnTo>
                <a:lnTo>
                  <a:pt x="1389549" y="59648"/>
                </a:lnTo>
                <a:lnTo>
                  <a:pt x="1389549" y="63237"/>
                </a:lnTo>
                <a:cubicBezTo>
                  <a:pt x="1401959" y="64007"/>
                  <a:pt x="1405580" y="67850"/>
                  <a:pt x="1405580" y="79633"/>
                </a:cubicBezTo>
                <a:lnTo>
                  <a:pt x="1405580" y="144191"/>
                </a:lnTo>
                <a:cubicBezTo>
                  <a:pt x="1405580" y="164431"/>
                  <a:pt x="1417987" y="177497"/>
                  <a:pt x="1436858" y="177497"/>
                </a:cubicBezTo>
                <a:cubicBezTo>
                  <a:pt x="1446424" y="177497"/>
                  <a:pt x="1456507" y="173399"/>
                  <a:pt x="1463489" y="166479"/>
                </a:cubicBezTo>
                <a:lnTo>
                  <a:pt x="1474605" y="155466"/>
                </a:lnTo>
                <a:lnTo>
                  <a:pt x="1474605" y="176730"/>
                </a:lnTo>
                <a:lnTo>
                  <a:pt x="1475639" y="177246"/>
                </a:lnTo>
                <a:cubicBezTo>
                  <a:pt x="1488565" y="172125"/>
                  <a:pt x="1497871" y="169306"/>
                  <a:pt x="1511054" y="165717"/>
                </a:cubicBezTo>
                <a:lnTo>
                  <a:pt x="1511054" y="162136"/>
                </a:lnTo>
                <a:close/>
                <a:moveTo>
                  <a:pt x="1520620" y="73034"/>
                </a:moveTo>
                <a:cubicBezTo>
                  <a:pt x="1522170" y="72264"/>
                  <a:pt x="1524758" y="72010"/>
                  <a:pt x="1527602" y="72010"/>
                </a:cubicBezTo>
                <a:cubicBezTo>
                  <a:pt x="1534841" y="72010"/>
                  <a:pt x="1537164" y="75853"/>
                  <a:pt x="1537164" y="88402"/>
                </a:cubicBezTo>
                <a:lnTo>
                  <a:pt x="1537164" y="151940"/>
                </a:lnTo>
                <a:cubicBezTo>
                  <a:pt x="1537164" y="166542"/>
                  <a:pt x="1534320" y="170127"/>
                  <a:pt x="1521137" y="171151"/>
                </a:cubicBezTo>
                <a:lnTo>
                  <a:pt x="1521137" y="174994"/>
                </a:lnTo>
                <a:lnTo>
                  <a:pt x="1575945" y="174994"/>
                </a:lnTo>
                <a:lnTo>
                  <a:pt x="1575945" y="171151"/>
                </a:lnTo>
                <a:cubicBezTo>
                  <a:pt x="1562758" y="170127"/>
                  <a:pt x="1558880" y="167054"/>
                  <a:pt x="1558880" y="157832"/>
                </a:cubicBezTo>
                <a:lnTo>
                  <a:pt x="1558880" y="85842"/>
                </a:lnTo>
                <a:cubicBezTo>
                  <a:pt x="1571290" y="74312"/>
                  <a:pt x="1576978" y="71239"/>
                  <a:pt x="1585511" y="71239"/>
                </a:cubicBezTo>
                <a:cubicBezTo>
                  <a:pt x="1598177" y="71239"/>
                  <a:pt x="1604382" y="79180"/>
                  <a:pt x="1604382" y="96088"/>
                </a:cubicBezTo>
                <a:lnTo>
                  <a:pt x="1604382" y="149633"/>
                </a:lnTo>
                <a:cubicBezTo>
                  <a:pt x="1604382" y="165772"/>
                  <a:pt x="1601021" y="170127"/>
                  <a:pt x="1588095" y="171151"/>
                </a:cubicBezTo>
                <a:lnTo>
                  <a:pt x="1588095" y="174994"/>
                </a:lnTo>
                <a:lnTo>
                  <a:pt x="1641869" y="174994"/>
                </a:lnTo>
                <a:lnTo>
                  <a:pt x="1641869" y="171151"/>
                </a:lnTo>
                <a:cubicBezTo>
                  <a:pt x="1629198" y="169873"/>
                  <a:pt x="1626098" y="166796"/>
                  <a:pt x="1626098" y="154247"/>
                </a:cubicBezTo>
                <a:lnTo>
                  <a:pt x="1626098" y="95576"/>
                </a:lnTo>
                <a:cubicBezTo>
                  <a:pt x="1626098" y="71497"/>
                  <a:pt x="1614721" y="57146"/>
                  <a:pt x="1595593" y="57146"/>
                </a:cubicBezTo>
                <a:cubicBezTo>
                  <a:pt x="1583700" y="57146"/>
                  <a:pt x="1575684" y="61505"/>
                  <a:pt x="1558107" y="77901"/>
                </a:cubicBezTo>
                <a:lnTo>
                  <a:pt x="1558107" y="57662"/>
                </a:lnTo>
                <a:lnTo>
                  <a:pt x="1556296" y="57146"/>
                </a:lnTo>
                <a:cubicBezTo>
                  <a:pt x="1543630" y="61759"/>
                  <a:pt x="1534841" y="64578"/>
                  <a:pt x="1520620" y="68679"/>
                </a:cubicBezTo>
                <a:lnTo>
                  <a:pt x="1520620" y="73034"/>
                </a:lnTo>
                <a:close/>
                <a:moveTo>
                  <a:pt x="1711667" y="59648"/>
                </a:moveTo>
                <a:lnTo>
                  <a:pt x="1685557" y="59648"/>
                </a:lnTo>
                <a:lnTo>
                  <a:pt x="1685557" y="29927"/>
                </a:lnTo>
                <a:cubicBezTo>
                  <a:pt x="1685557" y="27367"/>
                  <a:pt x="1685300" y="26597"/>
                  <a:pt x="1683746" y="26597"/>
                </a:cubicBezTo>
                <a:cubicBezTo>
                  <a:pt x="1681939" y="28903"/>
                  <a:pt x="1680385" y="31210"/>
                  <a:pt x="1678579" y="33771"/>
                </a:cubicBezTo>
                <a:cubicBezTo>
                  <a:pt x="1668752" y="47864"/>
                  <a:pt x="1657636" y="60164"/>
                  <a:pt x="1653502" y="61188"/>
                </a:cubicBezTo>
                <a:cubicBezTo>
                  <a:pt x="1650658" y="62979"/>
                  <a:pt x="1649104" y="64773"/>
                  <a:pt x="1649104" y="66055"/>
                </a:cubicBezTo>
                <a:cubicBezTo>
                  <a:pt x="1649104" y="66826"/>
                  <a:pt x="1649364" y="67338"/>
                  <a:pt x="1650141" y="67850"/>
                </a:cubicBezTo>
                <a:lnTo>
                  <a:pt x="1663841" y="67850"/>
                </a:lnTo>
                <a:lnTo>
                  <a:pt x="1663841" y="144961"/>
                </a:lnTo>
                <a:cubicBezTo>
                  <a:pt x="1663841" y="166479"/>
                  <a:pt x="1671596" y="177497"/>
                  <a:pt x="1686851" y="177497"/>
                </a:cubicBezTo>
                <a:cubicBezTo>
                  <a:pt x="1699517" y="177497"/>
                  <a:pt x="1709339" y="171351"/>
                  <a:pt x="1717872" y="158027"/>
                </a:cubicBezTo>
                <a:lnTo>
                  <a:pt x="1714511" y="155208"/>
                </a:lnTo>
                <a:cubicBezTo>
                  <a:pt x="1709083" y="161612"/>
                  <a:pt x="1704689" y="164177"/>
                  <a:pt x="1699000" y="164177"/>
                </a:cubicBezTo>
                <a:cubicBezTo>
                  <a:pt x="1689434" y="164177"/>
                  <a:pt x="1685557" y="157257"/>
                  <a:pt x="1685557" y="141118"/>
                </a:cubicBezTo>
                <a:lnTo>
                  <a:pt x="1685557" y="67850"/>
                </a:lnTo>
                <a:lnTo>
                  <a:pt x="1711667" y="67850"/>
                </a:lnTo>
                <a:lnTo>
                  <a:pt x="1711667" y="59648"/>
                </a:lnTo>
                <a:close/>
                <a:moveTo>
                  <a:pt x="1823089" y="132904"/>
                </a:moveTo>
                <a:cubicBezTo>
                  <a:pt x="1810683" y="152386"/>
                  <a:pt x="1799563" y="159822"/>
                  <a:pt x="1783019" y="159822"/>
                </a:cubicBezTo>
                <a:cubicBezTo>
                  <a:pt x="1768285" y="159822"/>
                  <a:pt x="1757169" y="152386"/>
                  <a:pt x="1749670" y="137776"/>
                </a:cubicBezTo>
                <a:cubicBezTo>
                  <a:pt x="1745015" y="128033"/>
                  <a:pt x="1743209" y="119573"/>
                  <a:pt x="1742692" y="103935"/>
                </a:cubicBezTo>
                <a:lnTo>
                  <a:pt x="1822316" y="103935"/>
                </a:lnTo>
                <a:cubicBezTo>
                  <a:pt x="1820245" y="87312"/>
                  <a:pt x="1817661" y="79907"/>
                  <a:pt x="1811200" y="71736"/>
                </a:cubicBezTo>
                <a:cubicBezTo>
                  <a:pt x="1803441" y="62529"/>
                  <a:pt x="1791551" y="57146"/>
                  <a:pt x="1778108" y="57146"/>
                </a:cubicBezTo>
                <a:cubicBezTo>
                  <a:pt x="1765181" y="57146"/>
                  <a:pt x="1753031" y="61759"/>
                  <a:pt x="1743209" y="70458"/>
                </a:cubicBezTo>
                <a:cubicBezTo>
                  <a:pt x="1731055" y="80927"/>
                  <a:pt x="1724077" y="99067"/>
                  <a:pt x="1724077" y="120085"/>
                </a:cubicBezTo>
                <a:cubicBezTo>
                  <a:pt x="1724077" y="155462"/>
                  <a:pt x="1742692" y="177497"/>
                  <a:pt x="1772419" y="177497"/>
                </a:cubicBezTo>
                <a:cubicBezTo>
                  <a:pt x="1796979" y="177497"/>
                  <a:pt x="1816367" y="162382"/>
                  <a:pt x="1827227" y="134699"/>
                </a:cubicBezTo>
                <a:lnTo>
                  <a:pt x="1823089" y="132904"/>
                </a:lnTo>
                <a:moveTo>
                  <a:pt x="1743209" y="95737"/>
                </a:moveTo>
                <a:cubicBezTo>
                  <a:pt x="1746049" y="75821"/>
                  <a:pt x="1754842" y="66372"/>
                  <a:pt x="1770609" y="66372"/>
                </a:cubicBezTo>
                <a:cubicBezTo>
                  <a:pt x="1786380" y="66372"/>
                  <a:pt x="1792585" y="73523"/>
                  <a:pt x="1795946" y="95737"/>
                </a:cubicBezTo>
                <a:lnTo>
                  <a:pt x="1743209" y="95737"/>
                </a:lnTo>
                <a:close/>
                <a:moveTo>
                  <a:pt x="1834205" y="75083"/>
                </a:moveTo>
                <a:cubicBezTo>
                  <a:pt x="1837827" y="74312"/>
                  <a:pt x="1840154" y="74054"/>
                  <a:pt x="1843255" y="74054"/>
                </a:cubicBezTo>
                <a:cubicBezTo>
                  <a:pt x="1849716" y="74054"/>
                  <a:pt x="1852043" y="78155"/>
                  <a:pt x="1852043" y="89427"/>
                </a:cubicBezTo>
                <a:lnTo>
                  <a:pt x="1852043" y="153476"/>
                </a:lnTo>
                <a:cubicBezTo>
                  <a:pt x="1852043" y="166284"/>
                  <a:pt x="1850233" y="168078"/>
                  <a:pt x="1833689" y="171151"/>
                </a:cubicBezTo>
                <a:lnTo>
                  <a:pt x="1833689" y="174994"/>
                </a:lnTo>
                <a:lnTo>
                  <a:pt x="1895735" y="174994"/>
                </a:lnTo>
                <a:lnTo>
                  <a:pt x="1895735" y="171151"/>
                </a:lnTo>
                <a:cubicBezTo>
                  <a:pt x="1878154" y="170385"/>
                  <a:pt x="1873759" y="166542"/>
                  <a:pt x="1873759" y="151940"/>
                </a:cubicBezTo>
                <a:lnTo>
                  <a:pt x="1873759" y="94294"/>
                </a:lnTo>
                <a:cubicBezTo>
                  <a:pt x="1873759" y="86096"/>
                  <a:pt x="1884875" y="73288"/>
                  <a:pt x="1891857" y="73288"/>
                </a:cubicBezTo>
                <a:cubicBezTo>
                  <a:pt x="1893408" y="73288"/>
                  <a:pt x="1895735" y="74570"/>
                  <a:pt x="1898579" y="77131"/>
                </a:cubicBezTo>
                <a:cubicBezTo>
                  <a:pt x="1902713" y="80716"/>
                  <a:pt x="1905557" y="82253"/>
                  <a:pt x="1908918" y="82253"/>
                </a:cubicBezTo>
                <a:cubicBezTo>
                  <a:pt x="1915123" y="82253"/>
                  <a:pt x="1919001" y="77897"/>
                  <a:pt x="1919001" y="70727"/>
                </a:cubicBezTo>
                <a:cubicBezTo>
                  <a:pt x="1919001" y="62271"/>
                  <a:pt x="1913573" y="57146"/>
                  <a:pt x="1904784" y="57146"/>
                </a:cubicBezTo>
                <a:cubicBezTo>
                  <a:pt x="1893924" y="57146"/>
                  <a:pt x="1886430" y="63041"/>
                  <a:pt x="1873759" y="81228"/>
                </a:cubicBezTo>
                <a:lnTo>
                  <a:pt x="1873759" y="57662"/>
                </a:lnTo>
                <a:lnTo>
                  <a:pt x="1872469" y="57146"/>
                </a:lnTo>
                <a:cubicBezTo>
                  <a:pt x="1858765" y="62783"/>
                  <a:pt x="1849460" y="66114"/>
                  <a:pt x="1834205" y="70981"/>
                </a:cubicBezTo>
                <a:lnTo>
                  <a:pt x="1834205" y="75083"/>
                </a:lnTo>
                <a:close/>
                <a:moveTo>
                  <a:pt x="2157100" y="28160"/>
                </a:moveTo>
                <a:lnTo>
                  <a:pt x="2157100" y="144246"/>
                </a:lnTo>
                <a:cubicBezTo>
                  <a:pt x="2157100" y="165514"/>
                  <a:pt x="2153995" y="168849"/>
                  <a:pt x="2133573" y="170127"/>
                </a:cubicBezTo>
                <a:lnTo>
                  <a:pt x="2133573" y="174994"/>
                </a:lnTo>
                <a:lnTo>
                  <a:pt x="2205959" y="174994"/>
                </a:lnTo>
                <a:lnTo>
                  <a:pt x="2205959" y="170127"/>
                </a:lnTo>
                <a:cubicBezTo>
                  <a:pt x="2187087" y="168849"/>
                  <a:pt x="2183470" y="165260"/>
                  <a:pt x="2183470" y="147065"/>
                </a:cubicBezTo>
                <a:lnTo>
                  <a:pt x="2183470" y="33286"/>
                </a:lnTo>
                <a:cubicBezTo>
                  <a:pt x="2183470" y="15091"/>
                  <a:pt x="2186831" y="11760"/>
                  <a:pt x="2205959" y="10223"/>
                </a:cubicBezTo>
                <a:lnTo>
                  <a:pt x="2205959" y="5352"/>
                </a:lnTo>
                <a:lnTo>
                  <a:pt x="2154512" y="5352"/>
                </a:lnTo>
                <a:lnTo>
                  <a:pt x="2097381" y="134765"/>
                </a:lnTo>
                <a:lnTo>
                  <a:pt x="2037661" y="5352"/>
                </a:lnTo>
                <a:lnTo>
                  <a:pt x="1986475" y="5352"/>
                </a:lnTo>
                <a:lnTo>
                  <a:pt x="1986475" y="10223"/>
                </a:lnTo>
                <a:cubicBezTo>
                  <a:pt x="2007674" y="11502"/>
                  <a:pt x="2011035" y="14579"/>
                  <a:pt x="2011035" y="33286"/>
                </a:cubicBezTo>
                <a:lnTo>
                  <a:pt x="2011035" y="137326"/>
                </a:lnTo>
                <a:cubicBezTo>
                  <a:pt x="2011035" y="163723"/>
                  <a:pt x="2007413" y="168591"/>
                  <a:pt x="1985958" y="170127"/>
                </a:cubicBezTo>
                <a:lnTo>
                  <a:pt x="1985958" y="174994"/>
                </a:lnTo>
                <a:lnTo>
                  <a:pt x="2046711" y="174994"/>
                </a:lnTo>
                <a:lnTo>
                  <a:pt x="2046711" y="170127"/>
                </a:lnTo>
                <a:cubicBezTo>
                  <a:pt x="2026806" y="169103"/>
                  <a:pt x="2022411" y="163211"/>
                  <a:pt x="2022411" y="137326"/>
                </a:cubicBezTo>
                <a:lnTo>
                  <a:pt x="2022411" y="34052"/>
                </a:lnTo>
                <a:lnTo>
                  <a:pt x="2087298" y="174994"/>
                </a:lnTo>
                <a:lnTo>
                  <a:pt x="2090919" y="174994"/>
                </a:lnTo>
                <a:lnTo>
                  <a:pt x="2157100" y="28160"/>
                </a:lnTo>
                <a:close/>
                <a:moveTo>
                  <a:pt x="2277313" y="57146"/>
                </a:moveTo>
                <a:cubicBezTo>
                  <a:pt x="2243704" y="57146"/>
                  <a:pt x="2220178" y="81733"/>
                  <a:pt x="2220178" y="117067"/>
                </a:cubicBezTo>
                <a:cubicBezTo>
                  <a:pt x="2220178" y="151631"/>
                  <a:pt x="2244221" y="177497"/>
                  <a:pt x="2276792" y="177497"/>
                </a:cubicBezTo>
                <a:cubicBezTo>
                  <a:pt x="2309368" y="177497"/>
                  <a:pt x="2334184" y="150353"/>
                  <a:pt x="2334184" y="115018"/>
                </a:cubicBezTo>
                <a:cubicBezTo>
                  <a:pt x="2334184" y="81475"/>
                  <a:pt x="2310401" y="57146"/>
                  <a:pt x="2277313" y="57146"/>
                </a:cubicBezTo>
                <a:moveTo>
                  <a:pt x="2273952" y="64323"/>
                </a:moveTo>
                <a:cubicBezTo>
                  <a:pt x="2295668" y="64323"/>
                  <a:pt x="2310918" y="88903"/>
                  <a:pt x="2310918" y="123979"/>
                </a:cubicBezTo>
                <a:cubicBezTo>
                  <a:pt x="2310918" y="152913"/>
                  <a:pt x="2299285" y="170323"/>
                  <a:pt x="2279897" y="170323"/>
                </a:cubicBezTo>
                <a:cubicBezTo>
                  <a:pt x="2269814" y="170323"/>
                  <a:pt x="2260248" y="164181"/>
                  <a:pt x="2254820" y="153938"/>
                </a:cubicBezTo>
                <a:cubicBezTo>
                  <a:pt x="2247581" y="140622"/>
                  <a:pt x="2243443" y="122701"/>
                  <a:pt x="2243443" y="104521"/>
                </a:cubicBezTo>
                <a:cubicBezTo>
                  <a:pt x="2243443" y="80196"/>
                  <a:pt x="2255593" y="64323"/>
                  <a:pt x="2273952" y="64323"/>
                </a:cubicBezTo>
                <a:close/>
                <a:moveTo>
                  <a:pt x="2430873" y="177497"/>
                </a:moveTo>
                <a:lnTo>
                  <a:pt x="2468876" y="164177"/>
                </a:lnTo>
                <a:lnTo>
                  <a:pt x="2468876" y="160080"/>
                </a:lnTo>
                <a:cubicBezTo>
                  <a:pt x="2464221" y="160334"/>
                  <a:pt x="2463705" y="160334"/>
                  <a:pt x="2462927" y="160334"/>
                </a:cubicBezTo>
                <a:cubicBezTo>
                  <a:pt x="2453622" y="160334"/>
                  <a:pt x="2451555" y="157519"/>
                  <a:pt x="2451555" y="145739"/>
                </a:cubicBezTo>
                <a:lnTo>
                  <a:pt x="2451555" y="524"/>
                </a:lnTo>
                <a:lnTo>
                  <a:pt x="2450261" y="12"/>
                </a:lnTo>
                <a:cubicBezTo>
                  <a:pt x="2437851" y="4367"/>
                  <a:pt x="2428806" y="6928"/>
                  <a:pt x="2412258" y="11287"/>
                </a:cubicBezTo>
                <a:lnTo>
                  <a:pt x="2412258" y="15384"/>
                </a:lnTo>
                <a:cubicBezTo>
                  <a:pt x="2414329" y="15130"/>
                  <a:pt x="2415879" y="15130"/>
                  <a:pt x="2417946" y="15130"/>
                </a:cubicBezTo>
                <a:cubicBezTo>
                  <a:pt x="2427512" y="15130"/>
                  <a:pt x="2429839" y="17691"/>
                  <a:pt x="2429839" y="28196"/>
                </a:cubicBezTo>
                <a:lnTo>
                  <a:pt x="2429839" y="68163"/>
                </a:lnTo>
                <a:cubicBezTo>
                  <a:pt x="2420013" y="59964"/>
                  <a:pt x="2413035" y="57146"/>
                  <a:pt x="2402692" y="57146"/>
                </a:cubicBezTo>
                <a:cubicBezTo>
                  <a:pt x="2372964" y="57146"/>
                  <a:pt x="2348921" y="86084"/>
                  <a:pt x="2348921" y="122443"/>
                </a:cubicBezTo>
                <a:cubicBezTo>
                  <a:pt x="2348921" y="155212"/>
                  <a:pt x="2368309" y="177497"/>
                  <a:pt x="2396747" y="177497"/>
                </a:cubicBezTo>
                <a:cubicBezTo>
                  <a:pt x="2411224" y="177497"/>
                  <a:pt x="2421050" y="172375"/>
                  <a:pt x="2429839" y="160334"/>
                </a:cubicBezTo>
                <a:lnTo>
                  <a:pt x="2429839" y="176730"/>
                </a:lnTo>
                <a:lnTo>
                  <a:pt x="2430873" y="177497"/>
                </a:lnTo>
                <a:moveTo>
                  <a:pt x="2429839" y="148812"/>
                </a:moveTo>
                <a:cubicBezTo>
                  <a:pt x="2429839" y="150607"/>
                  <a:pt x="2428029" y="153680"/>
                  <a:pt x="2425445" y="156495"/>
                </a:cubicBezTo>
                <a:cubicBezTo>
                  <a:pt x="2420790" y="161616"/>
                  <a:pt x="2414329" y="164177"/>
                  <a:pt x="2406830" y="164177"/>
                </a:cubicBezTo>
                <a:cubicBezTo>
                  <a:pt x="2385374" y="164177"/>
                  <a:pt x="2371154" y="143691"/>
                  <a:pt x="2371154" y="112200"/>
                </a:cubicBezTo>
                <a:cubicBezTo>
                  <a:pt x="2371154" y="83269"/>
                  <a:pt x="2383820" y="64323"/>
                  <a:pt x="2403469" y="64323"/>
                </a:cubicBezTo>
                <a:cubicBezTo>
                  <a:pt x="2417173" y="64323"/>
                  <a:pt x="2429839" y="76353"/>
                  <a:pt x="2429839" y="89923"/>
                </a:cubicBezTo>
                <a:lnTo>
                  <a:pt x="2429839" y="148812"/>
                </a:lnTo>
                <a:close/>
                <a:moveTo>
                  <a:pt x="2576677" y="132904"/>
                </a:moveTo>
                <a:cubicBezTo>
                  <a:pt x="2564271" y="152386"/>
                  <a:pt x="2553151" y="159822"/>
                  <a:pt x="2536607" y="159822"/>
                </a:cubicBezTo>
                <a:cubicBezTo>
                  <a:pt x="2521873" y="159822"/>
                  <a:pt x="2510757" y="152386"/>
                  <a:pt x="2503258" y="137776"/>
                </a:cubicBezTo>
                <a:cubicBezTo>
                  <a:pt x="2498603" y="128033"/>
                  <a:pt x="2496796" y="119573"/>
                  <a:pt x="2496280" y="103935"/>
                </a:cubicBezTo>
                <a:lnTo>
                  <a:pt x="2575904" y="103935"/>
                </a:lnTo>
                <a:cubicBezTo>
                  <a:pt x="2573833" y="87312"/>
                  <a:pt x="2571249" y="79907"/>
                  <a:pt x="2564788" y="71736"/>
                </a:cubicBezTo>
                <a:cubicBezTo>
                  <a:pt x="2557028" y="62529"/>
                  <a:pt x="2545139" y="57146"/>
                  <a:pt x="2531695" y="57146"/>
                </a:cubicBezTo>
                <a:cubicBezTo>
                  <a:pt x="2518769" y="57146"/>
                  <a:pt x="2506619" y="61759"/>
                  <a:pt x="2496796" y="70458"/>
                </a:cubicBezTo>
                <a:cubicBezTo>
                  <a:pt x="2484643" y="80927"/>
                  <a:pt x="2477665" y="99067"/>
                  <a:pt x="2477665" y="120085"/>
                </a:cubicBezTo>
                <a:cubicBezTo>
                  <a:pt x="2477665" y="155462"/>
                  <a:pt x="2496280" y="177497"/>
                  <a:pt x="2526007" y="177497"/>
                </a:cubicBezTo>
                <a:cubicBezTo>
                  <a:pt x="2550567" y="177497"/>
                  <a:pt x="2569955" y="162382"/>
                  <a:pt x="2580815" y="134699"/>
                </a:cubicBezTo>
                <a:lnTo>
                  <a:pt x="2576677" y="132904"/>
                </a:lnTo>
                <a:moveTo>
                  <a:pt x="2496796" y="95737"/>
                </a:moveTo>
                <a:cubicBezTo>
                  <a:pt x="2499637" y="75821"/>
                  <a:pt x="2508429" y="66372"/>
                  <a:pt x="2524196" y="66372"/>
                </a:cubicBezTo>
                <a:cubicBezTo>
                  <a:pt x="2539967" y="66372"/>
                  <a:pt x="2546172" y="73523"/>
                  <a:pt x="2549533" y="95737"/>
                </a:cubicBezTo>
                <a:lnTo>
                  <a:pt x="2496796" y="95737"/>
                </a:lnTo>
                <a:close/>
                <a:moveTo>
                  <a:pt x="2727396" y="208523"/>
                </a:moveTo>
                <a:lnTo>
                  <a:pt x="2705164" y="208523"/>
                </a:lnTo>
                <a:cubicBezTo>
                  <a:pt x="2696631" y="208523"/>
                  <a:pt x="2692493" y="204167"/>
                  <a:pt x="2692493" y="195203"/>
                </a:cubicBezTo>
                <a:lnTo>
                  <a:pt x="2692493" y="23031"/>
                </a:lnTo>
                <a:cubicBezTo>
                  <a:pt x="2692493" y="15091"/>
                  <a:pt x="2695854" y="11760"/>
                  <a:pt x="2704130" y="11760"/>
                </a:cubicBezTo>
                <a:lnTo>
                  <a:pt x="2727396" y="11760"/>
                </a:lnTo>
                <a:lnTo>
                  <a:pt x="2727396" y="5352"/>
                </a:lnTo>
                <a:lnTo>
                  <a:pt x="2672849" y="5352"/>
                </a:lnTo>
                <a:lnTo>
                  <a:pt x="2672849" y="214930"/>
                </a:lnTo>
                <a:lnTo>
                  <a:pt x="2727396" y="214930"/>
                </a:lnTo>
                <a:lnTo>
                  <a:pt x="2727396" y="2085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22">
            <a:extLst xmlns:a="http://schemas.openxmlformats.org/drawingml/2006/main">
              <a:ext uri="{FF2B5EF4-FFF2-40B4-BE49-F238E27FC236}">
                <a16:creationId xmlns:a16="http://schemas.microsoft.com/office/drawing/2014/main" id="{6CC4B7A7-4CCE-47B5-A746-AA9AAC8E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040" y="7107736"/>
            <a:ext cx="244300" cy="173145"/>
          </a:xfrm>
          <a:custGeom xmlns:a="http://schemas.openxmlformats.org/drawingml/2006/main">
            <a:pathLst>
              <a:path w="244300" h="173145">
                <a:moveTo>
                  <a:pt x="115040" y="138053"/>
                </a:moveTo>
                <a:lnTo>
                  <a:pt x="111679" y="136771"/>
                </a:lnTo>
                <a:cubicBezTo>
                  <a:pt x="102113" y="151369"/>
                  <a:pt x="98752" y="153676"/>
                  <a:pt x="87119" y="153676"/>
                </a:cubicBezTo>
                <a:lnTo>
                  <a:pt x="25333" y="153676"/>
                </a:lnTo>
                <a:lnTo>
                  <a:pt x="68764" y="108599"/>
                </a:lnTo>
                <a:cubicBezTo>
                  <a:pt x="91774" y="84782"/>
                  <a:pt x="101856" y="65317"/>
                  <a:pt x="101856" y="45343"/>
                </a:cubicBezTo>
                <a:cubicBezTo>
                  <a:pt x="101856" y="19731"/>
                  <a:pt x="80914" y="0"/>
                  <a:pt x="54031" y="0"/>
                </a:cubicBezTo>
                <a:cubicBezTo>
                  <a:pt x="39810" y="0"/>
                  <a:pt x="26366" y="5638"/>
                  <a:pt x="16801" y="15888"/>
                </a:cubicBezTo>
                <a:cubicBezTo>
                  <a:pt x="8528" y="24595"/>
                  <a:pt x="4651" y="32793"/>
                  <a:pt x="256" y="50976"/>
                </a:cubicBezTo>
                <a:lnTo>
                  <a:pt x="5684" y="52255"/>
                </a:lnTo>
                <a:cubicBezTo>
                  <a:pt x="16027" y="27156"/>
                  <a:pt x="25333" y="18961"/>
                  <a:pt x="43171" y="18961"/>
                </a:cubicBezTo>
                <a:cubicBezTo>
                  <a:pt x="64887" y="18961"/>
                  <a:pt x="79624" y="33559"/>
                  <a:pt x="79624" y="55074"/>
                </a:cubicBezTo>
                <a:cubicBezTo>
                  <a:pt x="79624" y="75051"/>
                  <a:pt x="67731" y="98868"/>
                  <a:pt x="46015" y="121661"/>
                </a:cubicBezTo>
                <a:lnTo>
                  <a:pt x="0" y="170072"/>
                </a:lnTo>
                <a:lnTo>
                  <a:pt x="0" y="173145"/>
                </a:lnTo>
                <a:lnTo>
                  <a:pt x="100823" y="173145"/>
                </a:lnTo>
                <a:lnTo>
                  <a:pt x="115040" y="138053"/>
                </a:lnTo>
                <a:close/>
                <a:moveTo>
                  <a:pt x="244300" y="138053"/>
                </a:moveTo>
                <a:lnTo>
                  <a:pt x="240939" y="136771"/>
                </a:lnTo>
                <a:cubicBezTo>
                  <a:pt x="231373" y="151369"/>
                  <a:pt x="228012" y="153676"/>
                  <a:pt x="216379" y="153676"/>
                </a:cubicBezTo>
                <a:lnTo>
                  <a:pt x="154593" y="153676"/>
                </a:lnTo>
                <a:lnTo>
                  <a:pt x="198025" y="108599"/>
                </a:lnTo>
                <a:cubicBezTo>
                  <a:pt x="221034" y="84782"/>
                  <a:pt x="231117" y="65317"/>
                  <a:pt x="231117" y="45343"/>
                </a:cubicBezTo>
                <a:cubicBezTo>
                  <a:pt x="231117" y="19731"/>
                  <a:pt x="210174" y="0"/>
                  <a:pt x="183291" y="0"/>
                </a:cubicBezTo>
                <a:cubicBezTo>
                  <a:pt x="169070" y="0"/>
                  <a:pt x="155627" y="5638"/>
                  <a:pt x="146061" y="15888"/>
                </a:cubicBezTo>
                <a:cubicBezTo>
                  <a:pt x="137789" y="24595"/>
                  <a:pt x="133911" y="32793"/>
                  <a:pt x="129517" y="50976"/>
                </a:cubicBezTo>
                <a:lnTo>
                  <a:pt x="134945" y="52255"/>
                </a:lnTo>
                <a:cubicBezTo>
                  <a:pt x="145288" y="27156"/>
                  <a:pt x="154593" y="18961"/>
                  <a:pt x="172431" y="18961"/>
                </a:cubicBezTo>
                <a:cubicBezTo>
                  <a:pt x="194147" y="18961"/>
                  <a:pt x="208884" y="33559"/>
                  <a:pt x="208884" y="55074"/>
                </a:cubicBezTo>
                <a:cubicBezTo>
                  <a:pt x="208884" y="75051"/>
                  <a:pt x="196991" y="98868"/>
                  <a:pt x="175275" y="121661"/>
                </a:cubicBezTo>
                <a:lnTo>
                  <a:pt x="129260" y="170072"/>
                </a:lnTo>
                <a:lnTo>
                  <a:pt x="129260" y="173145"/>
                </a:lnTo>
                <a:lnTo>
                  <a:pt x="230083" y="173145"/>
                </a:lnTo>
                <a:lnTo>
                  <a:pt x="244300" y="138053"/>
                </a:lnTo>
                <a:close/>
              </a:path>
            </a:pathLst>
          </a:custGeom>
          <a:solidFill xmlns:a="http://schemas.openxmlformats.org/drawingml/2006/main">
            <a:srgbClr val="B3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].Thepacketlengthisnotencrypted">
            <a:extLst xmlns:a="http://schemas.openxmlformats.org/drawingml/2006/main">
              <a:ext uri="{FF2B5EF4-FFF2-40B4-BE49-F238E27FC236}">
                <a16:creationId xmlns:a16="http://schemas.microsoft.com/office/drawing/2014/main" id="{2A38389C-0C57-4841-AAFA-72B69F24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594" y="7105840"/>
            <a:ext cx="3783193" cy="230932"/>
          </a:xfrm>
          <a:custGeom xmlns:a="http://schemas.openxmlformats.org/drawingml/2006/main">
            <a:pathLst>
              <a:path w="3783193" h="230932">
                <a:moveTo>
                  <a:pt x="0" y="208569"/>
                </a:moveTo>
                <a:lnTo>
                  <a:pt x="0" y="214977"/>
                </a:lnTo>
                <a:lnTo>
                  <a:pt x="54548" y="214977"/>
                </a:lnTo>
                <a:lnTo>
                  <a:pt x="54548" y="5399"/>
                </a:lnTo>
                <a:lnTo>
                  <a:pt x="0" y="5399"/>
                </a:lnTo>
                <a:lnTo>
                  <a:pt x="0" y="11807"/>
                </a:lnTo>
                <a:lnTo>
                  <a:pt x="22232" y="11807"/>
                </a:lnTo>
                <a:cubicBezTo>
                  <a:pt x="30765" y="11807"/>
                  <a:pt x="34899" y="16162"/>
                  <a:pt x="34899" y="25130"/>
                </a:cubicBezTo>
                <a:lnTo>
                  <a:pt x="34899" y="197298"/>
                </a:lnTo>
                <a:cubicBezTo>
                  <a:pt x="34899" y="205242"/>
                  <a:pt x="31282" y="208569"/>
                  <a:pt x="23266" y="208569"/>
                </a:cubicBezTo>
                <a:lnTo>
                  <a:pt x="0" y="208569"/>
                </a:lnTo>
                <a:close/>
                <a:moveTo>
                  <a:pt x="109614" y="149356"/>
                </a:moveTo>
                <a:cubicBezTo>
                  <a:pt x="101854" y="149356"/>
                  <a:pt x="95393" y="156018"/>
                  <a:pt x="95393" y="163962"/>
                </a:cubicBezTo>
                <a:cubicBezTo>
                  <a:pt x="95393" y="171390"/>
                  <a:pt x="101854" y="177794"/>
                  <a:pt x="109353" y="177794"/>
                </a:cubicBezTo>
                <a:cubicBezTo>
                  <a:pt x="117369" y="177794"/>
                  <a:pt x="124091" y="171390"/>
                  <a:pt x="124091" y="163962"/>
                </a:cubicBezTo>
                <a:cubicBezTo>
                  <a:pt x="124091" y="156018"/>
                  <a:pt x="117369" y="149356"/>
                  <a:pt x="109614" y="149356"/>
                </a:cubicBezTo>
                <a:close/>
                <a:moveTo>
                  <a:pt x="287475" y="16162"/>
                </a:moveTo>
                <a:lnTo>
                  <a:pt x="287475" y="144293"/>
                </a:lnTo>
                <a:cubicBezTo>
                  <a:pt x="287475" y="166077"/>
                  <a:pt x="284631" y="168896"/>
                  <a:pt x="263172" y="170174"/>
                </a:cubicBezTo>
                <a:lnTo>
                  <a:pt x="263172" y="175041"/>
                </a:lnTo>
                <a:lnTo>
                  <a:pt x="338662" y="175041"/>
                </a:lnTo>
                <a:lnTo>
                  <a:pt x="338662" y="170174"/>
                </a:lnTo>
                <a:cubicBezTo>
                  <a:pt x="317463" y="169150"/>
                  <a:pt x="313842" y="165819"/>
                  <a:pt x="313842" y="147112"/>
                </a:cubicBezTo>
                <a:lnTo>
                  <a:pt x="313842" y="16162"/>
                </a:lnTo>
                <a:lnTo>
                  <a:pt x="327802" y="16162"/>
                </a:lnTo>
                <a:cubicBezTo>
                  <a:pt x="357273" y="16162"/>
                  <a:pt x="362961" y="20775"/>
                  <a:pt x="368910" y="48963"/>
                </a:cubicBezTo>
                <a:lnTo>
                  <a:pt x="375111" y="48963"/>
                </a:lnTo>
                <a:lnTo>
                  <a:pt x="373561" y="5399"/>
                </a:lnTo>
                <a:lnTo>
                  <a:pt x="227756" y="5399"/>
                </a:lnTo>
                <a:lnTo>
                  <a:pt x="226206" y="48963"/>
                </a:lnTo>
                <a:lnTo>
                  <a:pt x="232407" y="48963"/>
                </a:lnTo>
                <a:cubicBezTo>
                  <a:pt x="238612" y="21029"/>
                  <a:pt x="244561" y="16162"/>
                  <a:pt x="273515" y="16162"/>
                </a:cubicBezTo>
                <a:lnTo>
                  <a:pt x="287475" y="16162"/>
                </a:lnTo>
                <a:close/>
                <a:moveTo>
                  <a:pt x="420355" y="87171"/>
                </a:moveTo>
                <a:cubicBezTo>
                  <a:pt x="431211" y="75387"/>
                  <a:pt x="438966" y="71028"/>
                  <a:pt x="449049" y="71028"/>
                </a:cubicBezTo>
                <a:cubicBezTo>
                  <a:pt x="461976" y="71028"/>
                  <a:pt x="468437" y="80255"/>
                  <a:pt x="468437" y="98188"/>
                </a:cubicBezTo>
                <a:lnTo>
                  <a:pt x="468437" y="148910"/>
                </a:lnTo>
                <a:cubicBezTo>
                  <a:pt x="468437" y="166331"/>
                  <a:pt x="465853" y="169662"/>
                  <a:pt x="450859" y="171198"/>
                </a:cubicBezTo>
                <a:lnTo>
                  <a:pt x="450859" y="175041"/>
                </a:lnTo>
                <a:lnTo>
                  <a:pt x="505667" y="175041"/>
                </a:lnTo>
                <a:lnTo>
                  <a:pt x="505667" y="171198"/>
                </a:lnTo>
                <a:cubicBezTo>
                  <a:pt x="491707" y="168638"/>
                  <a:pt x="490153" y="166589"/>
                  <a:pt x="490153" y="148910"/>
                </a:cubicBezTo>
                <a:lnTo>
                  <a:pt x="490153" y="97930"/>
                </a:lnTo>
                <a:cubicBezTo>
                  <a:pt x="490153" y="71028"/>
                  <a:pt x="479297" y="57193"/>
                  <a:pt x="458354" y="57193"/>
                </a:cubicBezTo>
                <a:cubicBezTo>
                  <a:pt x="443104" y="57193"/>
                  <a:pt x="432244" y="63342"/>
                  <a:pt x="420355" y="78714"/>
                </a:cubicBezTo>
                <a:lnTo>
                  <a:pt x="420355" y="829"/>
                </a:lnTo>
                <a:lnTo>
                  <a:pt x="419061" y="59"/>
                </a:lnTo>
                <a:cubicBezTo>
                  <a:pt x="410272" y="3132"/>
                  <a:pt x="403807" y="5184"/>
                  <a:pt x="389330" y="9281"/>
                </a:cubicBezTo>
                <a:lnTo>
                  <a:pt x="382352" y="11334"/>
                </a:lnTo>
                <a:lnTo>
                  <a:pt x="382352" y="15431"/>
                </a:lnTo>
                <a:cubicBezTo>
                  <a:pt x="383385" y="15177"/>
                  <a:pt x="384162" y="15177"/>
                  <a:pt x="385452" y="15177"/>
                </a:cubicBezTo>
                <a:cubicBezTo>
                  <a:pt x="396568" y="15177"/>
                  <a:pt x="398639" y="17225"/>
                  <a:pt x="398639" y="28242"/>
                </a:cubicBezTo>
                <a:lnTo>
                  <a:pt x="398639" y="148910"/>
                </a:lnTo>
                <a:cubicBezTo>
                  <a:pt x="398639" y="166843"/>
                  <a:pt x="397085" y="169150"/>
                  <a:pt x="382091" y="171198"/>
                </a:cubicBezTo>
                <a:lnTo>
                  <a:pt x="382091" y="175041"/>
                </a:lnTo>
                <a:lnTo>
                  <a:pt x="437933" y="175041"/>
                </a:lnTo>
                <a:lnTo>
                  <a:pt x="437933" y="171198"/>
                </a:lnTo>
                <a:cubicBezTo>
                  <a:pt x="422939" y="169662"/>
                  <a:pt x="420355" y="166589"/>
                  <a:pt x="420355" y="148910"/>
                </a:cubicBezTo>
                <a:lnTo>
                  <a:pt x="420355" y="87171"/>
                </a:lnTo>
                <a:close/>
                <a:moveTo>
                  <a:pt x="614502" y="132951"/>
                </a:moveTo>
                <a:cubicBezTo>
                  <a:pt x="602096" y="152433"/>
                  <a:pt x="590975" y="159868"/>
                  <a:pt x="574431" y="159868"/>
                </a:cubicBezTo>
                <a:cubicBezTo>
                  <a:pt x="559698" y="159868"/>
                  <a:pt x="548582" y="152433"/>
                  <a:pt x="541083" y="137823"/>
                </a:cubicBezTo>
                <a:cubicBezTo>
                  <a:pt x="536428" y="128080"/>
                  <a:pt x="534621" y="119620"/>
                  <a:pt x="534104" y="103982"/>
                </a:cubicBezTo>
                <a:lnTo>
                  <a:pt x="613729" y="103982"/>
                </a:lnTo>
                <a:cubicBezTo>
                  <a:pt x="611658" y="87358"/>
                  <a:pt x="609074" y="79954"/>
                  <a:pt x="602612" y="71783"/>
                </a:cubicBezTo>
                <a:cubicBezTo>
                  <a:pt x="594853" y="62576"/>
                  <a:pt x="582964" y="57193"/>
                  <a:pt x="569520" y="57193"/>
                </a:cubicBezTo>
                <a:cubicBezTo>
                  <a:pt x="556593" y="57193"/>
                  <a:pt x="544444" y="61806"/>
                  <a:pt x="534621" y="70504"/>
                </a:cubicBezTo>
                <a:cubicBezTo>
                  <a:pt x="522468" y="80974"/>
                  <a:pt x="515489" y="99114"/>
                  <a:pt x="515489" y="120132"/>
                </a:cubicBezTo>
                <a:cubicBezTo>
                  <a:pt x="515489" y="155509"/>
                  <a:pt x="534104" y="177543"/>
                  <a:pt x="563832" y="177543"/>
                </a:cubicBezTo>
                <a:cubicBezTo>
                  <a:pt x="588392" y="177543"/>
                  <a:pt x="607780" y="162429"/>
                  <a:pt x="618640" y="134746"/>
                </a:cubicBezTo>
                <a:lnTo>
                  <a:pt x="614502" y="132951"/>
                </a:lnTo>
                <a:moveTo>
                  <a:pt x="534621" y="95783"/>
                </a:moveTo>
                <a:cubicBezTo>
                  <a:pt x="537461" y="75868"/>
                  <a:pt x="546254" y="66419"/>
                  <a:pt x="562021" y="66419"/>
                </a:cubicBezTo>
                <a:cubicBezTo>
                  <a:pt x="577792" y="66419"/>
                  <a:pt x="583997" y="73570"/>
                  <a:pt x="587358" y="95783"/>
                </a:cubicBezTo>
                <a:lnTo>
                  <a:pt x="534621" y="95783"/>
                </a:lnTo>
                <a:close/>
                <a:moveTo>
                  <a:pt x="690248" y="74297"/>
                </a:moveTo>
                <a:cubicBezTo>
                  <a:pt x="692575" y="74043"/>
                  <a:pt x="694386" y="74043"/>
                  <a:pt x="696713" y="74043"/>
                </a:cubicBezTo>
                <a:cubicBezTo>
                  <a:pt x="705502" y="74043"/>
                  <a:pt x="707313" y="76603"/>
                  <a:pt x="707313" y="88645"/>
                </a:cubicBezTo>
                <a:lnTo>
                  <a:pt x="707313" y="208554"/>
                </a:lnTo>
                <a:cubicBezTo>
                  <a:pt x="707313" y="221877"/>
                  <a:pt x="704468" y="224696"/>
                  <a:pt x="689214" y="226233"/>
                </a:cubicBezTo>
                <a:lnTo>
                  <a:pt x="689214" y="230588"/>
                </a:lnTo>
                <a:lnTo>
                  <a:pt x="751777" y="230588"/>
                </a:lnTo>
                <a:lnTo>
                  <a:pt x="751777" y="225979"/>
                </a:lnTo>
                <a:cubicBezTo>
                  <a:pt x="732389" y="225721"/>
                  <a:pt x="729028" y="222902"/>
                  <a:pt x="729028" y="206759"/>
                </a:cubicBezTo>
                <a:lnTo>
                  <a:pt x="729028" y="166530"/>
                </a:lnTo>
                <a:cubicBezTo>
                  <a:pt x="738077" y="174983"/>
                  <a:pt x="744278" y="177543"/>
                  <a:pt x="755138" y="177543"/>
                </a:cubicBezTo>
                <a:cubicBezTo>
                  <a:pt x="785643" y="177543"/>
                  <a:pt x="809425" y="148863"/>
                  <a:pt x="809425" y="111738"/>
                </a:cubicBezTo>
                <a:cubicBezTo>
                  <a:pt x="809425" y="79993"/>
                  <a:pt x="791331" y="57193"/>
                  <a:pt x="766254" y="57193"/>
                </a:cubicBezTo>
                <a:cubicBezTo>
                  <a:pt x="751777" y="57193"/>
                  <a:pt x="740401" y="63600"/>
                  <a:pt x="729028" y="77432"/>
                </a:cubicBezTo>
                <a:lnTo>
                  <a:pt x="729028" y="57709"/>
                </a:lnTo>
                <a:lnTo>
                  <a:pt x="727478" y="57193"/>
                </a:lnTo>
                <a:cubicBezTo>
                  <a:pt x="713518" y="62576"/>
                  <a:pt x="704468" y="65907"/>
                  <a:pt x="690248" y="70262"/>
                </a:cubicBezTo>
                <a:lnTo>
                  <a:pt x="690248" y="74297"/>
                </a:lnTo>
                <a:moveTo>
                  <a:pt x="729028" y="89466"/>
                </a:moveTo>
                <a:cubicBezTo>
                  <a:pt x="729028" y="81783"/>
                  <a:pt x="743505" y="72569"/>
                  <a:pt x="755395" y="72569"/>
                </a:cubicBezTo>
                <a:cubicBezTo>
                  <a:pt x="774527" y="72569"/>
                  <a:pt x="787193" y="92026"/>
                  <a:pt x="787193" y="121727"/>
                </a:cubicBezTo>
                <a:cubicBezTo>
                  <a:pt x="787193" y="150145"/>
                  <a:pt x="774527" y="169345"/>
                  <a:pt x="755915" y="169345"/>
                </a:cubicBezTo>
                <a:cubicBezTo>
                  <a:pt x="743762" y="169345"/>
                  <a:pt x="729028" y="160130"/>
                  <a:pt x="729028" y="152448"/>
                </a:cubicBezTo>
                <a:lnTo>
                  <a:pt x="729028" y="89466"/>
                </a:lnTo>
                <a:close/>
                <a:moveTo>
                  <a:pt x="931447" y="158078"/>
                </a:moveTo>
                <a:cubicBezTo>
                  <a:pt x="927053" y="161659"/>
                  <a:pt x="923952" y="162941"/>
                  <a:pt x="920075" y="162941"/>
                </a:cubicBezTo>
                <a:cubicBezTo>
                  <a:pt x="914130" y="162941"/>
                  <a:pt x="912319" y="159356"/>
                  <a:pt x="912319" y="148093"/>
                </a:cubicBezTo>
                <a:lnTo>
                  <a:pt x="912319" y="98164"/>
                </a:lnTo>
                <a:cubicBezTo>
                  <a:pt x="912319" y="84849"/>
                  <a:pt x="911026" y="77424"/>
                  <a:pt x="907148" y="71279"/>
                </a:cubicBezTo>
                <a:cubicBezTo>
                  <a:pt x="901460" y="62064"/>
                  <a:pt x="890343" y="57193"/>
                  <a:pt x="875093" y="57193"/>
                </a:cubicBezTo>
                <a:cubicBezTo>
                  <a:pt x="850790" y="57193"/>
                  <a:pt x="831662" y="69742"/>
                  <a:pt x="831662" y="85873"/>
                </a:cubicBezTo>
                <a:cubicBezTo>
                  <a:pt x="831662" y="91764"/>
                  <a:pt x="836829" y="96882"/>
                  <a:pt x="842778" y="96882"/>
                </a:cubicBezTo>
                <a:cubicBezTo>
                  <a:pt x="848979" y="96882"/>
                  <a:pt x="854411" y="91764"/>
                  <a:pt x="854411" y="86131"/>
                </a:cubicBezTo>
                <a:cubicBezTo>
                  <a:pt x="854411" y="85107"/>
                  <a:pt x="854151" y="83824"/>
                  <a:pt x="853894" y="82034"/>
                </a:cubicBezTo>
                <a:cubicBezTo>
                  <a:pt x="853377" y="79731"/>
                  <a:pt x="853117" y="77682"/>
                  <a:pt x="853117" y="75888"/>
                </a:cubicBezTo>
                <a:cubicBezTo>
                  <a:pt x="853117" y="68976"/>
                  <a:pt x="861389" y="63342"/>
                  <a:pt x="871732" y="63342"/>
                </a:cubicBezTo>
                <a:cubicBezTo>
                  <a:pt x="884399" y="63342"/>
                  <a:pt x="891377" y="70766"/>
                  <a:pt x="891377" y="84594"/>
                </a:cubicBezTo>
                <a:lnTo>
                  <a:pt x="891377" y="100213"/>
                </a:lnTo>
                <a:cubicBezTo>
                  <a:pt x="851567" y="116086"/>
                  <a:pt x="847172" y="118134"/>
                  <a:pt x="836056" y="127865"/>
                </a:cubicBezTo>
                <a:cubicBezTo>
                  <a:pt x="830368" y="132987"/>
                  <a:pt x="826747" y="141689"/>
                  <a:pt x="826747" y="150138"/>
                </a:cubicBezTo>
                <a:cubicBezTo>
                  <a:pt x="826747" y="166272"/>
                  <a:pt x="838123" y="177543"/>
                  <a:pt x="853894" y="177543"/>
                </a:cubicBezTo>
                <a:cubicBezTo>
                  <a:pt x="865267" y="177543"/>
                  <a:pt x="875866" y="172164"/>
                  <a:pt x="891637" y="158840"/>
                </a:cubicBezTo>
                <a:cubicBezTo>
                  <a:pt x="892931" y="172164"/>
                  <a:pt x="897582" y="177543"/>
                  <a:pt x="908181" y="177543"/>
                </a:cubicBezTo>
                <a:cubicBezTo>
                  <a:pt x="916970" y="177543"/>
                  <a:pt x="922402" y="174471"/>
                  <a:pt x="931447" y="164736"/>
                </a:cubicBezTo>
                <a:lnTo>
                  <a:pt x="931447" y="158078"/>
                </a:lnTo>
                <a:moveTo>
                  <a:pt x="891377" y="143468"/>
                </a:moveTo>
                <a:cubicBezTo>
                  <a:pt x="891377" y="151412"/>
                  <a:pt x="890087" y="153719"/>
                  <a:pt x="884655" y="156792"/>
                </a:cubicBezTo>
                <a:cubicBezTo>
                  <a:pt x="878454" y="160381"/>
                  <a:pt x="871215" y="162683"/>
                  <a:pt x="865784" y="162683"/>
                </a:cubicBezTo>
                <a:cubicBezTo>
                  <a:pt x="856738" y="162683"/>
                  <a:pt x="849500" y="153973"/>
                  <a:pt x="849500" y="142956"/>
                </a:cubicBezTo>
                <a:lnTo>
                  <a:pt x="849500" y="141932"/>
                </a:lnTo>
                <a:cubicBezTo>
                  <a:pt x="849500" y="126813"/>
                  <a:pt x="860095" y="117591"/>
                  <a:pt x="891377" y="106316"/>
                </a:cubicBezTo>
                <a:lnTo>
                  <a:pt x="891377" y="143468"/>
                </a:lnTo>
                <a:close/>
                <a:moveTo>
                  <a:pt x="1034858" y="135031"/>
                </a:moveTo>
                <a:cubicBezTo>
                  <a:pt x="1022448" y="152953"/>
                  <a:pt x="1013142" y="159098"/>
                  <a:pt x="998405" y="159098"/>
                </a:cubicBezTo>
                <a:cubicBezTo>
                  <a:pt x="974878" y="159098"/>
                  <a:pt x="958334" y="138616"/>
                  <a:pt x="958334" y="109174"/>
                </a:cubicBezTo>
                <a:cubicBezTo>
                  <a:pt x="958334" y="82804"/>
                  <a:pt x="972555" y="64625"/>
                  <a:pt x="993494" y="64625"/>
                </a:cubicBezTo>
                <a:cubicBezTo>
                  <a:pt x="1002799" y="64625"/>
                  <a:pt x="1006160" y="67439"/>
                  <a:pt x="1008748" y="76912"/>
                </a:cubicBezTo>
                <a:lnTo>
                  <a:pt x="1010298" y="82546"/>
                </a:lnTo>
                <a:cubicBezTo>
                  <a:pt x="1012365" y="89716"/>
                  <a:pt x="1017020" y="94325"/>
                  <a:pt x="1022448" y="94325"/>
                </a:cubicBezTo>
                <a:cubicBezTo>
                  <a:pt x="1029170" y="94325"/>
                  <a:pt x="1034858" y="89458"/>
                  <a:pt x="1034858" y="83570"/>
                </a:cubicBezTo>
                <a:cubicBezTo>
                  <a:pt x="1034858" y="69234"/>
                  <a:pt x="1016760" y="57193"/>
                  <a:pt x="995044" y="57193"/>
                </a:cubicBezTo>
                <a:cubicBezTo>
                  <a:pt x="982377" y="57193"/>
                  <a:pt x="969194" y="62318"/>
                  <a:pt x="958595" y="71537"/>
                </a:cubicBezTo>
                <a:cubicBezTo>
                  <a:pt x="945668" y="82804"/>
                  <a:pt x="938429" y="100213"/>
                  <a:pt x="938429" y="120437"/>
                </a:cubicBezTo>
                <a:cubicBezTo>
                  <a:pt x="938429" y="153723"/>
                  <a:pt x="958851" y="177543"/>
                  <a:pt x="987549" y="177543"/>
                </a:cubicBezTo>
                <a:cubicBezTo>
                  <a:pt x="999182" y="177543"/>
                  <a:pt x="1009521" y="173446"/>
                  <a:pt x="1018831" y="165502"/>
                </a:cubicBezTo>
                <a:cubicBezTo>
                  <a:pt x="1025809" y="159352"/>
                  <a:pt x="1030720" y="152440"/>
                  <a:pt x="1038475" y="137334"/>
                </a:cubicBezTo>
                <a:lnTo>
                  <a:pt x="1034858" y="135031"/>
                </a:lnTo>
                <a:close/>
                <a:moveTo>
                  <a:pt x="1048557" y="15372"/>
                </a:moveTo>
                <a:cubicBezTo>
                  <a:pt x="1051918" y="15114"/>
                  <a:pt x="1054246" y="14860"/>
                  <a:pt x="1056830" y="14860"/>
                </a:cubicBezTo>
                <a:cubicBezTo>
                  <a:pt x="1065362" y="14860"/>
                  <a:pt x="1067946" y="18191"/>
                  <a:pt x="1067946" y="30487"/>
                </a:cubicBezTo>
                <a:lnTo>
                  <a:pt x="1067946" y="154028"/>
                </a:lnTo>
                <a:cubicBezTo>
                  <a:pt x="1067946" y="167355"/>
                  <a:pt x="1067173" y="168125"/>
                  <a:pt x="1048557" y="171198"/>
                </a:cubicBezTo>
                <a:lnTo>
                  <a:pt x="1048557" y="175041"/>
                </a:lnTo>
                <a:lnTo>
                  <a:pt x="1109054" y="175041"/>
                </a:lnTo>
                <a:lnTo>
                  <a:pt x="1109054" y="171198"/>
                </a:lnTo>
                <a:lnTo>
                  <a:pt x="1103882" y="170944"/>
                </a:lnTo>
                <a:cubicBezTo>
                  <a:pt x="1093543" y="170432"/>
                  <a:pt x="1089661" y="166843"/>
                  <a:pt x="1089661" y="157871"/>
                </a:cubicBezTo>
                <a:lnTo>
                  <a:pt x="1089661" y="110706"/>
                </a:lnTo>
                <a:lnTo>
                  <a:pt x="1125858" y="158641"/>
                </a:lnTo>
                <a:lnTo>
                  <a:pt x="1126631" y="159665"/>
                </a:lnTo>
                <a:cubicBezTo>
                  <a:pt x="1127148" y="160435"/>
                  <a:pt x="1127665" y="161202"/>
                  <a:pt x="1128442" y="161972"/>
                </a:cubicBezTo>
                <a:cubicBezTo>
                  <a:pt x="1130509" y="164536"/>
                  <a:pt x="1131286" y="166073"/>
                  <a:pt x="1131286" y="167355"/>
                </a:cubicBezTo>
                <a:cubicBezTo>
                  <a:pt x="1131286" y="169662"/>
                  <a:pt x="1128959" y="171198"/>
                  <a:pt x="1125858" y="171198"/>
                </a:cubicBezTo>
                <a:lnTo>
                  <a:pt x="1120943" y="171198"/>
                </a:lnTo>
                <a:lnTo>
                  <a:pt x="1120943" y="175041"/>
                </a:lnTo>
                <a:lnTo>
                  <a:pt x="1177301" y="175041"/>
                </a:lnTo>
                <a:lnTo>
                  <a:pt x="1177301" y="171198"/>
                </a:lnTo>
                <a:cubicBezTo>
                  <a:pt x="1165929" y="170432"/>
                  <a:pt x="1157913" y="165561"/>
                  <a:pt x="1147057" y="152487"/>
                </a:cubicBezTo>
                <a:lnTo>
                  <a:pt x="1107499" y="102758"/>
                </a:lnTo>
                <a:lnTo>
                  <a:pt x="1114998" y="95838"/>
                </a:lnTo>
                <a:cubicBezTo>
                  <a:pt x="1133353" y="78922"/>
                  <a:pt x="1149380" y="67127"/>
                  <a:pt x="1156879" y="65078"/>
                </a:cubicBezTo>
                <a:cubicBezTo>
                  <a:pt x="1160757" y="64054"/>
                  <a:pt x="1164374" y="63542"/>
                  <a:pt x="1168773" y="63542"/>
                </a:cubicBezTo>
                <a:lnTo>
                  <a:pt x="1170840" y="63542"/>
                </a:lnTo>
                <a:lnTo>
                  <a:pt x="1170840" y="59695"/>
                </a:lnTo>
                <a:lnTo>
                  <a:pt x="1118099" y="59695"/>
                </a:lnTo>
                <a:lnTo>
                  <a:pt x="1118099" y="63284"/>
                </a:lnTo>
                <a:cubicBezTo>
                  <a:pt x="1128182" y="63542"/>
                  <a:pt x="1131026" y="64566"/>
                  <a:pt x="1131026" y="68155"/>
                </a:cubicBezTo>
                <a:cubicBezTo>
                  <a:pt x="1131026" y="70203"/>
                  <a:pt x="1128698" y="73792"/>
                  <a:pt x="1125081" y="76869"/>
                </a:cubicBezTo>
                <a:lnTo>
                  <a:pt x="1089661" y="108141"/>
                </a:lnTo>
                <a:lnTo>
                  <a:pt x="1089661" y="512"/>
                </a:lnTo>
                <a:lnTo>
                  <a:pt x="1088628" y="0"/>
                </a:lnTo>
                <a:cubicBezTo>
                  <a:pt x="1078806" y="3073"/>
                  <a:pt x="1071307" y="5121"/>
                  <a:pt x="1056313" y="9223"/>
                </a:cubicBezTo>
                <a:lnTo>
                  <a:pt x="1048557" y="11271"/>
                </a:lnTo>
                <a:lnTo>
                  <a:pt x="1048557" y="15372"/>
                </a:lnTo>
                <a:close/>
                <a:moveTo>
                  <a:pt x="1278900" y="132951"/>
                </a:moveTo>
                <a:cubicBezTo>
                  <a:pt x="1266494" y="152433"/>
                  <a:pt x="1255374" y="159868"/>
                  <a:pt x="1238829" y="159868"/>
                </a:cubicBezTo>
                <a:cubicBezTo>
                  <a:pt x="1224096" y="159868"/>
                  <a:pt x="1212980" y="152433"/>
                  <a:pt x="1205481" y="137823"/>
                </a:cubicBezTo>
                <a:cubicBezTo>
                  <a:pt x="1200826" y="128080"/>
                  <a:pt x="1199019" y="119620"/>
                  <a:pt x="1198503" y="103982"/>
                </a:cubicBezTo>
                <a:lnTo>
                  <a:pt x="1278127" y="103982"/>
                </a:lnTo>
                <a:cubicBezTo>
                  <a:pt x="1276056" y="87358"/>
                  <a:pt x="1273472" y="79954"/>
                  <a:pt x="1267010" y="71783"/>
                </a:cubicBezTo>
                <a:cubicBezTo>
                  <a:pt x="1259251" y="62576"/>
                  <a:pt x="1247362" y="57193"/>
                  <a:pt x="1233918" y="57193"/>
                </a:cubicBezTo>
                <a:cubicBezTo>
                  <a:pt x="1220991" y="57193"/>
                  <a:pt x="1208842" y="61806"/>
                  <a:pt x="1199019" y="70504"/>
                </a:cubicBezTo>
                <a:cubicBezTo>
                  <a:pt x="1186866" y="80974"/>
                  <a:pt x="1179888" y="99114"/>
                  <a:pt x="1179888" y="120132"/>
                </a:cubicBezTo>
                <a:cubicBezTo>
                  <a:pt x="1179888" y="155509"/>
                  <a:pt x="1198503" y="177543"/>
                  <a:pt x="1228230" y="177543"/>
                </a:cubicBezTo>
                <a:cubicBezTo>
                  <a:pt x="1252790" y="177543"/>
                  <a:pt x="1272178" y="162429"/>
                  <a:pt x="1283038" y="134746"/>
                </a:cubicBezTo>
                <a:lnTo>
                  <a:pt x="1278900" y="132951"/>
                </a:lnTo>
                <a:moveTo>
                  <a:pt x="1199019" y="95783"/>
                </a:moveTo>
                <a:cubicBezTo>
                  <a:pt x="1201860" y="75868"/>
                  <a:pt x="1210652" y="66419"/>
                  <a:pt x="1226419" y="66419"/>
                </a:cubicBezTo>
                <a:cubicBezTo>
                  <a:pt x="1242190" y="66419"/>
                  <a:pt x="1248395" y="73570"/>
                  <a:pt x="1251756" y="95783"/>
                </a:cubicBezTo>
                <a:lnTo>
                  <a:pt x="1199019" y="95783"/>
                </a:lnTo>
                <a:close/>
                <a:moveTo>
                  <a:pt x="1354129" y="59695"/>
                </a:moveTo>
                <a:lnTo>
                  <a:pt x="1328019" y="59695"/>
                </a:lnTo>
                <a:lnTo>
                  <a:pt x="1328019" y="29974"/>
                </a:lnTo>
                <a:cubicBezTo>
                  <a:pt x="1328019" y="27414"/>
                  <a:pt x="1327763" y="26643"/>
                  <a:pt x="1326208" y="26643"/>
                </a:cubicBezTo>
                <a:cubicBezTo>
                  <a:pt x="1324402" y="28950"/>
                  <a:pt x="1322848" y="31257"/>
                  <a:pt x="1321041" y="33817"/>
                </a:cubicBezTo>
                <a:cubicBezTo>
                  <a:pt x="1311215" y="47911"/>
                  <a:pt x="1300098" y="60211"/>
                  <a:pt x="1295964" y="61235"/>
                </a:cubicBezTo>
                <a:cubicBezTo>
                  <a:pt x="1293120" y="63026"/>
                  <a:pt x="1291566" y="64820"/>
                  <a:pt x="1291566" y="66102"/>
                </a:cubicBezTo>
                <a:cubicBezTo>
                  <a:pt x="1291566" y="66872"/>
                  <a:pt x="1291826" y="67385"/>
                  <a:pt x="1292603" y="67897"/>
                </a:cubicBezTo>
                <a:lnTo>
                  <a:pt x="1306303" y="67897"/>
                </a:lnTo>
                <a:lnTo>
                  <a:pt x="1306303" y="145008"/>
                </a:lnTo>
                <a:cubicBezTo>
                  <a:pt x="1306303" y="166526"/>
                  <a:pt x="1314059" y="177543"/>
                  <a:pt x="1329313" y="177543"/>
                </a:cubicBezTo>
                <a:cubicBezTo>
                  <a:pt x="1341979" y="177543"/>
                  <a:pt x="1351802" y="171398"/>
                  <a:pt x="1360334" y="158074"/>
                </a:cubicBezTo>
                <a:lnTo>
                  <a:pt x="1356973" y="155255"/>
                </a:lnTo>
                <a:cubicBezTo>
                  <a:pt x="1351545" y="161659"/>
                  <a:pt x="1347151" y="164224"/>
                  <a:pt x="1341463" y="164224"/>
                </a:cubicBezTo>
                <a:cubicBezTo>
                  <a:pt x="1331897" y="164224"/>
                  <a:pt x="1328019" y="157304"/>
                  <a:pt x="1328019" y="141165"/>
                </a:cubicBezTo>
                <a:lnTo>
                  <a:pt x="1328019" y="67897"/>
                </a:lnTo>
                <a:lnTo>
                  <a:pt x="1354129" y="67897"/>
                </a:lnTo>
                <a:lnTo>
                  <a:pt x="1354129" y="59695"/>
                </a:lnTo>
                <a:close/>
                <a:moveTo>
                  <a:pt x="1429361" y="15419"/>
                </a:moveTo>
                <a:lnTo>
                  <a:pt x="1430911" y="15419"/>
                </a:lnTo>
                <a:cubicBezTo>
                  <a:pt x="1433755" y="15165"/>
                  <a:pt x="1436856" y="14907"/>
                  <a:pt x="1438927" y="14907"/>
                </a:cubicBezTo>
                <a:cubicBezTo>
                  <a:pt x="1447199" y="14907"/>
                  <a:pt x="1449783" y="18496"/>
                  <a:pt x="1449783" y="30537"/>
                </a:cubicBezTo>
                <a:lnTo>
                  <a:pt x="1449783" y="152753"/>
                </a:lnTo>
                <a:cubicBezTo>
                  <a:pt x="1449783" y="166589"/>
                  <a:pt x="1446165" y="169920"/>
                  <a:pt x="1429878" y="171198"/>
                </a:cubicBezTo>
                <a:lnTo>
                  <a:pt x="1429878" y="175041"/>
                </a:lnTo>
                <a:lnTo>
                  <a:pt x="1490887" y="175041"/>
                </a:lnTo>
                <a:lnTo>
                  <a:pt x="1490887" y="171198"/>
                </a:lnTo>
                <a:cubicBezTo>
                  <a:pt x="1474603" y="170174"/>
                  <a:pt x="1471498" y="167613"/>
                  <a:pt x="1471498" y="153519"/>
                </a:cubicBezTo>
                <a:lnTo>
                  <a:pt x="1471498" y="559"/>
                </a:lnTo>
                <a:lnTo>
                  <a:pt x="1470465" y="47"/>
                </a:lnTo>
                <a:cubicBezTo>
                  <a:pt x="1457021" y="4402"/>
                  <a:pt x="1447199" y="6967"/>
                  <a:pt x="1429361" y="11322"/>
                </a:cubicBezTo>
                <a:lnTo>
                  <a:pt x="1429361" y="15419"/>
                </a:lnTo>
                <a:close/>
                <a:moveTo>
                  <a:pt x="1601792" y="132951"/>
                </a:moveTo>
                <a:cubicBezTo>
                  <a:pt x="1589386" y="152433"/>
                  <a:pt x="1578266" y="159868"/>
                  <a:pt x="1561722" y="159868"/>
                </a:cubicBezTo>
                <a:cubicBezTo>
                  <a:pt x="1546988" y="159868"/>
                  <a:pt x="1535872" y="152433"/>
                  <a:pt x="1528373" y="137823"/>
                </a:cubicBezTo>
                <a:cubicBezTo>
                  <a:pt x="1523718" y="128080"/>
                  <a:pt x="1521912" y="119620"/>
                  <a:pt x="1521395" y="103982"/>
                </a:cubicBezTo>
                <a:lnTo>
                  <a:pt x="1601019" y="103982"/>
                </a:lnTo>
                <a:cubicBezTo>
                  <a:pt x="1598948" y="87358"/>
                  <a:pt x="1596364" y="79954"/>
                  <a:pt x="1589903" y="71783"/>
                </a:cubicBezTo>
                <a:cubicBezTo>
                  <a:pt x="1582144" y="62576"/>
                  <a:pt x="1570254" y="57193"/>
                  <a:pt x="1556811" y="57193"/>
                </a:cubicBezTo>
                <a:cubicBezTo>
                  <a:pt x="1543884" y="57193"/>
                  <a:pt x="1531734" y="61806"/>
                  <a:pt x="1521912" y="70504"/>
                </a:cubicBezTo>
                <a:cubicBezTo>
                  <a:pt x="1509758" y="80974"/>
                  <a:pt x="1502780" y="99114"/>
                  <a:pt x="1502780" y="120132"/>
                </a:cubicBezTo>
                <a:cubicBezTo>
                  <a:pt x="1502780" y="155509"/>
                  <a:pt x="1521395" y="177543"/>
                  <a:pt x="1551122" y="177543"/>
                </a:cubicBezTo>
                <a:cubicBezTo>
                  <a:pt x="1575682" y="177543"/>
                  <a:pt x="1595070" y="162429"/>
                  <a:pt x="1605930" y="134746"/>
                </a:cubicBezTo>
                <a:lnTo>
                  <a:pt x="1601792" y="132951"/>
                </a:lnTo>
                <a:moveTo>
                  <a:pt x="1521912" y="95783"/>
                </a:moveTo>
                <a:cubicBezTo>
                  <a:pt x="1524752" y="75868"/>
                  <a:pt x="1533545" y="66419"/>
                  <a:pt x="1549312" y="66419"/>
                </a:cubicBezTo>
                <a:cubicBezTo>
                  <a:pt x="1565083" y="66419"/>
                  <a:pt x="1571288" y="73570"/>
                  <a:pt x="1574649" y="95783"/>
                </a:cubicBezTo>
                <a:lnTo>
                  <a:pt x="1521912" y="95783"/>
                </a:lnTo>
                <a:close/>
                <a:moveTo>
                  <a:pt x="1615235" y="73081"/>
                </a:moveTo>
                <a:cubicBezTo>
                  <a:pt x="1616786" y="72311"/>
                  <a:pt x="1619373" y="72057"/>
                  <a:pt x="1622218" y="72057"/>
                </a:cubicBezTo>
                <a:cubicBezTo>
                  <a:pt x="1629456" y="72057"/>
                  <a:pt x="1631780" y="75900"/>
                  <a:pt x="1631780" y="88449"/>
                </a:cubicBezTo>
                <a:lnTo>
                  <a:pt x="1631780" y="151987"/>
                </a:lnTo>
                <a:cubicBezTo>
                  <a:pt x="1631780" y="166589"/>
                  <a:pt x="1628935" y="170174"/>
                  <a:pt x="1615752" y="171198"/>
                </a:cubicBezTo>
                <a:lnTo>
                  <a:pt x="1615752" y="175041"/>
                </a:lnTo>
                <a:lnTo>
                  <a:pt x="1670560" y="175041"/>
                </a:lnTo>
                <a:lnTo>
                  <a:pt x="1670560" y="171198"/>
                </a:lnTo>
                <a:cubicBezTo>
                  <a:pt x="1657373" y="170174"/>
                  <a:pt x="1653495" y="167101"/>
                  <a:pt x="1653495" y="157879"/>
                </a:cubicBezTo>
                <a:lnTo>
                  <a:pt x="1653495" y="85888"/>
                </a:lnTo>
                <a:cubicBezTo>
                  <a:pt x="1665905" y="74359"/>
                  <a:pt x="1671594" y="71286"/>
                  <a:pt x="1680126" y="71286"/>
                </a:cubicBezTo>
                <a:cubicBezTo>
                  <a:pt x="1692792" y="71286"/>
                  <a:pt x="1698997" y="79227"/>
                  <a:pt x="1698997" y="96135"/>
                </a:cubicBezTo>
                <a:lnTo>
                  <a:pt x="1698997" y="149680"/>
                </a:lnTo>
                <a:cubicBezTo>
                  <a:pt x="1698997" y="165819"/>
                  <a:pt x="1695637" y="170174"/>
                  <a:pt x="1682710" y="171198"/>
                </a:cubicBezTo>
                <a:lnTo>
                  <a:pt x="1682710" y="175041"/>
                </a:lnTo>
                <a:lnTo>
                  <a:pt x="1736484" y="175041"/>
                </a:lnTo>
                <a:lnTo>
                  <a:pt x="1736484" y="171198"/>
                </a:lnTo>
                <a:cubicBezTo>
                  <a:pt x="1723814" y="169920"/>
                  <a:pt x="1720713" y="166843"/>
                  <a:pt x="1720713" y="154293"/>
                </a:cubicBezTo>
                <a:lnTo>
                  <a:pt x="1720713" y="95623"/>
                </a:lnTo>
                <a:cubicBezTo>
                  <a:pt x="1720713" y="71544"/>
                  <a:pt x="1709337" y="57193"/>
                  <a:pt x="1690209" y="57193"/>
                </a:cubicBezTo>
                <a:cubicBezTo>
                  <a:pt x="1678315" y="57193"/>
                  <a:pt x="1670300" y="61552"/>
                  <a:pt x="1652722" y="77948"/>
                </a:cubicBezTo>
                <a:lnTo>
                  <a:pt x="1652722" y="57709"/>
                </a:lnTo>
                <a:lnTo>
                  <a:pt x="1650911" y="57193"/>
                </a:lnTo>
                <a:cubicBezTo>
                  <a:pt x="1638245" y="61806"/>
                  <a:pt x="1629456" y="64625"/>
                  <a:pt x="1615235" y="68726"/>
                </a:cubicBezTo>
                <a:lnTo>
                  <a:pt x="1615235" y="73081"/>
                </a:lnTo>
                <a:close/>
                <a:moveTo>
                  <a:pt x="1861863" y="75692"/>
                </a:moveTo>
                <a:lnTo>
                  <a:pt x="1861863" y="65700"/>
                </a:lnTo>
                <a:lnTo>
                  <a:pt x="1841958" y="65700"/>
                </a:lnTo>
                <a:cubicBezTo>
                  <a:pt x="1836786" y="65700"/>
                  <a:pt x="1832909" y="64902"/>
                  <a:pt x="1827741" y="63088"/>
                </a:cubicBezTo>
                <a:lnTo>
                  <a:pt x="1822053" y="61039"/>
                </a:lnTo>
                <a:cubicBezTo>
                  <a:pt x="1815071" y="58475"/>
                  <a:pt x="1808093" y="57193"/>
                  <a:pt x="1801371" y="57193"/>
                </a:cubicBezTo>
                <a:cubicBezTo>
                  <a:pt x="1777328" y="57193"/>
                  <a:pt x="1758196" y="75692"/>
                  <a:pt x="1758196" y="99001"/>
                </a:cubicBezTo>
                <a:cubicBezTo>
                  <a:pt x="1758196" y="115140"/>
                  <a:pt x="1765178" y="124870"/>
                  <a:pt x="1782239" y="133323"/>
                </a:cubicBezTo>
                <a:cubicBezTo>
                  <a:pt x="1777328" y="137936"/>
                  <a:pt x="1772677" y="142283"/>
                  <a:pt x="1771123" y="143562"/>
                </a:cubicBezTo>
                <a:cubicBezTo>
                  <a:pt x="1762594" y="150978"/>
                  <a:pt x="1759233" y="156096"/>
                  <a:pt x="1759233" y="161209"/>
                </a:cubicBezTo>
                <a:cubicBezTo>
                  <a:pt x="1759233" y="166581"/>
                  <a:pt x="1762334" y="169650"/>
                  <a:pt x="1772933" y="174775"/>
                </a:cubicBezTo>
                <a:cubicBezTo>
                  <a:pt x="1754579" y="188111"/>
                  <a:pt x="1747600" y="196579"/>
                  <a:pt x="1747600" y="206067"/>
                </a:cubicBezTo>
                <a:cubicBezTo>
                  <a:pt x="1747600" y="219657"/>
                  <a:pt x="1767762" y="230932"/>
                  <a:pt x="1792322" y="230932"/>
                </a:cubicBezTo>
                <a:cubicBezTo>
                  <a:pt x="1811710" y="230932"/>
                  <a:pt x="1831875" y="224270"/>
                  <a:pt x="1845319" y="213507"/>
                </a:cubicBezTo>
                <a:cubicBezTo>
                  <a:pt x="1855145" y="205555"/>
                  <a:pt x="1859540" y="197345"/>
                  <a:pt x="1859540" y="187599"/>
                </a:cubicBezTo>
                <a:cubicBezTo>
                  <a:pt x="1859540" y="171699"/>
                  <a:pt x="1847386" y="160955"/>
                  <a:pt x="1828258" y="160189"/>
                </a:cubicBezTo>
                <a:lnTo>
                  <a:pt x="1794909" y="158653"/>
                </a:lnTo>
                <a:cubicBezTo>
                  <a:pt x="1781205" y="158140"/>
                  <a:pt x="1774744" y="155838"/>
                  <a:pt x="1774744" y="151748"/>
                </a:cubicBezTo>
                <a:cubicBezTo>
                  <a:pt x="1774744" y="146631"/>
                  <a:pt x="1783272" y="137678"/>
                  <a:pt x="1790255" y="135629"/>
                </a:cubicBezTo>
                <a:cubicBezTo>
                  <a:pt x="1792582" y="135887"/>
                  <a:pt x="1794393" y="136142"/>
                  <a:pt x="1795166" y="136142"/>
                </a:cubicBezTo>
                <a:cubicBezTo>
                  <a:pt x="1800077" y="136654"/>
                  <a:pt x="1803438" y="136912"/>
                  <a:pt x="1804992" y="136912"/>
                </a:cubicBezTo>
                <a:cubicBezTo>
                  <a:pt x="1814554" y="136912"/>
                  <a:pt x="1824897" y="133069"/>
                  <a:pt x="1832909" y="126153"/>
                </a:cubicBezTo>
                <a:cubicBezTo>
                  <a:pt x="1841441" y="118979"/>
                  <a:pt x="1845319" y="110014"/>
                  <a:pt x="1845319" y="97210"/>
                </a:cubicBezTo>
                <a:cubicBezTo>
                  <a:pt x="1845319" y="89782"/>
                  <a:pt x="1844025" y="83891"/>
                  <a:pt x="1840408" y="75692"/>
                </a:cubicBezTo>
                <a:lnTo>
                  <a:pt x="1861863" y="75692"/>
                </a:lnTo>
                <a:moveTo>
                  <a:pt x="1778361" y="175542"/>
                </a:moveTo>
                <a:cubicBezTo>
                  <a:pt x="1786894" y="177340"/>
                  <a:pt x="1807576" y="178877"/>
                  <a:pt x="1820242" y="178877"/>
                </a:cubicBezTo>
                <a:cubicBezTo>
                  <a:pt x="1843769" y="178877"/>
                  <a:pt x="1852301" y="182211"/>
                  <a:pt x="1852301" y="191446"/>
                </a:cubicBezTo>
                <a:cubicBezTo>
                  <a:pt x="1852301" y="206325"/>
                  <a:pt x="1832652" y="216326"/>
                  <a:pt x="1803438" y="216326"/>
                </a:cubicBezTo>
                <a:cubicBezTo>
                  <a:pt x="1780689" y="216326"/>
                  <a:pt x="1765695" y="208890"/>
                  <a:pt x="1765695" y="197603"/>
                </a:cubicBezTo>
                <a:cubicBezTo>
                  <a:pt x="1765695" y="191704"/>
                  <a:pt x="1767505" y="188369"/>
                  <a:pt x="1778361" y="175542"/>
                </a:cubicBezTo>
                <a:moveTo>
                  <a:pt x="1779655" y="88500"/>
                </a:moveTo>
                <a:cubicBezTo>
                  <a:pt x="1779655" y="73390"/>
                  <a:pt x="1786894" y="64370"/>
                  <a:pt x="1798787" y="64370"/>
                </a:cubicBezTo>
                <a:cubicBezTo>
                  <a:pt x="1806799" y="64370"/>
                  <a:pt x="1813520" y="68776"/>
                  <a:pt x="1817658" y="76463"/>
                </a:cubicBezTo>
                <a:cubicBezTo>
                  <a:pt x="1822309" y="85427"/>
                  <a:pt x="1825414" y="97210"/>
                  <a:pt x="1825414" y="107199"/>
                </a:cubicBezTo>
                <a:cubicBezTo>
                  <a:pt x="1825414" y="121539"/>
                  <a:pt x="1817915" y="130504"/>
                  <a:pt x="1806026" y="130504"/>
                </a:cubicBezTo>
                <a:cubicBezTo>
                  <a:pt x="1790515" y="130504"/>
                  <a:pt x="1779655" y="113857"/>
                  <a:pt x="1779655" y="89270"/>
                </a:cubicBezTo>
                <a:lnTo>
                  <a:pt x="1779655" y="88500"/>
                </a:lnTo>
                <a:close/>
                <a:moveTo>
                  <a:pt x="1935542" y="59695"/>
                </a:moveTo>
                <a:lnTo>
                  <a:pt x="1909432" y="59695"/>
                </a:lnTo>
                <a:lnTo>
                  <a:pt x="1909432" y="29974"/>
                </a:lnTo>
                <a:cubicBezTo>
                  <a:pt x="1909432" y="27414"/>
                  <a:pt x="1909176" y="26643"/>
                  <a:pt x="1907621" y="26643"/>
                </a:cubicBezTo>
                <a:cubicBezTo>
                  <a:pt x="1905815" y="28950"/>
                  <a:pt x="1904260" y="31257"/>
                  <a:pt x="1902454" y="33817"/>
                </a:cubicBezTo>
                <a:cubicBezTo>
                  <a:pt x="1892628" y="47911"/>
                  <a:pt x="1881511" y="60211"/>
                  <a:pt x="1877377" y="61235"/>
                </a:cubicBezTo>
                <a:cubicBezTo>
                  <a:pt x="1874533" y="63026"/>
                  <a:pt x="1872979" y="64820"/>
                  <a:pt x="1872979" y="66102"/>
                </a:cubicBezTo>
                <a:cubicBezTo>
                  <a:pt x="1872979" y="66872"/>
                  <a:pt x="1873239" y="67385"/>
                  <a:pt x="1874016" y="67897"/>
                </a:cubicBezTo>
                <a:lnTo>
                  <a:pt x="1887716" y="67897"/>
                </a:lnTo>
                <a:lnTo>
                  <a:pt x="1887716" y="145008"/>
                </a:lnTo>
                <a:cubicBezTo>
                  <a:pt x="1887716" y="166526"/>
                  <a:pt x="1895472" y="177543"/>
                  <a:pt x="1910726" y="177543"/>
                </a:cubicBezTo>
                <a:cubicBezTo>
                  <a:pt x="1923392" y="177543"/>
                  <a:pt x="1933215" y="171398"/>
                  <a:pt x="1941747" y="158074"/>
                </a:cubicBezTo>
                <a:lnTo>
                  <a:pt x="1938386" y="155255"/>
                </a:lnTo>
                <a:cubicBezTo>
                  <a:pt x="1932958" y="161659"/>
                  <a:pt x="1928564" y="164224"/>
                  <a:pt x="1922876" y="164224"/>
                </a:cubicBezTo>
                <a:cubicBezTo>
                  <a:pt x="1913310" y="164224"/>
                  <a:pt x="1909432" y="157304"/>
                  <a:pt x="1909432" y="141165"/>
                </a:cubicBezTo>
                <a:lnTo>
                  <a:pt x="1909432" y="67897"/>
                </a:lnTo>
                <a:lnTo>
                  <a:pt x="1935542" y="67897"/>
                </a:lnTo>
                <a:lnTo>
                  <a:pt x="1935542" y="59695"/>
                </a:lnTo>
                <a:close/>
                <a:moveTo>
                  <a:pt x="1982078" y="87171"/>
                </a:moveTo>
                <a:cubicBezTo>
                  <a:pt x="1992934" y="75387"/>
                  <a:pt x="2000689" y="71028"/>
                  <a:pt x="2010772" y="71028"/>
                </a:cubicBezTo>
                <a:cubicBezTo>
                  <a:pt x="2023698" y="71028"/>
                  <a:pt x="2030160" y="80255"/>
                  <a:pt x="2030160" y="98188"/>
                </a:cubicBezTo>
                <a:lnTo>
                  <a:pt x="2030160" y="148910"/>
                </a:lnTo>
                <a:cubicBezTo>
                  <a:pt x="2030160" y="166331"/>
                  <a:pt x="2027576" y="169662"/>
                  <a:pt x="2012582" y="171198"/>
                </a:cubicBezTo>
                <a:lnTo>
                  <a:pt x="2012582" y="175041"/>
                </a:lnTo>
                <a:lnTo>
                  <a:pt x="2067390" y="175041"/>
                </a:lnTo>
                <a:lnTo>
                  <a:pt x="2067390" y="171198"/>
                </a:lnTo>
                <a:cubicBezTo>
                  <a:pt x="2053430" y="168638"/>
                  <a:pt x="2051876" y="166589"/>
                  <a:pt x="2051876" y="148910"/>
                </a:cubicBezTo>
                <a:lnTo>
                  <a:pt x="2051876" y="97930"/>
                </a:lnTo>
                <a:cubicBezTo>
                  <a:pt x="2051876" y="71028"/>
                  <a:pt x="2041020" y="57193"/>
                  <a:pt x="2020077" y="57193"/>
                </a:cubicBezTo>
                <a:cubicBezTo>
                  <a:pt x="2004827" y="57193"/>
                  <a:pt x="1993967" y="63342"/>
                  <a:pt x="1982078" y="78714"/>
                </a:cubicBezTo>
                <a:lnTo>
                  <a:pt x="1982078" y="829"/>
                </a:lnTo>
                <a:lnTo>
                  <a:pt x="1980784" y="59"/>
                </a:lnTo>
                <a:cubicBezTo>
                  <a:pt x="1971995" y="3132"/>
                  <a:pt x="1965530" y="5184"/>
                  <a:pt x="1951053" y="9281"/>
                </a:cubicBezTo>
                <a:lnTo>
                  <a:pt x="1944074" y="11334"/>
                </a:lnTo>
                <a:lnTo>
                  <a:pt x="1944074" y="15431"/>
                </a:lnTo>
                <a:cubicBezTo>
                  <a:pt x="1945108" y="15177"/>
                  <a:pt x="1945885" y="15177"/>
                  <a:pt x="1947175" y="15177"/>
                </a:cubicBezTo>
                <a:cubicBezTo>
                  <a:pt x="1958291" y="15177"/>
                  <a:pt x="1960362" y="17225"/>
                  <a:pt x="1960362" y="28242"/>
                </a:cubicBezTo>
                <a:lnTo>
                  <a:pt x="1960362" y="148910"/>
                </a:lnTo>
                <a:cubicBezTo>
                  <a:pt x="1960362" y="166843"/>
                  <a:pt x="1958808" y="169150"/>
                  <a:pt x="1943814" y="171198"/>
                </a:cubicBezTo>
                <a:lnTo>
                  <a:pt x="1943814" y="175041"/>
                </a:lnTo>
                <a:lnTo>
                  <a:pt x="1999655" y="175041"/>
                </a:lnTo>
                <a:lnTo>
                  <a:pt x="1999655" y="171198"/>
                </a:lnTo>
                <a:cubicBezTo>
                  <a:pt x="1984662" y="169662"/>
                  <a:pt x="1982078" y="166589"/>
                  <a:pt x="1982078" y="148910"/>
                </a:cubicBezTo>
                <a:lnTo>
                  <a:pt x="1982078" y="87171"/>
                </a:lnTo>
                <a:close/>
                <a:moveTo>
                  <a:pt x="2180102" y="57193"/>
                </a:moveTo>
                <a:lnTo>
                  <a:pt x="2140032" y="71204"/>
                </a:lnTo>
                <a:lnTo>
                  <a:pt x="2140032" y="75051"/>
                </a:lnTo>
                <a:lnTo>
                  <a:pt x="2142103" y="74793"/>
                </a:lnTo>
                <a:cubicBezTo>
                  <a:pt x="2145203" y="74281"/>
                  <a:pt x="2148564" y="74023"/>
                  <a:pt x="2150892" y="74023"/>
                </a:cubicBezTo>
                <a:cubicBezTo>
                  <a:pt x="2157097" y="74023"/>
                  <a:pt x="2159420" y="78124"/>
                  <a:pt x="2159420" y="89407"/>
                </a:cubicBezTo>
                <a:lnTo>
                  <a:pt x="2159420" y="148894"/>
                </a:lnTo>
                <a:cubicBezTo>
                  <a:pt x="2159420" y="167355"/>
                  <a:pt x="2156836" y="170174"/>
                  <a:pt x="2138998" y="171198"/>
                </a:cubicBezTo>
                <a:lnTo>
                  <a:pt x="2138998" y="175041"/>
                </a:lnTo>
                <a:lnTo>
                  <a:pt x="2200268" y="175041"/>
                </a:lnTo>
                <a:lnTo>
                  <a:pt x="2200268" y="171198"/>
                </a:lnTo>
                <a:cubicBezTo>
                  <a:pt x="2183207" y="169920"/>
                  <a:pt x="2181136" y="167355"/>
                  <a:pt x="2181136" y="148894"/>
                </a:cubicBezTo>
                <a:lnTo>
                  <a:pt x="2181136" y="57963"/>
                </a:lnTo>
                <a:lnTo>
                  <a:pt x="2180102" y="57193"/>
                </a:lnTo>
                <a:moveTo>
                  <a:pt x="2167953" y="145"/>
                </a:moveTo>
                <a:cubicBezTo>
                  <a:pt x="2160974" y="145"/>
                  <a:pt x="2155026" y="6040"/>
                  <a:pt x="2155026" y="13214"/>
                </a:cubicBezTo>
                <a:cubicBezTo>
                  <a:pt x="2155026" y="20388"/>
                  <a:pt x="2160714" y="26280"/>
                  <a:pt x="2167953" y="26280"/>
                </a:cubicBezTo>
                <a:cubicBezTo>
                  <a:pt x="2175451" y="26280"/>
                  <a:pt x="2181396" y="20642"/>
                  <a:pt x="2181396" y="13214"/>
                </a:cubicBezTo>
                <a:cubicBezTo>
                  <a:pt x="2181396" y="6040"/>
                  <a:pt x="2175451" y="145"/>
                  <a:pt x="2167953" y="145"/>
                </a:cubicBezTo>
                <a:close/>
                <a:moveTo>
                  <a:pt x="2288164" y="94540"/>
                </a:moveTo>
                <a:lnTo>
                  <a:pt x="2287130" y="59695"/>
                </a:lnTo>
                <a:lnTo>
                  <a:pt x="2284286" y="59695"/>
                </a:lnTo>
                <a:lnTo>
                  <a:pt x="2283769" y="60211"/>
                </a:lnTo>
                <a:cubicBezTo>
                  <a:pt x="2281442" y="62001"/>
                  <a:pt x="2281185" y="62259"/>
                  <a:pt x="2280152" y="62259"/>
                </a:cubicBezTo>
                <a:cubicBezTo>
                  <a:pt x="2278602" y="62259"/>
                  <a:pt x="2276014" y="61747"/>
                  <a:pt x="2273170" y="60465"/>
                </a:cubicBezTo>
                <a:cubicBezTo>
                  <a:pt x="2267482" y="58471"/>
                  <a:pt x="2261797" y="57443"/>
                  <a:pt x="2255075" y="57443"/>
                </a:cubicBezTo>
                <a:cubicBezTo>
                  <a:pt x="2234650" y="57443"/>
                  <a:pt x="2219916" y="70508"/>
                  <a:pt x="2219916" y="88946"/>
                </a:cubicBezTo>
                <a:cubicBezTo>
                  <a:pt x="2219916" y="103282"/>
                  <a:pt x="2228188" y="113525"/>
                  <a:pt x="2250164" y="125816"/>
                </a:cubicBezTo>
                <a:lnTo>
                  <a:pt x="2265158" y="134269"/>
                </a:lnTo>
                <a:cubicBezTo>
                  <a:pt x="2274203" y="139390"/>
                  <a:pt x="2278602" y="145536"/>
                  <a:pt x="2278602" y="153472"/>
                </a:cubicBezTo>
                <a:cubicBezTo>
                  <a:pt x="2278602" y="164740"/>
                  <a:pt x="2270326" y="171910"/>
                  <a:pt x="2257142" y="171910"/>
                </a:cubicBezTo>
                <a:cubicBezTo>
                  <a:pt x="2248354" y="171910"/>
                  <a:pt x="2240338" y="168579"/>
                  <a:pt x="2235427" y="162945"/>
                </a:cubicBezTo>
                <a:cubicBezTo>
                  <a:pt x="2229999" y="156545"/>
                  <a:pt x="2227671" y="150654"/>
                  <a:pt x="2224311" y="136059"/>
                </a:cubicBezTo>
                <a:lnTo>
                  <a:pt x="2220173" y="136059"/>
                </a:lnTo>
                <a:lnTo>
                  <a:pt x="2220173" y="176007"/>
                </a:lnTo>
                <a:lnTo>
                  <a:pt x="2223533" y="176007"/>
                </a:lnTo>
                <a:cubicBezTo>
                  <a:pt x="2225344" y="173446"/>
                  <a:pt x="2226378" y="172934"/>
                  <a:pt x="2229482" y="172934"/>
                </a:cubicBezTo>
                <a:cubicBezTo>
                  <a:pt x="2231809" y="172993"/>
                  <a:pt x="2235427" y="173505"/>
                  <a:pt x="2241371" y="175041"/>
                </a:cubicBezTo>
                <a:cubicBezTo>
                  <a:pt x="2248610" y="176519"/>
                  <a:pt x="2255592" y="177543"/>
                  <a:pt x="2260243" y="177543"/>
                </a:cubicBezTo>
                <a:cubicBezTo>
                  <a:pt x="2280152" y="177543"/>
                  <a:pt x="2296696" y="162691"/>
                  <a:pt x="2296696" y="144766"/>
                </a:cubicBezTo>
                <a:cubicBezTo>
                  <a:pt x="2296696" y="131962"/>
                  <a:pt x="2290491" y="123514"/>
                  <a:pt x="2274980" y="114295"/>
                </a:cubicBezTo>
                <a:lnTo>
                  <a:pt x="2247060" y="97906"/>
                </a:lnTo>
                <a:cubicBezTo>
                  <a:pt x="2239821" y="93809"/>
                  <a:pt x="2235944" y="87409"/>
                  <a:pt x="2235944" y="80493"/>
                </a:cubicBezTo>
                <a:cubicBezTo>
                  <a:pt x="2235944" y="70250"/>
                  <a:pt x="2243959" y="63080"/>
                  <a:pt x="2255849" y="63080"/>
                </a:cubicBezTo>
                <a:cubicBezTo>
                  <a:pt x="2270586" y="63080"/>
                  <a:pt x="2278341" y="71787"/>
                  <a:pt x="2284286" y="94579"/>
                </a:cubicBezTo>
                <a:lnTo>
                  <a:pt x="2288164" y="94540"/>
                </a:lnTo>
                <a:close/>
                <a:moveTo>
                  <a:pt x="2375545" y="73081"/>
                </a:moveTo>
                <a:cubicBezTo>
                  <a:pt x="2377095" y="72311"/>
                  <a:pt x="2379683" y="72057"/>
                  <a:pt x="2382527" y="72057"/>
                </a:cubicBezTo>
                <a:cubicBezTo>
                  <a:pt x="2389765" y="72057"/>
                  <a:pt x="2392089" y="75900"/>
                  <a:pt x="2392089" y="88449"/>
                </a:cubicBezTo>
                <a:lnTo>
                  <a:pt x="2392089" y="151987"/>
                </a:lnTo>
                <a:cubicBezTo>
                  <a:pt x="2392089" y="166589"/>
                  <a:pt x="2389245" y="170174"/>
                  <a:pt x="2376061" y="171198"/>
                </a:cubicBezTo>
                <a:lnTo>
                  <a:pt x="2376061" y="175041"/>
                </a:lnTo>
                <a:lnTo>
                  <a:pt x="2430869" y="175041"/>
                </a:lnTo>
                <a:lnTo>
                  <a:pt x="2430869" y="171198"/>
                </a:lnTo>
                <a:cubicBezTo>
                  <a:pt x="2417682" y="170174"/>
                  <a:pt x="2413805" y="167101"/>
                  <a:pt x="2413805" y="157879"/>
                </a:cubicBezTo>
                <a:lnTo>
                  <a:pt x="2413805" y="85888"/>
                </a:lnTo>
                <a:cubicBezTo>
                  <a:pt x="2426215" y="74359"/>
                  <a:pt x="2431903" y="71286"/>
                  <a:pt x="2440435" y="71286"/>
                </a:cubicBezTo>
                <a:cubicBezTo>
                  <a:pt x="2453102" y="71286"/>
                  <a:pt x="2459307" y="79227"/>
                  <a:pt x="2459307" y="96135"/>
                </a:cubicBezTo>
                <a:lnTo>
                  <a:pt x="2459307" y="149680"/>
                </a:lnTo>
                <a:cubicBezTo>
                  <a:pt x="2459307" y="165819"/>
                  <a:pt x="2455946" y="170174"/>
                  <a:pt x="2443019" y="171198"/>
                </a:cubicBezTo>
                <a:lnTo>
                  <a:pt x="2443019" y="175041"/>
                </a:lnTo>
                <a:lnTo>
                  <a:pt x="2496793" y="175041"/>
                </a:lnTo>
                <a:lnTo>
                  <a:pt x="2496793" y="171198"/>
                </a:lnTo>
                <a:cubicBezTo>
                  <a:pt x="2484123" y="169920"/>
                  <a:pt x="2481022" y="166843"/>
                  <a:pt x="2481022" y="154293"/>
                </a:cubicBezTo>
                <a:lnTo>
                  <a:pt x="2481022" y="95623"/>
                </a:lnTo>
                <a:cubicBezTo>
                  <a:pt x="2481022" y="71544"/>
                  <a:pt x="2469646" y="57193"/>
                  <a:pt x="2450518" y="57193"/>
                </a:cubicBezTo>
                <a:cubicBezTo>
                  <a:pt x="2438625" y="57193"/>
                  <a:pt x="2430609" y="61552"/>
                  <a:pt x="2413031" y="77948"/>
                </a:cubicBezTo>
                <a:lnTo>
                  <a:pt x="2413031" y="57709"/>
                </a:lnTo>
                <a:lnTo>
                  <a:pt x="2411221" y="57193"/>
                </a:lnTo>
                <a:cubicBezTo>
                  <a:pt x="2398554" y="61806"/>
                  <a:pt x="2389765" y="64625"/>
                  <a:pt x="2375545" y="68726"/>
                </a:cubicBezTo>
                <a:lnTo>
                  <a:pt x="2375545" y="73081"/>
                </a:lnTo>
                <a:close/>
                <a:moveTo>
                  <a:pt x="2565301" y="57193"/>
                </a:moveTo>
                <a:cubicBezTo>
                  <a:pt x="2531692" y="57193"/>
                  <a:pt x="2508166" y="81780"/>
                  <a:pt x="2508166" y="117114"/>
                </a:cubicBezTo>
                <a:cubicBezTo>
                  <a:pt x="2508166" y="151678"/>
                  <a:pt x="2532209" y="177543"/>
                  <a:pt x="2564781" y="177543"/>
                </a:cubicBezTo>
                <a:cubicBezTo>
                  <a:pt x="2597356" y="177543"/>
                  <a:pt x="2622172" y="150400"/>
                  <a:pt x="2622172" y="115065"/>
                </a:cubicBezTo>
                <a:cubicBezTo>
                  <a:pt x="2622172" y="81521"/>
                  <a:pt x="2598390" y="57193"/>
                  <a:pt x="2565301" y="57193"/>
                </a:cubicBezTo>
                <a:moveTo>
                  <a:pt x="2561940" y="64370"/>
                </a:moveTo>
                <a:cubicBezTo>
                  <a:pt x="2583656" y="64370"/>
                  <a:pt x="2598906" y="88950"/>
                  <a:pt x="2598906" y="124026"/>
                </a:cubicBezTo>
                <a:cubicBezTo>
                  <a:pt x="2598906" y="152960"/>
                  <a:pt x="2587273" y="170369"/>
                  <a:pt x="2567885" y="170369"/>
                </a:cubicBezTo>
                <a:cubicBezTo>
                  <a:pt x="2557802" y="170369"/>
                  <a:pt x="2548236" y="164228"/>
                  <a:pt x="2542809" y="153985"/>
                </a:cubicBezTo>
                <a:cubicBezTo>
                  <a:pt x="2535570" y="140669"/>
                  <a:pt x="2531432" y="122747"/>
                  <a:pt x="2531432" y="104568"/>
                </a:cubicBezTo>
                <a:cubicBezTo>
                  <a:pt x="2531432" y="80243"/>
                  <a:pt x="2543582" y="64370"/>
                  <a:pt x="2561940" y="64370"/>
                </a:cubicBezTo>
                <a:close/>
                <a:moveTo>
                  <a:pt x="2695851" y="59695"/>
                </a:moveTo>
                <a:lnTo>
                  <a:pt x="2669741" y="59695"/>
                </a:lnTo>
                <a:lnTo>
                  <a:pt x="2669741" y="29974"/>
                </a:lnTo>
                <a:cubicBezTo>
                  <a:pt x="2669741" y="27414"/>
                  <a:pt x="2669485" y="26643"/>
                  <a:pt x="2667931" y="26643"/>
                </a:cubicBezTo>
                <a:cubicBezTo>
                  <a:pt x="2666124" y="28950"/>
                  <a:pt x="2664570" y="31257"/>
                  <a:pt x="2662763" y="33817"/>
                </a:cubicBezTo>
                <a:cubicBezTo>
                  <a:pt x="2652937" y="47911"/>
                  <a:pt x="2641821" y="60211"/>
                  <a:pt x="2637687" y="61235"/>
                </a:cubicBezTo>
                <a:cubicBezTo>
                  <a:pt x="2634842" y="63026"/>
                  <a:pt x="2633288" y="64820"/>
                  <a:pt x="2633288" y="66102"/>
                </a:cubicBezTo>
                <a:cubicBezTo>
                  <a:pt x="2633288" y="66872"/>
                  <a:pt x="2633549" y="67385"/>
                  <a:pt x="2634326" y="67897"/>
                </a:cubicBezTo>
                <a:lnTo>
                  <a:pt x="2648026" y="67897"/>
                </a:lnTo>
                <a:lnTo>
                  <a:pt x="2648026" y="145008"/>
                </a:lnTo>
                <a:cubicBezTo>
                  <a:pt x="2648026" y="166526"/>
                  <a:pt x="2655781" y="177543"/>
                  <a:pt x="2671035" y="177543"/>
                </a:cubicBezTo>
                <a:cubicBezTo>
                  <a:pt x="2683702" y="177543"/>
                  <a:pt x="2693524" y="171398"/>
                  <a:pt x="2702056" y="158074"/>
                </a:cubicBezTo>
                <a:lnTo>
                  <a:pt x="2698696" y="155255"/>
                </a:lnTo>
                <a:cubicBezTo>
                  <a:pt x="2693268" y="161659"/>
                  <a:pt x="2688873" y="164224"/>
                  <a:pt x="2683185" y="164224"/>
                </a:cubicBezTo>
                <a:cubicBezTo>
                  <a:pt x="2673619" y="164224"/>
                  <a:pt x="2669741" y="157304"/>
                  <a:pt x="2669741" y="141165"/>
                </a:cubicBezTo>
                <a:lnTo>
                  <a:pt x="2669741" y="67897"/>
                </a:lnTo>
                <a:lnTo>
                  <a:pt x="2695851" y="67897"/>
                </a:lnTo>
                <a:lnTo>
                  <a:pt x="2695851" y="59695"/>
                </a:lnTo>
                <a:close/>
                <a:moveTo>
                  <a:pt x="2871645" y="132951"/>
                </a:moveTo>
                <a:cubicBezTo>
                  <a:pt x="2859239" y="152433"/>
                  <a:pt x="2848119" y="159868"/>
                  <a:pt x="2831575" y="159868"/>
                </a:cubicBezTo>
                <a:cubicBezTo>
                  <a:pt x="2816842" y="159868"/>
                  <a:pt x="2805725" y="152433"/>
                  <a:pt x="2798226" y="137823"/>
                </a:cubicBezTo>
                <a:cubicBezTo>
                  <a:pt x="2793572" y="128080"/>
                  <a:pt x="2791765" y="119620"/>
                  <a:pt x="2791248" y="103982"/>
                </a:cubicBezTo>
                <a:lnTo>
                  <a:pt x="2870872" y="103982"/>
                </a:lnTo>
                <a:cubicBezTo>
                  <a:pt x="2868801" y="87358"/>
                  <a:pt x="2866218" y="79954"/>
                  <a:pt x="2859756" y="71783"/>
                </a:cubicBezTo>
                <a:cubicBezTo>
                  <a:pt x="2851997" y="62576"/>
                  <a:pt x="2840107" y="57193"/>
                  <a:pt x="2826664" y="57193"/>
                </a:cubicBezTo>
                <a:cubicBezTo>
                  <a:pt x="2813737" y="57193"/>
                  <a:pt x="2801587" y="61806"/>
                  <a:pt x="2791765" y="70504"/>
                </a:cubicBezTo>
                <a:cubicBezTo>
                  <a:pt x="2779611" y="80974"/>
                  <a:pt x="2772633" y="99114"/>
                  <a:pt x="2772633" y="120132"/>
                </a:cubicBezTo>
                <a:cubicBezTo>
                  <a:pt x="2772633" y="155509"/>
                  <a:pt x="2791248" y="177543"/>
                  <a:pt x="2820976" y="177543"/>
                </a:cubicBezTo>
                <a:cubicBezTo>
                  <a:pt x="2845535" y="177543"/>
                  <a:pt x="2864924" y="162429"/>
                  <a:pt x="2875783" y="134746"/>
                </a:cubicBezTo>
                <a:lnTo>
                  <a:pt x="2871645" y="132951"/>
                </a:lnTo>
                <a:moveTo>
                  <a:pt x="2791765" y="95783"/>
                </a:moveTo>
                <a:cubicBezTo>
                  <a:pt x="2794605" y="75868"/>
                  <a:pt x="2803398" y="66419"/>
                  <a:pt x="2819165" y="66419"/>
                </a:cubicBezTo>
                <a:cubicBezTo>
                  <a:pt x="2834936" y="66419"/>
                  <a:pt x="2841141" y="73570"/>
                  <a:pt x="2844502" y="95783"/>
                </a:cubicBezTo>
                <a:lnTo>
                  <a:pt x="2791765" y="95783"/>
                </a:lnTo>
                <a:close/>
                <a:moveTo>
                  <a:pt x="2885089" y="73081"/>
                </a:moveTo>
                <a:cubicBezTo>
                  <a:pt x="2886639" y="72311"/>
                  <a:pt x="2889227" y="72057"/>
                  <a:pt x="2892071" y="72057"/>
                </a:cubicBezTo>
                <a:cubicBezTo>
                  <a:pt x="2899309" y="72057"/>
                  <a:pt x="2901633" y="75900"/>
                  <a:pt x="2901633" y="88449"/>
                </a:cubicBezTo>
                <a:lnTo>
                  <a:pt x="2901633" y="151987"/>
                </a:lnTo>
                <a:cubicBezTo>
                  <a:pt x="2901633" y="166589"/>
                  <a:pt x="2898789" y="170174"/>
                  <a:pt x="2885605" y="171198"/>
                </a:cubicBezTo>
                <a:lnTo>
                  <a:pt x="2885605" y="175041"/>
                </a:lnTo>
                <a:lnTo>
                  <a:pt x="2940413" y="175041"/>
                </a:lnTo>
                <a:lnTo>
                  <a:pt x="2940413" y="171198"/>
                </a:lnTo>
                <a:cubicBezTo>
                  <a:pt x="2927226" y="170174"/>
                  <a:pt x="2923348" y="167101"/>
                  <a:pt x="2923348" y="157879"/>
                </a:cubicBezTo>
                <a:lnTo>
                  <a:pt x="2923348" y="85888"/>
                </a:lnTo>
                <a:cubicBezTo>
                  <a:pt x="2935759" y="74359"/>
                  <a:pt x="2941447" y="71286"/>
                  <a:pt x="2949979" y="71286"/>
                </a:cubicBezTo>
                <a:cubicBezTo>
                  <a:pt x="2962646" y="71286"/>
                  <a:pt x="2968851" y="79227"/>
                  <a:pt x="2968851" y="96135"/>
                </a:cubicBezTo>
                <a:lnTo>
                  <a:pt x="2968851" y="149680"/>
                </a:lnTo>
                <a:cubicBezTo>
                  <a:pt x="2968851" y="165819"/>
                  <a:pt x="2965490" y="170174"/>
                  <a:pt x="2952563" y="171198"/>
                </a:cubicBezTo>
                <a:lnTo>
                  <a:pt x="2952563" y="175041"/>
                </a:lnTo>
                <a:lnTo>
                  <a:pt x="3006337" y="175041"/>
                </a:lnTo>
                <a:lnTo>
                  <a:pt x="3006337" y="171198"/>
                </a:lnTo>
                <a:cubicBezTo>
                  <a:pt x="2993667" y="169920"/>
                  <a:pt x="2990566" y="166843"/>
                  <a:pt x="2990566" y="154293"/>
                </a:cubicBezTo>
                <a:lnTo>
                  <a:pt x="2990566" y="95623"/>
                </a:lnTo>
                <a:cubicBezTo>
                  <a:pt x="2990566" y="71544"/>
                  <a:pt x="2979190" y="57193"/>
                  <a:pt x="2960062" y="57193"/>
                </a:cubicBezTo>
                <a:cubicBezTo>
                  <a:pt x="2948169" y="57193"/>
                  <a:pt x="2940153" y="61552"/>
                  <a:pt x="2922575" y="77948"/>
                </a:cubicBezTo>
                <a:lnTo>
                  <a:pt x="2922575" y="57709"/>
                </a:lnTo>
                <a:lnTo>
                  <a:pt x="2920765" y="57193"/>
                </a:lnTo>
                <a:cubicBezTo>
                  <a:pt x="2908098" y="61806"/>
                  <a:pt x="2899309" y="64625"/>
                  <a:pt x="2885089" y="68726"/>
                </a:cubicBezTo>
                <a:lnTo>
                  <a:pt x="2885089" y="73081"/>
                </a:lnTo>
                <a:close/>
                <a:moveTo>
                  <a:pt x="3113106" y="135031"/>
                </a:moveTo>
                <a:cubicBezTo>
                  <a:pt x="3100696" y="152953"/>
                  <a:pt x="3091390" y="159098"/>
                  <a:pt x="3076653" y="159098"/>
                </a:cubicBezTo>
                <a:cubicBezTo>
                  <a:pt x="3053126" y="159098"/>
                  <a:pt x="3036582" y="138616"/>
                  <a:pt x="3036582" y="109174"/>
                </a:cubicBezTo>
                <a:cubicBezTo>
                  <a:pt x="3036582" y="82804"/>
                  <a:pt x="3050803" y="64625"/>
                  <a:pt x="3071741" y="64625"/>
                </a:cubicBezTo>
                <a:cubicBezTo>
                  <a:pt x="3081047" y="64625"/>
                  <a:pt x="3084408" y="67439"/>
                  <a:pt x="3086996" y="76912"/>
                </a:cubicBezTo>
                <a:lnTo>
                  <a:pt x="3088546" y="82546"/>
                </a:lnTo>
                <a:cubicBezTo>
                  <a:pt x="3090613" y="89716"/>
                  <a:pt x="3095268" y="94325"/>
                  <a:pt x="3100696" y="94325"/>
                </a:cubicBezTo>
                <a:cubicBezTo>
                  <a:pt x="3107417" y="94325"/>
                  <a:pt x="3113106" y="89458"/>
                  <a:pt x="3113106" y="83570"/>
                </a:cubicBezTo>
                <a:cubicBezTo>
                  <a:pt x="3113106" y="69234"/>
                  <a:pt x="3095007" y="57193"/>
                  <a:pt x="3073292" y="57193"/>
                </a:cubicBezTo>
                <a:cubicBezTo>
                  <a:pt x="3060625" y="57193"/>
                  <a:pt x="3047442" y="62318"/>
                  <a:pt x="3036842" y="71537"/>
                </a:cubicBezTo>
                <a:cubicBezTo>
                  <a:pt x="3023916" y="82804"/>
                  <a:pt x="3016677" y="100213"/>
                  <a:pt x="3016677" y="120437"/>
                </a:cubicBezTo>
                <a:cubicBezTo>
                  <a:pt x="3016677" y="153723"/>
                  <a:pt x="3037099" y="177543"/>
                  <a:pt x="3065797" y="177543"/>
                </a:cubicBezTo>
                <a:cubicBezTo>
                  <a:pt x="3077430" y="177543"/>
                  <a:pt x="3087769" y="173446"/>
                  <a:pt x="3097078" y="165502"/>
                </a:cubicBezTo>
                <a:cubicBezTo>
                  <a:pt x="3104056" y="159352"/>
                  <a:pt x="3108968" y="152440"/>
                  <a:pt x="3116723" y="137334"/>
                </a:cubicBezTo>
                <a:lnTo>
                  <a:pt x="3113106" y="135031"/>
                </a:lnTo>
                <a:close/>
                <a:moveTo>
                  <a:pt x="3126806" y="75129"/>
                </a:moveTo>
                <a:cubicBezTo>
                  <a:pt x="3130427" y="74359"/>
                  <a:pt x="3132754" y="74101"/>
                  <a:pt x="3135855" y="74101"/>
                </a:cubicBezTo>
                <a:cubicBezTo>
                  <a:pt x="3142316" y="74101"/>
                  <a:pt x="3144644" y="78202"/>
                  <a:pt x="3144644" y="89473"/>
                </a:cubicBezTo>
                <a:lnTo>
                  <a:pt x="3144644" y="153523"/>
                </a:lnTo>
                <a:cubicBezTo>
                  <a:pt x="3144644" y="166331"/>
                  <a:pt x="3142833" y="168125"/>
                  <a:pt x="3126289" y="171198"/>
                </a:cubicBezTo>
                <a:lnTo>
                  <a:pt x="3126289" y="175041"/>
                </a:lnTo>
                <a:lnTo>
                  <a:pt x="3188335" y="175041"/>
                </a:lnTo>
                <a:lnTo>
                  <a:pt x="3188335" y="171198"/>
                </a:lnTo>
                <a:cubicBezTo>
                  <a:pt x="3170754" y="170432"/>
                  <a:pt x="3166359" y="166589"/>
                  <a:pt x="3166359" y="151987"/>
                </a:cubicBezTo>
                <a:lnTo>
                  <a:pt x="3166359" y="94341"/>
                </a:lnTo>
                <a:cubicBezTo>
                  <a:pt x="3166359" y="86143"/>
                  <a:pt x="3177475" y="73335"/>
                  <a:pt x="3184458" y="73335"/>
                </a:cubicBezTo>
                <a:cubicBezTo>
                  <a:pt x="3186008" y="73335"/>
                  <a:pt x="3188335" y="74617"/>
                  <a:pt x="3191179" y="77178"/>
                </a:cubicBezTo>
                <a:cubicBezTo>
                  <a:pt x="3195313" y="80763"/>
                  <a:pt x="3198158" y="82299"/>
                  <a:pt x="3201518" y="82299"/>
                </a:cubicBezTo>
                <a:cubicBezTo>
                  <a:pt x="3207723" y="82299"/>
                  <a:pt x="3211601" y="77944"/>
                  <a:pt x="3211601" y="70774"/>
                </a:cubicBezTo>
                <a:cubicBezTo>
                  <a:pt x="3211601" y="62318"/>
                  <a:pt x="3206173" y="57193"/>
                  <a:pt x="3197384" y="57193"/>
                </a:cubicBezTo>
                <a:cubicBezTo>
                  <a:pt x="3186525" y="57193"/>
                  <a:pt x="3179030" y="63088"/>
                  <a:pt x="3166359" y="81275"/>
                </a:cubicBezTo>
                <a:lnTo>
                  <a:pt x="3166359" y="57709"/>
                </a:lnTo>
                <a:lnTo>
                  <a:pt x="3165069" y="57193"/>
                </a:lnTo>
                <a:cubicBezTo>
                  <a:pt x="3151365" y="62830"/>
                  <a:pt x="3142060" y="66161"/>
                  <a:pt x="3126806" y="71028"/>
                </a:cubicBezTo>
                <a:lnTo>
                  <a:pt x="3126806" y="75129"/>
                </a:lnTo>
                <a:close/>
                <a:moveTo>
                  <a:pt x="3333881" y="59695"/>
                </a:moveTo>
                <a:lnTo>
                  <a:pt x="3298983" y="59695"/>
                </a:lnTo>
                <a:lnTo>
                  <a:pt x="3298983" y="63542"/>
                </a:lnTo>
                <a:cubicBezTo>
                  <a:pt x="3307255" y="63542"/>
                  <a:pt x="3311393" y="65844"/>
                  <a:pt x="3311393" y="69945"/>
                </a:cubicBezTo>
                <a:cubicBezTo>
                  <a:pt x="3311393" y="70970"/>
                  <a:pt x="3311132" y="72506"/>
                  <a:pt x="3310355" y="74301"/>
                </a:cubicBezTo>
                <a:lnTo>
                  <a:pt x="3285279" y="145012"/>
                </a:lnTo>
                <a:lnTo>
                  <a:pt x="3255551" y="80192"/>
                </a:lnTo>
                <a:cubicBezTo>
                  <a:pt x="3253997" y="76607"/>
                  <a:pt x="3252964" y="73276"/>
                  <a:pt x="3252964" y="70458"/>
                </a:cubicBezTo>
                <a:cubicBezTo>
                  <a:pt x="3252964" y="65844"/>
                  <a:pt x="3256841" y="64054"/>
                  <a:pt x="3267957" y="63542"/>
                </a:cubicBezTo>
                <a:lnTo>
                  <a:pt x="3267957" y="59695"/>
                </a:lnTo>
                <a:lnTo>
                  <a:pt x="3214704" y="59695"/>
                </a:lnTo>
                <a:lnTo>
                  <a:pt x="3214704" y="63284"/>
                </a:lnTo>
                <a:cubicBezTo>
                  <a:pt x="3221426" y="64308"/>
                  <a:pt x="3225820" y="67127"/>
                  <a:pt x="3227887" y="71482"/>
                </a:cubicBezTo>
                <a:lnTo>
                  <a:pt x="3257358" y="134511"/>
                </a:lnTo>
                <a:lnTo>
                  <a:pt x="3258135" y="136560"/>
                </a:lnTo>
                <a:lnTo>
                  <a:pt x="3262013" y="144246"/>
                </a:lnTo>
                <a:cubicBezTo>
                  <a:pt x="3269251" y="157058"/>
                  <a:pt x="3273389" y="166280"/>
                  <a:pt x="3273389" y="170123"/>
                </a:cubicBezTo>
                <a:cubicBezTo>
                  <a:pt x="3273389" y="173966"/>
                  <a:pt x="3267441" y="190105"/>
                  <a:pt x="3263046" y="197791"/>
                </a:cubicBezTo>
                <a:cubicBezTo>
                  <a:pt x="3259429" y="204453"/>
                  <a:pt x="3253741" y="209320"/>
                  <a:pt x="3250119" y="209320"/>
                </a:cubicBezTo>
                <a:cubicBezTo>
                  <a:pt x="3248569" y="209320"/>
                  <a:pt x="3246242" y="208808"/>
                  <a:pt x="3243658" y="207530"/>
                </a:cubicBezTo>
                <a:cubicBezTo>
                  <a:pt x="3238747" y="205735"/>
                  <a:pt x="3234352" y="204711"/>
                  <a:pt x="3229958" y="204711"/>
                </a:cubicBezTo>
                <a:cubicBezTo>
                  <a:pt x="3224009" y="204711"/>
                  <a:pt x="3218842" y="209836"/>
                  <a:pt x="3218842" y="215982"/>
                </a:cubicBezTo>
                <a:cubicBezTo>
                  <a:pt x="3218842" y="224438"/>
                  <a:pt x="3227114" y="230846"/>
                  <a:pt x="3237970" y="230846"/>
                </a:cubicBezTo>
                <a:cubicBezTo>
                  <a:pt x="3255291" y="230846"/>
                  <a:pt x="3267701" y="216498"/>
                  <a:pt x="3281661" y="179604"/>
                </a:cubicBezTo>
                <a:lnTo>
                  <a:pt x="3321471" y="75071"/>
                </a:lnTo>
                <a:cubicBezTo>
                  <a:pt x="3324832" y="66869"/>
                  <a:pt x="3327676" y="64308"/>
                  <a:pt x="3333881" y="63542"/>
                </a:cubicBezTo>
                <a:lnTo>
                  <a:pt x="3333881" y="59695"/>
                </a:lnTo>
                <a:close/>
                <a:moveTo>
                  <a:pt x="3342671" y="74297"/>
                </a:moveTo>
                <a:cubicBezTo>
                  <a:pt x="3344998" y="74043"/>
                  <a:pt x="3346809" y="74043"/>
                  <a:pt x="3349136" y="74043"/>
                </a:cubicBezTo>
                <a:cubicBezTo>
                  <a:pt x="3357925" y="74043"/>
                  <a:pt x="3359735" y="76603"/>
                  <a:pt x="3359735" y="88645"/>
                </a:cubicBezTo>
                <a:lnTo>
                  <a:pt x="3359735" y="208554"/>
                </a:lnTo>
                <a:cubicBezTo>
                  <a:pt x="3359735" y="221877"/>
                  <a:pt x="3356891" y="224696"/>
                  <a:pt x="3341637" y="226233"/>
                </a:cubicBezTo>
                <a:lnTo>
                  <a:pt x="3341637" y="230588"/>
                </a:lnTo>
                <a:lnTo>
                  <a:pt x="3404200" y="230588"/>
                </a:lnTo>
                <a:lnTo>
                  <a:pt x="3404200" y="225979"/>
                </a:lnTo>
                <a:cubicBezTo>
                  <a:pt x="3384812" y="225721"/>
                  <a:pt x="3381451" y="222902"/>
                  <a:pt x="3381451" y="206759"/>
                </a:cubicBezTo>
                <a:lnTo>
                  <a:pt x="3381451" y="166530"/>
                </a:lnTo>
                <a:cubicBezTo>
                  <a:pt x="3390500" y="174983"/>
                  <a:pt x="3396701" y="177543"/>
                  <a:pt x="3407561" y="177543"/>
                </a:cubicBezTo>
                <a:cubicBezTo>
                  <a:pt x="3438066" y="177543"/>
                  <a:pt x="3461848" y="148863"/>
                  <a:pt x="3461848" y="111738"/>
                </a:cubicBezTo>
                <a:cubicBezTo>
                  <a:pt x="3461848" y="79993"/>
                  <a:pt x="3443754" y="57193"/>
                  <a:pt x="3418677" y="57193"/>
                </a:cubicBezTo>
                <a:cubicBezTo>
                  <a:pt x="3404200" y="57193"/>
                  <a:pt x="3392824" y="63600"/>
                  <a:pt x="3381451" y="77432"/>
                </a:cubicBezTo>
                <a:lnTo>
                  <a:pt x="3381451" y="57709"/>
                </a:lnTo>
                <a:lnTo>
                  <a:pt x="3379901" y="57193"/>
                </a:lnTo>
                <a:cubicBezTo>
                  <a:pt x="3365941" y="62576"/>
                  <a:pt x="3356891" y="65907"/>
                  <a:pt x="3342671" y="70262"/>
                </a:cubicBezTo>
                <a:lnTo>
                  <a:pt x="3342671" y="74297"/>
                </a:lnTo>
                <a:moveTo>
                  <a:pt x="3381451" y="89466"/>
                </a:moveTo>
                <a:cubicBezTo>
                  <a:pt x="3381451" y="81783"/>
                  <a:pt x="3395928" y="72569"/>
                  <a:pt x="3407818" y="72569"/>
                </a:cubicBezTo>
                <a:cubicBezTo>
                  <a:pt x="3426949" y="72569"/>
                  <a:pt x="3439616" y="92026"/>
                  <a:pt x="3439616" y="121727"/>
                </a:cubicBezTo>
                <a:cubicBezTo>
                  <a:pt x="3439616" y="150145"/>
                  <a:pt x="3426949" y="169345"/>
                  <a:pt x="3408338" y="169345"/>
                </a:cubicBezTo>
                <a:cubicBezTo>
                  <a:pt x="3396185" y="169345"/>
                  <a:pt x="3381451" y="160130"/>
                  <a:pt x="3381451" y="152448"/>
                </a:cubicBezTo>
                <a:lnTo>
                  <a:pt x="3381451" y="89466"/>
                </a:lnTo>
                <a:close/>
                <a:moveTo>
                  <a:pt x="3535528" y="59695"/>
                </a:moveTo>
                <a:lnTo>
                  <a:pt x="3509418" y="59695"/>
                </a:lnTo>
                <a:lnTo>
                  <a:pt x="3509418" y="29974"/>
                </a:lnTo>
                <a:cubicBezTo>
                  <a:pt x="3509418" y="27414"/>
                  <a:pt x="3509162" y="26643"/>
                  <a:pt x="3507607" y="26643"/>
                </a:cubicBezTo>
                <a:cubicBezTo>
                  <a:pt x="3505801" y="28950"/>
                  <a:pt x="3504246" y="31257"/>
                  <a:pt x="3502440" y="33817"/>
                </a:cubicBezTo>
                <a:cubicBezTo>
                  <a:pt x="3492613" y="47911"/>
                  <a:pt x="3481497" y="60211"/>
                  <a:pt x="3477363" y="61235"/>
                </a:cubicBezTo>
                <a:cubicBezTo>
                  <a:pt x="3474519" y="63026"/>
                  <a:pt x="3472965" y="64820"/>
                  <a:pt x="3472965" y="66102"/>
                </a:cubicBezTo>
                <a:cubicBezTo>
                  <a:pt x="3472965" y="66872"/>
                  <a:pt x="3473225" y="67385"/>
                  <a:pt x="3474002" y="67897"/>
                </a:cubicBezTo>
                <a:lnTo>
                  <a:pt x="3487702" y="67897"/>
                </a:lnTo>
                <a:lnTo>
                  <a:pt x="3487702" y="145008"/>
                </a:lnTo>
                <a:cubicBezTo>
                  <a:pt x="3487702" y="166526"/>
                  <a:pt x="3495458" y="177543"/>
                  <a:pt x="3510712" y="177543"/>
                </a:cubicBezTo>
                <a:cubicBezTo>
                  <a:pt x="3523378" y="177543"/>
                  <a:pt x="3533201" y="171398"/>
                  <a:pt x="3541733" y="158074"/>
                </a:cubicBezTo>
                <a:lnTo>
                  <a:pt x="3538372" y="155255"/>
                </a:lnTo>
                <a:cubicBezTo>
                  <a:pt x="3532944" y="161659"/>
                  <a:pt x="3528550" y="164224"/>
                  <a:pt x="3522862" y="164224"/>
                </a:cubicBezTo>
                <a:cubicBezTo>
                  <a:pt x="3513296" y="164224"/>
                  <a:pt x="3509418" y="157304"/>
                  <a:pt x="3509418" y="141165"/>
                </a:cubicBezTo>
                <a:lnTo>
                  <a:pt x="3509418" y="67897"/>
                </a:lnTo>
                <a:lnTo>
                  <a:pt x="3535528" y="67897"/>
                </a:lnTo>
                <a:lnTo>
                  <a:pt x="3535528" y="59695"/>
                </a:lnTo>
                <a:close/>
                <a:moveTo>
                  <a:pt x="3646951" y="132951"/>
                </a:moveTo>
                <a:cubicBezTo>
                  <a:pt x="3634545" y="152433"/>
                  <a:pt x="3623425" y="159868"/>
                  <a:pt x="3606881" y="159868"/>
                </a:cubicBezTo>
                <a:cubicBezTo>
                  <a:pt x="3592147" y="159868"/>
                  <a:pt x="3581031" y="152433"/>
                  <a:pt x="3573532" y="137823"/>
                </a:cubicBezTo>
                <a:cubicBezTo>
                  <a:pt x="3568877" y="128080"/>
                  <a:pt x="3567070" y="119620"/>
                  <a:pt x="3566554" y="103982"/>
                </a:cubicBezTo>
                <a:lnTo>
                  <a:pt x="3646178" y="103982"/>
                </a:lnTo>
                <a:cubicBezTo>
                  <a:pt x="3644107" y="87358"/>
                  <a:pt x="3641523" y="79954"/>
                  <a:pt x="3635062" y="71783"/>
                </a:cubicBezTo>
                <a:cubicBezTo>
                  <a:pt x="3627302" y="62576"/>
                  <a:pt x="3615413" y="57193"/>
                  <a:pt x="3601969" y="57193"/>
                </a:cubicBezTo>
                <a:cubicBezTo>
                  <a:pt x="3589043" y="57193"/>
                  <a:pt x="3576893" y="61806"/>
                  <a:pt x="3567070" y="70504"/>
                </a:cubicBezTo>
                <a:cubicBezTo>
                  <a:pt x="3554917" y="80974"/>
                  <a:pt x="3547939" y="99114"/>
                  <a:pt x="3547939" y="120132"/>
                </a:cubicBezTo>
                <a:cubicBezTo>
                  <a:pt x="3547939" y="155509"/>
                  <a:pt x="3566554" y="177543"/>
                  <a:pt x="3596281" y="177543"/>
                </a:cubicBezTo>
                <a:cubicBezTo>
                  <a:pt x="3620841" y="177543"/>
                  <a:pt x="3640229" y="162429"/>
                  <a:pt x="3651089" y="134746"/>
                </a:cubicBezTo>
                <a:lnTo>
                  <a:pt x="3646951" y="132951"/>
                </a:lnTo>
                <a:moveTo>
                  <a:pt x="3567070" y="95783"/>
                </a:moveTo>
                <a:cubicBezTo>
                  <a:pt x="3569911" y="75868"/>
                  <a:pt x="3578703" y="66419"/>
                  <a:pt x="3594470" y="66419"/>
                </a:cubicBezTo>
                <a:cubicBezTo>
                  <a:pt x="3610241" y="66419"/>
                  <a:pt x="3616446" y="73570"/>
                  <a:pt x="3619807" y="95783"/>
                </a:cubicBezTo>
                <a:lnTo>
                  <a:pt x="3567070" y="95783"/>
                </a:lnTo>
                <a:close/>
                <a:moveTo>
                  <a:pt x="3745190" y="177543"/>
                </a:moveTo>
                <a:lnTo>
                  <a:pt x="3783193" y="164224"/>
                </a:lnTo>
                <a:lnTo>
                  <a:pt x="3783193" y="160126"/>
                </a:lnTo>
                <a:cubicBezTo>
                  <a:pt x="3778538" y="160381"/>
                  <a:pt x="3778022" y="160381"/>
                  <a:pt x="3777244" y="160381"/>
                </a:cubicBezTo>
                <a:cubicBezTo>
                  <a:pt x="3767939" y="160381"/>
                  <a:pt x="3765872" y="157566"/>
                  <a:pt x="3765872" y="145786"/>
                </a:cubicBezTo>
                <a:lnTo>
                  <a:pt x="3765872" y="571"/>
                </a:lnTo>
                <a:lnTo>
                  <a:pt x="3764578" y="59"/>
                </a:lnTo>
                <a:cubicBezTo>
                  <a:pt x="3752168" y="4414"/>
                  <a:pt x="3743123" y="6975"/>
                  <a:pt x="3726575" y="11334"/>
                </a:cubicBezTo>
                <a:lnTo>
                  <a:pt x="3726575" y="15431"/>
                </a:lnTo>
                <a:cubicBezTo>
                  <a:pt x="3728646" y="15177"/>
                  <a:pt x="3730196" y="15177"/>
                  <a:pt x="3732263" y="15177"/>
                </a:cubicBezTo>
                <a:cubicBezTo>
                  <a:pt x="3741829" y="15177"/>
                  <a:pt x="3744156" y="17738"/>
                  <a:pt x="3744156" y="28242"/>
                </a:cubicBezTo>
                <a:lnTo>
                  <a:pt x="3744156" y="68210"/>
                </a:lnTo>
                <a:cubicBezTo>
                  <a:pt x="3734330" y="60011"/>
                  <a:pt x="3727352" y="57193"/>
                  <a:pt x="3717009" y="57193"/>
                </a:cubicBezTo>
                <a:cubicBezTo>
                  <a:pt x="3687281" y="57193"/>
                  <a:pt x="3663238" y="86131"/>
                  <a:pt x="3663238" y="122489"/>
                </a:cubicBezTo>
                <a:cubicBezTo>
                  <a:pt x="3663238" y="155259"/>
                  <a:pt x="3682627" y="177543"/>
                  <a:pt x="3711064" y="177543"/>
                </a:cubicBezTo>
                <a:cubicBezTo>
                  <a:pt x="3725541" y="177543"/>
                  <a:pt x="3735367" y="172422"/>
                  <a:pt x="3744156" y="160381"/>
                </a:cubicBezTo>
                <a:lnTo>
                  <a:pt x="3744156" y="176777"/>
                </a:lnTo>
                <a:lnTo>
                  <a:pt x="3745190" y="177543"/>
                </a:lnTo>
                <a:moveTo>
                  <a:pt x="3744156" y="148859"/>
                </a:moveTo>
                <a:cubicBezTo>
                  <a:pt x="3744156" y="150654"/>
                  <a:pt x="3742346" y="153727"/>
                  <a:pt x="3739762" y="156541"/>
                </a:cubicBezTo>
                <a:cubicBezTo>
                  <a:pt x="3735107" y="161663"/>
                  <a:pt x="3728646" y="164224"/>
                  <a:pt x="3721147" y="164224"/>
                </a:cubicBezTo>
                <a:cubicBezTo>
                  <a:pt x="3699691" y="164224"/>
                  <a:pt x="3685471" y="143738"/>
                  <a:pt x="3685471" y="112246"/>
                </a:cubicBezTo>
                <a:cubicBezTo>
                  <a:pt x="3685471" y="83316"/>
                  <a:pt x="3698137" y="64370"/>
                  <a:pt x="3717786" y="64370"/>
                </a:cubicBezTo>
                <a:cubicBezTo>
                  <a:pt x="3731490" y="64370"/>
                  <a:pt x="3744156" y="76400"/>
                  <a:pt x="3744156" y="89970"/>
                </a:cubicBezTo>
                <a:lnTo>
                  <a:pt x="3744156" y="1488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butauthenticatedasadditionalauthenticateddata(AAD).These-">
            <a:extLst xmlns:a="http://schemas.openxmlformats.org/drawingml/2006/main">
              <a:ext uri="{FF2B5EF4-FFF2-40B4-BE49-F238E27FC236}">
                <a16:creationId xmlns:a16="http://schemas.microsoft.com/office/drawing/2014/main" id="{FA124E4F-E040-4DC4-96D8-9BA2D73C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9" y="7419040"/>
            <a:ext cx="6822058" cy="220404"/>
          </a:xfrm>
          <a:custGeom xmlns:a="http://schemas.openxmlformats.org/drawingml/2006/main">
            <a:pathLst>
              <a:path w="6822058" h="220404">
                <a:moveTo>
                  <a:pt x="39050" y="524"/>
                </a:moveTo>
                <a:lnTo>
                  <a:pt x="37747" y="12"/>
                </a:lnTo>
                <a:cubicBezTo>
                  <a:pt x="26812" y="3855"/>
                  <a:pt x="19785" y="5903"/>
                  <a:pt x="7551" y="9234"/>
                </a:cubicBezTo>
                <a:lnTo>
                  <a:pt x="0" y="11287"/>
                </a:lnTo>
                <a:lnTo>
                  <a:pt x="0" y="15384"/>
                </a:lnTo>
                <a:cubicBezTo>
                  <a:pt x="1561" y="15130"/>
                  <a:pt x="2602" y="15130"/>
                  <a:pt x="4425" y="15130"/>
                </a:cubicBezTo>
                <a:cubicBezTo>
                  <a:pt x="14840" y="15130"/>
                  <a:pt x="17179" y="17433"/>
                  <a:pt x="17179" y="28196"/>
                </a:cubicBezTo>
                <a:lnTo>
                  <a:pt x="17179" y="161108"/>
                </a:lnTo>
                <a:cubicBezTo>
                  <a:pt x="17179" y="169044"/>
                  <a:pt x="39308" y="177497"/>
                  <a:pt x="60133" y="177497"/>
                </a:cubicBezTo>
                <a:cubicBezTo>
                  <a:pt x="94496" y="177497"/>
                  <a:pt x="121045" y="149328"/>
                  <a:pt x="121045" y="112716"/>
                </a:cubicBezTo>
                <a:cubicBezTo>
                  <a:pt x="121045" y="81224"/>
                  <a:pt x="101264" y="57146"/>
                  <a:pt x="75231" y="57146"/>
                </a:cubicBezTo>
                <a:cubicBezTo>
                  <a:pt x="59351" y="57146"/>
                  <a:pt x="44253" y="66372"/>
                  <a:pt x="39050" y="78922"/>
                </a:cubicBezTo>
                <a:lnTo>
                  <a:pt x="39050" y="524"/>
                </a:lnTo>
                <a:moveTo>
                  <a:pt x="39050" y="92492"/>
                </a:moveTo>
                <a:cubicBezTo>
                  <a:pt x="39050" y="82507"/>
                  <a:pt x="51284" y="73288"/>
                  <a:pt x="64820" y="73288"/>
                </a:cubicBezTo>
                <a:cubicBezTo>
                  <a:pt x="85122" y="73288"/>
                  <a:pt x="98138" y="93258"/>
                  <a:pt x="98138" y="124495"/>
                </a:cubicBezTo>
                <a:cubicBezTo>
                  <a:pt x="98138" y="152913"/>
                  <a:pt x="85642" y="169298"/>
                  <a:pt x="64300" y="169298"/>
                </a:cubicBezTo>
                <a:cubicBezTo>
                  <a:pt x="50763" y="169298"/>
                  <a:pt x="39050" y="163410"/>
                  <a:pt x="39050" y="157011"/>
                </a:cubicBezTo>
                <a:lnTo>
                  <a:pt x="39050" y="92492"/>
                </a:lnTo>
                <a:close/>
                <a:moveTo>
                  <a:pt x="248860" y="162136"/>
                </a:moveTo>
                <a:lnTo>
                  <a:pt x="247561" y="162136"/>
                </a:lnTo>
                <a:cubicBezTo>
                  <a:pt x="235585" y="162136"/>
                  <a:pt x="232721" y="159317"/>
                  <a:pt x="232721" y="147530"/>
                </a:cubicBezTo>
                <a:lnTo>
                  <a:pt x="232721" y="59648"/>
                </a:lnTo>
                <a:lnTo>
                  <a:pt x="191590" y="59648"/>
                </a:lnTo>
                <a:lnTo>
                  <a:pt x="191590" y="64007"/>
                </a:lnTo>
                <a:cubicBezTo>
                  <a:pt x="207733" y="64773"/>
                  <a:pt x="210855" y="67338"/>
                  <a:pt x="210855" y="80145"/>
                </a:cubicBezTo>
                <a:lnTo>
                  <a:pt x="210855" y="140348"/>
                </a:lnTo>
                <a:cubicBezTo>
                  <a:pt x="210855" y="147522"/>
                  <a:pt x="209552" y="151111"/>
                  <a:pt x="205910" y="153926"/>
                </a:cubicBezTo>
                <a:cubicBezTo>
                  <a:pt x="198879" y="159564"/>
                  <a:pt x="190812" y="162636"/>
                  <a:pt x="183003" y="162636"/>
                </a:cubicBezTo>
                <a:cubicBezTo>
                  <a:pt x="172850" y="162636"/>
                  <a:pt x="164521" y="153926"/>
                  <a:pt x="164521" y="143167"/>
                </a:cubicBezTo>
                <a:lnTo>
                  <a:pt x="164521" y="59648"/>
                </a:lnTo>
                <a:lnTo>
                  <a:pt x="126512" y="59648"/>
                </a:lnTo>
                <a:lnTo>
                  <a:pt x="126512" y="63237"/>
                </a:lnTo>
                <a:cubicBezTo>
                  <a:pt x="139008" y="64007"/>
                  <a:pt x="142654" y="67850"/>
                  <a:pt x="142654" y="79633"/>
                </a:cubicBezTo>
                <a:lnTo>
                  <a:pt x="142654" y="144191"/>
                </a:lnTo>
                <a:cubicBezTo>
                  <a:pt x="142654" y="164431"/>
                  <a:pt x="155147" y="177497"/>
                  <a:pt x="174149" y="177497"/>
                </a:cubicBezTo>
                <a:cubicBezTo>
                  <a:pt x="183781" y="177497"/>
                  <a:pt x="193934" y="173399"/>
                  <a:pt x="200965" y="166479"/>
                </a:cubicBezTo>
                <a:lnTo>
                  <a:pt x="212158" y="155466"/>
                </a:lnTo>
                <a:lnTo>
                  <a:pt x="212158" y="176730"/>
                </a:lnTo>
                <a:lnTo>
                  <a:pt x="213199" y="177246"/>
                </a:lnTo>
                <a:cubicBezTo>
                  <a:pt x="226215" y="172125"/>
                  <a:pt x="235585" y="169306"/>
                  <a:pt x="248860" y="165717"/>
                </a:cubicBezTo>
                <a:lnTo>
                  <a:pt x="248860" y="162136"/>
                </a:lnTo>
                <a:close/>
                <a:moveTo>
                  <a:pt x="320707" y="59648"/>
                </a:moveTo>
                <a:lnTo>
                  <a:pt x="294416" y="59648"/>
                </a:lnTo>
                <a:lnTo>
                  <a:pt x="294416" y="29927"/>
                </a:lnTo>
                <a:cubicBezTo>
                  <a:pt x="294416" y="27367"/>
                  <a:pt x="294158" y="26597"/>
                  <a:pt x="292593" y="26597"/>
                </a:cubicBezTo>
                <a:cubicBezTo>
                  <a:pt x="290773" y="28903"/>
                  <a:pt x="289208" y="31210"/>
                  <a:pt x="287389" y="33771"/>
                </a:cubicBezTo>
                <a:cubicBezTo>
                  <a:pt x="277495" y="47864"/>
                  <a:pt x="266301" y="60164"/>
                  <a:pt x="262139" y="61188"/>
                </a:cubicBezTo>
                <a:cubicBezTo>
                  <a:pt x="259275" y="62979"/>
                  <a:pt x="257710" y="64773"/>
                  <a:pt x="257710" y="66055"/>
                </a:cubicBezTo>
                <a:cubicBezTo>
                  <a:pt x="257710" y="66826"/>
                  <a:pt x="257972" y="67338"/>
                  <a:pt x="258754" y="67850"/>
                </a:cubicBezTo>
                <a:lnTo>
                  <a:pt x="272549" y="67850"/>
                </a:lnTo>
                <a:lnTo>
                  <a:pt x="272549" y="144961"/>
                </a:lnTo>
                <a:cubicBezTo>
                  <a:pt x="272549" y="166479"/>
                  <a:pt x="280359" y="177497"/>
                  <a:pt x="295719" y="177497"/>
                </a:cubicBezTo>
                <a:cubicBezTo>
                  <a:pt x="308473" y="177497"/>
                  <a:pt x="318363" y="171351"/>
                  <a:pt x="326955" y="158027"/>
                </a:cubicBezTo>
                <a:lnTo>
                  <a:pt x="323571" y="155208"/>
                </a:lnTo>
                <a:cubicBezTo>
                  <a:pt x="318105" y="161612"/>
                  <a:pt x="313680" y="164177"/>
                  <a:pt x="307953" y="164177"/>
                </a:cubicBezTo>
                <a:cubicBezTo>
                  <a:pt x="298320" y="164177"/>
                  <a:pt x="294416" y="157257"/>
                  <a:pt x="294416" y="141118"/>
                </a:cubicBezTo>
                <a:lnTo>
                  <a:pt x="294416" y="67850"/>
                </a:lnTo>
                <a:lnTo>
                  <a:pt x="320707" y="67850"/>
                </a:lnTo>
                <a:lnTo>
                  <a:pt x="320707" y="59648"/>
                </a:lnTo>
                <a:close/>
                <a:moveTo>
                  <a:pt x="506050" y="158031"/>
                </a:moveTo>
                <a:cubicBezTo>
                  <a:pt x="501625" y="161612"/>
                  <a:pt x="498503" y="162894"/>
                  <a:pt x="494598" y="162894"/>
                </a:cubicBezTo>
                <a:cubicBezTo>
                  <a:pt x="488612" y="162894"/>
                  <a:pt x="486789" y="159309"/>
                  <a:pt x="486789" y="148046"/>
                </a:cubicBezTo>
                <a:lnTo>
                  <a:pt x="486789" y="98117"/>
                </a:lnTo>
                <a:cubicBezTo>
                  <a:pt x="486789" y="84802"/>
                  <a:pt x="485486" y="77377"/>
                  <a:pt x="481582" y="71232"/>
                </a:cubicBezTo>
                <a:cubicBezTo>
                  <a:pt x="475854" y="62017"/>
                  <a:pt x="464661" y="57146"/>
                  <a:pt x="449305" y="57146"/>
                </a:cubicBezTo>
                <a:cubicBezTo>
                  <a:pt x="424833" y="57146"/>
                  <a:pt x="405572" y="69695"/>
                  <a:pt x="405572" y="85826"/>
                </a:cubicBezTo>
                <a:cubicBezTo>
                  <a:pt x="405572" y="91718"/>
                  <a:pt x="410775" y="96835"/>
                  <a:pt x="416765" y="96835"/>
                </a:cubicBezTo>
                <a:cubicBezTo>
                  <a:pt x="423009" y="96835"/>
                  <a:pt x="428479" y="91718"/>
                  <a:pt x="428479" y="86084"/>
                </a:cubicBezTo>
                <a:cubicBezTo>
                  <a:pt x="428479" y="85060"/>
                  <a:pt x="428217" y="83777"/>
                  <a:pt x="427959" y="81987"/>
                </a:cubicBezTo>
                <a:cubicBezTo>
                  <a:pt x="427438" y="79684"/>
                  <a:pt x="427176" y="77635"/>
                  <a:pt x="427176" y="75841"/>
                </a:cubicBezTo>
                <a:cubicBezTo>
                  <a:pt x="427176" y="68929"/>
                  <a:pt x="435506" y="63295"/>
                  <a:pt x="445920" y="63295"/>
                </a:cubicBezTo>
                <a:cubicBezTo>
                  <a:pt x="458675" y="63295"/>
                  <a:pt x="465701" y="70719"/>
                  <a:pt x="465701" y="84547"/>
                </a:cubicBezTo>
                <a:lnTo>
                  <a:pt x="465701" y="100166"/>
                </a:lnTo>
                <a:cubicBezTo>
                  <a:pt x="425615" y="116039"/>
                  <a:pt x="421190" y="118087"/>
                  <a:pt x="409997" y="127818"/>
                </a:cubicBezTo>
                <a:cubicBezTo>
                  <a:pt x="404269" y="132940"/>
                  <a:pt x="400623" y="141642"/>
                  <a:pt x="400623" y="150091"/>
                </a:cubicBezTo>
                <a:cubicBezTo>
                  <a:pt x="400623" y="166225"/>
                  <a:pt x="412078" y="177497"/>
                  <a:pt x="427959" y="177497"/>
                </a:cubicBezTo>
                <a:cubicBezTo>
                  <a:pt x="439410" y="177497"/>
                  <a:pt x="450083" y="172117"/>
                  <a:pt x="465964" y="158793"/>
                </a:cubicBezTo>
                <a:cubicBezTo>
                  <a:pt x="467266" y="172117"/>
                  <a:pt x="471949" y="177497"/>
                  <a:pt x="482622" y="177497"/>
                </a:cubicBezTo>
                <a:cubicBezTo>
                  <a:pt x="491472" y="177497"/>
                  <a:pt x="496942" y="174424"/>
                  <a:pt x="506050" y="164689"/>
                </a:cubicBezTo>
                <a:lnTo>
                  <a:pt x="506050" y="158031"/>
                </a:lnTo>
                <a:moveTo>
                  <a:pt x="465701" y="143421"/>
                </a:moveTo>
                <a:cubicBezTo>
                  <a:pt x="465701" y="151365"/>
                  <a:pt x="464403" y="153672"/>
                  <a:pt x="458933" y="156745"/>
                </a:cubicBezTo>
                <a:cubicBezTo>
                  <a:pt x="452689" y="160334"/>
                  <a:pt x="445400" y="162636"/>
                  <a:pt x="439931" y="162636"/>
                </a:cubicBezTo>
                <a:cubicBezTo>
                  <a:pt x="430823" y="162636"/>
                  <a:pt x="423534" y="153926"/>
                  <a:pt x="423534" y="142909"/>
                </a:cubicBezTo>
                <a:lnTo>
                  <a:pt x="423534" y="141885"/>
                </a:lnTo>
                <a:cubicBezTo>
                  <a:pt x="423534" y="126766"/>
                  <a:pt x="434203" y="117544"/>
                  <a:pt x="465701" y="106269"/>
                </a:cubicBezTo>
                <a:lnTo>
                  <a:pt x="465701" y="143421"/>
                </a:lnTo>
                <a:close/>
                <a:moveTo>
                  <a:pt x="631262" y="162136"/>
                </a:moveTo>
                <a:lnTo>
                  <a:pt x="629963" y="162136"/>
                </a:lnTo>
                <a:cubicBezTo>
                  <a:pt x="617987" y="162136"/>
                  <a:pt x="615123" y="159317"/>
                  <a:pt x="615123" y="147530"/>
                </a:cubicBezTo>
                <a:lnTo>
                  <a:pt x="615123" y="59648"/>
                </a:lnTo>
                <a:lnTo>
                  <a:pt x="573992" y="59648"/>
                </a:lnTo>
                <a:lnTo>
                  <a:pt x="573992" y="64007"/>
                </a:lnTo>
                <a:cubicBezTo>
                  <a:pt x="590135" y="64773"/>
                  <a:pt x="593257" y="67338"/>
                  <a:pt x="593257" y="80145"/>
                </a:cubicBezTo>
                <a:lnTo>
                  <a:pt x="593257" y="140348"/>
                </a:lnTo>
                <a:cubicBezTo>
                  <a:pt x="593257" y="147522"/>
                  <a:pt x="591954" y="151111"/>
                  <a:pt x="588312" y="153926"/>
                </a:cubicBezTo>
                <a:cubicBezTo>
                  <a:pt x="581281" y="159564"/>
                  <a:pt x="573214" y="162636"/>
                  <a:pt x="565405" y="162636"/>
                </a:cubicBezTo>
                <a:cubicBezTo>
                  <a:pt x="555252" y="162636"/>
                  <a:pt x="546922" y="153926"/>
                  <a:pt x="546922" y="143167"/>
                </a:cubicBezTo>
                <a:lnTo>
                  <a:pt x="546922" y="59648"/>
                </a:lnTo>
                <a:lnTo>
                  <a:pt x="508914" y="59648"/>
                </a:lnTo>
                <a:lnTo>
                  <a:pt x="508914" y="63237"/>
                </a:lnTo>
                <a:cubicBezTo>
                  <a:pt x="521410" y="64007"/>
                  <a:pt x="525056" y="67850"/>
                  <a:pt x="525056" y="79633"/>
                </a:cubicBezTo>
                <a:lnTo>
                  <a:pt x="525056" y="144191"/>
                </a:lnTo>
                <a:cubicBezTo>
                  <a:pt x="525056" y="164431"/>
                  <a:pt x="537548" y="177497"/>
                  <a:pt x="556551" y="177497"/>
                </a:cubicBezTo>
                <a:cubicBezTo>
                  <a:pt x="566183" y="177497"/>
                  <a:pt x="576336" y="173399"/>
                  <a:pt x="583366" y="166479"/>
                </a:cubicBezTo>
                <a:lnTo>
                  <a:pt x="594560" y="155466"/>
                </a:lnTo>
                <a:lnTo>
                  <a:pt x="594560" y="176730"/>
                </a:lnTo>
                <a:lnTo>
                  <a:pt x="595600" y="177246"/>
                </a:lnTo>
                <a:cubicBezTo>
                  <a:pt x="608617" y="172125"/>
                  <a:pt x="617987" y="169306"/>
                  <a:pt x="631262" y="165717"/>
                </a:cubicBezTo>
                <a:lnTo>
                  <a:pt x="631262" y="162136"/>
                </a:lnTo>
                <a:close/>
                <a:moveTo>
                  <a:pt x="703109" y="59648"/>
                </a:moveTo>
                <a:lnTo>
                  <a:pt x="676817" y="59648"/>
                </a:lnTo>
                <a:lnTo>
                  <a:pt x="676817" y="29927"/>
                </a:lnTo>
                <a:cubicBezTo>
                  <a:pt x="676817" y="27367"/>
                  <a:pt x="676559" y="26597"/>
                  <a:pt x="674994" y="26597"/>
                </a:cubicBezTo>
                <a:cubicBezTo>
                  <a:pt x="673175" y="28903"/>
                  <a:pt x="671610" y="31210"/>
                  <a:pt x="669791" y="33771"/>
                </a:cubicBezTo>
                <a:cubicBezTo>
                  <a:pt x="659896" y="47864"/>
                  <a:pt x="648703" y="60164"/>
                  <a:pt x="644540" y="61188"/>
                </a:cubicBezTo>
                <a:cubicBezTo>
                  <a:pt x="641676" y="62979"/>
                  <a:pt x="640111" y="64773"/>
                  <a:pt x="640111" y="66055"/>
                </a:cubicBezTo>
                <a:cubicBezTo>
                  <a:pt x="640111" y="66826"/>
                  <a:pt x="640374" y="67338"/>
                  <a:pt x="641156" y="67850"/>
                </a:cubicBezTo>
                <a:lnTo>
                  <a:pt x="654951" y="67850"/>
                </a:lnTo>
                <a:lnTo>
                  <a:pt x="654951" y="144961"/>
                </a:lnTo>
                <a:cubicBezTo>
                  <a:pt x="654951" y="166479"/>
                  <a:pt x="662760" y="177497"/>
                  <a:pt x="678120" y="177497"/>
                </a:cubicBezTo>
                <a:cubicBezTo>
                  <a:pt x="690875" y="177497"/>
                  <a:pt x="700765" y="171351"/>
                  <a:pt x="709357" y="158027"/>
                </a:cubicBezTo>
                <a:lnTo>
                  <a:pt x="705973" y="155208"/>
                </a:lnTo>
                <a:cubicBezTo>
                  <a:pt x="700507" y="161612"/>
                  <a:pt x="696082" y="164177"/>
                  <a:pt x="690354" y="164177"/>
                </a:cubicBezTo>
                <a:cubicBezTo>
                  <a:pt x="680722" y="164177"/>
                  <a:pt x="676817" y="157257"/>
                  <a:pt x="676817" y="141118"/>
                </a:cubicBezTo>
                <a:lnTo>
                  <a:pt x="676817" y="67850"/>
                </a:lnTo>
                <a:lnTo>
                  <a:pt x="703109" y="67850"/>
                </a:lnTo>
                <a:lnTo>
                  <a:pt x="703109" y="59648"/>
                </a:lnTo>
                <a:close/>
                <a:moveTo>
                  <a:pt x="749967" y="87124"/>
                </a:moveTo>
                <a:cubicBezTo>
                  <a:pt x="760898" y="75341"/>
                  <a:pt x="768708" y="70981"/>
                  <a:pt x="778860" y="70981"/>
                </a:cubicBezTo>
                <a:cubicBezTo>
                  <a:pt x="791877" y="70981"/>
                  <a:pt x="798383" y="80208"/>
                  <a:pt x="798383" y="98141"/>
                </a:cubicBezTo>
                <a:lnTo>
                  <a:pt x="798383" y="148863"/>
                </a:lnTo>
                <a:cubicBezTo>
                  <a:pt x="798383" y="166284"/>
                  <a:pt x="795781" y="169615"/>
                  <a:pt x="780683" y="171151"/>
                </a:cubicBezTo>
                <a:lnTo>
                  <a:pt x="780683" y="174994"/>
                </a:lnTo>
                <a:lnTo>
                  <a:pt x="835871" y="174994"/>
                </a:lnTo>
                <a:lnTo>
                  <a:pt x="835871" y="171151"/>
                </a:lnTo>
                <a:cubicBezTo>
                  <a:pt x="821814" y="168591"/>
                  <a:pt x="820249" y="166542"/>
                  <a:pt x="820249" y="148863"/>
                </a:cubicBezTo>
                <a:lnTo>
                  <a:pt x="820249" y="97883"/>
                </a:lnTo>
                <a:cubicBezTo>
                  <a:pt x="820249" y="70981"/>
                  <a:pt x="809318" y="57146"/>
                  <a:pt x="788230" y="57146"/>
                </a:cubicBezTo>
                <a:cubicBezTo>
                  <a:pt x="772874" y="57146"/>
                  <a:pt x="761939" y="63295"/>
                  <a:pt x="749967" y="78668"/>
                </a:cubicBezTo>
                <a:lnTo>
                  <a:pt x="749967" y="782"/>
                </a:lnTo>
                <a:lnTo>
                  <a:pt x="748664" y="12"/>
                </a:lnTo>
                <a:cubicBezTo>
                  <a:pt x="739815" y="3085"/>
                  <a:pt x="733304" y="5137"/>
                  <a:pt x="718727" y="9234"/>
                </a:cubicBezTo>
                <a:lnTo>
                  <a:pt x="711700" y="11287"/>
                </a:lnTo>
                <a:lnTo>
                  <a:pt x="711700" y="15384"/>
                </a:lnTo>
                <a:cubicBezTo>
                  <a:pt x="712741" y="15130"/>
                  <a:pt x="713523" y="15130"/>
                  <a:pt x="714822" y="15130"/>
                </a:cubicBezTo>
                <a:cubicBezTo>
                  <a:pt x="726016" y="15130"/>
                  <a:pt x="728101" y="17178"/>
                  <a:pt x="728101" y="28196"/>
                </a:cubicBezTo>
                <a:lnTo>
                  <a:pt x="728101" y="148863"/>
                </a:lnTo>
                <a:cubicBezTo>
                  <a:pt x="728101" y="166796"/>
                  <a:pt x="726536" y="169103"/>
                  <a:pt x="711438" y="171151"/>
                </a:cubicBezTo>
                <a:lnTo>
                  <a:pt x="711438" y="174994"/>
                </a:lnTo>
                <a:lnTo>
                  <a:pt x="767667" y="174994"/>
                </a:lnTo>
                <a:lnTo>
                  <a:pt x="767667" y="171151"/>
                </a:lnTo>
                <a:cubicBezTo>
                  <a:pt x="752569" y="169615"/>
                  <a:pt x="749967" y="166542"/>
                  <a:pt x="749967" y="148863"/>
                </a:cubicBezTo>
                <a:lnTo>
                  <a:pt x="749967" y="87124"/>
                </a:lnTo>
                <a:close/>
                <a:moveTo>
                  <a:pt x="945461" y="132904"/>
                </a:moveTo>
                <a:cubicBezTo>
                  <a:pt x="932969" y="152386"/>
                  <a:pt x="921772" y="159822"/>
                  <a:pt x="905113" y="159822"/>
                </a:cubicBezTo>
                <a:cubicBezTo>
                  <a:pt x="890277" y="159822"/>
                  <a:pt x="879084" y="152386"/>
                  <a:pt x="871533" y="137776"/>
                </a:cubicBezTo>
                <a:cubicBezTo>
                  <a:pt x="866846" y="128033"/>
                  <a:pt x="865027" y="119573"/>
                  <a:pt x="864506" y="103935"/>
                </a:cubicBezTo>
                <a:lnTo>
                  <a:pt x="944683" y="103935"/>
                </a:lnTo>
                <a:cubicBezTo>
                  <a:pt x="942597" y="87312"/>
                  <a:pt x="939996" y="79907"/>
                  <a:pt x="933489" y="71736"/>
                </a:cubicBezTo>
                <a:cubicBezTo>
                  <a:pt x="925676" y="62529"/>
                  <a:pt x="913704" y="57146"/>
                  <a:pt x="900168" y="57146"/>
                </a:cubicBezTo>
                <a:cubicBezTo>
                  <a:pt x="887151" y="57146"/>
                  <a:pt x="874917" y="61759"/>
                  <a:pt x="865027" y="70458"/>
                </a:cubicBezTo>
                <a:cubicBezTo>
                  <a:pt x="852789" y="80927"/>
                  <a:pt x="845762" y="99067"/>
                  <a:pt x="845762" y="120085"/>
                </a:cubicBezTo>
                <a:cubicBezTo>
                  <a:pt x="845762" y="155462"/>
                  <a:pt x="864506" y="177497"/>
                  <a:pt x="894440" y="177497"/>
                </a:cubicBezTo>
                <a:cubicBezTo>
                  <a:pt x="919170" y="177497"/>
                  <a:pt x="938693" y="162382"/>
                  <a:pt x="949628" y="134699"/>
                </a:cubicBezTo>
                <a:lnTo>
                  <a:pt x="945461" y="132904"/>
                </a:lnTo>
                <a:moveTo>
                  <a:pt x="865027" y="95737"/>
                </a:moveTo>
                <a:cubicBezTo>
                  <a:pt x="867886" y="75821"/>
                  <a:pt x="876740" y="66372"/>
                  <a:pt x="892617" y="66372"/>
                </a:cubicBezTo>
                <a:cubicBezTo>
                  <a:pt x="908497" y="66372"/>
                  <a:pt x="914745" y="73523"/>
                  <a:pt x="918129" y="95737"/>
                </a:cubicBezTo>
                <a:lnTo>
                  <a:pt x="865027" y="95737"/>
                </a:lnTo>
                <a:close/>
                <a:moveTo>
                  <a:pt x="958998" y="73034"/>
                </a:moveTo>
                <a:cubicBezTo>
                  <a:pt x="960559" y="72264"/>
                  <a:pt x="963165" y="72010"/>
                  <a:pt x="966029" y="72010"/>
                </a:cubicBezTo>
                <a:cubicBezTo>
                  <a:pt x="973317" y="72010"/>
                  <a:pt x="975657" y="75853"/>
                  <a:pt x="975657" y="88402"/>
                </a:cubicBezTo>
                <a:lnTo>
                  <a:pt x="975657" y="151940"/>
                </a:lnTo>
                <a:cubicBezTo>
                  <a:pt x="975657" y="166542"/>
                  <a:pt x="972793" y="170127"/>
                  <a:pt x="959518" y="171151"/>
                </a:cubicBezTo>
                <a:lnTo>
                  <a:pt x="959518" y="174994"/>
                </a:lnTo>
                <a:lnTo>
                  <a:pt x="1014706" y="174994"/>
                </a:lnTo>
                <a:lnTo>
                  <a:pt x="1014706" y="171151"/>
                </a:lnTo>
                <a:cubicBezTo>
                  <a:pt x="1001428" y="170127"/>
                  <a:pt x="997523" y="167054"/>
                  <a:pt x="997523" y="157832"/>
                </a:cubicBezTo>
                <a:lnTo>
                  <a:pt x="997523" y="85842"/>
                </a:lnTo>
                <a:cubicBezTo>
                  <a:pt x="1010019" y="74312"/>
                  <a:pt x="1015747" y="71239"/>
                  <a:pt x="1024339" y="71239"/>
                </a:cubicBezTo>
                <a:cubicBezTo>
                  <a:pt x="1037093" y="71239"/>
                  <a:pt x="1043341" y="79180"/>
                  <a:pt x="1043341" y="96088"/>
                </a:cubicBezTo>
                <a:lnTo>
                  <a:pt x="1043341" y="149633"/>
                </a:lnTo>
                <a:cubicBezTo>
                  <a:pt x="1043341" y="165772"/>
                  <a:pt x="1039957" y="170127"/>
                  <a:pt x="1026940" y="171151"/>
                </a:cubicBezTo>
                <a:lnTo>
                  <a:pt x="1026940" y="174994"/>
                </a:lnTo>
                <a:lnTo>
                  <a:pt x="1081088" y="174994"/>
                </a:lnTo>
                <a:lnTo>
                  <a:pt x="1081088" y="171151"/>
                </a:lnTo>
                <a:cubicBezTo>
                  <a:pt x="1068329" y="169873"/>
                  <a:pt x="1065207" y="166796"/>
                  <a:pt x="1065207" y="154247"/>
                </a:cubicBezTo>
                <a:lnTo>
                  <a:pt x="1065207" y="95576"/>
                </a:lnTo>
                <a:cubicBezTo>
                  <a:pt x="1065207" y="71497"/>
                  <a:pt x="1053752" y="57146"/>
                  <a:pt x="1034491" y="57146"/>
                </a:cubicBezTo>
                <a:cubicBezTo>
                  <a:pt x="1022515" y="57146"/>
                  <a:pt x="1014444" y="61505"/>
                  <a:pt x="996745" y="77901"/>
                </a:cubicBezTo>
                <a:lnTo>
                  <a:pt x="996745" y="57662"/>
                </a:lnTo>
                <a:lnTo>
                  <a:pt x="994921" y="57146"/>
                </a:lnTo>
                <a:cubicBezTo>
                  <a:pt x="982167" y="61759"/>
                  <a:pt x="973317" y="64578"/>
                  <a:pt x="958998" y="68679"/>
                </a:cubicBezTo>
                <a:lnTo>
                  <a:pt x="958998" y="73034"/>
                </a:lnTo>
                <a:close/>
                <a:moveTo>
                  <a:pt x="1151370" y="59648"/>
                </a:moveTo>
                <a:lnTo>
                  <a:pt x="1125079" y="59648"/>
                </a:lnTo>
                <a:lnTo>
                  <a:pt x="1125079" y="29927"/>
                </a:lnTo>
                <a:cubicBezTo>
                  <a:pt x="1125079" y="27367"/>
                  <a:pt x="1124820" y="26597"/>
                  <a:pt x="1123255" y="26597"/>
                </a:cubicBezTo>
                <a:cubicBezTo>
                  <a:pt x="1121436" y="28903"/>
                  <a:pt x="1119871" y="31210"/>
                  <a:pt x="1118052" y="33771"/>
                </a:cubicBezTo>
                <a:cubicBezTo>
                  <a:pt x="1108157" y="47864"/>
                  <a:pt x="1096964" y="60164"/>
                  <a:pt x="1092801" y="61188"/>
                </a:cubicBezTo>
                <a:cubicBezTo>
                  <a:pt x="1089938" y="62979"/>
                  <a:pt x="1088373" y="64773"/>
                  <a:pt x="1088373" y="66055"/>
                </a:cubicBezTo>
                <a:cubicBezTo>
                  <a:pt x="1088373" y="66826"/>
                  <a:pt x="1088635" y="67338"/>
                  <a:pt x="1089417" y="67850"/>
                </a:cubicBezTo>
                <a:lnTo>
                  <a:pt x="1103212" y="67850"/>
                </a:lnTo>
                <a:lnTo>
                  <a:pt x="1103212" y="144961"/>
                </a:lnTo>
                <a:cubicBezTo>
                  <a:pt x="1103212" y="166479"/>
                  <a:pt x="1111021" y="177497"/>
                  <a:pt x="1126381" y="177497"/>
                </a:cubicBezTo>
                <a:cubicBezTo>
                  <a:pt x="1139136" y="177497"/>
                  <a:pt x="1149026" y="171351"/>
                  <a:pt x="1157618" y="158027"/>
                </a:cubicBezTo>
                <a:lnTo>
                  <a:pt x="1154234" y="155208"/>
                </a:lnTo>
                <a:cubicBezTo>
                  <a:pt x="1148768" y="161612"/>
                  <a:pt x="1144343" y="164177"/>
                  <a:pt x="1138615" y="164177"/>
                </a:cubicBezTo>
                <a:cubicBezTo>
                  <a:pt x="1128983" y="164177"/>
                  <a:pt x="1125079" y="157257"/>
                  <a:pt x="1125079" y="141118"/>
                </a:cubicBezTo>
                <a:lnTo>
                  <a:pt x="1125079" y="67850"/>
                </a:lnTo>
                <a:lnTo>
                  <a:pt x="1151370" y="67850"/>
                </a:lnTo>
                <a:lnTo>
                  <a:pt x="1151370" y="59648"/>
                </a:lnTo>
                <a:close/>
                <a:moveTo>
                  <a:pt x="1202911" y="57146"/>
                </a:moveTo>
                <a:lnTo>
                  <a:pt x="1162563" y="71157"/>
                </a:lnTo>
                <a:lnTo>
                  <a:pt x="1162563" y="75004"/>
                </a:lnTo>
                <a:lnTo>
                  <a:pt x="1164648" y="74746"/>
                </a:lnTo>
                <a:cubicBezTo>
                  <a:pt x="1167770" y="74234"/>
                  <a:pt x="1171155" y="73976"/>
                  <a:pt x="1173498" y="73976"/>
                </a:cubicBezTo>
                <a:cubicBezTo>
                  <a:pt x="1179746" y="73976"/>
                  <a:pt x="1182086" y="78077"/>
                  <a:pt x="1182086" y="89360"/>
                </a:cubicBezTo>
                <a:lnTo>
                  <a:pt x="1182086" y="148847"/>
                </a:lnTo>
                <a:cubicBezTo>
                  <a:pt x="1182086" y="167308"/>
                  <a:pt x="1179484" y="170127"/>
                  <a:pt x="1161522" y="171151"/>
                </a:cubicBezTo>
                <a:lnTo>
                  <a:pt x="1161522" y="174994"/>
                </a:lnTo>
                <a:lnTo>
                  <a:pt x="1223217" y="174994"/>
                </a:lnTo>
                <a:lnTo>
                  <a:pt x="1223217" y="171151"/>
                </a:lnTo>
                <a:cubicBezTo>
                  <a:pt x="1206038" y="169873"/>
                  <a:pt x="1203952" y="167308"/>
                  <a:pt x="1203952" y="148847"/>
                </a:cubicBezTo>
                <a:lnTo>
                  <a:pt x="1203952" y="57916"/>
                </a:lnTo>
                <a:lnTo>
                  <a:pt x="1202911" y="57146"/>
                </a:lnTo>
                <a:moveTo>
                  <a:pt x="1190677" y="98"/>
                </a:moveTo>
                <a:cubicBezTo>
                  <a:pt x="1183651" y="98"/>
                  <a:pt x="1177661" y="5993"/>
                  <a:pt x="1177661" y="13167"/>
                </a:cubicBezTo>
                <a:cubicBezTo>
                  <a:pt x="1177661" y="20341"/>
                  <a:pt x="1183389" y="26233"/>
                  <a:pt x="1190677" y="26233"/>
                </a:cubicBezTo>
                <a:cubicBezTo>
                  <a:pt x="1198228" y="26233"/>
                  <a:pt x="1204214" y="20595"/>
                  <a:pt x="1204214" y="13167"/>
                </a:cubicBezTo>
                <a:cubicBezTo>
                  <a:pt x="1204214" y="5993"/>
                  <a:pt x="1198228" y="98"/>
                  <a:pt x="1190677" y="98"/>
                </a:cubicBezTo>
                <a:close/>
                <a:moveTo>
                  <a:pt x="1333331" y="134984"/>
                </a:moveTo>
                <a:cubicBezTo>
                  <a:pt x="1320835" y="152906"/>
                  <a:pt x="1311464" y="159051"/>
                  <a:pt x="1296625" y="159051"/>
                </a:cubicBezTo>
                <a:cubicBezTo>
                  <a:pt x="1272935" y="159051"/>
                  <a:pt x="1256276" y="138569"/>
                  <a:pt x="1256276" y="109127"/>
                </a:cubicBezTo>
                <a:cubicBezTo>
                  <a:pt x="1256276" y="82757"/>
                  <a:pt x="1270596" y="64578"/>
                  <a:pt x="1291680" y="64578"/>
                </a:cubicBezTo>
                <a:cubicBezTo>
                  <a:pt x="1301050" y="64578"/>
                  <a:pt x="1304434" y="67392"/>
                  <a:pt x="1307040" y="76865"/>
                </a:cubicBezTo>
                <a:lnTo>
                  <a:pt x="1308601" y="82499"/>
                </a:lnTo>
                <a:cubicBezTo>
                  <a:pt x="1310682" y="89669"/>
                  <a:pt x="1315369" y="94278"/>
                  <a:pt x="1320835" y="94278"/>
                </a:cubicBezTo>
                <a:cubicBezTo>
                  <a:pt x="1327603" y="94278"/>
                  <a:pt x="1333331" y="89411"/>
                  <a:pt x="1333331" y="83523"/>
                </a:cubicBezTo>
                <a:cubicBezTo>
                  <a:pt x="1333331" y="69187"/>
                  <a:pt x="1315107" y="57146"/>
                  <a:pt x="1293241" y="57146"/>
                </a:cubicBezTo>
                <a:cubicBezTo>
                  <a:pt x="1280486" y="57146"/>
                  <a:pt x="1267212" y="62271"/>
                  <a:pt x="1256539" y="71490"/>
                </a:cubicBezTo>
                <a:cubicBezTo>
                  <a:pt x="1243522" y="82757"/>
                  <a:pt x="1236233" y="100166"/>
                  <a:pt x="1236233" y="120390"/>
                </a:cubicBezTo>
                <a:cubicBezTo>
                  <a:pt x="1236233" y="153676"/>
                  <a:pt x="1256797" y="177497"/>
                  <a:pt x="1285694" y="177497"/>
                </a:cubicBezTo>
                <a:cubicBezTo>
                  <a:pt x="1297407" y="177497"/>
                  <a:pt x="1307818" y="173399"/>
                  <a:pt x="1317192" y="165455"/>
                </a:cubicBezTo>
                <a:cubicBezTo>
                  <a:pt x="1324219" y="159305"/>
                  <a:pt x="1329164" y="152393"/>
                  <a:pt x="1336973" y="137287"/>
                </a:cubicBezTo>
                <a:lnTo>
                  <a:pt x="1333331" y="134984"/>
                </a:lnTo>
                <a:close/>
                <a:moveTo>
                  <a:pt x="1460362" y="158031"/>
                </a:moveTo>
                <a:cubicBezTo>
                  <a:pt x="1455937" y="161612"/>
                  <a:pt x="1452815" y="162894"/>
                  <a:pt x="1448910" y="162894"/>
                </a:cubicBezTo>
                <a:cubicBezTo>
                  <a:pt x="1442924" y="162894"/>
                  <a:pt x="1441101" y="159309"/>
                  <a:pt x="1441101" y="148046"/>
                </a:cubicBezTo>
                <a:lnTo>
                  <a:pt x="1441101" y="98117"/>
                </a:lnTo>
                <a:cubicBezTo>
                  <a:pt x="1441101" y="84802"/>
                  <a:pt x="1439798" y="77377"/>
                  <a:pt x="1435894" y="71232"/>
                </a:cubicBezTo>
                <a:cubicBezTo>
                  <a:pt x="1430166" y="62017"/>
                  <a:pt x="1418973" y="57146"/>
                  <a:pt x="1403617" y="57146"/>
                </a:cubicBezTo>
                <a:cubicBezTo>
                  <a:pt x="1379145" y="57146"/>
                  <a:pt x="1359884" y="69695"/>
                  <a:pt x="1359884" y="85826"/>
                </a:cubicBezTo>
                <a:cubicBezTo>
                  <a:pt x="1359884" y="91718"/>
                  <a:pt x="1365087" y="96835"/>
                  <a:pt x="1371077" y="96835"/>
                </a:cubicBezTo>
                <a:cubicBezTo>
                  <a:pt x="1377321" y="96835"/>
                  <a:pt x="1382791" y="91718"/>
                  <a:pt x="1382791" y="86084"/>
                </a:cubicBezTo>
                <a:cubicBezTo>
                  <a:pt x="1382791" y="85060"/>
                  <a:pt x="1382529" y="83777"/>
                  <a:pt x="1382271" y="81987"/>
                </a:cubicBezTo>
                <a:cubicBezTo>
                  <a:pt x="1381750" y="79684"/>
                  <a:pt x="1381488" y="77635"/>
                  <a:pt x="1381488" y="75841"/>
                </a:cubicBezTo>
                <a:cubicBezTo>
                  <a:pt x="1381488" y="68929"/>
                  <a:pt x="1389818" y="63295"/>
                  <a:pt x="1400232" y="63295"/>
                </a:cubicBezTo>
                <a:cubicBezTo>
                  <a:pt x="1412987" y="63295"/>
                  <a:pt x="1420013" y="70719"/>
                  <a:pt x="1420013" y="84547"/>
                </a:cubicBezTo>
                <a:lnTo>
                  <a:pt x="1420013" y="100166"/>
                </a:lnTo>
                <a:cubicBezTo>
                  <a:pt x="1379927" y="116039"/>
                  <a:pt x="1375502" y="118087"/>
                  <a:pt x="1364309" y="127818"/>
                </a:cubicBezTo>
                <a:cubicBezTo>
                  <a:pt x="1358581" y="132940"/>
                  <a:pt x="1354935" y="141642"/>
                  <a:pt x="1354935" y="150091"/>
                </a:cubicBezTo>
                <a:cubicBezTo>
                  <a:pt x="1354935" y="166225"/>
                  <a:pt x="1366390" y="177497"/>
                  <a:pt x="1382271" y="177497"/>
                </a:cubicBezTo>
                <a:cubicBezTo>
                  <a:pt x="1393722" y="177497"/>
                  <a:pt x="1404395" y="172117"/>
                  <a:pt x="1420276" y="158793"/>
                </a:cubicBezTo>
                <a:cubicBezTo>
                  <a:pt x="1421578" y="172117"/>
                  <a:pt x="1426262" y="177497"/>
                  <a:pt x="1436934" y="177497"/>
                </a:cubicBezTo>
                <a:cubicBezTo>
                  <a:pt x="1445784" y="177497"/>
                  <a:pt x="1451254" y="174424"/>
                  <a:pt x="1460362" y="164689"/>
                </a:cubicBezTo>
                <a:lnTo>
                  <a:pt x="1460362" y="158031"/>
                </a:lnTo>
                <a:moveTo>
                  <a:pt x="1420013" y="143421"/>
                </a:moveTo>
                <a:cubicBezTo>
                  <a:pt x="1420013" y="151365"/>
                  <a:pt x="1418715" y="153672"/>
                  <a:pt x="1413245" y="156745"/>
                </a:cubicBezTo>
                <a:cubicBezTo>
                  <a:pt x="1407001" y="160334"/>
                  <a:pt x="1399712" y="162636"/>
                  <a:pt x="1394243" y="162636"/>
                </a:cubicBezTo>
                <a:cubicBezTo>
                  <a:pt x="1385135" y="162636"/>
                  <a:pt x="1377846" y="153926"/>
                  <a:pt x="1377846" y="142909"/>
                </a:cubicBezTo>
                <a:lnTo>
                  <a:pt x="1377846" y="141885"/>
                </a:lnTo>
                <a:cubicBezTo>
                  <a:pt x="1377846" y="126766"/>
                  <a:pt x="1388515" y="117544"/>
                  <a:pt x="1420013" y="106269"/>
                </a:cubicBezTo>
                <a:lnTo>
                  <a:pt x="1420013" y="143421"/>
                </a:lnTo>
                <a:close/>
                <a:moveTo>
                  <a:pt x="1527263" y="59648"/>
                </a:moveTo>
                <a:lnTo>
                  <a:pt x="1500972" y="59648"/>
                </a:lnTo>
                <a:lnTo>
                  <a:pt x="1500972" y="29927"/>
                </a:lnTo>
                <a:cubicBezTo>
                  <a:pt x="1500972" y="27367"/>
                  <a:pt x="1500714" y="26597"/>
                  <a:pt x="1499149" y="26597"/>
                </a:cubicBezTo>
                <a:cubicBezTo>
                  <a:pt x="1497330" y="28903"/>
                  <a:pt x="1495765" y="31210"/>
                  <a:pt x="1493946" y="33771"/>
                </a:cubicBezTo>
                <a:cubicBezTo>
                  <a:pt x="1484051" y="47864"/>
                  <a:pt x="1472858" y="60164"/>
                  <a:pt x="1468695" y="61188"/>
                </a:cubicBezTo>
                <a:cubicBezTo>
                  <a:pt x="1465831" y="62979"/>
                  <a:pt x="1464266" y="64773"/>
                  <a:pt x="1464266" y="66055"/>
                </a:cubicBezTo>
                <a:cubicBezTo>
                  <a:pt x="1464266" y="66826"/>
                  <a:pt x="1464528" y="67338"/>
                  <a:pt x="1465311" y="67850"/>
                </a:cubicBezTo>
                <a:lnTo>
                  <a:pt x="1479106" y="67850"/>
                </a:lnTo>
                <a:lnTo>
                  <a:pt x="1479106" y="144961"/>
                </a:lnTo>
                <a:cubicBezTo>
                  <a:pt x="1479106" y="166479"/>
                  <a:pt x="1486915" y="177497"/>
                  <a:pt x="1502275" y="177497"/>
                </a:cubicBezTo>
                <a:cubicBezTo>
                  <a:pt x="1515029" y="177497"/>
                  <a:pt x="1524920" y="171351"/>
                  <a:pt x="1533512" y="158027"/>
                </a:cubicBezTo>
                <a:lnTo>
                  <a:pt x="1530127" y="155208"/>
                </a:lnTo>
                <a:cubicBezTo>
                  <a:pt x="1524662" y="161612"/>
                  <a:pt x="1520237" y="164177"/>
                  <a:pt x="1514509" y="164177"/>
                </a:cubicBezTo>
                <a:cubicBezTo>
                  <a:pt x="1504877" y="164177"/>
                  <a:pt x="1500972" y="157257"/>
                  <a:pt x="1500972" y="141118"/>
                </a:cubicBezTo>
                <a:lnTo>
                  <a:pt x="1500972" y="67850"/>
                </a:lnTo>
                <a:lnTo>
                  <a:pt x="1527263" y="67850"/>
                </a:lnTo>
                <a:lnTo>
                  <a:pt x="1527263" y="59648"/>
                </a:lnTo>
                <a:close/>
                <a:moveTo>
                  <a:pt x="1639459" y="132904"/>
                </a:moveTo>
                <a:cubicBezTo>
                  <a:pt x="1626967" y="152386"/>
                  <a:pt x="1615769" y="159822"/>
                  <a:pt x="1599110" y="159822"/>
                </a:cubicBezTo>
                <a:cubicBezTo>
                  <a:pt x="1584275" y="159822"/>
                  <a:pt x="1573081" y="152386"/>
                  <a:pt x="1565530" y="137776"/>
                </a:cubicBezTo>
                <a:cubicBezTo>
                  <a:pt x="1560843" y="128033"/>
                  <a:pt x="1559024" y="119573"/>
                  <a:pt x="1558504" y="103935"/>
                </a:cubicBezTo>
                <a:lnTo>
                  <a:pt x="1638680" y="103935"/>
                </a:lnTo>
                <a:cubicBezTo>
                  <a:pt x="1636595" y="87312"/>
                  <a:pt x="1633993" y="79907"/>
                  <a:pt x="1627487" y="71736"/>
                </a:cubicBezTo>
                <a:cubicBezTo>
                  <a:pt x="1619674" y="62529"/>
                  <a:pt x="1607702" y="57146"/>
                  <a:pt x="1594165" y="57146"/>
                </a:cubicBezTo>
                <a:cubicBezTo>
                  <a:pt x="1581149" y="57146"/>
                  <a:pt x="1568915" y="61759"/>
                  <a:pt x="1559024" y="70458"/>
                </a:cubicBezTo>
                <a:cubicBezTo>
                  <a:pt x="1546786" y="80927"/>
                  <a:pt x="1539760" y="99067"/>
                  <a:pt x="1539760" y="120085"/>
                </a:cubicBezTo>
                <a:cubicBezTo>
                  <a:pt x="1539760" y="155462"/>
                  <a:pt x="1558504" y="177497"/>
                  <a:pt x="1588437" y="177497"/>
                </a:cubicBezTo>
                <a:cubicBezTo>
                  <a:pt x="1613168" y="177497"/>
                  <a:pt x="1632690" y="162382"/>
                  <a:pt x="1643626" y="134699"/>
                </a:cubicBezTo>
                <a:lnTo>
                  <a:pt x="1639459" y="132904"/>
                </a:lnTo>
                <a:moveTo>
                  <a:pt x="1559024" y="95737"/>
                </a:moveTo>
                <a:cubicBezTo>
                  <a:pt x="1561884" y="75821"/>
                  <a:pt x="1570738" y="66372"/>
                  <a:pt x="1586614" y="66372"/>
                </a:cubicBezTo>
                <a:cubicBezTo>
                  <a:pt x="1602495" y="66372"/>
                  <a:pt x="1608743" y="73523"/>
                  <a:pt x="1612127" y="95737"/>
                </a:cubicBezTo>
                <a:lnTo>
                  <a:pt x="1559024" y="95737"/>
                </a:lnTo>
                <a:close/>
                <a:moveTo>
                  <a:pt x="1738379" y="177497"/>
                </a:moveTo>
                <a:lnTo>
                  <a:pt x="1776646" y="164177"/>
                </a:lnTo>
                <a:lnTo>
                  <a:pt x="1776646" y="160080"/>
                </a:lnTo>
                <a:cubicBezTo>
                  <a:pt x="1771959" y="160334"/>
                  <a:pt x="1771439" y="160334"/>
                  <a:pt x="1770657" y="160334"/>
                </a:cubicBezTo>
                <a:cubicBezTo>
                  <a:pt x="1761286" y="160334"/>
                  <a:pt x="1759205" y="157519"/>
                  <a:pt x="1759205" y="145739"/>
                </a:cubicBezTo>
                <a:lnTo>
                  <a:pt x="1759205" y="524"/>
                </a:lnTo>
                <a:lnTo>
                  <a:pt x="1757902" y="12"/>
                </a:lnTo>
                <a:cubicBezTo>
                  <a:pt x="1745406" y="4367"/>
                  <a:pt x="1736298" y="6928"/>
                  <a:pt x="1719635" y="11287"/>
                </a:cubicBezTo>
                <a:lnTo>
                  <a:pt x="1719635" y="15384"/>
                </a:lnTo>
                <a:cubicBezTo>
                  <a:pt x="1721720" y="15130"/>
                  <a:pt x="1723282" y="15130"/>
                  <a:pt x="1725363" y="15130"/>
                </a:cubicBezTo>
                <a:cubicBezTo>
                  <a:pt x="1734995" y="15130"/>
                  <a:pt x="1737339" y="17691"/>
                  <a:pt x="1737339" y="28196"/>
                </a:cubicBezTo>
                <a:lnTo>
                  <a:pt x="1737339" y="68163"/>
                </a:lnTo>
                <a:cubicBezTo>
                  <a:pt x="1727444" y="59964"/>
                  <a:pt x="1720418" y="57146"/>
                  <a:pt x="1710003" y="57146"/>
                </a:cubicBezTo>
                <a:cubicBezTo>
                  <a:pt x="1680069" y="57146"/>
                  <a:pt x="1655859" y="86084"/>
                  <a:pt x="1655859" y="122443"/>
                </a:cubicBezTo>
                <a:cubicBezTo>
                  <a:pt x="1655859" y="155212"/>
                  <a:pt x="1675382" y="177497"/>
                  <a:pt x="1704017" y="177497"/>
                </a:cubicBezTo>
                <a:cubicBezTo>
                  <a:pt x="1718594" y="177497"/>
                  <a:pt x="1728489" y="172375"/>
                  <a:pt x="1737339" y="160334"/>
                </a:cubicBezTo>
                <a:lnTo>
                  <a:pt x="1737339" y="176730"/>
                </a:lnTo>
                <a:lnTo>
                  <a:pt x="1738379" y="177497"/>
                </a:lnTo>
                <a:moveTo>
                  <a:pt x="1737339" y="148812"/>
                </a:moveTo>
                <a:cubicBezTo>
                  <a:pt x="1737339" y="150607"/>
                  <a:pt x="1735516" y="153680"/>
                  <a:pt x="1732914" y="156495"/>
                </a:cubicBezTo>
                <a:cubicBezTo>
                  <a:pt x="1728227" y="161616"/>
                  <a:pt x="1721720" y="164177"/>
                  <a:pt x="1714170" y="164177"/>
                </a:cubicBezTo>
                <a:cubicBezTo>
                  <a:pt x="1692565" y="164177"/>
                  <a:pt x="1678246" y="143691"/>
                  <a:pt x="1678246" y="112200"/>
                </a:cubicBezTo>
                <a:cubicBezTo>
                  <a:pt x="1678246" y="83269"/>
                  <a:pt x="1691000" y="64323"/>
                  <a:pt x="1710785" y="64323"/>
                </a:cubicBezTo>
                <a:cubicBezTo>
                  <a:pt x="1724584" y="64323"/>
                  <a:pt x="1737339" y="76353"/>
                  <a:pt x="1737339" y="89923"/>
                </a:cubicBezTo>
                <a:lnTo>
                  <a:pt x="1737339" y="148812"/>
                </a:lnTo>
                <a:close/>
                <a:moveTo>
                  <a:pt x="1958343" y="158031"/>
                </a:moveTo>
                <a:cubicBezTo>
                  <a:pt x="1953918" y="161612"/>
                  <a:pt x="1950796" y="162894"/>
                  <a:pt x="1946891" y="162894"/>
                </a:cubicBezTo>
                <a:cubicBezTo>
                  <a:pt x="1940906" y="162894"/>
                  <a:pt x="1939082" y="159309"/>
                  <a:pt x="1939082" y="148046"/>
                </a:cubicBezTo>
                <a:lnTo>
                  <a:pt x="1939082" y="98117"/>
                </a:lnTo>
                <a:cubicBezTo>
                  <a:pt x="1939082" y="84802"/>
                  <a:pt x="1937780" y="77377"/>
                  <a:pt x="1933875" y="71232"/>
                </a:cubicBezTo>
                <a:cubicBezTo>
                  <a:pt x="1928147" y="62017"/>
                  <a:pt x="1916954" y="57146"/>
                  <a:pt x="1901598" y="57146"/>
                </a:cubicBezTo>
                <a:cubicBezTo>
                  <a:pt x="1877126" y="57146"/>
                  <a:pt x="1857865" y="69695"/>
                  <a:pt x="1857865" y="85826"/>
                </a:cubicBezTo>
                <a:cubicBezTo>
                  <a:pt x="1857865" y="91718"/>
                  <a:pt x="1863069" y="96835"/>
                  <a:pt x="1869059" y="96835"/>
                </a:cubicBezTo>
                <a:cubicBezTo>
                  <a:pt x="1875303" y="96835"/>
                  <a:pt x="1880772" y="91718"/>
                  <a:pt x="1880772" y="86084"/>
                </a:cubicBezTo>
                <a:cubicBezTo>
                  <a:pt x="1880772" y="85060"/>
                  <a:pt x="1880510" y="83777"/>
                  <a:pt x="1880252" y="81987"/>
                </a:cubicBezTo>
                <a:cubicBezTo>
                  <a:pt x="1879732" y="79684"/>
                  <a:pt x="1879469" y="77635"/>
                  <a:pt x="1879469" y="75841"/>
                </a:cubicBezTo>
                <a:cubicBezTo>
                  <a:pt x="1879469" y="68929"/>
                  <a:pt x="1887799" y="63295"/>
                  <a:pt x="1898214" y="63295"/>
                </a:cubicBezTo>
                <a:cubicBezTo>
                  <a:pt x="1910968" y="63295"/>
                  <a:pt x="1917995" y="70719"/>
                  <a:pt x="1917995" y="84547"/>
                </a:cubicBezTo>
                <a:lnTo>
                  <a:pt x="1917995" y="100166"/>
                </a:lnTo>
                <a:cubicBezTo>
                  <a:pt x="1877908" y="116039"/>
                  <a:pt x="1873483" y="118087"/>
                  <a:pt x="1862290" y="127818"/>
                </a:cubicBezTo>
                <a:cubicBezTo>
                  <a:pt x="1856562" y="132940"/>
                  <a:pt x="1852916" y="141642"/>
                  <a:pt x="1852916" y="150091"/>
                </a:cubicBezTo>
                <a:cubicBezTo>
                  <a:pt x="1852916" y="166225"/>
                  <a:pt x="1864371" y="177497"/>
                  <a:pt x="1880252" y="177497"/>
                </a:cubicBezTo>
                <a:cubicBezTo>
                  <a:pt x="1891703" y="177497"/>
                  <a:pt x="1902376" y="172117"/>
                  <a:pt x="1918257" y="158793"/>
                </a:cubicBezTo>
                <a:cubicBezTo>
                  <a:pt x="1919560" y="172117"/>
                  <a:pt x="1924243" y="177497"/>
                  <a:pt x="1934916" y="177497"/>
                </a:cubicBezTo>
                <a:cubicBezTo>
                  <a:pt x="1943765" y="177497"/>
                  <a:pt x="1949235" y="174424"/>
                  <a:pt x="1958343" y="164689"/>
                </a:cubicBezTo>
                <a:lnTo>
                  <a:pt x="1958343" y="158031"/>
                </a:lnTo>
                <a:moveTo>
                  <a:pt x="1917995" y="143421"/>
                </a:moveTo>
                <a:cubicBezTo>
                  <a:pt x="1917995" y="151365"/>
                  <a:pt x="1916696" y="153672"/>
                  <a:pt x="1911226" y="156745"/>
                </a:cubicBezTo>
                <a:cubicBezTo>
                  <a:pt x="1904982" y="160334"/>
                  <a:pt x="1897693" y="162636"/>
                  <a:pt x="1892224" y="162636"/>
                </a:cubicBezTo>
                <a:cubicBezTo>
                  <a:pt x="1883116" y="162636"/>
                  <a:pt x="1875827" y="153926"/>
                  <a:pt x="1875827" y="142909"/>
                </a:cubicBezTo>
                <a:lnTo>
                  <a:pt x="1875827" y="141885"/>
                </a:lnTo>
                <a:cubicBezTo>
                  <a:pt x="1875827" y="126766"/>
                  <a:pt x="1886496" y="117544"/>
                  <a:pt x="1917995" y="106269"/>
                </a:cubicBezTo>
                <a:lnTo>
                  <a:pt x="1917995" y="143421"/>
                </a:lnTo>
                <a:close/>
                <a:moveTo>
                  <a:pt x="2040603" y="94493"/>
                </a:moveTo>
                <a:lnTo>
                  <a:pt x="2039562" y="59648"/>
                </a:lnTo>
                <a:lnTo>
                  <a:pt x="2036698" y="59648"/>
                </a:lnTo>
                <a:lnTo>
                  <a:pt x="2036178" y="60164"/>
                </a:lnTo>
                <a:cubicBezTo>
                  <a:pt x="2033834" y="61954"/>
                  <a:pt x="2033576" y="62212"/>
                  <a:pt x="2032535" y="62212"/>
                </a:cubicBezTo>
                <a:cubicBezTo>
                  <a:pt x="2030974" y="62212"/>
                  <a:pt x="2028369" y="61700"/>
                  <a:pt x="2025505" y="60418"/>
                </a:cubicBezTo>
                <a:cubicBezTo>
                  <a:pt x="2019777" y="58424"/>
                  <a:pt x="2014053" y="57396"/>
                  <a:pt x="2007285" y="57396"/>
                </a:cubicBezTo>
                <a:cubicBezTo>
                  <a:pt x="1986717" y="57396"/>
                  <a:pt x="1971882" y="70461"/>
                  <a:pt x="1971882" y="88899"/>
                </a:cubicBezTo>
                <a:cubicBezTo>
                  <a:pt x="1971882" y="103235"/>
                  <a:pt x="1980211" y="113478"/>
                  <a:pt x="2002340" y="125770"/>
                </a:cubicBezTo>
                <a:lnTo>
                  <a:pt x="2017437" y="134222"/>
                </a:lnTo>
                <a:cubicBezTo>
                  <a:pt x="2026545" y="139343"/>
                  <a:pt x="2030974" y="145489"/>
                  <a:pt x="2030974" y="153426"/>
                </a:cubicBezTo>
                <a:cubicBezTo>
                  <a:pt x="2030974" y="164693"/>
                  <a:pt x="2022641" y="171863"/>
                  <a:pt x="2009366" y="171863"/>
                </a:cubicBezTo>
                <a:cubicBezTo>
                  <a:pt x="2000516" y="171863"/>
                  <a:pt x="1992445" y="168532"/>
                  <a:pt x="1987500" y="162898"/>
                </a:cubicBezTo>
                <a:cubicBezTo>
                  <a:pt x="1982034" y="156498"/>
                  <a:pt x="1979691" y="150607"/>
                  <a:pt x="1976307" y="136013"/>
                </a:cubicBezTo>
                <a:lnTo>
                  <a:pt x="1972140" y="136013"/>
                </a:lnTo>
                <a:lnTo>
                  <a:pt x="1972140" y="175960"/>
                </a:lnTo>
                <a:lnTo>
                  <a:pt x="1975524" y="175960"/>
                </a:lnTo>
                <a:cubicBezTo>
                  <a:pt x="1977347" y="173399"/>
                  <a:pt x="1978388" y="172887"/>
                  <a:pt x="1981514" y="172887"/>
                </a:cubicBezTo>
                <a:cubicBezTo>
                  <a:pt x="1983857" y="172946"/>
                  <a:pt x="1987500" y="173458"/>
                  <a:pt x="1993486" y="174994"/>
                </a:cubicBezTo>
                <a:cubicBezTo>
                  <a:pt x="2000775" y="176472"/>
                  <a:pt x="2007805" y="177497"/>
                  <a:pt x="2012488" y="177497"/>
                </a:cubicBezTo>
                <a:cubicBezTo>
                  <a:pt x="2032535" y="177497"/>
                  <a:pt x="2049194" y="162644"/>
                  <a:pt x="2049194" y="144719"/>
                </a:cubicBezTo>
                <a:cubicBezTo>
                  <a:pt x="2049194" y="131915"/>
                  <a:pt x="2042946" y="123467"/>
                  <a:pt x="2027328" y="114248"/>
                </a:cubicBezTo>
                <a:lnTo>
                  <a:pt x="1999213" y="97859"/>
                </a:lnTo>
                <a:cubicBezTo>
                  <a:pt x="1991925" y="93762"/>
                  <a:pt x="1988020" y="87362"/>
                  <a:pt x="1988020" y="80446"/>
                </a:cubicBezTo>
                <a:cubicBezTo>
                  <a:pt x="1988020" y="70203"/>
                  <a:pt x="1996091" y="63033"/>
                  <a:pt x="2008063" y="63033"/>
                </a:cubicBezTo>
                <a:cubicBezTo>
                  <a:pt x="2022903" y="63033"/>
                  <a:pt x="2030712" y="71740"/>
                  <a:pt x="2036698" y="94532"/>
                </a:cubicBezTo>
                <a:lnTo>
                  <a:pt x="2040603" y="94493"/>
                </a:lnTo>
                <a:close/>
                <a:moveTo>
                  <a:pt x="2239222" y="158031"/>
                </a:moveTo>
                <a:cubicBezTo>
                  <a:pt x="2234797" y="161612"/>
                  <a:pt x="2231675" y="162894"/>
                  <a:pt x="2227771" y="162894"/>
                </a:cubicBezTo>
                <a:cubicBezTo>
                  <a:pt x="2221785" y="162894"/>
                  <a:pt x="2219961" y="159309"/>
                  <a:pt x="2219961" y="148046"/>
                </a:cubicBezTo>
                <a:lnTo>
                  <a:pt x="2219961" y="98117"/>
                </a:lnTo>
                <a:cubicBezTo>
                  <a:pt x="2219961" y="84802"/>
                  <a:pt x="2218659" y="77377"/>
                  <a:pt x="2214754" y="71232"/>
                </a:cubicBezTo>
                <a:cubicBezTo>
                  <a:pt x="2209026" y="62017"/>
                  <a:pt x="2197833" y="57146"/>
                  <a:pt x="2182477" y="57146"/>
                </a:cubicBezTo>
                <a:cubicBezTo>
                  <a:pt x="2158005" y="57146"/>
                  <a:pt x="2138744" y="69695"/>
                  <a:pt x="2138744" y="85826"/>
                </a:cubicBezTo>
                <a:cubicBezTo>
                  <a:pt x="2138744" y="91718"/>
                  <a:pt x="2143948" y="96835"/>
                  <a:pt x="2149938" y="96835"/>
                </a:cubicBezTo>
                <a:cubicBezTo>
                  <a:pt x="2156182" y="96835"/>
                  <a:pt x="2161651" y="91718"/>
                  <a:pt x="2161651" y="86084"/>
                </a:cubicBezTo>
                <a:cubicBezTo>
                  <a:pt x="2161651" y="85060"/>
                  <a:pt x="2161389" y="83777"/>
                  <a:pt x="2161131" y="81987"/>
                </a:cubicBezTo>
                <a:cubicBezTo>
                  <a:pt x="2160611" y="79684"/>
                  <a:pt x="2160348" y="77635"/>
                  <a:pt x="2160348" y="75841"/>
                </a:cubicBezTo>
                <a:cubicBezTo>
                  <a:pt x="2160348" y="68929"/>
                  <a:pt x="2168678" y="63295"/>
                  <a:pt x="2179093" y="63295"/>
                </a:cubicBezTo>
                <a:cubicBezTo>
                  <a:pt x="2191847" y="63295"/>
                  <a:pt x="2198874" y="70719"/>
                  <a:pt x="2198874" y="84547"/>
                </a:cubicBezTo>
                <a:lnTo>
                  <a:pt x="2198874" y="100166"/>
                </a:lnTo>
                <a:cubicBezTo>
                  <a:pt x="2158787" y="116039"/>
                  <a:pt x="2154362" y="118087"/>
                  <a:pt x="2143169" y="127818"/>
                </a:cubicBezTo>
                <a:cubicBezTo>
                  <a:pt x="2137441" y="132940"/>
                  <a:pt x="2133795" y="141642"/>
                  <a:pt x="2133795" y="150091"/>
                </a:cubicBezTo>
                <a:cubicBezTo>
                  <a:pt x="2133795" y="166225"/>
                  <a:pt x="2145251" y="177497"/>
                  <a:pt x="2161131" y="177497"/>
                </a:cubicBezTo>
                <a:cubicBezTo>
                  <a:pt x="2172582" y="177497"/>
                  <a:pt x="2183255" y="172117"/>
                  <a:pt x="2199136" y="158793"/>
                </a:cubicBezTo>
                <a:cubicBezTo>
                  <a:pt x="2200439" y="172117"/>
                  <a:pt x="2205122" y="177497"/>
                  <a:pt x="2215795" y="177497"/>
                </a:cubicBezTo>
                <a:cubicBezTo>
                  <a:pt x="2224644" y="177497"/>
                  <a:pt x="2230114" y="174424"/>
                  <a:pt x="2239222" y="164689"/>
                </a:cubicBezTo>
                <a:lnTo>
                  <a:pt x="2239222" y="158031"/>
                </a:lnTo>
                <a:moveTo>
                  <a:pt x="2198874" y="143421"/>
                </a:moveTo>
                <a:cubicBezTo>
                  <a:pt x="2198874" y="151365"/>
                  <a:pt x="2197575" y="153672"/>
                  <a:pt x="2192105" y="156745"/>
                </a:cubicBezTo>
                <a:cubicBezTo>
                  <a:pt x="2185861" y="160334"/>
                  <a:pt x="2178572" y="162636"/>
                  <a:pt x="2173103" y="162636"/>
                </a:cubicBezTo>
                <a:cubicBezTo>
                  <a:pt x="2163995" y="162636"/>
                  <a:pt x="2156706" y="153926"/>
                  <a:pt x="2156706" y="142909"/>
                </a:cubicBezTo>
                <a:lnTo>
                  <a:pt x="2156706" y="141885"/>
                </a:lnTo>
                <a:cubicBezTo>
                  <a:pt x="2156706" y="126766"/>
                  <a:pt x="2167375" y="117544"/>
                  <a:pt x="2198874" y="106269"/>
                </a:cubicBezTo>
                <a:lnTo>
                  <a:pt x="2198874" y="143421"/>
                </a:lnTo>
                <a:close/>
                <a:moveTo>
                  <a:pt x="2329293" y="177497"/>
                </a:moveTo>
                <a:lnTo>
                  <a:pt x="2367560" y="164177"/>
                </a:lnTo>
                <a:lnTo>
                  <a:pt x="2367560" y="160080"/>
                </a:lnTo>
                <a:cubicBezTo>
                  <a:pt x="2362873" y="160334"/>
                  <a:pt x="2362353" y="160334"/>
                  <a:pt x="2361570" y="160334"/>
                </a:cubicBezTo>
                <a:cubicBezTo>
                  <a:pt x="2352200" y="160334"/>
                  <a:pt x="2350119" y="157519"/>
                  <a:pt x="2350119" y="145739"/>
                </a:cubicBezTo>
                <a:lnTo>
                  <a:pt x="2350119" y="524"/>
                </a:lnTo>
                <a:lnTo>
                  <a:pt x="2348816" y="12"/>
                </a:lnTo>
                <a:cubicBezTo>
                  <a:pt x="2336320" y="4367"/>
                  <a:pt x="2327212" y="6928"/>
                  <a:pt x="2310549" y="11287"/>
                </a:cubicBezTo>
                <a:lnTo>
                  <a:pt x="2310549" y="15384"/>
                </a:lnTo>
                <a:cubicBezTo>
                  <a:pt x="2312634" y="15130"/>
                  <a:pt x="2314195" y="15130"/>
                  <a:pt x="2316276" y="15130"/>
                </a:cubicBezTo>
                <a:cubicBezTo>
                  <a:pt x="2325909" y="15130"/>
                  <a:pt x="2328252" y="17691"/>
                  <a:pt x="2328252" y="28196"/>
                </a:cubicBezTo>
                <a:lnTo>
                  <a:pt x="2328252" y="68163"/>
                </a:lnTo>
                <a:cubicBezTo>
                  <a:pt x="2318358" y="59964"/>
                  <a:pt x="2311331" y="57146"/>
                  <a:pt x="2300916" y="57146"/>
                </a:cubicBezTo>
                <a:cubicBezTo>
                  <a:pt x="2270983" y="57146"/>
                  <a:pt x="2246773" y="86084"/>
                  <a:pt x="2246773" y="122443"/>
                </a:cubicBezTo>
                <a:cubicBezTo>
                  <a:pt x="2246773" y="155212"/>
                  <a:pt x="2266296" y="177497"/>
                  <a:pt x="2294930" y="177497"/>
                </a:cubicBezTo>
                <a:cubicBezTo>
                  <a:pt x="2309508" y="177497"/>
                  <a:pt x="2319402" y="172375"/>
                  <a:pt x="2328252" y="160334"/>
                </a:cubicBezTo>
                <a:lnTo>
                  <a:pt x="2328252" y="176730"/>
                </a:lnTo>
                <a:lnTo>
                  <a:pt x="2329293" y="177497"/>
                </a:lnTo>
                <a:moveTo>
                  <a:pt x="2328252" y="148812"/>
                </a:moveTo>
                <a:cubicBezTo>
                  <a:pt x="2328252" y="150607"/>
                  <a:pt x="2326429" y="153680"/>
                  <a:pt x="2323827" y="156495"/>
                </a:cubicBezTo>
                <a:cubicBezTo>
                  <a:pt x="2319140" y="161616"/>
                  <a:pt x="2312634" y="164177"/>
                  <a:pt x="2305083" y="164177"/>
                </a:cubicBezTo>
                <a:cubicBezTo>
                  <a:pt x="2283479" y="164177"/>
                  <a:pt x="2269160" y="143691"/>
                  <a:pt x="2269160" y="112200"/>
                </a:cubicBezTo>
                <a:cubicBezTo>
                  <a:pt x="2269160" y="83269"/>
                  <a:pt x="2281914" y="64323"/>
                  <a:pt x="2301699" y="64323"/>
                </a:cubicBezTo>
                <a:cubicBezTo>
                  <a:pt x="2315498" y="64323"/>
                  <a:pt x="2328252" y="76353"/>
                  <a:pt x="2328252" y="89923"/>
                </a:cubicBezTo>
                <a:lnTo>
                  <a:pt x="2328252" y="148812"/>
                </a:lnTo>
                <a:close/>
                <a:moveTo>
                  <a:pt x="2459450" y="177497"/>
                </a:moveTo>
                <a:lnTo>
                  <a:pt x="2497717" y="164177"/>
                </a:lnTo>
                <a:lnTo>
                  <a:pt x="2497717" y="160080"/>
                </a:lnTo>
                <a:cubicBezTo>
                  <a:pt x="2493030" y="160334"/>
                  <a:pt x="2492510" y="160334"/>
                  <a:pt x="2491727" y="160334"/>
                </a:cubicBezTo>
                <a:cubicBezTo>
                  <a:pt x="2482357" y="160334"/>
                  <a:pt x="2480276" y="157519"/>
                  <a:pt x="2480276" y="145739"/>
                </a:cubicBezTo>
                <a:lnTo>
                  <a:pt x="2480276" y="524"/>
                </a:lnTo>
                <a:lnTo>
                  <a:pt x="2478973" y="12"/>
                </a:lnTo>
                <a:cubicBezTo>
                  <a:pt x="2466477" y="4367"/>
                  <a:pt x="2457369" y="6928"/>
                  <a:pt x="2440706" y="11287"/>
                </a:cubicBezTo>
                <a:lnTo>
                  <a:pt x="2440706" y="15384"/>
                </a:lnTo>
                <a:cubicBezTo>
                  <a:pt x="2442791" y="15130"/>
                  <a:pt x="2444352" y="15130"/>
                  <a:pt x="2446434" y="15130"/>
                </a:cubicBezTo>
                <a:cubicBezTo>
                  <a:pt x="2456066" y="15130"/>
                  <a:pt x="2458409" y="17691"/>
                  <a:pt x="2458409" y="28196"/>
                </a:cubicBezTo>
                <a:lnTo>
                  <a:pt x="2458409" y="68163"/>
                </a:lnTo>
                <a:cubicBezTo>
                  <a:pt x="2448515" y="59964"/>
                  <a:pt x="2441488" y="57146"/>
                  <a:pt x="2431074" y="57146"/>
                </a:cubicBezTo>
                <a:cubicBezTo>
                  <a:pt x="2401140" y="57146"/>
                  <a:pt x="2376930" y="86084"/>
                  <a:pt x="2376930" y="122443"/>
                </a:cubicBezTo>
                <a:cubicBezTo>
                  <a:pt x="2376930" y="155212"/>
                  <a:pt x="2396453" y="177497"/>
                  <a:pt x="2425088" y="177497"/>
                </a:cubicBezTo>
                <a:cubicBezTo>
                  <a:pt x="2439665" y="177497"/>
                  <a:pt x="2449560" y="172375"/>
                  <a:pt x="2458409" y="160334"/>
                </a:cubicBezTo>
                <a:lnTo>
                  <a:pt x="2458409" y="176730"/>
                </a:lnTo>
                <a:lnTo>
                  <a:pt x="2459450" y="177497"/>
                </a:lnTo>
                <a:moveTo>
                  <a:pt x="2458409" y="148812"/>
                </a:moveTo>
                <a:cubicBezTo>
                  <a:pt x="2458409" y="150607"/>
                  <a:pt x="2456586" y="153680"/>
                  <a:pt x="2453985" y="156495"/>
                </a:cubicBezTo>
                <a:cubicBezTo>
                  <a:pt x="2449297" y="161616"/>
                  <a:pt x="2442791" y="164177"/>
                  <a:pt x="2435240" y="164177"/>
                </a:cubicBezTo>
                <a:cubicBezTo>
                  <a:pt x="2413636" y="164177"/>
                  <a:pt x="2399317" y="143691"/>
                  <a:pt x="2399317" y="112200"/>
                </a:cubicBezTo>
                <a:cubicBezTo>
                  <a:pt x="2399317" y="83269"/>
                  <a:pt x="2412071" y="64323"/>
                  <a:pt x="2431856" y="64323"/>
                </a:cubicBezTo>
                <a:cubicBezTo>
                  <a:pt x="2445655" y="64323"/>
                  <a:pt x="2458409" y="76353"/>
                  <a:pt x="2458409" y="89923"/>
                </a:cubicBezTo>
                <a:lnTo>
                  <a:pt x="2458409" y="148812"/>
                </a:lnTo>
                <a:close/>
                <a:moveTo>
                  <a:pt x="2545612" y="57146"/>
                </a:moveTo>
                <a:lnTo>
                  <a:pt x="2505264" y="71157"/>
                </a:lnTo>
                <a:lnTo>
                  <a:pt x="2505264" y="75004"/>
                </a:lnTo>
                <a:lnTo>
                  <a:pt x="2507349" y="74746"/>
                </a:lnTo>
                <a:cubicBezTo>
                  <a:pt x="2510471" y="74234"/>
                  <a:pt x="2513856" y="73976"/>
                  <a:pt x="2516199" y="73976"/>
                </a:cubicBezTo>
                <a:cubicBezTo>
                  <a:pt x="2522447" y="73976"/>
                  <a:pt x="2524787" y="78077"/>
                  <a:pt x="2524787" y="89360"/>
                </a:cubicBezTo>
                <a:lnTo>
                  <a:pt x="2524787" y="148847"/>
                </a:lnTo>
                <a:cubicBezTo>
                  <a:pt x="2524787" y="167308"/>
                  <a:pt x="2522185" y="170127"/>
                  <a:pt x="2504223" y="171151"/>
                </a:cubicBezTo>
                <a:lnTo>
                  <a:pt x="2504223" y="174994"/>
                </a:lnTo>
                <a:lnTo>
                  <a:pt x="2565918" y="174994"/>
                </a:lnTo>
                <a:lnTo>
                  <a:pt x="2565918" y="171151"/>
                </a:lnTo>
                <a:cubicBezTo>
                  <a:pt x="2548738" y="169873"/>
                  <a:pt x="2546653" y="167308"/>
                  <a:pt x="2546653" y="148847"/>
                </a:cubicBezTo>
                <a:lnTo>
                  <a:pt x="2546653" y="57916"/>
                </a:lnTo>
                <a:lnTo>
                  <a:pt x="2545612" y="57146"/>
                </a:lnTo>
                <a:moveTo>
                  <a:pt x="2533378" y="98"/>
                </a:moveTo>
                <a:cubicBezTo>
                  <a:pt x="2526352" y="98"/>
                  <a:pt x="2520362" y="5993"/>
                  <a:pt x="2520362" y="13167"/>
                </a:cubicBezTo>
                <a:cubicBezTo>
                  <a:pt x="2520362" y="20341"/>
                  <a:pt x="2526090" y="26233"/>
                  <a:pt x="2533378" y="26233"/>
                </a:cubicBezTo>
                <a:cubicBezTo>
                  <a:pt x="2540929" y="26233"/>
                  <a:pt x="2546915" y="20595"/>
                  <a:pt x="2546915" y="13167"/>
                </a:cubicBezTo>
                <a:cubicBezTo>
                  <a:pt x="2546915" y="5993"/>
                  <a:pt x="2540929" y="98"/>
                  <a:pt x="2533378" y="98"/>
                </a:cubicBezTo>
                <a:close/>
                <a:moveTo>
                  <a:pt x="2638806" y="59648"/>
                </a:moveTo>
                <a:lnTo>
                  <a:pt x="2612514" y="59648"/>
                </a:lnTo>
                <a:lnTo>
                  <a:pt x="2612514" y="29927"/>
                </a:lnTo>
                <a:cubicBezTo>
                  <a:pt x="2612514" y="27367"/>
                  <a:pt x="2612256" y="26597"/>
                  <a:pt x="2610691" y="26597"/>
                </a:cubicBezTo>
                <a:cubicBezTo>
                  <a:pt x="2608872" y="28903"/>
                  <a:pt x="2607307" y="31210"/>
                  <a:pt x="2605488" y="33771"/>
                </a:cubicBezTo>
                <a:cubicBezTo>
                  <a:pt x="2595593" y="47864"/>
                  <a:pt x="2584400" y="60164"/>
                  <a:pt x="2580237" y="61188"/>
                </a:cubicBezTo>
                <a:cubicBezTo>
                  <a:pt x="2577373" y="62979"/>
                  <a:pt x="2575808" y="64773"/>
                  <a:pt x="2575808" y="66055"/>
                </a:cubicBezTo>
                <a:cubicBezTo>
                  <a:pt x="2575808" y="66826"/>
                  <a:pt x="2576071" y="67338"/>
                  <a:pt x="2576853" y="67850"/>
                </a:cubicBezTo>
                <a:lnTo>
                  <a:pt x="2590648" y="67850"/>
                </a:lnTo>
                <a:lnTo>
                  <a:pt x="2590648" y="144961"/>
                </a:lnTo>
                <a:cubicBezTo>
                  <a:pt x="2590648" y="166479"/>
                  <a:pt x="2598457" y="177497"/>
                  <a:pt x="2613817" y="177497"/>
                </a:cubicBezTo>
                <a:cubicBezTo>
                  <a:pt x="2626572" y="177497"/>
                  <a:pt x="2636462" y="171351"/>
                  <a:pt x="2645054" y="158027"/>
                </a:cubicBezTo>
                <a:lnTo>
                  <a:pt x="2641670" y="155208"/>
                </a:lnTo>
                <a:cubicBezTo>
                  <a:pt x="2636204" y="161612"/>
                  <a:pt x="2631779" y="164177"/>
                  <a:pt x="2626051" y="164177"/>
                </a:cubicBezTo>
                <a:cubicBezTo>
                  <a:pt x="2616419" y="164177"/>
                  <a:pt x="2612514" y="157257"/>
                  <a:pt x="2612514" y="141118"/>
                </a:cubicBezTo>
                <a:lnTo>
                  <a:pt x="2612514" y="67850"/>
                </a:lnTo>
                <a:lnTo>
                  <a:pt x="2638806" y="67850"/>
                </a:lnTo>
                <a:lnTo>
                  <a:pt x="2638806" y="59648"/>
                </a:lnTo>
                <a:close/>
                <a:moveTo>
                  <a:pt x="2690348" y="57146"/>
                </a:moveTo>
                <a:lnTo>
                  <a:pt x="2649999" y="71157"/>
                </a:lnTo>
                <a:lnTo>
                  <a:pt x="2649999" y="75004"/>
                </a:lnTo>
                <a:lnTo>
                  <a:pt x="2652085" y="74746"/>
                </a:lnTo>
                <a:cubicBezTo>
                  <a:pt x="2655207" y="74234"/>
                  <a:pt x="2658591" y="73976"/>
                  <a:pt x="2660934" y="73976"/>
                </a:cubicBezTo>
                <a:cubicBezTo>
                  <a:pt x="2667182" y="73976"/>
                  <a:pt x="2669522" y="78077"/>
                  <a:pt x="2669522" y="89360"/>
                </a:cubicBezTo>
                <a:lnTo>
                  <a:pt x="2669522" y="148847"/>
                </a:lnTo>
                <a:cubicBezTo>
                  <a:pt x="2669522" y="167308"/>
                  <a:pt x="2666920" y="170127"/>
                  <a:pt x="2648959" y="171151"/>
                </a:cubicBezTo>
                <a:lnTo>
                  <a:pt x="2648959" y="174994"/>
                </a:lnTo>
                <a:lnTo>
                  <a:pt x="2710653" y="174994"/>
                </a:lnTo>
                <a:lnTo>
                  <a:pt x="2710653" y="171151"/>
                </a:lnTo>
                <a:cubicBezTo>
                  <a:pt x="2693474" y="169873"/>
                  <a:pt x="2691388" y="167308"/>
                  <a:pt x="2691388" y="148847"/>
                </a:cubicBezTo>
                <a:lnTo>
                  <a:pt x="2691388" y="57916"/>
                </a:lnTo>
                <a:lnTo>
                  <a:pt x="2690348" y="57146"/>
                </a:lnTo>
                <a:moveTo>
                  <a:pt x="2678114" y="98"/>
                </a:moveTo>
                <a:cubicBezTo>
                  <a:pt x="2671087" y="98"/>
                  <a:pt x="2665097" y="5993"/>
                  <a:pt x="2665097" y="13167"/>
                </a:cubicBezTo>
                <a:cubicBezTo>
                  <a:pt x="2665097" y="20341"/>
                  <a:pt x="2670825" y="26233"/>
                  <a:pt x="2678114" y="26233"/>
                </a:cubicBezTo>
                <a:cubicBezTo>
                  <a:pt x="2685665" y="26233"/>
                  <a:pt x="2691651" y="20595"/>
                  <a:pt x="2691651" y="13167"/>
                </a:cubicBezTo>
                <a:cubicBezTo>
                  <a:pt x="2691651" y="5993"/>
                  <a:pt x="2685665" y="98"/>
                  <a:pt x="2678114" y="98"/>
                </a:cubicBezTo>
                <a:close/>
                <a:moveTo>
                  <a:pt x="2782242" y="57146"/>
                </a:moveTo>
                <a:cubicBezTo>
                  <a:pt x="2748400" y="57146"/>
                  <a:pt x="2724710" y="81733"/>
                  <a:pt x="2724710" y="117067"/>
                </a:cubicBezTo>
                <a:cubicBezTo>
                  <a:pt x="2724710" y="151631"/>
                  <a:pt x="2748920" y="177497"/>
                  <a:pt x="2781717" y="177497"/>
                </a:cubicBezTo>
                <a:cubicBezTo>
                  <a:pt x="2814519" y="177497"/>
                  <a:pt x="2839507" y="150353"/>
                  <a:pt x="2839507" y="115018"/>
                </a:cubicBezTo>
                <a:cubicBezTo>
                  <a:pt x="2839507" y="81475"/>
                  <a:pt x="2815560" y="57146"/>
                  <a:pt x="2782242" y="57146"/>
                </a:cubicBezTo>
                <a:moveTo>
                  <a:pt x="2778858" y="64323"/>
                </a:moveTo>
                <a:cubicBezTo>
                  <a:pt x="2800724" y="64323"/>
                  <a:pt x="2816080" y="88903"/>
                  <a:pt x="2816080" y="123979"/>
                </a:cubicBezTo>
                <a:cubicBezTo>
                  <a:pt x="2816080" y="152913"/>
                  <a:pt x="2804366" y="170323"/>
                  <a:pt x="2784843" y="170323"/>
                </a:cubicBezTo>
                <a:cubicBezTo>
                  <a:pt x="2774691" y="170323"/>
                  <a:pt x="2765059" y="164181"/>
                  <a:pt x="2759593" y="153938"/>
                </a:cubicBezTo>
                <a:cubicBezTo>
                  <a:pt x="2752304" y="140622"/>
                  <a:pt x="2748137" y="122701"/>
                  <a:pt x="2748137" y="104521"/>
                </a:cubicBezTo>
                <a:cubicBezTo>
                  <a:pt x="2748137" y="80196"/>
                  <a:pt x="2760371" y="64323"/>
                  <a:pt x="2778858" y="64323"/>
                </a:cubicBezTo>
                <a:close/>
                <a:moveTo>
                  <a:pt x="2851483" y="73034"/>
                </a:moveTo>
                <a:cubicBezTo>
                  <a:pt x="2853044" y="72264"/>
                  <a:pt x="2855650" y="72010"/>
                  <a:pt x="2858514" y="72010"/>
                </a:cubicBezTo>
                <a:cubicBezTo>
                  <a:pt x="2865803" y="72010"/>
                  <a:pt x="2868142" y="75853"/>
                  <a:pt x="2868142" y="88402"/>
                </a:cubicBezTo>
                <a:lnTo>
                  <a:pt x="2868142" y="151940"/>
                </a:lnTo>
                <a:cubicBezTo>
                  <a:pt x="2868142" y="166542"/>
                  <a:pt x="2865278" y="170127"/>
                  <a:pt x="2852004" y="171151"/>
                </a:cubicBezTo>
                <a:lnTo>
                  <a:pt x="2852004" y="174994"/>
                </a:lnTo>
                <a:lnTo>
                  <a:pt x="2907192" y="174994"/>
                </a:lnTo>
                <a:lnTo>
                  <a:pt x="2907192" y="171151"/>
                </a:lnTo>
                <a:cubicBezTo>
                  <a:pt x="2893913" y="170127"/>
                  <a:pt x="2890009" y="167054"/>
                  <a:pt x="2890009" y="157832"/>
                </a:cubicBezTo>
                <a:lnTo>
                  <a:pt x="2890009" y="85842"/>
                </a:lnTo>
                <a:cubicBezTo>
                  <a:pt x="2902505" y="74312"/>
                  <a:pt x="2908232" y="71239"/>
                  <a:pt x="2916824" y="71239"/>
                </a:cubicBezTo>
                <a:cubicBezTo>
                  <a:pt x="2929578" y="71239"/>
                  <a:pt x="2935826" y="79180"/>
                  <a:pt x="2935826" y="96088"/>
                </a:cubicBezTo>
                <a:lnTo>
                  <a:pt x="2935826" y="149633"/>
                </a:lnTo>
                <a:cubicBezTo>
                  <a:pt x="2935826" y="165772"/>
                  <a:pt x="2932442" y="170127"/>
                  <a:pt x="2919426" y="171151"/>
                </a:cubicBezTo>
                <a:lnTo>
                  <a:pt x="2919426" y="174994"/>
                </a:lnTo>
                <a:lnTo>
                  <a:pt x="2973573" y="174994"/>
                </a:lnTo>
                <a:lnTo>
                  <a:pt x="2973573" y="171151"/>
                </a:lnTo>
                <a:cubicBezTo>
                  <a:pt x="2960815" y="169873"/>
                  <a:pt x="2957693" y="166796"/>
                  <a:pt x="2957693" y="154247"/>
                </a:cubicBezTo>
                <a:lnTo>
                  <a:pt x="2957693" y="95576"/>
                </a:lnTo>
                <a:cubicBezTo>
                  <a:pt x="2957693" y="71497"/>
                  <a:pt x="2946237" y="57146"/>
                  <a:pt x="2926977" y="57146"/>
                </a:cubicBezTo>
                <a:cubicBezTo>
                  <a:pt x="2915001" y="57146"/>
                  <a:pt x="2906930" y="61505"/>
                  <a:pt x="2889230" y="77901"/>
                </a:cubicBezTo>
                <a:lnTo>
                  <a:pt x="2889230" y="57662"/>
                </a:lnTo>
                <a:lnTo>
                  <a:pt x="2887407" y="57146"/>
                </a:lnTo>
                <a:cubicBezTo>
                  <a:pt x="2874652" y="61759"/>
                  <a:pt x="2865803" y="64578"/>
                  <a:pt x="2851483" y="68679"/>
                </a:cubicBezTo>
                <a:lnTo>
                  <a:pt x="2851483" y="73034"/>
                </a:lnTo>
                <a:close/>
                <a:moveTo>
                  <a:pt x="3092533" y="158031"/>
                </a:moveTo>
                <a:cubicBezTo>
                  <a:pt x="3088108" y="161612"/>
                  <a:pt x="3084986" y="162894"/>
                  <a:pt x="3081082" y="162894"/>
                </a:cubicBezTo>
                <a:cubicBezTo>
                  <a:pt x="3075096" y="162894"/>
                  <a:pt x="3073272" y="159309"/>
                  <a:pt x="3073272" y="148046"/>
                </a:cubicBezTo>
                <a:lnTo>
                  <a:pt x="3073272" y="98117"/>
                </a:lnTo>
                <a:cubicBezTo>
                  <a:pt x="3073272" y="84802"/>
                  <a:pt x="3071970" y="77377"/>
                  <a:pt x="3068065" y="71232"/>
                </a:cubicBezTo>
                <a:cubicBezTo>
                  <a:pt x="3062337" y="62017"/>
                  <a:pt x="3051144" y="57146"/>
                  <a:pt x="3035788" y="57146"/>
                </a:cubicBezTo>
                <a:cubicBezTo>
                  <a:pt x="3011316" y="57146"/>
                  <a:pt x="2992055" y="69695"/>
                  <a:pt x="2992055" y="85826"/>
                </a:cubicBezTo>
                <a:cubicBezTo>
                  <a:pt x="2992055" y="91718"/>
                  <a:pt x="2997259" y="96835"/>
                  <a:pt x="3003249" y="96835"/>
                </a:cubicBezTo>
                <a:cubicBezTo>
                  <a:pt x="3009493" y="96835"/>
                  <a:pt x="3014962" y="91718"/>
                  <a:pt x="3014962" y="86084"/>
                </a:cubicBezTo>
                <a:cubicBezTo>
                  <a:pt x="3014962" y="85060"/>
                  <a:pt x="3014700" y="83777"/>
                  <a:pt x="3014442" y="81987"/>
                </a:cubicBezTo>
                <a:cubicBezTo>
                  <a:pt x="3013922" y="79684"/>
                  <a:pt x="3013659" y="77635"/>
                  <a:pt x="3013659" y="75841"/>
                </a:cubicBezTo>
                <a:cubicBezTo>
                  <a:pt x="3013659" y="68929"/>
                  <a:pt x="3021989" y="63295"/>
                  <a:pt x="3032404" y="63295"/>
                </a:cubicBezTo>
                <a:cubicBezTo>
                  <a:pt x="3045158" y="63295"/>
                  <a:pt x="3052185" y="70719"/>
                  <a:pt x="3052185" y="84547"/>
                </a:cubicBezTo>
                <a:lnTo>
                  <a:pt x="3052185" y="100166"/>
                </a:lnTo>
                <a:cubicBezTo>
                  <a:pt x="3012098" y="116039"/>
                  <a:pt x="3007673" y="118087"/>
                  <a:pt x="2996480" y="127818"/>
                </a:cubicBezTo>
                <a:cubicBezTo>
                  <a:pt x="2990752" y="132940"/>
                  <a:pt x="2987106" y="141642"/>
                  <a:pt x="2987106" y="150091"/>
                </a:cubicBezTo>
                <a:cubicBezTo>
                  <a:pt x="2987106" y="166225"/>
                  <a:pt x="2998562" y="177497"/>
                  <a:pt x="3014442" y="177497"/>
                </a:cubicBezTo>
                <a:cubicBezTo>
                  <a:pt x="3025893" y="177497"/>
                  <a:pt x="3036566" y="172117"/>
                  <a:pt x="3052447" y="158793"/>
                </a:cubicBezTo>
                <a:cubicBezTo>
                  <a:pt x="3053750" y="172117"/>
                  <a:pt x="3058433" y="177497"/>
                  <a:pt x="3069106" y="177497"/>
                </a:cubicBezTo>
                <a:cubicBezTo>
                  <a:pt x="3077955" y="177497"/>
                  <a:pt x="3083425" y="174424"/>
                  <a:pt x="3092533" y="164689"/>
                </a:cubicBezTo>
                <a:lnTo>
                  <a:pt x="3092533" y="158031"/>
                </a:lnTo>
                <a:moveTo>
                  <a:pt x="3052185" y="143421"/>
                </a:moveTo>
                <a:cubicBezTo>
                  <a:pt x="3052185" y="151365"/>
                  <a:pt x="3050886" y="153672"/>
                  <a:pt x="3045416" y="156745"/>
                </a:cubicBezTo>
                <a:cubicBezTo>
                  <a:pt x="3039172" y="160334"/>
                  <a:pt x="3031883" y="162636"/>
                  <a:pt x="3026414" y="162636"/>
                </a:cubicBezTo>
                <a:cubicBezTo>
                  <a:pt x="3017306" y="162636"/>
                  <a:pt x="3010017" y="153926"/>
                  <a:pt x="3010017" y="142909"/>
                </a:cubicBezTo>
                <a:lnTo>
                  <a:pt x="3010017" y="141885"/>
                </a:lnTo>
                <a:cubicBezTo>
                  <a:pt x="3010017" y="126766"/>
                  <a:pt x="3020686" y="117544"/>
                  <a:pt x="3052185" y="106269"/>
                </a:cubicBezTo>
                <a:lnTo>
                  <a:pt x="3052185" y="143421"/>
                </a:lnTo>
                <a:close/>
                <a:moveTo>
                  <a:pt x="3098003" y="15372"/>
                </a:moveTo>
                <a:lnTo>
                  <a:pt x="3099564" y="15372"/>
                </a:lnTo>
                <a:cubicBezTo>
                  <a:pt x="3102427" y="15118"/>
                  <a:pt x="3105549" y="14860"/>
                  <a:pt x="3107635" y="14860"/>
                </a:cubicBezTo>
                <a:cubicBezTo>
                  <a:pt x="3115964" y="14860"/>
                  <a:pt x="3118566" y="18449"/>
                  <a:pt x="3118566" y="30490"/>
                </a:cubicBezTo>
                <a:lnTo>
                  <a:pt x="3118566" y="152706"/>
                </a:lnTo>
                <a:cubicBezTo>
                  <a:pt x="3118566" y="166542"/>
                  <a:pt x="3114924" y="169873"/>
                  <a:pt x="3098523" y="171151"/>
                </a:cubicBezTo>
                <a:lnTo>
                  <a:pt x="3098523" y="174994"/>
                </a:lnTo>
                <a:lnTo>
                  <a:pt x="3159955" y="174994"/>
                </a:lnTo>
                <a:lnTo>
                  <a:pt x="3159955" y="171151"/>
                </a:lnTo>
                <a:cubicBezTo>
                  <a:pt x="3143558" y="170127"/>
                  <a:pt x="3140432" y="167566"/>
                  <a:pt x="3140432" y="153472"/>
                </a:cubicBezTo>
                <a:lnTo>
                  <a:pt x="3140432" y="512"/>
                </a:lnTo>
                <a:lnTo>
                  <a:pt x="3139392" y="0"/>
                </a:lnTo>
                <a:cubicBezTo>
                  <a:pt x="3125855" y="4355"/>
                  <a:pt x="3115964" y="6920"/>
                  <a:pt x="3098003" y="11275"/>
                </a:cubicBezTo>
                <a:lnTo>
                  <a:pt x="3098003" y="15372"/>
                </a:lnTo>
                <a:close/>
                <a:moveTo>
                  <a:pt x="3344778" y="158031"/>
                </a:moveTo>
                <a:cubicBezTo>
                  <a:pt x="3340353" y="161612"/>
                  <a:pt x="3337231" y="162894"/>
                  <a:pt x="3333326" y="162894"/>
                </a:cubicBezTo>
                <a:cubicBezTo>
                  <a:pt x="3327341" y="162894"/>
                  <a:pt x="3325517" y="159309"/>
                  <a:pt x="3325517" y="148046"/>
                </a:cubicBezTo>
                <a:lnTo>
                  <a:pt x="3325517" y="98117"/>
                </a:lnTo>
                <a:cubicBezTo>
                  <a:pt x="3325517" y="84802"/>
                  <a:pt x="3324214" y="77377"/>
                  <a:pt x="3320310" y="71232"/>
                </a:cubicBezTo>
                <a:cubicBezTo>
                  <a:pt x="3314582" y="62017"/>
                  <a:pt x="3303389" y="57146"/>
                  <a:pt x="3288033" y="57146"/>
                </a:cubicBezTo>
                <a:cubicBezTo>
                  <a:pt x="3263561" y="57146"/>
                  <a:pt x="3244300" y="69695"/>
                  <a:pt x="3244300" y="85826"/>
                </a:cubicBezTo>
                <a:cubicBezTo>
                  <a:pt x="3244300" y="91718"/>
                  <a:pt x="3249504" y="96835"/>
                  <a:pt x="3255493" y="96835"/>
                </a:cubicBezTo>
                <a:cubicBezTo>
                  <a:pt x="3261738" y="96835"/>
                  <a:pt x="3267207" y="91718"/>
                  <a:pt x="3267207" y="86084"/>
                </a:cubicBezTo>
                <a:cubicBezTo>
                  <a:pt x="3267207" y="85060"/>
                  <a:pt x="3266945" y="83777"/>
                  <a:pt x="3266687" y="81987"/>
                </a:cubicBezTo>
                <a:cubicBezTo>
                  <a:pt x="3266166" y="79684"/>
                  <a:pt x="3265904" y="77635"/>
                  <a:pt x="3265904" y="75841"/>
                </a:cubicBezTo>
                <a:cubicBezTo>
                  <a:pt x="3265904" y="68929"/>
                  <a:pt x="3274234" y="63295"/>
                  <a:pt x="3284649" y="63295"/>
                </a:cubicBezTo>
                <a:cubicBezTo>
                  <a:pt x="3297403" y="63295"/>
                  <a:pt x="3304430" y="70719"/>
                  <a:pt x="3304430" y="84547"/>
                </a:cubicBezTo>
                <a:lnTo>
                  <a:pt x="3304430" y="100166"/>
                </a:lnTo>
                <a:cubicBezTo>
                  <a:pt x="3264343" y="116039"/>
                  <a:pt x="3259918" y="118087"/>
                  <a:pt x="3248725" y="127818"/>
                </a:cubicBezTo>
                <a:cubicBezTo>
                  <a:pt x="3242997" y="132940"/>
                  <a:pt x="3239351" y="141642"/>
                  <a:pt x="3239351" y="150091"/>
                </a:cubicBezTo>
                <a:cubicBezTo>
                  <a:pt x="3239351" y="166225"/>
                  <a:pt x="3250806" y="177497"/>
                  <a:pt x="3266687" y="177497"/>
                </a:cubicBezTo>
                <a:cubicBezTo>
                  <a:pt x="3278138" y="177497"/>
                  <a:pt x="3288811" y="172117"/>
                  <a:pt x="3304692" y="158793"/>
                </a:cubicBezTo>
                <a:cubicBezTo>
                  <a:pt x="3305995" y="172117"/>
                  <a:pt x="3310678" y="177497"/>
                  <a:pt x="3321351" y="177497"/>
                </a:cubicBezTo>
                <a:cubicBezTo>
                  <a:pt x="3330200" y="177497"/>
                  <a:pt x="3335670" y="174424"/>
                  <a:pt x="3344778" y="164689"/>
                </a:cubicBezTo>
                <a:lnTo>
                  <a:pt x="3344778" y="158031"/>
                </a:lnTo>
                <a:moveTo>
                  <a:pt x="3304430" y="143421"/>
                </a:moveTo>
                <a:cubicBezTo>
                  <a:pt x="3304430" y="151365"/>
                  <a:pt x="3303131" y="153672"/>
                  <a:pt x="3297661" y="156745"/>
                </a:cubicBezTo>
                <a:cubicBezTo>
                  <a:pt x="3291417" y="160334"/>
                  <a:pt x="3284128" y="162636"/>
                  <a:pt x="3278659" y="162636"/>
                </a:cubicBezTo>
                <a:cubicBezTo>
                  <a:pt x="3269551" y="162636"/>
                  <a:pt x="3262262" y="153926"/>
                  <a:pt x="3262262" y="142909"/>
                </a:cubicBezTo>
                <a:lnTo>
                  <a:pt x="3262262" y="141885"/>
                </a:lnTo>
                <a:cubicBezTo>
                  <a:pt x="3262262" y="126766"/>
                  <a:pt x="3272931" y="117544"/>
                  <a:pt x="3304430" y="106269"/>
                </a:cubicBezTo>
                <a:lnTo>
                  <a:pt x="3304430" y="143421"/>
                </a:lnTo>
                <a:close/>
                <a:moveTo>
                  <a:pt x="3469990" y="162136"/>
                </a:moveTo>
                <a:lnTo>
                  <a:pt x="3468691" y="162136"/>
                </a:lnTo>
                <a:cubicBezTo>
                  <a:pt x="3456715" y="162136"/>
                  <a:pt x="3453851" y="159317"/>
                  <a:pt x="3453851" y="147530"/>
                </a:cubicBezTo>
                <a:lnTo>
                  <a:pt x="3453851" y="59648"/>
                </a:lnTo>
                <a:lnTo>
                  <a:pt x="3412720" y="59648"/>
                </a:lnTo>
                <a:lnTo>
                  <a:pt x="3412720" y="64007"/>
                </a:lnTo>
                <a:cubicBezTo>
                  <a:pt x="3428863" y="64773"/>
                  <a:pt x="3431985" y="67338"/>
                  <a:pt x="3431985" y="80145"/>
                </a:cubicBezTo>
                <a:lnTo>
                  <a:pt x="3431985" y="140348"/>
                </a:lnTo>
                <a:cubicBezTo>
                  <a:pt x="3431985" y="147522"/>
                  <a:pt x="3430682" y="151111"/>
                  <a:pt x="3427040" y="153926"/>
                </a:cubicBezTo>
                <a:cubicBezTo>
                  <a:pt x="3420009" y="159564"/>
                  <a:pt x="3411942" y="162636"/>
                  <a:pt x="3404133" y="162636"/>
                </a:cubicBezTo>
                <a:cubicBezTo>
                  <a:pt x="3393980" y="162636"/>
                  <a:pt x="3385651" y="153926"/>
                  <a:pt x="3385651" y="143167"/>
                </a:cubicBezTo>
                <a:lnTo>
                  <a:pt x="3385651" y="59648"/>
                </a:lnTo>
                <a:lnTo>
                  <a:pt x="3347642" y="59648"/>
                </a:lnTo>
                <a:lnTo>
                  <a:pt x="3347642" y="63237"/>
                </a:lnTo>
                <a:cubicBezTo>
                  <a:pt x="3360138" y="64007"/>
                  <a:pt x="3363784" y="67850"/>
                  <a:pt x="3363784" y="79633"/>
                </a:cubicBezTo>
                <a:lnTo>
                  <a:pt x="3363784" y="144191"/>
                </a:lnTo>
                <a:cubicBezTo>
                  <a:pt x="3363784" y="164431"/>
                  <a:pt x="3376277" y="177497"/>
                  <a:pt x="3395279" y="177497"/>
                </a:cubicBezTo>
                <a:cubicBezTo>
                  <a:pt x="3404911" y="177497"/>
                  <a:pt x="3415064" y="173399"/>
                  <a:pt x="3422095" y="166479"/>
                </a:cubicBezTo>
                <a:lnTo>
                  <a:pt x="3433288" y="155466"/>
                </a:lnTo>
                <a:lnTo>
                  <a:pt x="3433288" y="176730"/>
                </a:lnTo>
                <a:lnTo>
                  <a:pt x="3434329" y="177246"/>
                </a:lnTo>
                <a:cubicBezTo>
                  <a:pt x="3447345" y="172125"/>
                  <a:pt x="3456715" y="169306"/>
                  <a:pt x="3469990" y="165717"/>
                </a:cubicBezTo>
                <a:lnTo>
                  <a:pt x="3469990" y="162136"/>
                </a:lnTo>
                <a:close/>
                <a:moveTo>
                  <a:pt x="3541837" y="59648"/>
                </a:moveTo>
                <a:lnTo>
                  <a:pt x="3515546" y="59648"/>
                </a:lnTo>
                <a:lnTo>
                  <a:pt x="3515546" y="29927"/>
                </a:lnTo>
                <a:cubicBezTo>
                  <a:pt x="3515546" y="27367"/>
                  <a:pt x="3515287" y="26597"/>
                  <a:pt x="3513722" y="26597"/>
                </a:cubicBezTo>
                <a:cubicBezTo>
                  <a:pt x="3511903" y="28903"/>
                  <a:pt x="3510338" y="31210"/>
                  <a:pt x="3508519" y="33771"/>
                </a:cubicBezTo>
                <a:cubicBezTo>
                  <a:pt x="3498625" y="47864"/>
                  <a:pt x="3487431" y="60164"/>
                  <a:pt x="3483268" y="61188"/>
                </a:cubicBezTo>
                <a:cubicBezTo>
                  <a:pt x="3480405" y="62979"/>
                  <a:pt x="3478840" y="64773"/>
                  <a:pt x="3478840" y="66055"/>
                </a:cubicBezTo>
                <a:cubicBezTo>
                  <a:pt x="3478840" y="66826"/>
                  <a:pt x="3479102" y="67338"/>
                  <a:pt x="3479884" y="67850"/>
                </a:cubicBezTo>
                <a:lnTo>
                  <a:pt x="3493679" y="67850"/>
                </a:lnTo>
                <a:lnTo>
                  <a:pt x="3493679" y="144961"/>
                </a:lnTo>
                <a:cubicBezTo>
                  <a:pt x="3493679" y="166479"/>
                  <a:pt x="3501488" y="177497"/>
                  <a:pt x="3516848" y="177497"/>
                </a:cubicBezTo>
                <a:cubicBezTo>
                  <a:pt x="3529603" y="177497"/>
                  <a:pt x="3539493" y="171351"/>
                  <a:pt x="3548085" y="158027"/>
                </a:cubicBezTo>
                <a:lnTo>
                  <a:pt x="3544701" y="155208"/>
                </a:lnTo>
                <a:cubicBezTo>
                  <a:pt x="3539235" y="161612"/>
                  <a:pt x="3534810" y="164177"/>
                  <a:pt x="3529082" y="164177"/>
                </a:cubicBezTo>
                <a:cubicBezTo>
                  <a:pt x="3519450" y="164177"/>
                  <a:pt x="3515546" y="157257"/>
                  <a:pt x="3515546" y="141118"/>
                </a:cubicBezTo>
                <a:lnTo>
                  <a:pt x="3515546" y="67850"/>
                </a:lnTo>
                <a:lnTo>
                  <a:pt x="3541837" y="67850"/>
                </a:lnTo>
                <a:lnTo>
                  <a:pt x="3541837" y="59648"/>
                </a:lnTo>
                <a:close/>
                <a:moveTo>
                  <a:pt x="3588696" y="87124"/>
                </a:moveTo>
                <a:cubicBezTo>
                  <a:pt x="3599627" y="75341"/>
                  <a:pt x="3607436" y="70981"/>
                  <a:pt x="3617589" y="70981"/>
                </a:cubicBezTo>
                <a:cubicBezTo>
                  <a:pt x="3630605" y="70981"/>
                  <a:pt x="3637111" y="80208"/>
                  <a:pt x="3637111" y="98141"/>
                </a:cubicBezTo>
                <a:lnTo>
                  <a:pt x="3637111" y="148863"/>
                </a:lnTo>
                <a:cubicBezTo>
                  <a:pt x="3637111" y="166284"/>
                  <a:pt x="3634510" y="169615"/>
                  <a:pt x="3619412" y="171151"/>
                </a:cubicBezTo>
                <a:lnTo>
                  <a:pt x="3619412" y="174994"/>
                </a:lnTo>
                <a:lnTo>
                  <a:pt x="3674600" y="174994"/>
                </a:lnTo>
                <a:lnTo>
                  <a:pt x="3674600" y="171151"/>
                </a:lnTo>
                <a:cubicBezTo>
                  <a:pt x="3660543" y="168591"/>
                  <a:pt x="3658978" y="166542"/>
                  <a:pt x="3658978" y="148863"/>
                </a:cubicBezTo>
                <a:lnTo>
                  <a:pt x="3658978" y="97883"/>
                </a:lnTo>
                <a:cubicBezTo>
                  <a:pt x="3658978" y="70981"/>
                  <a:pt x="3648047" y="57146"/>
                  <a:pt x="3626959" y="57146"/>
                </a:cubicBezTo>
                <a:cubicBezTo>
                  <a:pt x="3611603" y="57146"/>
                  <a:pt x="3600668" y="63295"/>
                  <a:pt x="3588696" y="78668"/>
                </a:cubicBezTo>
                <a:lnTo>
                  <a:pt x="3588696" y="782"/>
                </a:lnTo>
                <a:lnTo>
                  <a:pt x="3587393" y="12"/>
                </a:lnTo>
                <a:cubicBezTo>
                  <a:pt x="3578543" y="3085"/>
                  <a:pt x="3572033" y="5137"/>
                  <a:pt x="3557455" y="9234"/>
                </a:cubicBezTo>
                <a:lnTo>
                  <a:pt x="3550429" y="11287"/>
                </a:lnTo>
                <a:lnTo>
                  <a:pt x="3550429" y="15384"/>
                </a:lnTo>
                <a:cubicBezTo>
                  <a:pt x="3551469" y="15130"/>
                  <a:pt x="3552252" y="15130"/>
                  <a:pt x="3553551" y="15130"/>
                </a:cubicBezTo>
                <a:cubicBezTo>
                  <a:pt x="3564744" y="15130"/>
                  <a:pt x="3566829" y="17178"/>
                  <a:pt x="3566829" y="28196"/>
                </a:cubicBezTo>
                <a:lnTo>
                  <a:pt x="3566829" y="148863"/>
                </a:lnTo>
                <a:cubicBezTo>
                  <a:pt x="3566829" y="166796"/>
                  <a:pt x="3565264" y="169103"/>
                  <a:pt x="3550167" y="171151"/>
                </a:cubicBezTo>
                <a:lnTo>
                  <a:pt x="3550167" y="174994"/>
                </a:lnTo>
                <a:lnTo>
                  <a:pt x="3606395" y="174994"/>
                </a:lnTo>
                <a:lnTo>
                  <a:pt x="3606395" y="171151"/>
                </a:lnTo>
                <a:cubicBezTo>
                  <a:pt x="3591297" y="169615"/>
                  <a:pt x="3588696" y="166542"/>
                  <a:pt x="3588696" y="148863"/>
                </a:cubicBezTo>
                <a:lnTo>
                  <a:pt x="3588696" y="87124"/>
                </a:lnTo>
                <a:close/>
                <a:moveTo>
                  <a:pt x="3784190" y="132904"/>
                </a:moveTo>
                <a:cubicBezTo>
                  <a:pt x="3771697" y="152386"/>
                  <a:pt x="3760500" y="159822"/>
                  <a:pt x="3743841" y="159822"/>
                </a:cubicBezTo>
                <a:cubicBezTo>
                  <a:pt x="3729006" y="159822"/>
                  <a:pt x="3717812" y="152386"/>
                  <a:pt x="3710261" y="137776"/>
                </a:cubicBezTo>
                <a:cubicBezTo>
                  <a:pt x="3705574" y="128033"/>
                  <a:pt x="3703755" y="119573"/>
                  <a:pt x="3703235" y="103935"/>
                </a:cubicBezTo>
                <a:lnTo>
                  <a:pt x="3783411" y="103935"/>
                </a:lnTo>
                <a:cubicBezTo>
                  <a:pt x="3781326" y="87312"/>
                  <a:pt x="3778724" y="79907"/>
                  <a:pt x="3772218" y="71736"/>
                </a:cubicBezTo>
                <a:cubicBezTo>
                  <a:pt x="3764405" y="62529"/>
                  <a:pt x="3752433" y="57146"/>
                  <a:pt x="3738896" y="57146"/>
                </a:cubicBezTo>
                <a:cubicBezTo>
                  <a:pt x="3725879" y="57146"/>
                  <a:pt x="3713645" y="61759"/>
                  <a:pt x="3703755" y="70458"/>
                </a:cubicBezTo>
                <a:cubicBezTo>
                  <a:pt x="3691517" y="80927"/>
                  <a:pt x="3684490" y="99067"/>
                  <a:pt x="3684490" y="120085"/>
                </a:cubicBezTo>
                <a:cubicBezTo>
                  <a:pt x="3684490" y="155462"/>
                  <a:pt x="3703235" y="177497"/>
                  <a:pt x="3733168" y="177497"/>
                </a:cubicBezTo>
                <a:cubicBezTo>
                  <a:pt x="3757898" y="177497"/>
                  <a:pt x="3777421" y="162382"/>
                  <a:pt x="3788356" y="134699"/>
                </a:cubicBezTo>
                <a:lnTo>
                  <a:pt x="3784190" y="132904"/>
                </a:lnTo>
                <a:moveTo>
                  <a:pt x="3703755" y="95737"/>
                </a:moveTo>
                <a:cubicBezTo>
                  <a:pt x="3706615" y="75821"/>
                  <a:pt x="3715469" y="66372"/>
                  <a:pt x="3731345" y="66372"/>
                </a:cubicBezTo>
                <a:cubicBezTo>
                  <a:pt x="3747225" y="66372"/>
                  <a:pt x="3753474" y="73523"/>
                  <a:pt x="3756858" y="95737"/>
                </a:cubicBezTo>
                <a:lnTo>
                  <a:pt x="3703755" y="95737"/>
                </a:lnTo>
                <a:close/>
                <a:moveTo>
                  <a:pt x="3797727" y="73034"/>
                </a:moveTo>
                <a:cubicBezTo>
                  <a:pt x="3799288" y="72264"/>
                  <a:pt x="3801893" y="72010"/>
                  <a:pt x="3804757" y="72010"/>
                </a:cubicBezTo>
                <a:cubicBezTo>
                  <a:pt x="3812046" y="72010"/>
                  <a:pt x="3814386" y="75853"/>
                  <a:pt x="3814386" y="88402"/>
                </a:cubicBezTo>
                <a:lnTo>
                  <a:pt x="3814386" y="151940"/>
                </a:lnTo>
                <a:cubicBezTo>
                  <a:pt x="3814386" y="166542"/>
                  <a:pt x="3811522" y="170127"/>
                  <a:pt x="3798247" y="171151"/>
                </a:cubicBezTo>
                <a:lnTo>
                  <a:pt x="3798247" y="174994"/>
                </a:lnTo>
                <a:lnTo>
                  <a:pt x="3853435" y="174994"/>
                </a:lnTo>
                <a:lnTo>
                  <a:pt x="3853435" y="171151"/>
                </a:lnTo>
                <a:cubicBezTo>
                  <a:pt x="3840157" y="170127"/>
                  <a:pt x="3836252" y="167054"/>
                  <a:pt x="3836252" y="157832"/>
                </a:cubicBezTo>
                <a:lnTo>
                  <a:pt x="3836252" y="85842"/>
                </a:lnTo>
                <a:cubicBezTo>
                  <a:pt x="3848748" y="74312"/>
                  <a:pt x="3854476" y="71239"/>
                  <a:pt x="3863067" y="71239"/>
                </a:cubicBezTo>
                <a:cubicBezTo>
                  <a:pt x="3875822" y="71239"/>
                  <a:pt x="3882070" y="79180"/>
                  <a:pt x="3882070" y="96088"/>
                </a:cubicBezTo>
                <a:lnTo>
                  <a:pt x="3882070" y="149633"/>
                </a:lnTo>
                <a:cubicBezTo>
                  <a:pt x="3882070" y="165772"/>
                  <a:pt x="3878686" y="170127"/>
                  <a:pt x="3865669" y="171151"/>
                </a:cubicBezTo>
                <a:lnTo>
                  <a:pt x="3865669" y="174994"/>
                </a:lnTo>
                <a:lnTo>
                  <a:pt x="3919817" y="174994"/>
                </a:lnTo>
                <a:lnTo>
                  <a:pt x="3919817" y="171151"/>
                </a:lnTo>
                <a:cubicBezTo>
                  <a:pt x="3907058" y="169873"/>
                  <a:pt x="3903936" y="166796"/>
                  <a:pt x="3903936" y="154247"/>
                </a:cubicBezTo>
                <a:lnTo>
                  <a:pt x="3903936" y="95576"/>
                </a:lnTo>
                <a:cubicBezTo>
                  <a:pt x="3903936" y="71497"/>
                  <a:pt x="3892481" y="57146"/>
                  <a:pt x="3873220" y="57146"/>
                </a:cubicBezTo>
                <a:cubicBezTo>
                  <a:pt x="3861244" y="57146"/>
                  <a:pt x="3853173" y="61505"/>
                  <a:pt x="3835473" y="77901"/>
                </a:cubicBezTo>
                <a:lnTo>
                  <a:pt x="3835473" y="57662"/>
                </a:lnTo>
                <a:lnTo>
                  <a:pt x="3833650" y="57146"/>
                </a:lnTo>
                <a:cubicBezTo>
                  <a:pt x="3820896" y="61759"/>
                  <a:pt x="3812046" y="64578"/>
                  <a:pt x="3797727" y="68679"/>
                </a:cubicBezTo>
                <a:lnTo>
                  <a:pt x="3797727" y="73034"/>
                </a:lnTo>
                <a:close/>
                <a:moveTo>
                  <a:pt x="3990099" y="59648"/>
                </a:moveTo>
                <a:lnTo>
                  <a:pt x="3963807" y="59648"/>
                </a:lnTo>
                <a:lnTo>
                  <a:pt x="3963807" y="29927"/>
                </a:lnTo>
                <a:cubicBezTo>
                  <a:pt x="3963807" y="27367"/>
                  <a:pt x="3963549" y="26597"/>
                  <a:pt x="3961984" y="26597"/>
                </a:cubicBezTo>
                <a:cubicBezTo>
                  <a:pt x="3960165" y="28903"/>
                  <a:pt x="3958600" y="31210"/>
                  <a:pt x="3956781" y="33771"/>
                </a:cubicBezTo>
                <a:cubicBezTo>
                  <a:pt x="3946886" y="47864"/>
                  <a:pt x="3935693" y="60164"/>
                  <a:pt x="3931530" y="61188"/>
                </a:cubicBezTo>
                <a:cubicBezTo>
                  <a:pt x="3928666" y="62979"/>
                  <a:pt x="3927101" y="64773"/>
                  <a:pt x="3927101" y="66055"/>
                </a:cubicBezTo>
                <a:cubicBezTo>
                  <a:pt x="3927101" y="66826"/>
                  <a:pt x="3927364" y="67338"/>
                  <a:pt x="3928146" y="67850"/>
                </a:cubicBezTo>
                <a:lnTo>
                  <a:pt x="3941941" y="67850"/>
                </a:lnTo>
                <a:lnTo>
                  <a:pt x="3941941" y="144961"/>
                </a:lnTo>
                <a:cubicBezTo>
                  <a:pt x="3941941" y="166479"/>
                  <a:pt x="3949750" y="177497"/>
                  <a:pt x="3965110" y="177497"/>
                </a:cubicBezTo>
                <a:cubicBezTo>
                  <a:pt x="3977865" y="177497"/>
                  <a:pt x="3987755" y="171351"/>
                  <a:pt x="3996347" y="158027"/>
                </a:cubicBezTo>
                <a:lnTo>
                  <a:pt x="3992962" y="155208"/>
                </a:lnTo>
                <a:cubicBezTo>
                  <a:pt x="3987497" y="161612"/>
                  <a:pt x="3983072" y="164177"/>
                  <a:pt x="3977344" y="164177"/>
                </a:cubicBezTo>
                <a:cubicBezTo>
                  <a:pt x="3967712" y="164177"/>
                  <a:pt x="3963807" y="157257"/>
                  <a:pt x="3963807" y="141118"/>
                </a:cubicBezTo>
                <a:lnTo>
                  <a:pt x="3963807" y="67850"/>
                </a:lnTo>
                <a:lnTo>
                  <a:pt x="3990099" y="67850"/>
                </a:lnTo>
                <a:lnTo>
                  <a:pt x="3990099" y="59648"/>
                </a:lnTo>
                <a:close/>
                <a:moveTo>
                  <a:pt x="4041641" y="57146"/>
                </a:moveTo>
                <a:lnTo>
                  <a:pt x="4001292" y="71157"/>
                </a:lnTo>
                <a:lnTo>
                  <a:pt x="4001292" y="75004"/>
                </a:lnTo>
                <a:lnTo>
                  <a:pt x="4003378" y="74746"/>
                </a:lnTo>
                <a:cubicBezTo>
                  <a:pt x="4006500" y="74234"/>
                  <a:pt x="4009884" y="73976"/>
                  <a:pt x="4012227" y="73976"/>
                </a:cubicBezTo>
                <a:cubicBezTo>
                  <a:pt x="4018475" y="73976"/>
                  <a:pt x="4020815" y="78077"/>
                  <a:pt x="4020815" y="89360"/>
                </a:cubicBezTo>
                <a:lnTo>
                  <a:pt x="4020815" y="148847"/>
                </a:lnTo>
                <a:cubicBezTo>
                  <a:pt x="4020815" y="167308"/>
                  <a:pt x="4018213" y="170127"/>
                  <a:pt x="4000251" y="171151"/>
                </a:cubicBezTo>
                <a:lnTo>
                  <a:pt x="4000251" y="174994"/>
                </a:lnTo>
                <a:lnTo>
                  <a:pt x="4061946" y="174994"/>
                </a:lnTo>
                <a:lnTo>
                  <a:pt x="4061946" y="171151"/>
                </a:lnTo>
                <a:cubicBezTo>
                  <a:pt x="4044767" y="169873"/>
                  <a:pt x="4042681" y="167308"/>
                  <a:pt x="4042681" y="148847"/>
                </a:cubicBezTo>
                <a:lnTo>
                  <a:pt x="4042681" y="57916"/>
                </a:lnTo>
                <a:lnTo>
                  <a:pt x="4041641" y="57146"/>
                </a:lnTo>
                <a:moveTo>
                  <a:pt x="4029407" y="98"/>
                </a:moveTo>
                <a:cubicBezTo>
                  <a:pt x="4022380" y="98"/>
                  <a:pt x="4016390" y="5993"/>
                  <a:pt x="4016390" y="13167"/>
                </a:cubicBezTo>
                <a:cubicBezTo>
                  <a:pt x="4016390" y="20341"/>
                  <a:pt x="4022118" y="26233"/>
                  <a:pt x="4029407" y="26233"/>
                </a:cubicBezTo>
                <a:cubicBezTo>
                  <a:pt x="4036957" y="26233"/>
                  <a:pt x="4042943" y="20595"/>
                  <a:pt x="4042943" y="13167"/>
                </a:cubicBezTo>
                <a:cubicBezTo>
                  <a:pt x="4042943" y="5993"/>
                  <a:pt x="4036957" y="98"/>
                  <a:pt x="4029407" y="98"/>
                </a:cubicBezTo>
                <a:close/>
                <a:moveTo>
                  <a:pt x="4172060" y="134984"/>
                </a:moveTo>
                <a:cubicBezTo>
                  <a:pt x="4159564" y="152906"/>
                  <a:pt x="4150194" y="159051"/>
                  <a:pt x="4135354" y="159051"/>
                </a:cubicBezTo>
                <a:cubicBezTo>
                  <a:pt x="4111664" y="159051"/>
                  <a:pt x="4095005" y="138569"/>
                  <a:pt x="4095005" y="109127"/>
                </a:cubicBezTo>
                <a:cubicBezTo>
                  <a:pt x="4095005" y="82757"/>
                  <a:pt x="4109325" y="64578"/>
                  <a:pt x="4130409" y="64578"/>
                </a:cubicBezTo>
                <a:cubicBezTo>
                  <a:pt x="4139779" y="64578"/>
                  <a:pt x="4143163" y="67392"/>
                  <a:pt x="4145769" y="76865"/>
                </a:cubicBezTo>
                <a:lnTo>
                  <a:pt x="4147330" y="82499"/>
                </a:lnTo>
                <a:cubicBezTo>
                  <a:pt x="4149411" y="89669"/>
                  <a:pt x="4154098" y="94278"/>
                  <a:pt x="4159564" y="94278"/>
                </a:cubicBezTo>
                <a:cubicBezTo>
                  <a:pt x="4166332" y="94278"/>
                  <a:pt x="4172060" y="89411"/>
                  <a:pt x="4172060" y="83523"/>
                </a:cubicBezTo>
                <a:cubicBezTo>
                  <a:pt x="4172060" y="69187"/>
                  <a:pt x="4153836" y="57146"/>
                  <a:pt x="4131970" y="57146"/>
                </a:cubicBezTo>
                <a:cubicBezTo>
                  <a:pt x="4119215" y="57146"/>
                  <a:pt x="4105941" y="62271"/>
                  <a:pt x="4095268" y="71490"/>
                </a:cubicBezTo>
                <a:cubicBezTo>
                  <a:pt x="4082251" y="82757"/>
                  <a:pt x="4074962" y="100166"/>
                  <a:pt x="4074962" y="120390"/>
                </a:cubicBezTo>
                <a:cubicBezTo>
                  <a:pt x="4074962" y="153676"/>
                  <a:pt x="4095526" y="177497"/>
                  <a:pt x="4124423" y="177497"/>
                </a:cubicBezTo>
                <a:cubicBezTo>
                  <a:pt x="4136136" y="177497"/>
                  <a:pt x="4146547" y="173399"/>
                  <a:pt x="4155921" y="165455"/>
                </a:cubicBezTo>
                <a:cubicBezTo>
                  <a:pt x="4162948" y="159305"/>
                  <a:pt x="4167893" y="152393"/>
                  <a:pt x="4175702" y="137287"/>
                </a:cubicBezTo>
                <a:lnTo>
                  <a:pt x="4172060" y="134984"/>
                </a:lnTo>
                <a:close/>
                <a:moveTo>
                  <a:pt x="4299091" y="158031"/>
                </a:moveTo>
                <a:cubicBezTo>
                  <a:pt x="4294666" y="161612"/>
                  <a:pt x="4291544" y="162894"/>
                  <a:pt x="4287640" y="162894"/>
                </a:cubicBezTo>
                <a:cubicBezTo>
                  <a:pt x="4281654" y="162894"/>
                  <a:pt x="4279831" y="159309"/>
                  <a:pt x="4279831" y="148046"/>
                </a:cubicBezTo>
                <a:lnTo>
                  <a:pt x="4279831" y="98117"/>
                </a:lnTo>
                <a:cubicBezTo>
                  <a:pt x="4279831" y="84802"/>
                  <a:pt x="4278528" y="77377"/>
                  <a:pt x="4274623" y="71232"/>
                </a:cubicBezTo>
                <a:cubicBezTo>
                  <a:pt x="4268895" y="62017"/>
                  <a:pt x="4257702" y="57146"/>
                  <a:pt x="4242346" y="57146"/>
                </a:cubicBezTo>
                <a:cubicBezTo>
                  <a:pt x="4217874" y="57146"/>
                  <a:pt x="4198613" y="69695"/>
                  <a:pt x="4198613" y="85826"/>
                </a:cubicBezTo>
                <a:cubicBezTo>
                  <a:pt x="4198613" y="91718"/>
                  <a:pt x="4203817" y="96835"/>
                  <a:pt x="4209807" y="96835"/>
                </a:cubicBezTo>
                <a:cubicBezTo>
                  <a:pt x="4216051" y="96835"/>
                  <a:pt x="4221520" y="91718"/>
                  <a:pt x="4221520" y="86084"/>
                </a:cubicBezTo>
                <a:cubicBezTo>
                  <a:pt x="4221520" y="85060"/>
                  <a:pt x="4221258" y="83777"/>
                  <a:pt x="4221000" y="81987"/>
                </a:cubicBezTo>
                <a:cubicBezTo>
                  <a:pt x="4220480" y="79684"/>
                  <a:pt x="4220218" y="77635"/>
                  <a:pt x="4220218" y="75841"/>
                </a:cubicBezTo>
                <a:cubicBezTo>
                  <a:pt x="4220218" y="68929"/>
                  <a:pt x="4228547" y="63295"/>
                  <a:pt x="4238962" y="63295"/>
                </a:cubicBezTo>
                <a:cubicBezTo>
                  <a:pt x="4251716" y="63295"/>
                  <a:pt x="4258743" y="70719"/>
                  <a:pt x="4258743" y="84547"/>
                </a:cubicBezTo>
                <a:lnTo>
                  <a:pt x="4258743" y="100166"/>
                </a:lnTo>
                <a:cubicBezTo>
                  <a:pt x="4218657" y="116039"/>
                  <a:pt x="4214232" y="118087"/>
                  <a:pt x="4203038" y="127818"/>
                </a:cubicBezTo>
                <a:cubicBezTo>
                  <a:pt x="4197311" y="132940"/>
                  <a:pt x="4193664" y="141642"/>
                  <a:pt x="4193664" y="150091"/>
                </a:cubicBezTo>
                <a:cubicBezTo>
                  <a:pt x="4193664" y="166225"/>
                  <a:pt x="4205120" y="177497"/>
                  <a:pt x="4221000" y="177497"/>
                </a:cubicBezTo>
                <a:cubicBezTo>
                  <a:pt x="4232452" y="177497"/>
                  <a:pt x="4243125" y="172117"/>
                  <a:pt x="4259005" y="158793"/>
                </a:cubicBezTo>
                <a:cubicBezTo>
                  <a:pt x="4260308" y="172117"/>
                  <a:pt x="4264991" y="177497"/>
                  <a:pt x="4275664" y="177497"/>
                </a:cubicBezTo>
                <a:cubicBezTo>
                  <a:pt x="4284514" y="177497"/>
                  <a:pt x="4289983" y="174424"/>
                  <a:pt x="4299091" y="164689"/>
                </a:cubicBezTo>
                <a:lnTo>
                  <a:pt x="4299091" y="158031"/>
                </a:lnTo>
                <a:moveTo>
                  <a:pt x="4258743" y="143421"/>
                </a:moveTo>
                <a:cubicBezTo>
                  <a:pt x="4258743" y="151365"/>
                  <a:pt x="4257444" y="153672"/>
                  <a:pt x="4251974" y="156745"/>
                </a:cubicBezTo>
                <a:cubicBezTo>
                  <a:pt x="4245730" y="160334"/>
                  <a:pt x="4238442" y="162636"/>
                  <a:pt x="4232972" y="162636"/>
                </a:cubicBezTo>
                <a:cubicBezTo>
                  <a:pt x="4223864" y="162636"/>
                  <a:pt x="4216575" y="153926"/>
                  <a:pt x="4216575" y="142909"/>
                </a:cubicBezTo>
                <a:lnTo>
                  <a:pt x="4216575" y="141885"/>
                </a:lnTo>
                <a:cubicBezTo>
                  <a:pt x="4216575" y="126766"/>
                  <a:pt x="4227244" y="117544"/>
                  <a:pt x="4258743" y="106269"/>
                </a:cubicBezTo>
                <a:lnTo>
                  <a:pt x="4258743" y="143421"/>
                </a:lnTo>
                <a:close/>
                <a:moveTo>
                  <a:pt x="4365993" y="59648"/>
                </a:moveTo>
                <a:lnTo>
                  <a:pt x="4339702" y="59648"/>
                </a:lnTo>
                <a:lnTo>
                  <a:pt x="4339702" y="29927"/>
                </a:lnTo>
                <a:cubicBezTo>
                  <a:pt x="4339702" y="27367"/>
                  <a:pt x="4339444" y="26597"/>
                  <a:pt x="4337879" y="26597"/>
                </a:cubicBezTo>
                <a:cubicBezTo>
                  <a:pt x="4336059" y="28903"/>
                  <a:pt x="4334494" y="31210"/>
                  <a:pt x="4332675" y="33771"/>
                </a:cubicBezTo>
                <a:cubicBezTo>
                  <a:pt x="4322781" y="47864"/>
                  <a:pt x="4311587" y="60164"/>
                  <a:pt x="4307425" y="61188"/>
                </a:cubicBezTo>
                <a:cubicBezTo>
                  <a:pt x="4304561" y="62979"/>
                  <a:pt x="4302996" y="64773"/>
                  <a:pt x="4302996" y="66055"/>
                </a:cubicBezTo>
                <a:cubicBezTo>
                  <a:pt x="4302996" y="66826"/>
                  <a:pt x="4303258" y="67338"/>
                  <a:pt x="4304040" y="67850"/>
                </a:cubicBezTo>
                <a:lnTo>
                  <a:pt x="4317835" y="67850"/>
                </a:lnTo>
                <a:lnTo>
                  <a:pt x="4317835" y="144961"/>
                </a:lnTo>
                <a:cubicBezTo>
                  <a:pt x="4317835" y="166479"/>
                  <a:pt x="4325645" y="177497"/>
                  <a:pt x="4341005" y="177497"/>
                </a:cubicBezTo>
                <a:cubicBezTo>
                  <a:pt x="4353759" y="177497"/>
                  <a:pt x="4363649" y="171351"/>
                  <a:pt x="4372241" y="158027"/>
                </a:cubicBezTo>
                <a:lnTo>
                  <a:pt x="4368857" y="155208"/>
                </a:lnTo>
                <a:cubicBezTo>
                  <a:pt x="4363391" y="161612"/>
                  <a:pt x="4358966" y="164177"/>
                  <a:pt x="4353239" y="164177"/>
                </a:cubicBezTo>
                <a:cubicBezTo>
                  <a:pt x="4343606" y="164177"/>
                  <a:pt x="4339702" y="157257"/>
                  <a:pt x="4339702" y="141118"/>
                </a:cubicBezTo>
                <a:lnTo>
                  <a:pt x="4339702" y="67850"/>
                </a:lnTo>
                <a:lnTo>
                  <a:pt x="4365993" y="67850"/>
                </a:lnTo>
                <a:lnTo>
                  <a:pt x="4365993" y="59648"/>
                </a:lnTo>
                <a:close/>
                <a:moveTo>
                  <a:pt x="4478189" y="132904"/>
                </a:moveTo>
                <a:cubicBezTo>
                  <a:pt x="4465696" y="152386"/>
                  <a:pt x="4454499" y="159822"/>
                  <a:pt x="4437840" y="159822"/>
                </a:cubicBezTo>
                <a:cubicBezTo>
                  <a:pt x="4423005" y="159822"/>
                  <a:pt x="4411811" y="152386"/>
                  <a:pt x="4404260" y="137776"/>
                </a:cubicBezTo>
                <a:cubicBezTo>
                  <a:pt x="4399573" y="128033"/>
                  <a:pt x="4397754" y="119573"/>
                  <a:pt x="4397234" y="103935"/>
                </a:cubicBezTo>
                <a:lnTo>
                  <a:pt x="4477410" y="103935"/>
                </a:lnTo>
                <a:cubicBezTo>
                  <a:pt x="4475325" y="87312"/>
                  <a:pt x="4472723" y="79907"/>
                  <a:pt x="4466217" y="71736"/>
                </a:cubicBezTo>
                <a:cubicBezTo>
                  <a:pt x="4458404" y="62529"/>
                  <a:pt x="4446432" y="57146"/>
                  <a:pt x="4432895" y="57146"/>
                </a:cubicBezTo>
                <a:cubicBezTo>
                  <a:pt x="4419879" y="57146"/>
                  <a:pt x="4407644" y="61759"/>
                  <a:pt x="4397754" y="70458"/>
                </a:cubicBezTo>
                <a:cubicBezTo>
                  <a:pt x="4385516" y="80927"/>
                  <a:pt x="4378489" y="99067"/>
                  <a:pt x="4378489" y="120085"/>
                </a:cubicBezTo>
                <a:cubicBezTo>
                  <a:pt x="4378489" y="155462"/>
                  <a:pt x="4397234" y="177497"/>
                  <a:pt x="4427167" y="177497"/>
                </a:cubicBezTo>
                <a:cubicBezTo>
                  <a:pt x="4451897" y="177497"/>
                  <a:pt x="4471420" y="162382"/>
                  <a:pt x="4482355" y="134699"/>
                </a:cubicBezTo>
                <a:lnTo>
                  <a:pt x="4478189" y="132904"/>
                </a:lnTo>
                <a:moveTo>
                  <a:pt x="4397754" y="95737"/>
                </a:moveTo>
                <a:cubicBezTo>
                  <a:pt x="4400614" y="75821"/>
                  <a:pt x="4409468" y="66372"/>
                  <a:pt x="4425344" y="66372"/>
                </a:cubicBezTo>
                <a:cubicBezTo>
                  <a:pt x="4441224" y="66372"/>
                  <a:pt x="4447473" y="73523"/>
                  <a:pt x="4450857" y="95737"/>
                </a:cubicBezTo>
                <a:lnTo>
                  <a:pt x="4397754" y="95737"/>
                </a:lnTo>
                <a:close/>
                <a:moveTo>
                  <a:pt x="4577109" y="177497"/>
                </a:moveTo>
                <a:lnTo>
                  <a:pt x="4615376" y="164177"/>
                </a:lnTo>
                <a:lnTo>
                  <a:pt x="4615376" y="160080"/>
                </a:lnTo>
                <a:cubicBezTo>
                  <a:pt x="4610689" y="160334"/>
                  <a:pt x="4610169" y="160334"/>
                  <a:pt x="4609386" y="160334"/>
                </a:cubicBezTo>
                <a:cubicBezTo>
                  <a:pt x="4600016" y="160334"/>
                  <a:pt x="4597935" y="157519"/>
                  <a:pt x="4597935" y="145739"/>
                </a:cubicBezTo>
                <a:lnTo>
                  <a:pt x="4597935" y="524"/>
                </a:lnTo>
                <a:lnTo>
                  <a:pt x="4596632" y="12"/>
                </a:lnTo>
                <a:cubicBezTo>
                  <a:pt x="4584136" y="4367"/>
                  <a:pt x="4575028" y="6928"/>
                  <a:pt x="4558365" y="11287"/>
                </a:cubicBezTo>
                <a:lnTo>
                  <a:pt x="4558365" y="15384"/>
                </a:lnTo>
                <a:cubicBezTo>
                  <a:pt x="4560450" y="15130"/>
                  <a:pt x="4562011" y="15130"/>
                  <a:pt x="4564093" y="15130"/>
                </a:cubicBezTo>
                <a:cubicBezTo>
                  <a:pt x="4573725" y="15130"/>
                  <a:pt x="4576069" y="17691"/>
                  <a:pt x="4576069" y="28196"/>
                </a:cubicBezTo>
                <a:lnTo>
                  <a:pt x="4576069" y="68163"/>
                </a:lnTo>
                <a:cubicBezTo>
                  <a:pt x="4566174" y="59964"/>
                  <a:pt x="4559148" y="57146"/>
                  <a:pt x="4548733" y="57146"/>
                </a:cubicBezTo>
                <a:cubicBezTo>
                  <a:pt x="4518799" y="57146"/>
                  <a:pt x="4494589" y="86084"/>
                  <a:pt x="4494589" y="122443"/>
                </a:cubicBezTo>
                <a:cubicBezTo>
                  <a:pt x="4494589" y="155212"/>
                  <a:pt x="4514112" y="177497"/>
                  <a:pt x="4542747" y="177497"/>
                </a:cubicBezTo>
                <a:cubicBezTo>
                  <a:pt x="4557324" y="177497"/>
                  <a:pt x="4567219" y="172375"/>
                  <a:pt x="4576069" y="160334"/>
                </a:cubicBezTo>
                <a:lnTo>
                  <a:pt x="4576069" y="176730"/>
                </a:lnTo>
                <a:lnTo>
                  <a:pt x="4577109" y="177497"/>
                </a:lnTo>
                <a:moveTo>
                  <a:pt x="4576069" y="148812"/>
                </a:moveTo>
                <a:cubicBezTo>
                  <a:pt x="4576069" y="150607"/>
                  <a:pt x="4574245" y="153680"/>
                  <a:pt x="4571644" y="156495"/>
                </a:cubicBezTo>
                <a:cubicBezTo>
                  <a:pt x="4566957" y="161616"/>
                  <a:pt x="4560450" y="164177"/>
                  <a:pt x="4552900" y="164177"/>
                </a:cubicBezTo>
                <a:cubicBezTo>
                  <a:pt x="4531295" y="164177"/>
                  <a:pt x="4516976" y="143691"/>
                  <a:pt x="4516976" y="112200"/>
                </a:cubicBezTo>
                <a:cubicBezTo>
                  <a:pt x="4516976" y="83269"/>
                  <a:pt x="4529730" y="64323"/>
                  <a:pt x="4549515" y="64323"/>
                </a:cubicBezTo>
                <a:cubicBezTo>
                  <a:pt x="4563314" y="64323"/>
                  <a:pt x="4576069" y="76353"/>
                  <a:pt x="4576069" y="89923"/>
                </a:cubicBezTo>
                <a:lnTo>
                  <a:pt x="4576069" y="148812"/>
                </a:lnTo>
                <a:close/>
                <a:moveTo>
                  <a:pt x="4771304" y="177497"/>
                </a:moveTo>
                <a:lnTo>
                  <a:pt x="4809571" y="164177"/>
                </a:lnTo>
                <a:lnTo>
                  <a:pt x="4809571" y="160080"/>
                </a:lnTo>
                <a:cubicBezTo>
                  <a:pt x="4804884" y="160334"/>
                  <a:pt x="4804364" y="160334"/>
                  <a:pt x="4803581" y="160334"/>
                </a:cubicBezTo>
                <a:cubicBezTo>
                  <a:pt x="4794211" y="160334"/>
                  <a:pt x="4792130" y="157519"/>
                  <a:pt x="4792130" y="145739"/>
                </a:cubicBezTo>
                <a:lnTo>
                  <a:pt x="4792130" y="524"/>
                </a:lnTo>
                <a:lnTo>
                  <a:pt x="4790827" y="12"/>
                </a:lnTo>
                <a:cubicBezTo>
                  <a:pt x="4778331" y="4367"/>
                  <a:pt x="4769223" y="6928"/>
                  <a:pt x="4752560" y="11287"/>
                </a:cubicBezTo>
                <a:lnTo>
                  <a:pt x="4752560" y="15384"/>
                </a:lnTo>
                <a:cubicBezTo>
                  <a:pt x="4754645" y="15130"/>
                  <a:pt x="4756206" y="15130"/>
                  <a:pt x="4758287" y="15130"/>
                </a:cubicBezTo>
                <a:cubicBezTo>
                  <a:pt x="4767920" y="15130"/>
                  <a:pt x="4770263" y="17691"/>
                  <a:pt x="4770263" y="28196"/>
                </a:cubicBezTo>
                <a:lnTo>
                  <a:pt x="4770263" y="68163"/>
                </a:lnTo>
                <a:cubicBezTo>
                  <a:pt x="4760369" y="59964"/>
                  <a:pt x="4753342" y="57146"/>
                  <a:pt x="4742927" y="57146"/>
                </a:cubicBezTo>
                <a:cubicBezTo>
                  <a:pt x="4712994" y="57146"/>
                  <a:pt x="4688784" y="86084"/>
                  <a:pt x="4688784" y="122443"/>
                </a:cubicBezTo>
                <a:cubicBezTo>
                  <a:pt x="4688784" y="155212"/>
                  <a:pt x="4708307" y="177497"/>
                  <a:pt x="4736941" y="177497"/>
                </a:cubicBezTo>
                <a:cubicBezTo>
                  <a:pt x="4751519" y="177497"/>
                  <a:pt x="4761413" y="172375"/>
                  <a:pt x="4770263" y="160334"/>
                </a:cubicBezTo>
                <a:lnTo>
                  <a:pt x="4770263" y="176730"/>
                </a:lnTo>
                <a:lnTo>
                  <a:pt x="4771304" y="177497"/>
                </a:lnTo>
                <a:moveTo>
                  <a:pt x="4770263" y="148812"/>
                </a:moveTo>
                <a:cubicBezTo>
                  <a:pt x="4770263" y="150607"/>
                  <a:pt x="4768440" y="153680"/>
                  <a:pt x="4765838" y="156495"/>
                </a:cubicBezTo>
                <a:cubicBezTo>
                  <a:pt x="4761151" y="161616"/>
                  <a:pt x="4754645" y="164177"/>
                  <a:pt x="4747094" y="164177"/>
                </a:cubicBezTo>
                <a:cubicBezTo>
                  <a:pt x="4725490" y="164177"/>
                  <a:pt x="4711171" y="143691"/>
                  <a:pt x="4711171" y="112200"/>
                </a:cubicBezTo>
                <a:cubicBezTo>
                  <a:pt x="4711171" y="83269"/>
                  <a:pt x="4723925" y="64323"/>
                  <a:pt x="4743710" y="64323"/>
                </a:cubicBezTo>
                <a:cubicBezTo>
                  <a:pt x="4757509" y="64323"/>
                  <a:pt x="4770263" y="76353"/>
                  <a:pt x="4770263" y="89923"/>
                </a:cubicBezTo>
                <a:lnTo>
                  <a:pt x="4770263" y="148812"/>
                </a:lnTo>
                <a:close/>
                <a:moveTo>
                  <a:pt x="4926970" y="158031"/>
                </a:moveTo>
                <a:cubicBezTo>
                  <a:pt x="4922545" y="161612"/>
                  <a:pt x="4919423" y="162894"/>
                  <a:pt x="4915518" y="162894"/>
                </a:cubicBezTo>
                <a:cubicBezTo>
                  <a:pt x="4909532" y="162894"/>
                  <a:pt x="4907709" y="159309"/>
                  <a:pt x="4907709" y="148046"/>
                </a:cubicBezTo>
                <a:lnTo>
                  <a:pt x="4907709" y="98117"/>
                </a:lnTo>
                <a:cubicBezTo>
                  <a:pt x="4907709" y="84802"/>
                  <a:pt x="4906406" y="77377"/>
                  <a:pt x="4902502" y="71232"/>
                </a:cubicBezTo>
                <a:cubicBezTo>
                  <a:pt x="4896774" y="62017"/>
                  <a:pt x="4885581" y="57146"/>
                  <a:pt x="4870225" y="57146"/>
                </a:cubicBezTo>
                <a:cubicBezTo>
                  <a:pt x="4845753" y="57146"/>
                  <a:pt x="4826492" y="69695"/>
                  <a:pt x="4826492" y="85826"/>
                </a:cubicBezTo>
                <a:cubicBezTo>
                  <a:pt x="4826492" y="91718"/>
                  <a:pt x="4831695" y="96835"/>
                  <a:pt x="4837685" y="96835"/>
                </a:cubicBezTo>
                <a:cubicBezTo>
                  <a:pt x="4843929" y="96835"/>
                  <a:pt x="4849399" y="91718"/>
                  <a:pt x="4849399" y="86084"/>
                </a:cubicBezTo>
                <a:cubicBezTo>
                  <a:pt x="4849399" y="85060"/>
                  <a:pt x="4849137" y="83777"/>
                  <a:pt x="4848879" y="81987"/>
                </a:cubicBezTo>
                <a:cubicBezTo>
                  <a:pt x="4848358" y="79684"/>
                  <a:pt x="4848096" y="77635"/>
                  <a:pt x="4848096" y="75841"/>
                </a:cubicBezTo>
                <a:cubicBezTo>
                  <a:pt x="4848096" y="68929"/>
                  <a:pt x="4856426" y="63295"/>
                  <a:pt x="4866840" y="63295"/>
                </a:cubicBezTo>
                <a:cubicBezTo>
                  <a:pt x="4879595" y="63295"/>
                  <a:pt x="4886621" y="70719"/>
                  <a:pt x="4886621" y="84547"/>
                </a:cubicBezTo>
                <a:lnTo>
                  <a:pt x="4886621" y="100166"/>
                </a:lnTo>
                <a:cubicBezTo>
                  <a:pt x="4846535" y="116039"/>
                  <a:pt x="4842110" y="118087"/>
                  <a:pt x="4830917" y="127818"/>
                </a:cubicBezTo>
                <a:cubicBezTo>
                  <a:pt x="4825189" y="132940"/>
                  <a:pt x="4821543" y="141642"/>
                  <a:pt x="4821543" y="150091"/>
                </a:cubicBezTo>
                <a:cubicBezTo>
                  <a:pt x="4821543" y="166225"/>
                  <a:pt x="4832998" y="177497"/>
                  <a:pt x="4848879" y="177497"/>
                </a:cubicBezTo>
                <a:cubicBezTo>
                  <a:pt x="4860330" y="177497"/>
                  <a:pt x="4871003" y="172117"/>
                  <a:pt x="4886883" y="158793"/>
                </a:cubicBezTo>
                <a:cubicBezTo>
                  <a:pt x="4888186" y="172117"/>
                  <a:pt x="4892869" y="177497"/>
                  <a:pt x="4903542" y="177497"/>
                </a:cubicBezTo>
                <a:cubicBezTo>
                  <a:pt x="4912392" y="177497"/>
                  <a:pt x="4917862" y="174424"/>
                  <a:pt x="4926970" y="164689"/>
                </a:cubicBezTo>
                <a:lnTo>
                  <a:pt x="4926970" y="158031"/>
                </a:lnTo>
                <a:moveTo>
                  <a:pt x="4886621" y="143421"/>
                </a:moveTo>
                <a:cubicBezTo>
                  <a:pt x="4886621" y="151365"/>
                  <a:pt x="4885322" y="153672"/>
                  <a:pt x="4879853" y="156745"/>
                </a:cubicBezTo>
                <a:cubicBezTo>
                  <a:pt x="4873609" y="160334"/>
                  <a:pt x="4866320" y="162636"/>
                  <a:pt x="4860850" y="162636"/>
                </a:cubicBezTo>
                <a:cubicBezTo>
                  <a:pt x="4851742" y="162636"/>
                  <a:pt x="4844454" y="153926"/>
                  <a:pt x="4844454" y="142909"/>
                </a:cubicBezTo>
                <a:lnTo>
                  <a:pt x="4844454" y="141885"/>
                </a:lnTo>
                <a:cubicBezTo>
                  <a:pt x="4844454" y="126766"/>
                  <a:pt x="4855123" y="117544"/>
                  <a:pt x="4886621" y="106269"/>
                </a:cubicBezTo>
                <a:lnTo>
                  <a:pt x="4886621" y="143421"/>
                </a:lnTo>
                <a:close/>
                <a:moveTo>
                  <a:pt x="4993872" y="59648"/>
                </a:moveTo>
                <a:lnTo>
                  <a:pt x="4967581" y="59648"/>
                </a:lnTo>
                <a:lnTo>
                  <a:pt x="4967581" y="29927"/>
                </a:lnTo>
                <a:cubicBezTo>
                  <a:pt x="4967581" y="27367"/>
                  <a:pt x="4967322" y="26597"/>
                  <a:pt x="4965757" y="26597"/>
                </a:cubicBezTo>
                <a:cubicBezTo>
                  <a:pt x="4963938" y="28903"/>
                  <a:pt x="4962373" y="31210"/>
                  <a:pt x="4960554" y="33771"/>
                </a:cubicBezTo>
                <a:cubicBezTo>
                  <a:pt x="4950659" y="47864"/>
                  <a:pt x="4939466" y="60164"/>
                  <a:pt x="4935303" y="61188"/>
                </a:cubicBezTo>
                <a:cubicBezTo>
                  <a:pt x="4932440" y="62979"/>
                  <a:pt x="4930875" y="64773"/>
                  <a:pt x="4930875" y="66055"/>
                </a:cubicBezTo>
                <a:cubicBezTo>
                  <a:pt x="4930875" y="66826"/>
                  <a:pt x="4931137" y="67338"/>
                  <a:pt x="4931919" y="67850"/>
                </a:cubicBezTo>
                <a:lnTo>
                  <a:pt x="4945714" y="67850"/>
                </a:lnTo>
                <a:lnTo>
                  <a:pt x="4945714" y="144961"/>
                </a:lnTo>
                <a:cubicBezTo>
                  <a:pt x="4945714" y="166479"/>
                  <a:pt x="4953523" y="177497"/>
                  <a:pt x="4968883" y="177497"/>
                </a:cubicBezTo>
                <a:cubicBezTo>
                  <a:pt x="4981638" y="177497"/>
                  <a:pt x="4991528" y="171351"/>
                  <a:pt x="5000120" y="158027"/>
                </a:cubicBezTo>
                <a:lnTo>
                  <a:pt x="4996736" y="155208"/>
                </a:lnTo>
                <a:cubicBezTo>
                  <a:pt x="4991270" y="161612"/>
                  <a:pt x="4986845" y="164177"/>
                  <a:pt x="4981117" y="164177"/>
                </a:cubicBezTo>
                <a:cubicBezTo>
                  <a:pt x="4971485" y="164177"/>
                  <a:pt x="4967581" y="157257"/>
                  <a:pt x="4967581" y="141118"/>
                </a:cubicBezTo>
                <a:lnTo>
                  <a:pt x="4967581" y="67850"/>
                </a:lnTo>
                <a:lnTo>
                  <a:pt x="4993872" y="67850"/>
                </a:lnTo>
                <a:lnTo>
                  <a:pt x="4993872" y="59648"/>
                </a:lnTo>
                <a:close/>
                <a:moveTo>
                  <a:pt x="5114917" y="158031"/>
                </a:moveTo>
                <a:cubicBezTo>
                  <a:pt x="5110492" y="161612"/>
                  <a:pt x="5107370" y="162894"/>
                  <a:pt x="5103466" y="162894"/>
                </a:cubicBezTo>
                <a:cubicBezTo>
                  <a:pt x="5097480" y="162894"/>
                  <a:pt x="5095657" y="159309"/>
                  <a:pt x="5095657" y="148046"/>
                </a:cubicBezTo>
                <a:lnTo>
                  <a:pt x="5095657" y="98117"/>
                </a:lnTo>
                <a:cubicBezTo>
                  <a:pt x="5095657" y="84802"/>
                  <a:pt x="5094354" y="77377"/>
                  <a:pt x="5090449" y="71232"/>
                </a:cubicBezTo>
                <a:cubicBezTo>
                  <a:pt x="5084721" y="62017"/>
                  <a:pt x="5073528" y="57146"/>
                  <a:pt x="5058172" y="57146"/>
                </a:cubicBezTo>
                <a:cubicBezTo>
                  <a:pt x="5033700" y="57146"/>
                  <a:pt x="5014439" y="69695"/>
                  <a:pt x="5014439" y="85826"/>
                </a:cubicBezTo>
                <a:cubicBezTo>
                  <a:pt x="5014439" y="91718"/>
                  <a:pt x="5019643" y="96835"/>
                  <a:pt x="5025633" y="96835"/>
                </a:cubicBezTo>
                <a:cubicBezTo>
                  <a:pt x="5031877" y="96835"/>
                  <a:pt x="5037346" y="91718"/>
                  <a:pt x="5037346" y="86084"/>
                </a:cubicBezTo>
                <a:cubicBezTo>
                  <a:pt x="5037346" y="85060"/>
                  <a:pt x="5037084" y="83777"/>
                  <a:pt x="5036826" y="81987"/>
                </a:cubicBezTo>
                <a:cubicBezTo>
                  <a:pt x="5036306" y="79684"/>
                  <a:pt x="5036044" y="77635"/>
                  <a:pt x="5036044" y="75841"/>
                </a:cubicBezTo>
                <a:cubicBezTo>
                  <a:pt x="5036044" y="68929"/>
                  <a:pt x="5044373" y="63295"/>
                  <a:pt x="5054788" y="63295"/>
                </a:cubicBezTo>
                <a:cubicBezTo>
                  <a:pt x="5067542" y="63295"/>
                  <a:pt x="5074569" y="70719"/>
                  <a:pt x="5074569" y="84547"/>
                </a:cubicBezTo>
                <a:lnTo>
                  <a:pt x="5074569" y="100166"/>
                </a:lnTo>
                <a:cubicBezTo>
                  <a:pt x="5034483" y="116039"/>
                  <a:pt x="5030058" y="118087"/>
                  <a:pt x="5018864" y="127818"/>
                </a:cubicBezTo>
                <a:cubicBezTo>
                  <a:pt x="5013137" y="132940"/>
                  <a:pt x="5009490" y="141642"/>
                  <a:pt x="5009490" y="150091"/>
                </a:cubicBezTo>
                <a:cubicBezTo>
                  <a:pt x="5009490" y="166225"/>
                  <a:pt x="5020946" y="177497"/>
                  <a:pt x="5036826" y="177497"/>
                </a:cubicBezTo>
                <a:cubicBezTo>
                  <a:pt x="5048278" y="177497"/>
                  <a:pt x="5058951" y="172117"/>
                  <a:pt x="5074831" y="158793"/>
                </a:cubicBezTo>
                <a:cubicBezTo>
                  <a:pt x="5076134" y="172117"/>
                  <a:pt x="5080817" y="177497"/>
                  <a:pt x="5091490" y="177497"/>
                </a:cubicBezTo>
                <a:cubicBezTo>
                  <a:pt x="5100340" y="177497"/>
                  <a:pt x="5105809" y="174424"/>
                  <a:pt x="5114917" y="164689"/>
                </a:cubicBezTo>
                <a:lnTo>
                  <a:pt x="5114917" y="158031"/>
                </a:lnTo>
                <a:moveTo>
                  <a:pt x="5074569" y="143421"/>
                </a:moveTo>
                <a:cubicBezTo>
                  <a:pt x="5074569" y="151365"/>
                  <a:pt x="5073270" y="153672"/>
                  <a:pt x="5067800" y="156745"/>
                </a:cubicBezTo>
                <a:cubicBezTo>
                  <a:pt x="5061556" y="160334"/>
                  <a:pt x="5054268" y="162636"/>
                  <a:pt x="5048798" y="162636"/>
                </a:cubicBezTo>
                <a:cubicBezTo>
                  <a:pt x="5039690" y="162636"/>
                  <a:pt x="5032401" y="153926"/>
                  <a:pt x="5032401" y="142909"/>
                </a:cubicBezTo>
                <a:lnTo>
                  <a:pt x="5032401" y="141885"/>
                </a:lnTo>
                <a:cubicBezTo>
                  <a:pt x="5032401" y="126766"/>
                  <a:pt x="5043070" y="117544"/>
                  <a:pt x="5074569" y="106269"/>
                </a:cubicBezTo>
                <a:lnTo>
                  <a:pt x="5074569" y="143421"/>
                </a:lnTo>
                <a:close/>
                <a:moveTo>
                  <a:pt x="5256531" y="1849"/>
                </a:moveTo>
                <a:cubicBezTo>
                  <a:pt x="5237267" y="14149"/>
                  <a:pt x="5229458" y="20810"/>
                  <a:pt x="5219825" y="32598"/>
                </a:cubicBezTo>
                <a:cubicBezTo>
                  <a:pt x="5201343" y="54886"/>
                  <a:pt x="5192231" y="80509"/>
                  <a:pt x="5192231" y="110487"/>
                </a:cubicBezTo>
                <a:cubicBezTo>
                  <a:pt x="5192231" y="143026"/>
                  <a:pt x="5201864" y="168133"/>
                  <a:pt x="5224771" y="194268"/>
                </a:cubicBezTo>
                <a:cubicBezTo>
                  <a:pt x="5235444" y="206568"/>
                  <a:pt x="5242212" y="212205"/>
                  <a:pt x="5255749" y="220404"/>
                </a:cubicBezTo>
                <a:lnTo>
                  <a:pt x="5258871" y="216303"/>
                </a:lnTo>
                <a:cubicBezTo>
                  <a:pt x="5238049" y="200160"/>
                  <a:pt x="5230761" y="191196"/>
                  <a:pt x="5223730" y="171976"/>
                </a:cubicBezTo>
                <a:cubicBezTo>
                  <a:pt x="5217482" y="154813"/>
                  <a:pt x="5214618" y="135340"/>
                  <a:pt x="5214618" y="109717"/>
                </a:cubicBezTo>
                <a:cubicBezTo>
                  <a:pt x="5214618" y="82816"/>
                  <a:pt x="5218002" y="61806"/>
                  <a:pt x="5225033" y="45921"/>
                </a:cubicBezTo>
                <a:cubicBezTo>
                  <a:pt x="5232322" y="30033"/>
                  <a:pt x="5240131" y="20810"/>
                  <a:pt x="5258871" y="5950"/>
                </a:cubicBezTo>
                <a:lnTo>
                  <a:pt x="5256531" y="1849"/>
                </a:lnTo>
                <a:close/>
                <a:moveTo>
                  <a:pt x="5450204" y="170127"/>
                </a:moveTo>
                <a:cubicBezTo>
                  <a:pt x="5438490" y="169361"/>
                  <a:pt x="5435889" y="166800"/>
                  <a:pt x="5426777" y="147854"/>
                </a:cubicBezTo>
                <a:lnTo>
                  <a:pt x="5361956" y="2350"/>
                </a:lnTo>
                <a:lnTo>
                  <a:pt x="5356753" y="2350"/>
                </a:lnTo>
                <a:lnTo>
                  <a:pt x="5302605" y="128143"/>
                </a:lnTo>
                <a:cubicBezTo>
                  <a:pt x="5285947" y="165522"/>
                  <a:pt x="5282821" y="169615"/>
                  <a:pt x="5270328" y="170127"/>
                </a:cubicBezTo>
                <a:lnTo>
                  <a:pt x="5270328" y="174994"/>
                </a:lnTo>
                <a:lnTo>
                  <a:pt x="5321870" y="174994"/>
                </a:lnTo>
                <a:lnTo>
                  <a:pt x="5321870" y="170127"/>
                </a:lnTo>
                <a:cubicBezTo>
                  <a:pt x="5309374" y="170127"/>
                  <a:pt x="5304167" y="166800"/>
                  <a:pt x="5304167" y="159634"/>
                </a:cubicBezTo>
                <a:cubicBezTo>
                  <a:pt x="5304167" y="156561"/>
                  <a:pt x="5304949" y="152976"/>
                  <a:pt x="5306252" y="149649"/>
                </a:cubicBezTo>
                <a:lnTo>
                  <a:pt x="5318224" y="119694"/>
                </a:lnTo>
                <a:lnTo>
                  <a:pt x="5386428" y="119694"/>
                </a:lnTo>
                <a:lnTo>
                  <a:pt x="5397101" y="144273"/>
                </a:lnTo>
                <a:cubicBezTo>
                  <a:pt x="5400223" y="151185"/>
                  <a:pt x="5402047" y="157839"/>
                  <a:pt x="5402047" y="161424"/>
                </a:cubicBezTo>
                <a:cubicBezTo>
                  <a:pt x="5402047" y="167824"/>
                  <a:pt x="5397622" y="169873"/>
                  <a:pt x="5383823" y="170127"/>
                </a:cubicBezTo>
                <a:lnTo>
                  <a:pt x="5383823" y="174994"/>
                </a:lnTo>
                <a:lnTo>
                  <a:pt x="5450204" y="174994"/>
                </a:lnTo>
                <a:lnTo>
                  <a:pt x="5450204" y="170127"/>
                </a:lnTo>
                <a:moveTo>
                  <a:pt x="5322649" y="109189"/>
                </a:moveTo>
                <a:lnTo>
                  <a:pt x="5352586" y="38732"/>
                </a:lnTo>
                <a:lnTo>
                  <a:pt x="5382782" y="109189"/>
                </a:lnTo>
                <a:lnTo>
                  <a:pt x="5322649" y="109189"/>
                </a:lnTo>
                <a:close/>
                <a:moveTo>
                  <a:pt x="5638151" y="170127"/>
                </a:moveTo>
                <a:cubicBezTo>
                  <a:pt x="5626437" y="169361"/>
                  <a:pt x="5623836" y="166800"/>
                  <a:pt x="5614724" y="147854"/>
                </a:cubicBezTo>
                <a:lnTo>
                  <a:pt x="5549903" y="2350"/>
                </a:lnTo>
                <a:lnTo>
                  <a:pt x="5544700" y="2350"/>
                </a:lnTo>
                <a:lnTo>
                  <a:pt x="5490552" y="128143"/>
                </a:lnTo>
                <a:cubicBezTo>
                  <a:pt x="5473893" y="165522"/>
                  <a:pt x="5470767" y="169615"/>
                  <a:pt x="5458275" y="170127"/>
                </a:cubicBezTo>
                <a:lnTo>
                  <a:pt x="5458275" y="174994"/>
                </a:lnTo>
                <a:lnTo>
                  <a:pt x="5509817" y="174994"/>
                </a:lnTo>
                <a:lnTo>
                  <a:pt x="5509817" y="170127"/>
                </a:lnTo>
                <a:cubicBezTo>
                  <a:pt x="5497321" y="170127"/>
                  <a:pt x="5492113" y="166800"/>
                  <a:pt x="5492113" y="159634"/>
                </a:cubicBezTo>
                <a:cubicBezTo>
                  <a:pt x="5492113" y="156561"/>
                  <a:pt x="5492896" y="152976"/>
                  <a:pt x="5494199" y="149649"/>
                </a:cubicBezTo>
                <a:lnTo>
                  <a:pt x="5506171" y="119694"/>
                </a:lnTo>
                <a:lnTo>
                  <a:pt x="5574375" y="119694"/>
                </a:lnTo>
                <a:lnTo>
                  <a:pt x="5585048" y="144273"/>
                </a:lnTo>
                <a:cubicBezTo>
                  <a:pt x="5588170" y="151185"/>
                  <a:pt x="5589993" y="157839"/>
                  <a:pt x="5589993" y="161424"/>
                </a:cubicBezTo>
                <a:cubicBezTo>
                  <a:pt x="5589993" y="167824"/>
                  <a:pt x="5585569" y="169873"/>
                  <a:pt x="5571770" y="170127"/>
                </a:cubicBezTo>
                <a:lnTo>
                  <a:pt x="5571770" y="174994"/>
                </a:lnTo>
                <a:lnTo>
                  <a:pt x="5638151" y="174994"/>
                </a:lnTo>
                <a:lnTo>
                  <a:pt x="5638151" y="170127"/>
                </a:lnTo>
                <a:moveTo>
                  <a:pt x="5510596" y="109189"/>
                </a:moveTo>
                <a:lnTo>
                  <a:pt x="5540533" y="38732"/>
                </a:lnTo>
                <a:lnTo>
                  <a:pt x="5570729" y="109189"/>
                </a:lnTo>
                <a:lnTo>
                  <a:pt x="5510596" y="109189"/>
                </a:lnTo>
                <a:close/>
                <a:moveTo>
                  <a:pt x="5669387" y="147069"/>
                </a:moveTo>
                <a:cubicBezTo>
                  <a:pt x="5669387" y="165518"/>
                  <a:pt x="5666265" y="168849"/>
                  <a:pt x="5646480" y="170127"/>
                </a:cubicBezTo>
                <a:lnTo>
                  <a:pt x="5646480" y="174994"/>
                </a:lnTo>
                <a:lnTo>
                  <a:pt x="5720409" y="174994"/>
                </a:lnTo>
                <a:cubicBezTo>
                  <a:pt x="5750608" y="174994"/>
                  <a:pt x="5777940" y="166542"/>
                  <a:pt x="5794079" y="152190"/>
                </a:cubicBezTo>
                <a:cubicBezTo>
                  <a:pt x="5811000" y="137072"/>
                  <a:pt x="5820632" y="114264"/>
                  <a:pt x="5820632" y="89407"/>
                </a:cubicBezTo>
                <a:cubicBezTo>
                  <a:pt x="5820632" y="66345"/>
                  <a:pt x="5812823" y="46355"/>
                  <a:pt x="5798504" y="32261"/>
                </a:cubicBezTo>
                <a:cubicBezTo>
                  <a:pt x="5780804" y="14579"/>
                  <a:pt x="5752428" y="5352"/>
                  <a:pt x="5716766" y="5352"/>
                </a:cubicBezTo>
                <a:lnTo>
                  <a:pt x="5646480" y="5352"/>
                </a:lnTo>
                <a:lnTo>
                  <a:pt x="5646480" y="10223"/>
                </a:lnTo>
                <a:cubicBezTo>
                  <a:pt x="5667044" y="12014"/>
                  <a:pt x="5669387" y="14321"/>
                  <a:pt x="5669387" y="33282"/>
                </a:cubicBezTo>
                <a:lnTo>
                  <a:pt x="5669387" y="147069"/>
                </a:lnTo>
                <a:moveTo>
                  <a:pt x="5695941" y="24829"/>
                </a:moveTo>
                <a:cubicBezTo>
                  <a:pt x="5695941" y="16885"/>
                  <a:pt x="5698805" y="14833"/>
                  <a:pt x="5709478" y="14833"/>
                </a:cubicBezTo>
                <a:cubicBezTo>
                  <a:pt x="5731864" y="14833"/>
                  <a:pt x="5748785" y="18934"/>
                  <a:pt x="5761281" y="27648"/>
                </a:cubicBezTo>
                <a:cubicBezTo>
                  <a:pt x="5781583" y="41488"/>
                  <a:pt x="5792256" y="63526"/>
                  <a:pt x="5792256" y="91201"/>
                </a:cubicBezTo>
                <a:cubicBezTo>
                  <a:pt x="5792256" y="121438"/>
                  <a:pt x="5781583" y="142964"/>
                  <a:pt x="5760499" y="155009"/>
                </a:cubicBezTo>
                <a:cubicBezTo>
                  <a:pt x="5747224" y="162441"/>
                  <a:pt x="5732122" y="165518"/>
                  <a:pt x="5709478" y="165518"/>
                </a:cubicBezTo>
                <a:cubicBezTo>
                  <a:pt x="5699063" y="165518"/>
                  <a:pt x="5695941" y="163211"/>
                  <a:pt x="5695941" y="155009"/>
                </a:cubicBezTo>
                <a:lnTo>
                  <a:pt x="5695941" y="24829"/>
                </a:lnTo>
                <a:close/>
                <a:moveTo>
                  <a:pt x="5840155" y="220404"/>
                </a:moveTo>
                <a:cubicBezTo>
                  <a:pt x="5859420" y="208104"/>
                  <a:pt x="5867229" y="201442"/>
                  <a:pt x="5876857" y="189655"/>
                </a:cubicBezTo>
                <a:cubicBezTo>
                  <a:pt x="5895343" y="167367"/>
                  <a:pt x="5904451" y="141744"/>
                  <a:pt x="5904451" y="111770"/>
                </a:cubicBezTo>
                <a:cubicBezTo>
                  <a:pt x="5904451" y="78972"/>
                  <a:pt x="5894819" y="54120"/>
                  <a:pt x="5871912" y="27984"/>
                </a:cubicBezTo>
                <a:cubicBezTo>
                  <a:pt x="5861239" y="15685"/>
                  <a:pt x="5854470" y="10051"/>
                  <a:pt x="5840934" y="1849"/>
                </a:cubicBezTo>
                <a:lnTo>
                  <a:pt x="5837812" y="5950"/>
                </a:lnTo>
                <a:cubicBezTo>
                  <a:pt x="5858637" y="22093"/>
                  <a:pt x="5865664" y="31061"/>
                  <a:pt x="5872953" y="50277"/>
                </a:cubicBezTo>
                <a:cubicBezTo>
                  <a:pt x="5879201" y="67443"/>
                  <a:pt x="5882064" y="86913"/>
                  <a:pt x="5882064" y="112536"/>
                </a:cubicBezTo>
                <a:cubicBezTo>
                  <a:pt x="5882064" y="139183"/>
                  <a:pt x="5878680" y="160447"/>
                  <a:pt x="5871654" y="176077"/>
                </a:cubicBezTo>
                <a:cubicBezTo>
                  <a:pt x="5864365" y="192220"/>
                  <a:pt x="5856556" y="201442"/>
                  <a:pt x="5837812" y="216303"/>
                </a:cubicBezTo>
                <a:lnTo>
                  <a:pt x="5840155" y="220404"/>
                </a:lnTo>
                <a:close/>
                <a:moveTo>
                  <a:pt x="5949488" y="149309"/>
                </a:moveTo>
                <a:cubicBezTo>
                  <a:pt x="5941675" y="149309"/>
                  <a:pt x="5935169" y="155971"/>
                  <a:pt x="5935169" y="163915"/>
                </a:cubicBezTo>
                <a:cubicBezTo>
                  <a:pt x="5935169" y="171343"/>
                  <a:pt x="5941675" y="177747"/>
                  <a:pt x="5949226" y="177747"/>
                </a:cubicBezTo>
                <a:cubicBezTo>
                  <a:pt x="5957297" y="177747"/>
                  <a:pt x="5964066" y="171343"/>
                  <a:pt x="5964066" y="163915"/>
                </a:cubicBezTo>
                <a:cubicBezTo>
                  <a:pt x="5964066" y="155971"/>
                  <a:pt x="5957297" y="149309"/>
                  <a:pt x="5949488" y="149309"/>
                </a:cubicBezTo>
                <a:close/>
                <a:moveTo>
                  <a:pt x="6128063" y="16115"/>
                </a:moveTo>
                <a:lnTo>
                  <a:pt x="6128063" y="144246"/>
                </a:lnTo>
                <a:cubicBezTo>
                  <a:pt x="6128063" y="166030"/>
                  <a:pt x="6125199" y="168849"/>
                  <a:pt x="6103591" y="170127"/>
                </a:cubicBezTo>
                <a:lnTo>
                  <a:pt x="6103591" y="174994"/>
                </a:lnTo>
                <a:lnTo>
                  <a:pt x="6179605" y="174994"/>
                </a:lnTo>
                <a:lnTo>
                  <a:pt x="6179605" y="170127"/>
                </a:lnTo>
                <a:cubicBezTo>
                  <a:pt x="6158259" y="169103"/>
                  <a:pt x="6154612" y="165772"/>
                  <a:pt x="6154612" y="147065"/>
                </a:cubicBezTo>
                <a:lnTo>
                  <a:pt x="6154612" y="16115"/>
                </a:lnTo>
                <a:lnTo>
                  <a:pt x="6168670" y="16115"/>
                </a:lnTo>
                <a:cubicBezTo>
                  <a:pt x="6198345" y="16115"/>
                  <a:pt x="6204073" y="20728"/>
                  <a:pt x="6210063" y="48916"/>
                </a:cubicBezTo>
                <a:lnTo>
                  <a:pt x="6216307" y="48916"/>
                </a:lnTo>
                <a:lnTo>
                  <a:pt x="6214746" y="5352"/>
                </a:lnTo>
                <a:lnTo>
                  <a:pt x="6067930" y="5352"/>
                </a:lnTo>
                <a:lnTo>
                  <a:pt x="6066369" y="48916"/>
                </a:lnTo>
                <a:lnTo>
                  <a:pt x="6072613" y="48916"/>
                </a:lnTo>
                <a:cubicBezTo>
                  <a:pt x="6078861" y="20982"/>
                  <a:pt x="6084851" y="16115"/>
                  <a:pt x="6114006" y="16115"/>
                </a:cubicBezTo>
                <a:lnTo>
                  <a:pt x="6128063" y="16115"/>
                </a:lnTo>
                <a:close/>
                <a:moveTo>
                  <a:pt x="6261865" y="87124"/>
                </a:moveTo>
                <a:cubicBezTo>
                  <a:pt x="6272796" y="75341"/>
                  <a:pt x="6280605" y="70981"/>
                  <a:pt x="6290758" y="70981"/>
                </a:cubicBezTo>
                <a:cubicBezTo>
                  <a:pt x="6303774" y="70981"/>
                  <a:pt x="6310281" y="80208"/>
                  <a:pt x="6310281" y="98141"/>
                </a:cubicBezTo>
                <a:lnTo>
                  <a:pt x="6310281" y="148863"/>
                </a:lnTo>
                <a:cubicBezTo>
                  <a:pt x="6310281" y="166284"/>
                  <a:pt x="6307679" y="169615"/>
                  <a:pt x="6292581" y="171151"/>
                </a:cubicBezTo>
                <a:lnTo>
                  <a:pt x="6292581" y="174994"/>
                </a:lnTo>
                <a:lnTo>
                  <a:pt x="6347769" y="174994"/>
                </a:lnTo>
                <a:lnTo>
                  <a:pt x="6347769" y="171151"/>
                </a:lnTo>
                <a:cubicBezTo>
                  <a:pt x="6333712" y="168591"/>
                  <a:pt x="6332147" y="166542"/>
                  <a:pt x="6332147" y="148863"/>
                </a:cubicBezTo>
                <a:lnTo>
                  <a:pt x="6332147" y="97883"/>
                </a:lnTo>
                <a:cubicBezTo>
                  <a:pt x="6332147" y="70981"/>
                  <a:pt x="6321216" y="57146"/>
                  <a:pt x="6300128" y="57146"/>
                </a:cubicBezTo>
                <a:cubicBezTo>
                  <a:pt x="6284772" y="57146"/>
                  <a:pt x="6273837" y="63295"/>
                  <a:pt x="6261865" y="78668"/>
                </a:cubicBezTo>
                <a:lnTo>
                  <a:pt x="6261865" y="782"/>
                </a:lnTo>
                <a:lnTo>
                  <a:pt x="6260562" y="12"/>
                </a:lnTo>
                <a:cubicBezTo>
                  <a:pt x="6251712" y="3085"/>
                  <a:pt x="6245202" y="5137"/>
                  <a:pt x="6230625" y="9234"/>
                </a:cubicBezTo>
                <a:lnTo>
                  <a:pt x="6223598" y="11287"/>
                </a:lnTo>
                <a:lnTo>
                  <a:pt x="6223598" y="15384"/>
                </a:lnTo>
                <a:cubicBezTo>
                  <a:pt x="6224639" y="15130"/>
                  <a:pt x="6225421" y="15130"/>
                  <a:pt x="6226720" y="15130"/>
                </a:cubicBezTo>
                <a:cubicBezTo>
                  <a:pt x="6237913" y="15130"/>
                  <a:pt x="6239999" y="17178"/>
                  <a:pt x="6239999" y="28196"/>
                </a:cubicBezTo>
                <a:lnTo>
                  <a:pt x="6239999" y="148863"/>
                </a:lnTo>
                <a:cubicBezTo>
                  <a:pt x="6239999" y="166796"/>
                  <a:pt x="6238434" y="169103"/>
                  <a:pt x="6223336" y="171151"/>
                </a:cubicBezTo>
                <a:lnTo>
                  <a:pt x="6223336" y="174994"/>
                </a:lnTo>
                <a:lnTo>
                  <a:pt x="6279565" y="174994"/>
                </a:lnTo>
                <a:lnTo>
                  <a:pt x="6279565" y="171151"/>
                </a:lnTo>
                <a:cubicBezTo>
                  <a:pt x="6264467" y="169615"/>
                  <a:pt x="6261865" y="166542"/>
                  <a:pt x="6261865" y="148863"/>
                </a:cubicBezTo>
                <a:lnTo>
                  <a:pt x="6261865" y="87124"/>
                </a:lnTo>
                <a:close/>
                <a:moveTo>
                  <a:pt x="6457359" y="132904"/>
                </a:moveTo>
                <a:cubicBezTo>
                  <a:pt x="6444867" y="152386"/>
                  <a:pt x="6433669" y="159822"/>
                  <a:pt x="6417010" y="159822"/>
                </a:cubicBezTo>
                <a:cubicBezTo>
                  <a:pt x="6402175" y="159822"/>
                  <a:pt x="6390981" y="152386"/>
                  <a:pt x="6383430" y="137776"/>
                </a:cubicBezTo>
                <a:cubicBezTo>
                  <a:pt x="6378743" y="128033"/>
                  <a:pt x="6376924" y="119573"/>
                  <a:pt x="6376404" y="103935"/>
                </a:cubicBezTo>
                <a:lnTo>
                  <a:pt x="6456580" y="103935"/>
                </a:lnTo>
                <a:cubicBezTo>
                  <a:pt x="6454495" y="87312"/>
                  <a:pt x="6451893" y="79907"/>
                  <a:pt x="6445387" y="71736"/>
                </a:cubicBezTo>
                <a:cubicBezTo>
                  <a:pt x="6437574" y="62529"/>
                  <a:pt x="6425602" y="57146"/>
                  <a:pt x="6412065" y="57146"/>
                </a:cubicBezTo>
                <a:cubicBezTo>
                  <a:pt x="6399049" y="57146"/>
                  <a:pt x="6386815" y="61759"/>
                  <a:pt x="6376924" y="70458"/>
                </a:cubicBezTo>
                <a:cubicBezTo>
                  <a:pt x="6364686" y="80927"/>
                  <a:pt x="6357660" y="99067"/>
                  <a:pt x="6357660" y="120085"/>
                </a:cubicBezTo>
                <a:cubicBezTo>
                  <a:pt x="6357660" y="155462"/>
                  <a:pt x="6376404" y="177497"/>
                  <a:pt x="6406337" y="177497"/>
                </a:cubicBezTo>
                <a:cubicBezTo>
                  <a:pt x="6431068" y="177497"/>
                  <a:pt x="6450590" y="162382"/>
                  <a:pt x="6461526" y="134699"/>
                </a:cubicBezTo>
                <a:lnTo>
                  <a:pt x="6457359" y="132904"/>
                </a:lnTo>
                <a:moveTo>
                  <a:pt x="6376924" y="95737"/>
                </a:moveTo>
                <a:cubicBezTo>
                  <a:pt x="6379784" y="75821"/>
                  <a:pt x="6388638" y="66372"/>
                  <a:pt x="6404514" y="66372"/>
                </a:cubicBezTo>
                <a:cubicBezTo>
                  <a:pt x="6420395" y="66372"/>
                  <a:pt x="6426643" y="73523"/>
                  <a:pt x="6430027" y="95737"/>
                </a:cubicBezTo>
                <a:lnTo>
                  <a:pt x="6376924" y="95737"/>
                </a:lnTo>
                <a:close/>
                <a:moveTo>
                  <a:pt x="6613026" y="94493"/>
                </a:moveTo>
                <a:lnTo>
                  <a:pt x="6611985" y="59648"/>
                </a:lnTo>
                <a:lnTo>
                  <a:pt x="6609121" y="59648"/>
                </a:lnTo>
                <a:lnTo>
                  <a:pt x="6608601" y="60164"/>
                </a:lnTo>
                <a:cubicBezTo>
                  <a:pt x="6606257" y="61954"/>
                  <a:pt x="6605999" y="62212"/>
                  <a:pt x="6604958" y="62212"/>
                </a:cubicBezTo>
                <a:cubicBezTo>
                  <a:pt x="6603397" y="62212"/>
                  <a:pt x="6600792" y="61700"/>
                  <a:pt x="6597928" y="60418"/>
                </a:cubicBezTo>
                <a:cubicBezTo>
                  <a:pt x="6592200" y="58424"/>
                  <a:pt x="6586476" y="57396"/>
                  <a:pt x="6579708" y="57396"/>
                </a:cubicBezTo>
                <a:cubicBezTo>
                  <a:pt x="6559140" y="57396"/>
                  <a:pt x="6544305" y="70461"/>
                  <a:pt x="6544305" y="88899"/>
                </a:cubicBezTo>
                <a:cubicBezTo>
                  <a:pt x="6544305" y="103235"/>
                  <a:pt x="6552634" y="113478"/>
                  <a:pt x="6574762" y="125770"/>
                </a:cubicBezTo>
                <a:lnTo>
                  <a:pt x="6589860" y="134222"/>
                </a:lnTo>
                <a:cubicBezTo>
                  <a:pt x="6598968" y="139343"/>
                  <a:pt x="6603397" y="145489"/>
                  <a:pt x="6603397" y="153426"/>
                </a:cubicBezTo>
                <a:cubicBezTo>
                  <a:pt x="6603397" y="164693"/>
                  <a:pt x="6595064" y="171863"/>
                  <a:pt x="6581789" y="171863"/>
                </a:cubicBezTo>
                <a:cubicBezTo>
                  <a:pt x="6572939" y="171863"/>
                  <a:pt x="6564868" y="168532"/>
                  <a:pt x="6559923" y="162898"/>
                </a:cubicBezTo>
                <a:cubicBezTo>
                  <a:pt x="6554457" y="156498"/>
                  <a:pt x="6552114" y="150607"/>
                  <a:pt x="6548729" y="136013"/>
                </a:cubicBezTo>
                <a:lnTo>
                  <a:pt x="6544563" y="136013"/>
                </a:lnTo>
                <a:lnTo>
                  <a:pt x="6544563" y="175960"/>
                </a:lnTo>
                <a:lnTo>
                  <a:pt x="6547947" y="175960"/>
                </a:lnTo>
                <a:cubicBezTo>
                  <a:pt x="6549770" y="173399"/>
                  <a:pt x="6550811" y="172887"/>
                  <a:pt x="6553937" y="172887"/>
                </a:cubicBezTo>
                <a:cubicBezTo>
                  <a:pt x="6556280" y="172946"/>
                  <a:pt x="6559923" y="173458"/>
                  <a:pt x="6565909" y="174994"/>
                </a:cubicBezTo>
                <a:cubicBezTo>
                  <a:pt x="6573197" y="176472"/>
                  <a:pt x="6580228" y="177497"/>
                  <a:pt x="6584911" y="177497"/>
                </a:cubicBezTo>
                <a:cubicBezTo>
                  <a:pt x="6604958" y="177497"/>
                  <a:pt x="6621617" y="162644"/>
                  <a:pt x="6621617" y="144719"/>
                </a:cubicBezTo>
                <a:cubicBezTo>
                  <a:pt x="6621617" y="131915"/>
                  <a:pt x="6615369" y="123467"/>
                  <a:pt x="6599751" y="114248"/>
                </a:cubicBezTo>
                <a:lnTo>
                  <a:pt x="6571636" y="97859"/>
                </a:lnTo>
                <a:cubicBezTo>
                  <a:pt x="6564348" y="93762"/>
                  <a:pt x="6560443" y="87362"/>
                  <a:pt x="6560443" y="80446"/>
                </a:cubicBezTo>
                <a:cubicBezTo>
                  <a:pt x="6560443" y="70203"/>
                  <a:pt x="6568514" y="63033"/>
                  <a:pt x="6580486" y="63033"/>
                </a:cubicBezTo>
                <a:cubicBezTo>
                  <a:pt x="6595326" y="63033"/>
                  <a:pt x="6603135" y="71740"/>
                  <a:pt x="6609121" y="94532"/>
                </a:cubicBezTo>
                <a:lnTo>
                  <a:pt x="6613026" y="94493"/>
                </a:lnTo>
                <a:close/>
                <a:moveTo>
                  <a:pt x="6738497" y="132904"/>
                </a:moveTo>
                <a:cubicBezTo>
                  <a:pt x="6726005" y="152386"/>
                  <a:pt x="6714808" y="159822"/>
                  <a:pt x="6698149" y="159822"/>
                </a:cubicBezTo>
                <a:cubicBezTo>
                  <a:pt x="6683313" y="159822"/>
                  <a:pt x="6672120" y="152386"/>
                  <a:pt x="6664569" y="137776"/>
                </a:cubicBezTo>
                <a:cubicBezTo>
                  <a:pt x="6659882" y="128033"/>
                  <a:pt x="6658063" y="119573"/>
                  <a:pt x="6657542" y="103935"/>
                </a:cubicBezTo>
                <a:lnTo>
                  <a:pt x="6737719" y="103935"/>
                </a:lnTo>
                <a:cubicBezTo>
                  <a:pt x="6735634" y="87312"/>
                  <a:pt x="6733032" y="79907"/>
                  <a:pt x="6726526" y="71736"/>
                </a:cubicBezTo>
                <a:cubicBezTo>
                  <a:pt x="6718713" y="62529"/>
                  <a:pt x="6706741" y="57146"/>
                  <a:pt x="6693204" y="57146"/>
                </a:cubicBezTo>
                <a:cubicBezTo>
                  <a:pt x="6680187" y="57146"/>
                  <a:pt x="6667953" y="61759"/>
                  <a:pt x="6658063" y="70458"/>
                </a:cubicBezTo>
                <a:cubicBezTo>
                  <a:pt x="6645825" y="80927"/>
                  <a:pt x="6638798" y="99067"/>
                  <a:pt x="6638798" y="120085"/>
                </a:cubicBezTo>
                <a:cubicBezTo>
                  <a:pt x="6638798" y="155462"/>
                  <a:pt x="6657542" y="177497"/>
                  <a:pt x="6687476" y="177497"/>
                </a:cubicBezTo>
                <a:cubicBezTo>
                  <a:pt x="6712206" y="177497"/>
                  <a:pt x="6731729" y="162382"/>
                  <a:pt x="6742664" y="134699"/>
                </a:cubicBezTo>
                <a:lnTo>
                  <a:pt x="6738497" y="132904"/>
                </a:lnTo>
                <a:moveTo>
                  <a:pt x="6658063" y="95737"/>
                </a:moveTo>
                <a:cubicBezTo>
                  <a:pt x="6660923" y="75821"/>
                  <a:pt x="6669776" y="66372"/>
                  <a:pt x="6685653" y="66372"/>
                </a:cubicBezTo>
                <a:cubicBezTo>
                  <a:pt x="6701533" y="66372"/>
                  <a:pt x="6707781" y="73523"/>
                  <a:pt x="6711166" y="95737"/>
                </a:cubicBezTo>
                <a:lnTo>
                  <a:pt x="6658063" y="95737"/>
                </a:lnTo>
                <a:close/>
                <a:moveTo>
                  <a:pt x="6758020" y="109189"/>
                </a:moveTo>
                <a:lnTo>
                  <a:pt x="6758020" y="125332"/>
                </a:lnTo>
                <a:lnTo>
                  <a:pt x="6822058" y="125332"/>
                </a:lnTo>
                <a:lnTo>
                  <a:pt x="6822058" y="109189"/>
                </a:lnTo>
                <a:lnTo>
                  <a:pt x="6758020" y="1091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quencenumberisnotuseddirectlybutisreplacedwithaninvocation">
            <a:extLst xmlns:a="http://schemas.openxmlformats.org/drawingml/2006/main">
              <a:ext uri="{FF2B5EF4-FFF2-40B4-BE49-F238E27FC236}">
                <a16:creationId xmlns:a16="http://schemas.microsoft.com/office/drawing/2014/main" id="{90B6CF17-5BAD-4F56-95C2-C9B9B3B7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3" y="7732194"/>
            <a:ext cx="6782966" cy="230799"/>
          </a:xfrm>
          <a:custGeom xmlns:a="http://schemas.openxmlformats.org/drawingml/2006/main">
            <a:pathLst>
              <a:path w="6782966" h="230799">
                <a:moveTo>
                  <a:pt x="84370" y="66118"/>
                </a:moveTo>
                <a:cubicBezTo>
                  <a:pt x="72818" y="59202"/>
                  <a:pt x="65286" y="56895"/>
                  <a:pt x="55493" y="56895"/>
                </a:cubicBezTo>
                <a:cubicBezTo>
                  <a:pt x="24107" y="56895"/>
                  <a:pt x="0" y="85576"/>
                  <a:pt x="0" y="122443"/>
                </a:cubicBezTo>
                <a:cubicBezTo>
                  <a:pt x="0" y="154700"/>
                  <a:pt x="16574" y="177497"/>
                  <a:pt x="40175" y="177497"/>
                </a:cubicBezTo>
                <a:cubicBezTo>
                  <a:pt x="54738" y="177497"/>
                  <a:pt x="68550" y="170839"/>
                  <a:pt x="79596" y="158539"/>
                </a:cubicBezTo>
                <a:lnTo>
                  <a:pt x="79596" y="206712"/>
                </a:lnTo>
                <a:cubicBezTo>
                  <a:pt x="79596" y="221060"/>
                  <a:pt x="75079" y="224907"/>
                  <a:pt x="57252" y="226186"/>
                </a:cubicBezTo>
                <a:lnTo>
                  <a:pt x="57252" y="230541"/>
                </a:lnTo>
                <a:lnTo>
                  <a:pt x="116507" y="230541"/>
                </a:lnTo>
                <a:lnTo>
                  <a:pt x="116507" y="226956"/>
                </a:lnTo>
                <a:cubicBezTo>
                  <a:pt x="102699" y="223879"/>
                  <a:pt x="100688" y="221831"/>
                  <a:pt x="100688" y="211068"/>
                </a:cubicBezTo>
                <a:lnTo>
                  <a:pt x="100688" y="57924"/>
                </a:lnTo>
                <a:lnTo>
                  <a:pt x="97925" y="57924"/>
                </a:lnTo>
                <a:lnTo>
                  <a:pt x="84370" y="66118"/>
                </a:lnTo>
                <a:moveTo>
                  <a:pt x="79596" y="142412"/>
                </a:moveTo>
                <a:cubicBezTo>
                  <a:pt x="79596" y="148558"/>
                  <a:pt x="78592" y="151885"/>
                  <a:pt x="76083" y="153934"/>
                </a:cubicBezTo>
                <a:cubicBezTo>
                  <a:pt x="70558" y="158797"/>
                  <a:pt x="62271" y="161870"/>
                  <a:pt x="54489" y="161870"/>
                </a:cubicBezTo>
                <a:cubicBezTo>
                  <a:pt x="46704" y="161870"/>
                  <a:pt x="39926" y="159309"/>
                  <a:pt x="34903" y="154188"/>
                </a:cubicBezTo>
                <a:cubicBezTo>
                  <a:pt x="26869" y="146764"/>
                  <a:pt x="21593" y="130125"/>
                  <a:pt x="21593" y="113228"/>
                </a:cubicBezTo>
                <a:cubicBezTo>
                  <a:pt x="21593" y="83015"/>
                  <a:pt x="34903" y="64073"/>
                  <a:pt x="56244" y="64073"/>
                </a:cubicBezTo>
                <a:cubicBezTo>
                  <a:pt x="71815" y="64073"/>
                  <a:pt x="79596" y="72518"/>
                  <a:pt x="79596" y="89673"/>
                </a:cubicBezTo>
                <a:lnTo>
                  <a:pt x="79596" y="142412"/>
                </a:lnTo>
                <a:close/>
                <a:moveTo>
                  <a:pt x="239792" y="162136"/>
                </a:moveTo>
                <a:lnTo>
                  <a:pt x="238539" y="162136"/>
                </a:lnTo>
                <a:cubicBezTo>
                  <a:pt x="226988" y="162136"/>
                  <a:pt x="224225" y="159317"/>
                  <a:pt x="224225" y="147530"/>
                </a:cubicBezTo>
                <a:lnTo>
                  <a:pt x="224225" y="59648"/>
                </a:lnTo>
                <a:lnTo>
                  <a:pt x="184552" y="59648"/>
                </a:lnTo>
                <a:lnTo>
                  <a:pt x="184552" y="64007"/>
                </a:lnTo>
                <a:cubicBezTo>
                  <a:pt x="200122" y="64773"/>
                  <a:pt x="203134" y="67338"/>
                  <a:pt x="203134" y="80145"/>
                </a:cubicBezTo>
                <a:lnTo>
                  <a:pt x="203134" y="140348"/>
                </a:lnTo>
                <a:cubicBezTo>
                  <a:pt x="203134" y="147522"/>
                  <a:pt x="201877" y="151111"/>
                  <a:pt x="198364" y="153926"/>
                </a:cubicBezTo>
                <a:cubicBezTo>
                  <a:pt x="191582" y="159564"/>
                  <a:pt x="183801" y="162636"/>
                  <a:pt x="176268" y="162636"/>
                </a:cubicBezTo>
                <a:cubicBezTo>
                  <a:pt x="166475" y="162636"/>
                  <a:pt x="158441" y="153926"/>
                  <a:pt x="158441" y="143167"/>
                </a:cubicBezTo>
                <a:lnTo>
                  <a:pt x="158441" y="59648"/>
                </a:lnTo>
                <a:lnTo>
                  <a:pt x="121779" y="59648"/>
                </a:lnTo>
                <a:lnTo>
                  <a:pt x="121779" y="63237"/>
                </a:lnTo>
                <a:cubicBezTo>
                  <a:pt x="133832" y="64007"/>
                  <a:pt x="137350" y="67850"/>
                  <a:pt x="137350" y="79633"/>
                </a:cubicBezTo>
                <a:lnTo>
                  <a:pt x="137350" y="144191"/>
                </a:lnTo>
                <a:cubicBezTo>
                  <a:pt x="137350" y="164431"/>
                  <a:pt x="149399" y="177497"/>
                  <a:pt x="167728" y="177497"/>
                </a:cubicBezTo>
                <a:cubicBezTo>
                  <a:pt x="177019" y="177497"/>
                  <a:pt x="186812" y="173399"/>
                  <a:pt x="193594" y="166479"/>
                </a:cubicBezTo>
                <a:lnTo>
                  <a:pt x="204390" y="155466"/>
                </a:lnTo>
                <a:lnTo>
                  <a:pt x="204390" y="176730"/>
                </a:lnTo>
                <a:lnTo>
                  <a:pt x="205394" y="177246"/>
                </a:lnTo>
                <a:cubicBezTo>
                  <a:pt x="217950" y="172125"/>
                  <a:pt x="226988" y="169306"/>
                  <a:pt x="239792" y="165717"/>
                </a:cubicBezTo>
                <a:lnTo>
                  <a:pt x="239792" y="162136"/>
                </a:lnTo>
                <a:close/>
                <a:moveTo>
                  <a:pt x="347510" y="132904"/>
                </a:moveTo>
                <a:cubicBezTo>
                  <a:pt x="335460" y="152386"/>
                  <a:pt x="324660" y="159822"/>
                  <a:pt x="308591" y="159822"/>
                </a:cubicBezTo>
                <a:cubicBezTo>
                  <a:pt x="294281" y="159822"/>
                  <a:pt x="283485" y="152386"/>
                  <a:pt x="276201" y="137776"/>
                </a:cubicBezTo>
                <a:cubicBezTo>
                  <a:pt x="271680" y="128033"/>
                  <a:pt x="269925" y="119573"/>
                  <a:pt x="269424" y="103935"/>
                </a:cubicBezTo>
                <a:lnTo>
                  <a:pt x="346759" y="103935"/>
                </a:lnTo>
                <a:cubicBezTo>
                  <a:pt x="344748" y="87312"/>
                  <a:pt x="342238" y="79907"/>
                  <a:pt x="335962" y="71736"/>
                </a:cubicBezTo>
                <a:cubicBezTo>
                  <a:pt x="328426" y="62529"/>
                  <a:pt x="316878" y="57146"/>
                  <a:pt x="303821" y="57146"/>
                </a:cubicBezTo>
                <a:cubicBezTo>
                  <a:pt x="291266" y="57146"/>
                  <a:pt x="279465" y="61759"/>
                  <a:pt x="269925" y="70458"/>
                </a:cubicBezTo>
                <a:cubicBezTo>
                  <a:pt x="258121" y="80927"/>
                  <a:pt x="251343" y="99067"/>
                  <a:pt x="251343" y="120085"/>
                </a:cubicBezTo>
                <a:cubicBezTo>
                  <a:pt x="251343" y="155462"/>
                  <a:pt x="269424" y="177497"/>
                  <a:pt x="298296" y="177497"/>
                </a:cubicBezTo>
                <a:cubicBezTo>
                  <a:pt x="322150" y="177497"/>
                  <a:pt x="340981" y="162382"/>
                  <a:pt x="351529" y="134699"/>
                </a:cubicBezTo>
                <a:lnTo>
                  <a:pt x="347510" y="132904"/>
                </a:lnTo>
                <a:moveTo>
                  <a:pt x="269925" y="95737"/>
                </a:moveTo>
                <a:cubicBezTo>
                  <a:pt x="272684" y="75821"/>
                  <a:pt x="281224" y="66372"/>
                  <a:pt x="296538" y="66372"/>
                </a:cubicBezTo>
                <a:cubicBezTo>
                  <a:pt x="311856" y="66372"/>
                  <a:pt x="317882" y="73523"/>
                  <a:pt x="321147" y="95737"/>
                </a:cubicBezTo>
                <a:lnTo>
                  <a:pt x="269925" y="95737"/>
                </a:lnTo>
                <a:close/>
                <a:moveTo>
                  <a:pt x="360567" y="73034"/>
                </a:moveTo>
                <a:cubicBezTo>
                  <a:pt x="362073" y="72264"/>
                  <a:pt x="364586" y="72010"/>
                  <a:pt x="367349" y="72010"/>
                </a:cubicBezTo>
                <a:cubicBezTo>
                  <a:pt x="374379" y="72010"/>
                  <a:pt x="376636" y="75853"/>
                  <a:pt x="376636" y="88402"/>
                </a:cubicBezTo>
                <a:lnTo>
                  <a:pt x="376636" y="151940"/>
                </a:lnTo>
                <a:cubicBezTo>
                  <a:pt x="376636" y="166542"/>
                  <a:pt x="373873" y="170127"/>
                  <a:pt x="361069" y="171151"/>
                </a:cubicBezTo>
                <a:lnTo>
                  <a:pt x="361069" y="174994"/>
                </a:lnTo>
                <a:lnTo>
                  <a:pt x="414302" y="174994"/>
                </a:lnTo>
                <a:lnTo>
                  <a:pt x="414302" y="171151"/>
                </a:lnTo>
                <a:cubicBezTo>
                  <a:pt x="401493" y="170127"/>
                  <a:pt x="397727" y="167054"/>
                  <a:pt x="397727" y="157832"/>
                </a:cubicBezTo>
                <a:lnTo>
                  <a:pt x="397727" y="85842"/>
                </a:lnTo>
                <a:cubicBezTo>
                  <a:pt x="409781" y="74312"/>
                  <a:pt x="415305" y="71239"/>
                  <a:pt x="423593" y="71239"/>
                </a:cubicBezTo>
                <a:cubicBezTo>
                  <a:pt x="435895" y="71239"/>
                  <a:pt x="441922" y="79180"/>
                  <a:pt x="441922" y="96088"/>
                </a:cubicBezTo>
                <a:lnTo>
                  <a:pt x="441922" y="149633"/>
                </a:lnTo>
                <a:cubicBezTo>
                  <a:pt x="441922" y="165772"/>
                  <a:pt x="438657" y="170127"/>
                  <a:pt x="426102" y="171151"/>
                </a:cubicBezTo>
                <a:lnTo>
                  <a:pt x="426102" y="174994"/>
                </a:lnTo>
                <a:lnTo>
                  <a:pt x="478331" y="174994"/>
                </a:lnTo>
                <a:lnTo>
                  <a:pt x="478331" y="171151"/>
                </a:lnTo>
                <a:cubicBezTo>
                  <a:pt x="466025" y="169873"/>
                  <a:pt x="463013" y="166796"/>
                  <a:pt x="463013" y="154247"/>
                </a:cubicBezTo>
                <a:lnTo>
                  <a:pt x="463013" y="95576"/>
                </a:lnTo>
                <a:cubicBezTo>
                  <a:pt x="463013" y="71497"/>
                  <a:pt x="451964" y="57146"/>
                  <a:pt x="433386" y="57146"/>
                </a:cubicBezTo>
                <a:cubicBezTo>
                  <a:pt x="421834" y="57146"/>
                  <a:pt x="414049" y="61505"/>
                  <a:pt x="396976" y="77901"/>
                </a:cubicBezTo>
                <a:lnTo>
                  <a:pt x="396976" y="57662"/>
                </a:lnTo>
                <a:lnTo>
                  <a:pt x="395218" y="57146"/>
                </a:lnTo>
                <a:cubicBezTo>
                  <a:pt x="382915" y="61759"/>
                  <a:pt x="374379" y="64578"/>
                  <a:pt x="360567" y="68679"/>
                </a:cubicBezTo>
                <a:lnTo>
                  <a:pt x="360567" y="73034"/>
                </a:lnTo>
                <a:close/>
                <a:moveTo>
                  <a:pt x="582030" y="134984"/>
                </a:moveTo>
                <a:cubicBezTo>
                  <a:pt x="569977" y="152906"/>
                  <a:pt x="560939" y="159051"/>
                  <a:pt x="546625" y="159051"/>
                </a:cubicBezTo>
                <a:cubicBezTo>
                  <a:pt x="523775" y="159051"/>
                  <a:pt x="507706" y="138569"/>
                  <a:pt x="507706" y="109127"/>
                </a:cubicBezTo>
                <a:cubicBezTo>
                  <a:pt x="507706" y="82757"/>
                  <a:pt x="521518" y="64578"/>
                  <a:pt x="541855" y="64578"/>
                </a:cubicBezTo>
                <a:cubicBezTo>
                  <a:pt x="550893" y="64578"/>
                  <a:pt x="554157" y="67392"/>
                  <a:pt x="556670" y="76865"/>
                </a:cubicBezTo>
                <a:lnTo>
                  <a:pt x="558176" y="82499"/>
                </a:lnTo>
                <a:cubicBezTo>
                  <a:pt x="560184" y="89669"/>
                  <a:pt x="564705" y="94278"/>
                  <a:pt x="569977" y="94278"/>
                </a:cubicBezTo>
                <a:cubicBezTo>
                  <a:pt x="576505" y="94278"/>
                  <a:pt x="582030" y="89411"/>
                  <a:pt x="582030" y="83523"/>
                </a:cubicBezTo>
                <a:cubicBezTo>
                  <a:pt x="582030" y="69187"/>
                  <a:pt x="564452" y="57146"/>
                  <a:pt x="543360" y="57146"/>
                </a:cubicBezTo>
                <a:cubicBezTo>
                  <a:pt x="531058" y="57146"/>
                  <a:pt x="518254" y="62271"/>
                  <a:pt x="507959" y="71490"/>
                </a:cubicBezTo>
                <a:cubicBezTo>
                  <a:pt x="495404" y="82757"/>
                  <a:pt x="488373" y="100166"/>
                  <a:pt x="488373" y="120390"/>
                </a:cubicBezTo>
                <a:cubicBezTo>
                  <a:pt x="488373" y="153676"/>
                  <a:pt x="508208" y="177497"/>
                  <a:pt x="536081" y="177497"/>
                </a:cubicBezTo>
                <a:cubicBezTo>
                  <a:pt x="547379" y="177497"/>
                  <a:pt x="557421" y="173399"/>
                  <a:pt x="566463" y="165455"/>
                </a:cubicBezTo>
                <a:cubicBezTo>
                  <a:pt x="573241" y="159305"/>
                  <a:pt x="578011" y="152393"/>
                  <a:pt x="585543" y="137287"/>
                </a:cubicBezTo>
                <a:lnTo>
                  <a:pt x="582030" y="134984"/>
                </a:lnTo>
                <a:close/>
                <a:moveTo>
                  <a:pt x="696024" y="132904"/>
                </a:moveTo>
                <a:cubicBezTo>
                  <a:pt x="683974" y="152386"/>
                  <a:pt x="673174" y="159822"/>
                  <a:pt x="657105" y="159822"/>
                </a:cubicBezTo>
                <a:cubicBezTo>
                  <a:pt x="642795" y="159822"/>
                  <a:pt x="631998" y="152386"/>
                  <a:pt x="624715" y="137776"/>
                </a:cubicBezTo>
                <a:cubicBezTo>
                  <a:pt x="620194" y="128033"/>
                  <a:pt x="618439" y="119573"/>
                  <a:pt x="617937" y="103935"/>
                </a:cubicBezTo>
                <a:lnTo>
                  <a:pt x="695273" y="103935"/>
                </a:lnTo>
                <a:cubicBezTo>
                  <a:pt x="693261" y="87312"/>
                  <a:pt x="690752" y="79907"/>
                  <a:pt x="684476" y="71736"/>
                </a:cubicBezTo>
                <a:cubicBezTo>
                  <a:pt x="676940" y="62529"/>
                  <a:pt x="665392" y="57146"/>
                  <a:pt x="652335" y="57146"/>
                </a:cubicBezTo>
                <a:cubicBezTo>
                  <a:pt x="639780" y="57146"/>
                  <a:pt x="627979" y="61759"/>
                  <a:pt x="618439" y="70458"/>
                </a:cubicBezTo>
                <a:cubicBezTo>
                  <a:pt x="606635" y="80927"/>
                  <a:pt x="599857" y="99067"/>
                  <a:pt x="599857" y="120085"/>
                </a:cubicBezTo>
                <a:cubicBezTo>
                  <a:pt x="599857" y="155462"/>
                  <a:pt x="617937" y="177497"/>
                  <a:pt x="646810" y="177497"/>
                </a:cubicBezTo>
                <a:cubicBezTo>
                  <a:pt x="670664" y="177497"/>
                  <a:pt x="689495" y="162382"/>
                  <a:pt x="700043" y="134699"/>
                </a:cubicBezTo>
                <a:lnTo>
                  <a:pt x="696024" y="132904"/>
                </a:lnTo>
                <a:moveTo>
                  <a:pt x="618439" y="95737"/>
                </a:moveTo>
                <a:cubicBezTo>
                  <a:pt x="621198" y="75821"/>
                  <a:pt x="629738" y="66372"/>
                  <a:pt x="645052" y="66372"/>
                </a:cubicBezTo>
                <a:cubicBezTo>
                  <a:pt x="660369" y="66372"/>
                  <a:pt x="666396" y="73523"/>
                  <a:pt x="669660" y="95737"/>
                </a:cubicBezTo>
                <a:lnTo>
                  <a:pt x="618439" y="95737"/>
                </a:lnTo>
                <a:close/>
                <a:moveTo>
                  <a:pt x="759550" y="73034"/>
                </a:moveTo>
                <a:cubicBezTo>
                  <a:pt x="761056" y="72264"/>
                  <a:pt x="763569" y="72010"/>
                  <a:pt x="766332" y="72010"/>
                </a:cubicBezTo>
                <a:cubicBezTo>
                  <a:pt x="773362" y="72010"/>
                  <a:pt x="775619" y="75853"/>
                  <a:pt x="775619" y="88402"/>
                </a:cubicBezTo>
                <a:lnTo>
                  <a:pt x="775619" y="151940"/>
                </a:lnTo>
                <a:cubicBezTo>
                  <a:pt x="775619" y="166542"/>
                  <a:pt x="772856" y="170127"/>
                  <a:pt x="760052" y="171151"/>
                </a:cubicBezTo>
                <a:lnTo>
                  <a:pt x="760052" y="174994"/>
                </a:lnTo>
                <a:lnTo>
                  <a:pt x="813285" y="174994"/>
                </a:lnTo>
                <a:lnTo>
                  <a:pt x="813285" y="171151"/>
                </a:lnTo>
                <a:cubicBezTo>
                  <a:pt x="800477" y="170127"/>
                  <a:pt x="796710" y="167054"/>
                  <a:pt x="796710" y="157832"/>
                </a:cubicBezTo>
                <a:lnTo>
                  <a:pt x="796710" y="85842"/>
                </a:lnTo>
                <a:cubicBezTo>
                  <a:pt x="808764" y="74312"/>
                  <a:pt x="814289" y="71239"/>
                  <a:pt x="822576" y="71239"/>
                </a:cubicBezTo>
                <a:cubicBezTo>
                  <a:pt x="834878" y="71239"/>
                  <a:pt x="840905" y="79180"/>
                  <a:pt x="840905" y="96088"/>
                </a:cubicBezTo>
                <a:lnTo>
                  <a:pt x="840905" y="149633"/>
                </a:lnTo>
                <a:cubicBezTo>
                  <a:pt x="840905" y="165772"/>
                  <a:pt x="837641" y="170127"/>
                  <a:pt x="825085" y="171151"/>
                </a:cubicBezTo>
                <a:lnTo>
                  <a:pt x="825085" y="174994"/>
                </a:lnTo>
                <a:lnTo>
                  <a:pt x="877314" y="174994"/>
                </a:lnTo>
                <a:lnTo>
                  <a:pt x="877314" y="171151"/>
                </a:lnTo>
                <a:cubicBezTo>
                  <a:pt x="865008" y="169873"/>
                  <a:pt x="861996" y="166796"/>
                  <a:pt x="861996" y="154247"/>
                </a:cubicBezTo>
                <a:lnTo>
                  <a:pt x="861996" y="95576"/>
                </a:lnTo>
                <a:cubicBezTo>
                  <a:pt x="861996" y="71497"/>
                  <a:pt x="850947" y="57146"/>
                  <a:pt x="832369" y="57146"/>
                </a:cubicBezTo>
                <a:cubicBezTo>
                  <a:pt x="820817" y="57146"/>
                  <a:pt x="813032" y="61505"/>
                  <a:pt x="795959" y="77901"/>
                </a:cubicBezTo>
                <a:lnTo>
                  <a:pt x="795959" y="57662"/>
                </a:lnTo>
                <a:lnTo>
                  <a:pt x="794201" y="57146"/>
                </a:lnTo>
                <a:cubicBezTo>
                  <a:pt x="781898" y="61759"/>
                  <a:pt x="773362" y="64578"/>
                  <a:pt x="759550" y="68679"/>
                </a:cubicBezTo>
                <a:lnTo>
                  <a:pt x="759550" y="73034"/>
                </a:lnTo>
                <a:close/>
                <a:moveTo>
                  <a:pt x="1001350" y="162136"/>
                </a:moveTo>
                <a:lnTo>
                  <a:pt x="1000097" y="162136"/>
                </a:lnTo>
                <a:cubicBezTo>
                  <a:pt x="988546" y="162136"/>
                  <a:pt x="985783" y="159317"/>
                  <a:pt x="985783" y="147530"/>
                </a:cubicBezTo>
                <a:lnTo>
                  <a:pt x="985783" y="59648"/>
                </a:lnTo>
                <a:lnTo>
                  <a:pt x="946110" y="59648"/>
                </a:lnTo>
                <a:lnTo>
                  <a:pt x="946110" y="64007"/>
                </a:lnTo>
                <a:cubicBezTo>
                  <a:pt x="961680" y="64773"/>
                  <a:pt x="964692" y="67338"/>
                  <a:pt x="964692" y="80145"/>
                </a:cubicBezTo>
                <a:lnTo>
                  <a:pt x="964692" y="140348"/>
                </a:lnTo>
                <a:cubicBezTo>
                  <a:pt x="964692" y="147522"/>
                  <a:pt x="963435" y="151111"/>
                  <a:pt x="959922" y="153926"/>
                </a:cubicBezTo>
                <a:cubicBezTo>
                  <a:pt x="953140" y="159564"/>
                  <a:pt x="945359" y="162636"/>
                  <a:pt x="937826" y="162636"/>
                </a:cubicBezTo>
                <a:cubicBezTo>
                  <a:pt x="928033" y="162636"/>
                  <a:pt x="919999" y="153926"/>
                  <a:pt x="919999" y="143167"/>
                </a:cubicBezTo>
                <a:lnTo>
                  <a:pt x="919999" y="59648"/>
                </a:lnTo>
                <a:lnTo>
                  <a:pt x="883337" y="59648"/>
                </a:lnTo>
                <a:lnTo>
                  <a:pt x="883337" y="63237"/>
                </a:lnTo>
                <a:cubicBezTo>
                  <a:pt x="895390" y="64007"/>
                  <a:pt x="898908" y="67850"/>
                  <a:pt x="898908" y="79633"/>
                </a:cubicBezTo>
                <a:lnTo>
                  <a:pt x="898908" y="144191"/>
                </a:lnTo>
                <a:cubicBezTo>
                  <a:pt x="898908" y="164431"/>
                  <a:pt x="910957" y="177497"/>
                  <a:pt x="929286" y="177497"/>
                </a:cubicBezTo>
                <a:cubicBezTo>
                  <a:pt x="938577" y="177497"/>
                  <a:pt x="948370" y="173399"/>
                  <a:pt x="955152" y="166479"/>
                </a:cubicBezTo>
                <a:lnTo>
                  <a:pt x="965948" y="155466"/>
                </a:lnTo>
                <a:lnTo>
                  <a:pt x="965948" y="176730"/>
                </a:lnTo>
                <a:lnTo>
                  <a:pt x="966952" y="177246"/>
                </a:lnTo>
                <a:cubicBezTo>
                  <a:pt x="979507" y="172125"/>
                  <a:pt x="988546" y="169306"/>
                  <a:pt x="1001350" y="165717"/>
                </a:cubicBezTo>
                <a:lnTo>
                  <a:pt x="1001350" y="162136"/>
                </a:lnTo>
                <a:close/>
                <a:moveTo>
                  <a:pt x="1011396" y="73034"/>
                </a:moveTo>
                <a:cubicBezTo>
                  <a:pt x="1014660" y="72264"/>
                  <a:pt x="1016668" y="72010"/>
                  <a:pt x="1019430" y="72010"/>
                </a:cubicBezTo>
                <a:cubicBezTo>
                  <a:pt x="1025959" y="72010"/>
                  <a:pt x="1028219" y="76107"/>
                  <a:pt x="1028219" y="88402"/>
                </a:cubicBezTo>
                <a:lnTo>
                  <a:pt x="1028219" y="153218"/>
                </a:lnTo>
                <a:cubicBezTo>
                  <a:pt x="1028219" y="167054"/>
                  <a:pt x="1024702" y="170897"/>
                  <a:pt x="1010641" y="171151"/>
                </a:cubicBezTo>
                <a:lnTo>
                  <a:pt x="1010641" y="174994"/>
                </a:lnTo>
                <a:lnTo>
                  <a:pt x="1066383" y="174994"/>
                </a:lnTo>
                <a:lnTo>
                  <a:pt x="1066383" y="171151"/>
                </a:lnTo>
                <a:cubicBezTo>
                  <a:pt x="1053077" y="170639"/>
                  <a:pt x="1049311" y="167824"/>
                  <a:pt x="1049311" y="157832"/>
                </a:cubicBezTo>
                <a:lnTo>
                  <a:pt x="1049311" y="85587"/>
                </a:lnTo>
                <a:cubicBezTo>
                  <a:pt x="1049311" y="85075"/>
                  <a:pt x="1051318" y="82511"/>
                  <a:pt x="1053077" y="80720"/>
                </a:cubicBezTo>
                <a:cubicBezTo>
                  <a:pt x="1059353" y="74824"/>
                  <a:pt x="1070149" y="70469"/>
                  <a:pt x="1078938" y="70469"/>
                </a:cubicBezTo>
                <a:cubicBezTo>
                  <a:pt x="1089984" y="70469"/>
                  <a:pt x="1095509" y="79438"/>
                  <a:pt x="1095509" y="97371"/>
                </a:cubicBezTo>
                <a:lnTo>
                  <a:pt x="1095509" y="152964"/>
                </a:lnTo>
                <a:cubicBezTo>
                  <a:pt x="1095509" y="167312"/>
                  <a:pt x="1092747" y="170127"/>
                  <a:pt x="1078436" y="171151"/>
                </a:cubicBezTo>
                <a:lnTo>
                  <a:pt x="1078436" y="174994"/>
                </a:lnTo>
                <a:lnTo>
                  <a:pt x="1134681" y="174994"/>
                </a:lnTo>
                <a:lnTo>
                  <a:pt x="1134681" y="171151"/>
                </a:lnTo>
                <a:cubicBezTo>
                  <a:pt x="1120367" y="170897"/>
                  <a:pt x="1116600" y="166542"/>
                  <a:pt x="1116600" y="150658"/>
                </a:cubicBezTo>
                <a:lnTo>
                  <a:pt x="1116600" y="86100"/>
                </a:lnTo>
                <a:cubicBezTo>
                  <a:pt x="1124133" y="75083"/>
                  <a:pt x="1132420" y="70469"/>
                  <a:pt x="1143972" y="70469"/>
                </a:cubicBezTo>
                <a:cubicBezTo>
                  <a:pt x="1158282" y="70469"/>
                  <a:pt x="1162803" y="77389"/>
                  <a:pt x="1162803" y="98653"/>
                </a:cubicBezTo>
                <a:lnTo>
                  <a:pt x="1162803" y="152706"/>
                </a:lnTo>
                <a:cubicBezTo>
                  <a:pt x="1162803" y="167312"/>
                  <a:pt x="1160795" y="169361"/>
                  <a:pt x="1146232" y="171151"/>
                </a:cubicBezTo>
                <a:lnTo>
                  <a:pt x="1146232" y="174994"/>
                </a:lnTo>
                <a:lnTo>
                  <a:pt x="1201219" y="174994"/>
                </a:lnTo>
                <a:lnTo>
                  <a:pt x="1201219" y="171151"/>
                </a:lnTo>
                <a:lnTo>
                  <a:pt x="1194691" y="170639"/>
                </a:lnTo>
                <a:cubicBezTo>
                  <a:pt x="1187158" y="170127"/>
                  <a:pt x="1183894" y="165518"/>
                  <a:pt x="1183894" y="155525"/>
                </a:cubicBezTo>
                <a:lnTo>
                  <a:pt x="1183894" y="102750"/>
                </a:lnTo>
                <a:cubicBezTo>
                  <a:pt x="1183894" y="72522"/>
                  <a:pt x="1174101" y="57146"/>
                  <a:pt x="1154768" y="57146"/>
                </a:cubicBezTo>
                <a:cubicBezTo>
                  <a:pt x="1140205" y="57146"/>
                  <a:pt x="1127397" y="63807"/>
                  <a:pt x="1113838" y="78668"/>
                </a:cubicBezTo>
                <a:cubicBezTo>
                  <a:pt x="1109321" y="64065"/>
                  <a:pt x="1100785" y="57146"/>
                  <a:pt x="1087226" y="57146"/>
                </a:cubicBezTo>
                <a:cubicBezTo>
                  <a:pt x="1076176" y="57146"/>
                  <a:pt x="1069145" y="60735"/>
                  <a:pt x="1048303" y="76877"/>
                </a:cubicBezTo>
                <a:lnTo>
                  <a:pt x="1048303" y="57662"/>
                </a:lnTo>
                <a:lnTo>
                  <a:pt x="1046548" y="57146"/>
                </a:lnTo>
                <a:cubicBezTo>
                  <a:pt x="1033740" y="62017"/>
                  <a:pt x="1025204" y="64836"/>
                  <a:pt x="1011396" y="68679"/>
                </a:cubicBezTo>
                <a:lnTo>
                  <a:pt x="1011396" y="73034"/>
                </a:lnTo>
                <a:close/>
                <a:moveTo>
                  <a:pt x="1240391" y="524"/>
                </a:moveTo>
                <a:lnTo>
                  <a:pt x="1239134" y="12"/>
                </a:lnTo>
                <a:cubicBezTo>
                  <a:pt x="1228587" y="3855"/>
                  <a:pt x="1221809" y="5903"/>
                  <a:pt x="1210009" y="9234"/>
                </a:cubicBezTo>
                <a:lnTo>
                  <a:pt x="1202725" y="11287"/>
                </a:lnTo>
                <a:lnTo>
                  <a:pt x="1202725" y="15384"/>
                </a:lnTo>
                <a:cubicBezTo>
                  <a:pt x="1204231" y="15130"/>
                  <a:pt x="1205235" y="15130"/>
                  <a:pt x="1206993" y="15130"/>
                </a:cubicBezTo>
                <a:cubicBezTo>
                  <a:pt x="1217039" y="15130"/>
                  <a:pt x="1219296" y="17433"/>
                  <a:pt x="1219296" y="28196"/>
                </a:cubicBezTo>
                <a:lnTo>
                  <a:pt x="1219296" y="161108"/>
                </a:lnTo>
                <a:cubicBezTo>
                  <a:pt x="1219296" y="169044"/>
                  <a:pt x="1240640" y="177497"/>
                  <a:pt x="1260728" y="177497"/>
                </a:cubicBezTo>
                <a:cubicBezTo>
                  <a:pt x="1293873" y="177497"/>
                  <a:pt x="1319481" y="149328"/>
                  <a:pt x="1319481" y="112716"/>
                </a:cubicBezTo>
                <a:cubicBezTo>
                  <a:pt x="1319481" y="81224"/>
                  <a:pt x="1300401" y="57146"/>
                  <a:pt x="1275291" y="57146"/>
                </a:cubicBezTo>
                <a:cubicBezTo>
                  <a:pt x="1259973" y="57146"/>
                  <a:pt x="1245410" y="66372"/>
                  <a:pt x="1240391" y="78922"/>
                </a:cubicBezTo>
                <a:lnTo>
                  <a:pt x="1240391" y="524"/>
                </a:lnTo>
                <a:moveTo>
                  <a:pt x="1240391" y="92492"/>
                </a:moveTo>
                <a:cubicBezTo>
                  <a:pt x="1240391" y="82507"/>
                  <a:pt x="1252192" y="73288"/>
                  <a:pt x="1265249" y="73288"/>
                </a:cubicBezTo>
                <a:cubicBezTo>
                  <a:pt x="1284831" y="73288"/>
                  <a:pt x="1297386" y="93258"/>
                  <a:pt x="1297386" y="124495"/>
                </a:cubicBezTo>
                <a:cubicBezTo>
                  <a:pt x="1297386" y="152913"/>
                  <a:pt x="1285333" y="169298"/>
                  <a:pt x="1264747" y="169298"/>
                </a:cubicBezTo>
                <a:cubicBezTo>
                  <a:pt x="1251690" y="169298"/>
                  <a:pt x="1240391" y="163410"/>
                  <a:pt x="1240391" y="157011"/>
                </a:cubicBezTo>
                <a:lnTo>
                  <a:pt x="1240391" y="92492"/>
                </a:lnTo>
                <a:close/>
                <a:moveTo>
                  <a:pt x="1429962" y="132904"/>
                </a:moveTo>
                <a:cubicBezTo>
                  <a:pt x="1417912" y="152386"/>
                  <a:pt x="1407112" y="159822"/>
                  <a:pt x="1391043" y="159822"/>
                </a:cubicBezTo>
                <a:cubicBezTo>
                  <a:pt x="1376733" y="159822"/>
                  <a:pt x="1365936" y="152386"/>
                  <a:pt x="1358653" y="137776"/>
                </a:cubicBezTo>
                <a:cubicBezTo>
                  <a:pt x="1354132" y="128033"/>
                  <a:pt x="1352377" y="119573"/>
                  <a:pt x="1351875" y="103935"/>
                </a:cubicBezTo>
                <a:lnTo>
                  <a:pt x="1429211" y="103935"/>
                </a:lnTo>
                <a:cubicBezTo>
                  <a:pt x="1427199" y="87312"/>
                  <a:pt x="1424690" y="79907"/>
                  <a:pt x="1418414" y="71736"/>
                </a:cubicBezTo>
                <a:cubicBezTo>
                  <a:pt x="1410878" y="62529"/>
                  <a:pt x="1399330" y="57146"/>
                  <a:pt x="1386273" y="57146"/>
                </a:cubicBezTo>
                <a:cubicBezTo>
                  <a:pt x="1373718" y="57146"/>
                  <a:pt x="1361917" y="61759"/>
                  <a:pt x="1352377" y="70458"/>
                </a:cubicBezTo>
                <a:cubicBezTo>
                  <a:pt x="1340573" y="80927"/>
                  <a:pt x="1333795" y="99067"/>
                  <a:pt x="1333795" y="120085"/>
                </a:cubicBezTo>
                <a:cubicBezTo>
                  <a:pt x="1333795" y="155462"/>
                  <a:pt x="1351875" y="177497"/>
                  <a:pt x="1380748" y="177497"/>
                </a:cubicBezTo>
                <a:cubicBezTo>
                  <a:pt x="1404602" y="177497"/>
                  <a:pt x="1423433" y="162382"/>
                  <a:pt x="1433981" y="134699"/>
                </a:cubicBezTo>
                <a:lnTo>
                  <a:pt x="1429962" y="132904"/>
                </a:lnTo>
                <a:moveTo>
                  <a:pt x="1352377" y="95737"/>
                </a:moveTo>
                <a:cubicBezTo>
                  <a:pt x="1355136" y="75821"/>
                  <a:pt x="1363676" y="66372"/>
                  <a:pt x="1378990" y="66372"/>
                </a:cubicBezTo>
                <a:cubicBezTo>
                  <a:pt x="1394307" y="66372"/>
                  <a:pt x="1400334" y="73523"/>
                  <a:pt x="1403598" y="95737"/>
                </a:cubicBezTo>
                <a:lnTo>
                  <a:pt x="1352377" y="95737"/>
                </a:lnTo>
                <a:close/>
                <a:moveTo>
                  <a:pt x="1440758" y="75083"/>
                </a:moveTo>
                <a:cubicBezTo>
                  <a:pt x="1444276" y="74312"/>
                  <a:pt x="1446536" y="74054"/>
                  <a:pt x="1449548" y="74054"/>
                </a:cubicBezTo>
                <a:cubicBezTo>
                  <a:pt x="1455823" y="74054"/>
                  <a:pt x="1458084" y="78155"/>
                  <a:pt x="1458084" y="89427"/>
                </a:cubicBezTo>
                <a:lnTo>
                  <a:pt x="1458084" y="153476"/>
                </a:lnTo>
                <a:cubicBezTo>
                  <a:pt x="1458084" y="166284"/>
                  <a:pt x="1456325" y="168078"/>
                  <a:pt x="1440257" y="171151"/>
                </a:cubicBezTo>
                <a:lnTo>
                  <a:pt x="1440257" y="174994"/>
                </a:lnTo>
                <a:lnTo>
                  <a:pt x="1500520" y="174994"/>
                </a:lnTo>
                <a:lnTo>
                  <a:pt x="1500520" y="171151"/>
                </a:lnTo>
                <a:cubicBezTo>
                  <a:pt x="1483443" y="170385"/>
                  <a:pt x="1479175" y="166542"/>
                  <a:pt x="1479175" y="151940"/>
                </a:cubicBezTo>
                <a:lnTo>
                  <a:pt x="1479175" y="94294"/>
                </a:lnTo>
                <a:cubicBezTo>
                  <a:pt x="1479175" y="86096"/>
                  <a:pt x="1489972" y="73288"/>
                  <a:pt x="1496754" y="73288"/>
                </a:cubicBezTo>
                <a:cubicBezTo>
                  <a:pt x="1498259" y="73288"/>
                  <a:pt x="1500520" y="74570"/>
                  <a:pt x="1503282" y="77131"/>
                </a:cubicBezTo>
                <a:cubicBezTo>
                  <a:pt x="1507297" y="80716"/>
                  <a:pt x="1510060" y="82253"/>
                  <a:pt x="1513324" y="82253"/>
                </a:cubicBezTo>
                <a:cubicBezTo>
                  <a:pt x="1519351" y="82253"/>
                  <a:pt x="1523117" y="77897"/>
                  <a:pt x="1523117" y="70727"/>
                </a:cubicBezTo>
                <a:cubicBezTo>
                  <a:pt x="1523117" y="62271"/>
                  <a:pt x="1517845" y="57146"/>
                  <a:pt x="1509309" y="57146"/>
                </a:cubicBezTo>
                <a:cubicBezTo>
                  <a:pt x="1498761" y="57146"/>
                  <a:pt x="1491482" y="63041"/>
                  <a:pt x="1479175" y="81228"/>
                </a:cubicBezTo>
                <a:lnTo>
                  <a:pt x="1479175" y="57662"/>
                </a:lnTo>
                <a:lnTo>
                  <a:pt x="1477922" y="57146"/>
                </a:lnTo>
                <a:cubicBezTo>
                  <a:pt x="1464612" y="62783"/>
                  <a:pt x="1455574" y="66114"/>
                  <a:pt x="1440758" y="70981"/>
                </a:cubicBezTo>
                <a:lnTo>
                  <a:pt x="1440758" y="75083"/>
                </a:lnTo>
                <a:close/>
                <a:moveTo>
                  <a:pt x="1613007" y="57146"/>
                </a:moveTo>
                <a:lnTo>
                  <a:pt x="1574088" y="71157"/>
                </a:lnTo>
                <a:lnTo>
                  <a:pt x="1574088" y="75004"/>
                </a:lnTo>
                <a:lnTo>
                  <a:pt x="1576099" y="74746"/>
                </a:lnTo>
                <a:cubicBezTo>
                  <a:pt x="1579111" y="74234"/>
                  <a:pt x="1582375" y="73976"/>
                  <a:pt x="1584635" y="73976"/>
                </a:cubicBezTo>
                <a:cubicBezTo>
                  <a:pt x="1590662" y="73976"/>
                  <a:pt x="1592919" y="78077"/>
                  <a:pt x="1592919" y="89360"/>
                </a:cubicBezTo>
                <a:lnTo>
                  <a:pt x="1592919" y="148847"/>
                </a:lnTo>
                <a:cubicBezTo>
                  <a:pt x="1592919" y="167308"/>
                  <a:pt x="1590409" y="170127"/>
                  <a:pt x="1573084" y="171151"/>
                </a:cubicBezTo>
                <a:lnTo>
                  <a:pt x="1573084" y="174994"/>
                </a:lnTo>
                <a:lnTo>
                  <a:pt x="1632592" y="174994"/>
                </a:lnTo>
                <a:lnTo>
                  <a:pt x="1632592" y="171151"/>
                </a:lnTo>
                <a:cubicBezTo>
                  <a:pt x="1616022" y="169873"/>
                  <a:pt x="1614010" y="167308"/>
                  <a:pt x="1614010" y="148847"/>
                </a:cubicBezTo>
                <a:lnTo>
                  <a:pt x="1614010" y="57916"/>
                </a:lnTo>
                <a:lnTo>
                  <a:pt x="1613007" y="57146"/>
                </a:lnTo>
                <a:moveTo>
                  <a:pt x="1601206" y="98"/>
                </a:moveTo>
                <a:cubicBezTo>
                  <a:pt x="1594428" y="98"/>
                  <a:pt x="1588651" y="5993"/>
                  <a:pt x="1588651" y="13167"/>
                </a:cubicBezTo>
                <a:cubicBezTo>
                  <a:pt x="1588651" y="20341"/>
                  <a:pt x="1594176" y="26233"/>
                  <a:pt x="1601206" y="26233"/>
                </a:cubicBezTo>
                <a:cubicBezTo>
                  <a:pt x="1608489" y="26233"/>
                  <a:pt x="1614263" y="20595"/>
                  <a:pt x="1614263" y="13167"/>
                </a:cubicBezTo>
                <a:cubicBezTo>
                  <a:pt x="1614263" y="5993"/>
                  <a:pt x="1608489" y="98"/>
                  <a:pt x="1601206" y="98"/>
                </a:cubicBezTo>
                <a:close/>
                <a:moveTo>
                  <a:pt x="1717962" y="94493"/>
                </a:moveTo>
                <a:lnTo>
                  <a:pt x="1716959" y="59648"/>
                </a:lnTo>
                <a:lnTo>
                  <a:pt x="1714196" y="59648"/>
                </a:lnTo>
                <a:lnTo>
                  <a:pt x="1713694" y="60164"/>
                </a:lnTo>
                <a:cubicBezTo>
                  <a:pt x="1711434" y="61954"/>
                  <a:pt x="1711185" y="62212"/>
                  <a:pt x="1710181" y="62212"/>
                </a:cubicBezTo>
                <a:cubicBezTo>
                  <a:pt x="1708675" y="62212"/>
                  <a:pt x="1706162" y="61700"/>
                  <a:pt x="1703399" y="60418"/>
                </a:cubicBezTo>
                <a:cubicBezTo>
                  <a:pt x="1697875" y="58424"/>
                  <a:pt x="1692354" y="57396"/>
                  <a:pt x="1685825" y="57396"/>
                </a:cubicBezTo>
                <a:cubicBezTo>
                  <a:pt x="1665986" y="57396"/>
                  <a:pt x="1651676" y="70461"/>
                  <a:pt x="1651676" y="88899"/>
                </a:cubicBezTo>
                <a:cubicBezTo>
                  <a:pt x="1651676" y="103235"/>
                  <a:pt x="1659711" y="113478"/>
                  <a:pt x="1681055" y="125770"/>
                </a:cubicBezTo>
                <a:lnTo>
                  <a:pt x="1695618" y="134222"/>
                </a:lnTo>
                <a:cubicBezTo>
                  <a:pt x="1704403" y="139343"/>
                  <a:pt x="1708675" y="145489"/>
                  <a:pt x="1708675" y="153426"/>
                </a:cubicBezTo>
                <a:cubicBezTo>
                  <a:pt x="1708675" y="164693"/>
                  <a:pt x="1700637" y="171863"/>
                  <a:pt x="1687833" y="171863"/>
                </a:cubicBezTo>
                <a:cubicBezTo>
                  <a:pt x="1679296" y="171863"/>
                  <a:pt x="1671511" y="168532"/>
                  <a:pt x="1666741" y="162898"/>
                </a:cubicBezTo>
                <a:cubicBezTo>
                  <a:pt x="1661469" y="156498"/>
                  <a:pt x="1659209" y="150607"/>
                  <a:pt x="1655944" y="136013"/>
                </a:cubicBezTo>
                <a:lnTo>
                  <a:pt x="1651925" y="136013"/>
                </a:lnTo>
                <a:lnTo>
                  <a:pt x="1651925" y="175960"/>
                </a:lnTo>
                <a:lnTo>
                  <a:pt x="1655190" y="175960"/>
                </a:lnTo>
                <a:cubicBezTo>
                  <a:pt x="1656948" y="173399"/>
                  <a:pt x="1657952" y="172887"/>
                  <a:pt x="1660967" y="172887"/>
                </a:cubicBezTo>
                <a:cubicBezTo>
                  <a:pt x="1663228" y="172946"/>
                  <a:pt x="1666741" y="173458"/>
                  <a:pt x="1672515" y="174994"/>
                </a:cubicBezTo>
                <a:cubicBezTo>
                  <a:pt x="1679546" y="176472"/>
                  <a:pt x="1686327" y="177497"/>
                  <a:pt x="1690844" y="177497"/>
                </a:cubicBezTo>
                <a:cubicBezTo>
                  <a:pt x="1710181" y="177497"/>
                  <a:pt x="1726250" y="162644"/>
                  <a:pt x="1726250" y="144719"/>
                </a:cubicBezTo>
                <a:cubicBezTo>
                  <a:pt x="1726250" y="131915"/>
                  <a:pt x="1720223" y="123467"/>
                  <a:pt x="1705158" y="114248"/>
                </a:cubicBezTo>
                <a:lnTo>
                  <a:pt x="1678040" y="97859"/>
                </a:lnTo>
                <a:cubicBezTo>
                  <a:pt x="1671009" y="93762"/>
                  <a:pt x="1667243" y="87362"/>
                  <a:pt x="1667243" y="80446"/>
                </a:cubicBezTo>
                <a:cubicBezTo>
                  <a:pt x="1667243" y="70203"/>
                  <a:pt x="1675028" y="63033"/>
                  <a:pt x="1686576" y="63033"/>
                </a:cubicBezTo>
                <a:cubicBezTo>
                  <a:pt x="1700890" y="63033"/>
                  <a:pt x="1708422" y="71740"/>
                  <a:pt x="1714196" y="94532"/>
                </a:cubicBezTo>
                <a:lnTo>
                  <a:pt x="1717962" y="94493"/>
                </a:lnTo>
                <a:close/>
                <a:moveTo>
                  <a:pt x="1791031" y="73034"/>
                </a:moveTo>
                <a:cubicBezTo>
                  <a:pt x="1792537" y="72264"/>
                  <a:pt x="1795050" y="72010"/>
                  <a:pt x="1797812" y="72010"/>
                </a:cubicBezTo>
                <a:cubicBezTo>
                  <a:pt x="1804843" y="72010"/>
                  <a:pt x="1807100" y="75853"/>
                  <a:pt x="1807100" y="88402"/>
                </a:cubicBezTo>
                <a:lnTo>
                  <a:pt x="1807100" y="151940"/>
                </a:lnTo>
                <a:cubicBezTo>
                  <a:pt x="1807100" y="166542"/>
                  <a:pt x="1804337" y="170127"/>
                  <a:pt x="1791533" y="171151"/>
                </a:cubicBezTo>
                <a:lnTo>
                  <a:pt x="1791533" y="174994"/>
                </a:lnTo>
                <a:lnTo>
                  <a:pt x="1844766" y="174994"/>
                </a:lnTo>
                <a:lnTo>
                  <a:pt x="1844766" y="171151"/>
                </a:lnTo>
                <a:cubicBezTo>
                  <a:pt x="1831957" y="170127"/>
                  <a:pt x="1828191" y="167054"/>
                  <a:pt x="1828191" y="157832"/>
                </a:cubicBezTo>
                <a:lnTo>
                  <a:pt x="1828191" y="85842"/>
                </a:lnTo>
                <a:cubicBezTo>
                  <a:pt x="1840245" y="74312"/>
                  <a:pt x="1845769" y="71239"/>
                  <a:pt x="1854057" y="71239"/>
                </a:cubicBezTo>
                <a:cubicBezTo>
                  <a:pt x="1866359" y="71239"/>
                  <a:pt x="1872386" y="79180"/>
                  <a:pt x="1872386" y="96088"/>
                </a:cubicBezTo>
                <a:lnTo>
                  <a:pt x="1872386" y="149633"/>
                </a:lnTo>
                <a:cubicBezTo>
                  <a:pt x="1872386" y="165772"/>
                  <a:pt x="1869121" y="170127"/>
                  <a:pt x="1856566" y="171151"/>
                </a:cubicBezTo>
                <a:lnTo>
                  <a:pt x="1856566" y="174994"/>
                </a:lnTo>
                <a:lnTo>
                  <a:pt x="1908795" y="174994"/>
                </a:lnTo>
                <a:lnTo>
                  <a:pt x="1908795" y="171151"/>
                </a:lnTo>
                <a:cubicBezTo>
                  <a:pt x="1896489" y="169873"/>
                  <a:pt x="1893477" y="166796"/>
                  <a:pt x="1893477" y="154247"/>
                </a:cubicBezTo>
                <a:lnTo>
                  <a:pt x="1893477" y="95576"/>
                </a:lnTo>
                <a:cubicBezTo>
                  <a:pt x="1893477" y="71497"/>
                  <a:pt x="1882428" y="57146"/>
                  <a:pt x="1863849" y="57146"/>
                </a:cubicBezTo>
                <a:cubicBezTo>
                  <a:pt x="1852298" y="57146"/>
                  <a:pt x="1844513" y="61505"/>
                  <a:pt x="1827440" y="77901"/>
                </a:cubicBezTo>
                <a:lnTo>
                  <a:pt x="1827440" y="57662"/>
                </a:lnTo>
                <a:lnTo>
                  <a:pt x="1825682" y="57146"/>
                </a:lnTo>
                <a:cubicBezTo>
                  <a:pt x="1813379" y="61759"/>
                  <a:pt x="1804843" y="64578"/>
                  <a:pt x="1791031" y="68679"/>
                </a:cubicBezTo>
                <a:lnTo>
                  <a:pt x="1791031" y="73034"/>
                </a:lnTo>
                <a:close/>
                <a:moveTo>
                  <a:pt x="1975334" y="57146"/>
                </a:moveTo>
                <a:cubicBezTo>
                  <a:pt x="1942691" y="57146"/>
                  <a:pt x="1919841" y="81733"/>
                  <a:pt x="1919841" y="117067"/>
                </a:cubicBezTo>
                <a:cubicBezTo>
                  <a:pt x="1919841" y="151631"/>
                  <a:pt x="1943193" y="177497"/>
                  <a:pt x="1974828" y="177497"/>
                </a:cubicBezTo>
                <a:cubicBezTo>
                  <a:pt x="2006467" y="177497"/>
                  <a:pt x="2030570" y="150353"/>
                  <a:pt x="2030570" y="115018"/>
                </a:cubicBezTo>
                <a:cubicBezTo>
                  <a:pt x="2030570" y="81475"/>
                  <a:pt x="2007471" y="57146"/>
                  <a:pt x="1975334" y="57146"/>
                </a:cubicBezTo>
                <a:moveTo>
                  <a:pt x="1972069" y="64323"/>
                </a:moveTo>
                <a:cubicBezTo>
                  <a:pt x="1993161" y="64323"/>
                  <a:pt x="2007973" y="88903"/>
                  <a:pt x="2007973" y="123979"/>
                </a:cubicBezTo>
                <a:cubicBezTo>
                  <a:pt x="2007973" y="152913"/>
                  <a:pt x="1996674" y="170323"/>
                  <a:pt x="1977843" y="170323"/>
                </a:cubicBezTo>
                <a:cubicBezTo>
                  <a:pt x="1968050" y="170323"/>
                  <a:pt x="1958759" y="164181"/>
                  <a:pt x="1953487" y="153938"/>
                </a:cubicBezTo>
                <a:cubicBezTo>
                  <a:pt x="1946457" y="140622"/>
                  <a:pt x="1942438" y="122701"/>
                  <a:pt x="1942438" y="104521"/>
                </a:cubicBezTo>
                <a:cubicBezTo>
                  <a:pt x="1942438" y="80196"/>
                  <a:pt x="1954238" y="64323"/>
                  <a:pt x="1972069" y="64323"/>
                </a:cubicBezTo>
                <a:close/>
                <a:moveTo>
                  <a:pt x="2102132" y="59648"/>
                </a:moveTo>
                <a:lnTo>
                  <a:pt x="2076772" y="59648"/>
                </a:lnTo>
                <a:lnTo>
                  <a:pt x="2076772" y="29927"/>
                </a:lnTo>
                <a:cubicBezTo>
                  <a:pt x="2076772" y="27367"/>
                  <a:pt x="2076523" y="26597"/>
                  <a:pt x="2075014" y="26597"/>
                </a:cubicBezTo>
                <a:cubicBezTo>
                  <a:pt x="2073259" y="28903"/>
                  <a:pt x="2071749" y="31210"/>
                  <a:pt x="2069995" y="33771"/>
                </a:cubicBezTo>
                <a:cubicBezTo>
                  <a:pt x="2060451" y="47864"/>
                  <a:pt x="2049654" y="60164"/>
                  <a:pt x="2045639" y="61188"/>
                </a:cubicBezTo>
                <a:cubicBezTo>
                  <a:pt x="2042876" y="62979"/>
                  <a:pt x="2041367" y="64773"/>
                  <a:pt x="2041367" y="66055"/>
                </a:cubicBezTo>
                <a:cubicBezTo>
                  <a:pt x="2041367" y="66826"/>
                  <a:pt x="2041620" y="67338"/>
                  <a:pt x="2042374" y="67850"/>
                </a:cubicBezTo>
                <a:lnTo>
                  <a:pt x="2055681" y="67850"/>
                </a:lnTo>
                <a:lnTo>
                  <a:pt x="2055681" y="144961"/>
                </a:lnTo>
                <a:cubicBezTo>
                  <a:pt x="2055681" y="166479"/>
                  <a:pt x="2063213" y="177497"/>
                  <a:pt x="2078029" y="177497"/>
                </a:cubicBezTo>
                <a:cubicBezTo>
                  <a:pt x="2090331" y="177497"/>
                  <a:pt x="2099871" y="171351"/>
                  <a:pt x="2108159" y="158027"/>
                </a:cubicBezTo>
                <a:lnTo>
                  <a:pt x="2104894" y="155208"/>
                </a:lnTo>
                <a:cubicBezTo>
                  <a:pt x="2099622" y="161612"/>
                  <a:pt x="2095354" y="164177"/>
                  <a:pt x="2089829" y="164177"/>
                </a:cubicBezTo>
                <a:cubicBezTo>
                  <a:pt x="2080538" y="164177"/>
                  <a:pt x="2076772" y="157257"/>
                  <a:pt x="2076772" y="141118"/>
                </a:cubicBezTo>
                <a:lnTo>
                  <a:pt x="2076772" y="67850"/>
                </a:lnTo>
                <a:lnTo>
                  <a:pt x="2102132" y="67850"/>
                </a:lnTo>
                <a:lnTo>
                  <a:pt x="2102132" y="59648"/>
                </a:lnTo>
                <a:close/>
                <a:moveTo>
                  <a:pt x="2275886" y="162136"/>
                </a:moveTo>
                <a:lnTo>
                  <a:pt x="2274634" y="162136"/>
                </a:lnTo>
                <a:cubicBezTo>
                  <a:pt x="2263082" y="162136"/>
                  <a:pt x="2260320" y="159317"/>
                  <a:pt x="2260320" y="147530"/>
                </a:cubicBezTo>
                <a:lnTo>
                  <a:pt x="2260320" y="59648"/>
                </a:lnTo>
                <a:lnTo>
                  <a:pt x="2220646" y="59648"/>
                </a:lnTo>
                <a:lnTo>
                  <a:pt x="2220646" y="64007"/>
                </a:lnTo>
                <a:cubicBezTo>
                  <a:pt x="2236217" y="64773"/>
                  <a:pt x="2239228" y="67338"/>
                  <a:pt x="2239228" y="80145"/>
                </a:cubicBezTo>
                <a:lnTo>
                  <a:pt x="2239228" y="140348"/>
                </a:lnTo>
                <a:cubicBezTo>
                  <a:pt x="2239228" y="147522"/>
                  <a:pt x="2237972" y="151111"/>
                  <a:pt x="2234458" y="153926"/>
                </a:cubicBezTo>
                <a:cubicBezTo>
                  <a:pt x="2227677" y="159564"/>
                  <a:pt x="2219895" y="162636"/>
                  <a:pt x="2212363" y="162636"/>
                </a:cubicBezTo>
                <a:cubicBezTo>
                  <a:pt x="2202570" y="162636"/>
                  <a:pt x="2194536" y="153926"/>
                  <a:pt x="2194536" y="143167"/>
                </a:cubicBezTo>
                <a:lnTo>
                  <a:pt x="2194536" y="59648"/>
                </a:lnTo>
                <a:lnTo>
                  <a:pt x="2157874" y="59648"/>
                </a:lnTo>
                <a:lnTo>
                  <a:pt x="2157874" y="63237"/>
                </a:lnTo>
                <a:cubicBezTo>
                  <a:pt x="2169927" y="64007"/>
                  <a:pt x="2173444" y="67850"/>
                  <a:pt x="2173444" y="79633"/>
                </a:cubicBezTo>
                <a:lnTo>
                  <a:pt x="2173444" y="144191"/>
                </a:lnTo>
                <a:cubicBezTo>
                  <a:pt x="2173444" y="164431"/>
                  <a:pt x="2185494" y="177497"/>
                  <a:pt x="2203823" y="177497"/>
                </a:cubicBezTo>
                <a:cubicBezTo>
                  <a:pt x="2213114" y="177497"/>
                  <a:pt x="2222907" y="173399"/>
                  <a:pt x="2229688" y="166479"/>
                </a:cubicBezTo>
                <a:lnTo>
                  <a:pt x="2240485" y="155466"/>
                </a:lnTo>
                <a:lnTo>
                  <a:pt x="2240485" y="176730"/>
                </a:lnTo>
                <a:lnTo>
                  <a:pt x="2241489" y="177246"/>
                </a:lnTo>
                <a:cubicBezTo>
                  <a:pt x="2254044" y="172125"/>
                  <a:pt x="2263082" y="169306"/>
                  <a:pt x="2275886" y="165717"/>
                </a:cubicBezTo>
                <a:lnTo>
                  <a:pt x="2275886" y="162136"/>
                </a:lnTo>
                <a:close/>
                <a:moveTo>
                  <a:pt x="2360252" y="94493"/>
                </a:moveTo>
                <a:lnTo>
                  <a:pt x="2359249" y="59648"/>
                </a:lnTo>
                <a:lnTo>
                  <a:pt x="2356486" y="59648"/>
                </a:lnTo>
                <a:lnTo>
                  <a:pt x="2355984" y="60164"/>
                </a:lnTo>
                <a:cubicBezTo>
                  <a:pt x="2353724" y="61954"/>
                  <a:pt x="2353475" y="62212"/>
                  <a:pt x="2352471" y="62212"/>
                </a:cubicBezTo>
                <a:cubicBezTo>
                  <a:pt x="2350965" y="62212"/>
                  <a:pt x="2348452" y="61700"/>
                  <a:pt x="2345690" y="60418"/>
                </a:cubicBezTo>
                <a:cubicBezTo>
                  <a:pt x="2340165" y="58424"/>
                  <a:pt x="2334644" y="57396"/>
                  <a:pt x="2328115" y="57396"/>
                </a:cubicBezTo>
                <a:cubicBezTo>
                  <a:pt x="2308277" y="57396"/>
                  <a:pt x="2293966" y="70461"/>
                  <a:pt x="2293966" y="88899"/>
                </a:cubicBezTo>
                <a:cubicBezTo>
                  <a:pt x="2293966" y="103235"/>
                  <a:pt x="2302001" y="113478"/>
                  <a:pt x="2323345" y="125770"/>
                </a:cubicBezTo>
                <a:lnTo>
                  <a:pt x="2337908" y="134222"/>
                </a:lnTo>
                <a:cubicBezTo>
                  <a:pt x="2346693" y="139343"/>
                  <a:pt x="2350965" y="145489"/>
                  <a:pt x="2350965" y="153426"/>
                </a:cubicBezTo>
                <a:cubicBezTo>
                  <a:pt x="2350965" y="164693"/>
                  <a:pt x="2342927" y="171863"/>
                  <a:pt x="2330123" y="171863"/>
                </a:cubicBezTo>
                <a:cubicBezTo>
                  <a:pt x="2321587" y="171863"/>
                  <a:pt x="2313801" y="168532"/>
                  <a:pt x="2309031" y="162898"/>
                </a:cubicBezTo>
                <a:cubicBezTo>
                  <a:pt x="2303759" y="156498"/>
                  <a:pt x="2301499" y="150607"/>
                  <a:pt x="2298235" y="136013"/>
                </a:cubicBezTo>
                <a:lnTo>
                  <a:pt x="2294216" y="136013"/>
                </a:lnTo>
                <a:lnTo>
                  <a:pt x="2294216" y="175960"/>
                </a:lnTo>
                <a:lnTo>
                  <a:pt x="2297480" y="175960"/>
                </a:lnTo>
                <a:cubicBezTo>
                  <a:pt x="2299238" y="173399"/>
                  <a:pt x="2300242" y="172887"/>
                  <a:pt x="2303257" y="172887"/>
                </a:cubicBezTo>
                <a:cubicBezTo>
                  <a:pt x="2305518" y="172946"/>
                  <a:pt x="2309031" y="173458"/>
                  <a:pt x="2314805" y="174994"/>
                </a:cubicBezTo>
                <a:cubicBezTo>
                  <a:pt x="2321836" y="176472"/>
                  <a:pt x="2328617" y="177497"/>
                  <a:pt x="2333134" y="177497"/>
                </a:cubicBezTo>
                <a:cubicBezTo>
                  <a:pt x="2352471" y="177497"/>
                  <a:pt x="2368540" y="162644"/>
                  <a:pt x="2368540" y="144719"/>
                </a:cubicBezTo>
                <a:cubicBezTo>
                  <a:pt x="2368540" y="131915"/>
                  <a:pt x="2362513" y="123467"/>
                  <a:pt x="2347448" y="114248"/>
                </a:cubicBezTo>
                <a:lnTo>
                  <a:pt x="2320330" y="97859"/>
                </a:lnTo>
                <a:cubicBezTo>
                  <a:pt x="2313299" y="93762"/>
                  <a:pt x="2309533" y="87362"/>
                  <a:pt x="2309533" y="80446"/>
                </a:cubicBezTo>
                <a:cubicBezTo>
                  <a:pt x="2309533" y="70203"/>
                  <a:pt x="2317318" y="63033"/>
                  <a:pt x="2328866" y="63033"/>
                </a:cubicBezTo>
                <a:cubicBezTo>
                  <a:pt x="2343180" y="63033"/>
                  <a:pt x="2350712" y="71740"/>
                  <a:pt x="2356486" y="94532"/>
                </a:cubicBezTo>
                <a:lnTo>
                  <a:pt x="2360252" y="94493"/>
                </a:lnTo>
                <a:close/>
                <a:moveTo>
                  <a:pt x="2481279" y="132904"/>
                </a:moveTo>
                <a:cubicBezTo>
                  <a:pt x="2469229" y="152386"/>
                  <a:pt x="2458429" y="159822"/>
                  <a:pt x="2442360" y="159822"/>
                </a:cubicBezTo>
                <a:cubicBezTo>
                  <a:pt x="2428050" y="159822"/>
                  <a:pt x="2417253" y="152386"/>
                  <a:pt x="2409970" y="137776"/>
                </a:cubicBezTo>
                <a:cubicBezTo>
                  <a:pt x="2405449" y="128033"/>
                  <a:pt x="2403694" y="119573"/>
                  <a:pt x="2403192" y="103935"/>
                </a:cubicBezTo>
                <a:lnTo>
                  <a:pt x="2480528" y="103935"/>
                </a:lnTo>
                <a:cubicBezTo>
                  <a:pt x="2478516" y="87312"/>
                  <a:pt x="2476007" y="79907"/>
                  <a:pt x="2469731" y="71736"/>
                </a:cubicBezTo>
                <a:cubicBezTo>
                  <a:pt x="2462195" y="62529"/>
                  <a:pt x="2450647" y="57146"/>
                  <a:pt x="2437590" y="57146"/>
                </a:cubicBezTo>
                <a:cubicBezTo>
                  <a:pt x="2425035" y="57146"/>
                  <a:pt x="2413234" y="61759"/>
                  <a:pt x="2403694" y="70458"/>
                </a:cubicBezTo>
                <a:cubicBezTo>
                  <a:pt x="2391890" y="80927"/>
                  <a:pt x="2385112" y="99067"/>
                  <a:pt x="2385112" y="120085"/>
                </a:cubicBezTo>
                <a:cubicBezTo>
                  <a:pt x="2385112" y="155462"/>
                  <a:pt x="2403192" y="177497"/>
                  <a:pt x="2432065" y="177497"/>
                </a:cubicBezTo>
                <a:cubicBezTo>
                  <a:pt x="2455919" y="177497"/>
                  <a:pt x="2474750" y="162382"/>
                  <a:pt x="2485298" y="134699"/>
                </a:cubicBezTo>
                <a:lnTo>
                  <a:pt x="2481279" y="132904"/>
                </a:lnTo>
                <a:moveTo>
                  <a:pt x="2403694" y="95737"/>
                </a:moveTo>
                <a:cubicBezTo>
                  <a:pt x="2406453" y="75821"/>
                  <a:pt x="2414993" y="66372"/>
                  <a:pt x="2430307" y="66372"/>
                </a:cubicBezTo>
                <a:cubicBezTo>
                  <a:pt x="2445624" y="66372"/>
                  <a:pt x="2451651" y="73523"/>
                  <a:pt x="2454915" y="95737"/>
                </a:cubicBezTo>
                <a:lnTo>
                  <a:pt x="2403694" y="95737"/>
                </a:lnTo>
                <a:close/>
                <a:moveTo>
                  <a:pt x="2576694" y="177497"/>
                </a:moveTo>
                <a:lnTo>
                  <a:pt x="2613605" y="164177"/>
                </a:lnTo>
                <a:lnTo>
                  <a:pt x="2613605" y="160080"/>
                </a:lnTo>
                <a:cubicBezTo>
                  <a:pt x="2609084" y="160334"/>
                  <a:pt x="2608582" y="160334"/>
                  <a:pt x="2607828" y="160334"/>
                </a:cubicBezTo>
                <a:cubicBezTo>
                  <a:pt x="2598790" y="160334"/>
                  <a:pt x="2596782" y="157519"/>
                  <a:pt x="2596782" y="145739"/>
                </a:cubicBezTo>
                <a:lnTo>
                  <a:pt x="2596782" y="524"/>
                </a:lnTo>
                <a:lnTo>
                  <a:pt x="2595525" y="12"/>
                </a:lnTo>
                <a:cubicBezTo>
                  <a:pt x="2583472" y="4367"/>
                  <a:pt x="2574687" y="6928"/>
                  <a:pt x="2558614" y="11287"/>
                </a:cubicBezTo>
                <a:lnTo>
                  <a:pt x="2558614" y="15384"/>
                </a:lnTo>
                <a:cubicBezTo>
                  <a:pt x="2560626" y="15130"/>
                  <a:pt x="2562131" y="15130"/>
                  <a:pt x="2564139" y="15130"/>
                </a:cubicBezTo>
                <a:cubicBezTo>
                  <a:pt x="2573430" y="15130"/>
                  <a:pt x="2575690" y="17691"/>
                  <a:pt x="2575690" y="28196"/>
                </a:cubicBezTo>
                <a:lnTo>
                  <a:pt x="2575690" y="68163"/>
                </a:lnTo>
                <a:cubicBezTo>
                  <a:pt x="2566147" y="59964"/>
                  <a:pt x="2559369" y="57146"/>
                  <a:pt x="2549323" y="57146"/>
                </a:cubicBezTo>
                <a:cubicBezTo>
                  <a:pt x="2520450" y="57146"/>
                  <a:pt x="2497098" y="86084"/>
                  <a:pt x="2497098" y="122443"/>
                </a:cubicBezTo>
                <a:cubicBezTo>
                  <a:pt x="2497098" y="155212"/>
                  <a:pt x="2515929" y="177497"/>
                  <a:pt x="2543549" y="177497"/>
                </a:cubicBezTo>
                <a:cubicBezTo>
                  <a:pt x="2557610" y="177497"/>
                  <a:pt x="2567154" y="172375"/>
                  <a:pt x="2575690" y="160334"/>
                </a:cubicBezTo>
                <a:lnTo>
                  <a:pt x="2575690" y="176730"/>
                </a:lnTo>
                <a:lnTo>
                  <a:pt x="2576694" y="177497"/>
                </a:lnTo>
                <a:moveTo>
                  <a:pt x="2575690" y="148812"/>
                </a:moveTo>
                <a:cubicBezTo>
                  <a:pt x="2575690" y="150607"/>
                  <a:pt x="2573932" y="153680"/>
                  <a:pt x="2571422" y="156495"/>
                </a:cubicBezTo>
                <a:cubicBezTo>
                  <a:pt x="2566901" y="161616"/>
                  <a:pt x="2560626" y="164177"/>
                  <a:pt x="2553342" y="164177"/>
                </a:cubicBezTo>
                <a:cubicBezTo>
                  <a:pt x="2532504" y="164177"/>
                  <a:pt x="2518692" y="143691"/>
                  <a:pt x="2518692" y="112200"/>
                </a:cubicBezTo>
                <a:cubicBezTo>
                  <a:pt x="2518692" y="83269"/>
                  <a:pt x="2530994" y="64323"/>
                  <a:pt x="2550078" y="64323"/>
                </a:cubicBezTo>
                <a:cubicBezTo>
                  <a:pt x="2563388" y="64323"/>
                  <a:pt x="2575690" y="76353"/>
                  <a:pt x="2575690" y="89923"/>
                </a:cubicBezTo>
                <a:lnTo>
                  <a:pt x="2575690" y="148812"/>
                </a:lnTo>
                <a:close/>
                <a:moveTo>
                  <a:pt x="2750198" y="177497"/>
                </a:moveTo>
                <a:lnTo>
                  <a:pt x="2787109" y="164177"/>
                </a:lnTo>
                <a:lnTo>
                  <a:pt x="2787109" y="160080"/>
                </a:lnTo>
                <a:cubicBezTo>
                  <a:pt x="2782588" y="160334"/>
                  <a:pt x="2782086" y="160334"/>
                  <a:pt x="2781331" y="160334"/>
                </a:cubicBezTo>
                <a:cubicBezTo>
                  <a:pt x="2772293" y="160334"/>
                  <a:pt x="2770286" y="157519"/>
                  <a:pt x="2770286" y="145739"/>
                </a:cubicBezTo>
                <a:lnTo>
                  <a:pt x="2770286" y="524"/>
                </a:lnTo>
                <a:lnTo>
                  <a:pt x="2769029" y="12"/>
                </a:lnTo>
                <a:cubicBezTo>
                  <a:pt x="2756976" y="4367"/>
                  <a:pt x="2748190" y="6928"/>
                  <a:pt x="2732118" y="11287"/>
                </a:cubicBezTo>
                <a:lnTo>
                  <a:pt x="2732118" y="15384"/>
                </a:lnTo>
                <a:cubicBezTo>
                  <a:pt x="2734129" y="15130"/>
                  <a:pt x="2735635" y="15130"/>
                  <a:pt x="2737643" y="15130"/>
                </a:cubicBezTo>
                <a:cubicBezTo>
                  <a:pt x="2746934" y="15130"/>
                  <a:pt x="2749194" y="17691"/>
                  <a:pt x="2749194" y="28196"/>
                </a:cubicBezTo>
                <a:lnTo>
                  <a:pt x="2749194" y="68163"/>
                </a:lnTo>
                <a:cubicBezTo>
                  <a:pt x="2739650" y="59964"/>
                  <a:pt x="2732873" y="57146"/>
                  <a:pt x="2722827" y="57146"/>
                </a:cubicBezTo>
                <a:cubicBezTo>
                  <a:pt x="2693954" y="57146"/>
                  <a:pt x="2670602" y="86084"/>
                  <a:pt x="2670602" y="122443"/>
                </a:cubicBezTo>
                <a:cubicBezTo>
                  <a:pt x="2670602" y="155212"/>
                  <a:pt x="2689433" y="177497"/>
                  <a:pt x="2717053" y="177497"/>
                </a:cubicBezTo>
                <a:cubicBezTo>
                  <a:pt x="2731114" y="177497"/>
                  <a:pt x="2740658" y="172375"/>
                  <a:pt x="2749194" y="160334"/>
                </a:cubicBezTo>
                <a:lnTo>
                  <a:pt x="2749194" y="176730"/>
                </a:lnTo>
                <a:lnTo>
                  <a:pt x="2750198" y="177497"/>
                </a:lnTo>
                <a:moveTo>
                  <a:pt x="2749194" y="148812"/>
                </a:moveTo>
                <a:cubicBezTo>
                  <a:pt x="2749194" y="150607"/>
                  <a:pt x="2747436" y="153680"/>
                  <a:pt x="2744926" y="156495"/>
                </a:cubicBezTo>
                <a:cubicBezTo>
                  <a:pt x="2740405" y="161616"/>
                  <a:pt x="2734129" y="164177"/>
                  <a:pt x="2726846" y="164177"/>
                </a:cubicBezTo>
                <a:cubicBezTo>
                  <a:pt x="2706007" y="164177"/>
                  <a:pt x="2692195" y="143691"/>
                  <a:pt x="2692195" y="112200"/>
                </a:cubicBezTo>
                <a:cubicBezTo>
                  <a:pt x="2692195" y="83269"/>
                  <a:pt x="2704498" y="64323"/>
                  <a:pt x="2723582" y="64323"/>
                </a:cubicBezTo>
                <a:cubicBezTo>
                  <a:pt x="2736892" y="64323"/>
                  <a:pt x="2749194" y="76353"/>
                  <a:pt x="2749194" y="89923"/>
                </a:cubicBezTo>
                <a:lnTo>
                  <a:pt x="2749194" y="148812"/>
                </a:lnTo>
                <a:close/>
                <a:moveTo>
                  <a:pt x="2833307" y="57146"/>
                </a:moveTo>
                <a:lnTo>
                  <a:pt x="2794389" y="71157"/>
                </a:lnTo>
                <a:lnTo>
                  <a:pt x="2794389" y="75004"/>
                </a:lnTo>
                <a:lnTo>
                  <a:pt x="2796400" y="74746"/>
                </a:lnTo>
                <a:cubicBezTo>
                  <a:pt x="2799412" y="74234"/>
                  <a:pt x="2802676" y="73976"/>
                  <a:pt x="2804936" y="73976"/>
                </a:cubicBezTo>
                <a:cubicBezTo>
                  <a:pt x="2810963" y="73976"/>
                  <a:pt x="2813220" y="78077"/>
                  <a:pt x="2813220" y="89360"/>
                </a:cubicBezTo>
                <a:lnTo>
                  <a:pt x="2813220" y="148847"/>
                </a:lnTo>
                <a:cubicBezTo>
                  <a:pt x="2813220" y="167308"/>
                  <a:pt x="2810710" y="170127"/>
                  <a:pt x="2793385" y="171151"/>
                </a:cubicBezTo>
                <a:lnTo>
                  <a:pt x="2793385" y="174994"/>
                </a:lnTo>
                <a:lnTo>
                  <a:pt x="2852893" y="174994"/>
                </a:lnTo>
                <a:lnTo>
                  <a:pt x="2852893" y="171151"/>
                </a:lnTo>
                <a:cubicBezTo>
                  <a:pt x="2836323" y="169873"/>
                  <a:pt x="2834311" y="167308"/>
                  <a:pt x="2834311" y="148847"/>
                </a:cubicBezTo>
                <a:lnTo>
                  <a:pt x="2834311" y="57916"/>
                </a:lnTo>
                <a:lnTo>
                  <a:pt x="2833307" y="57146"/>
                </a:lnTo>
                <a:moveTo>
                  <a:pt x="2821507" y="98"/>
                </a:moveTo>
                <a:cubicBezTo>
                  <a:pt x="2814729" y="98"/>
                  <a:pt x="2808952" y="5993"/>
                  <a:pt x="2808952" y="13167"/>
                </a:cubicBezTo>
                <a:cubicBezTo>
                  <a:pt x="2808952" y="20341"/>
                  <a:pt x="2814476" y="26233"/>
                  <a:pt x="2821507" y="26233"/>
                </a:cubicBezTo>
                <a:cubicBezTo>
                  <a:pt x="2828790" y="26233"/>
                  <a:pt x="2834564" y="20595"/>
                  <a:pt x="2834564" y="13167"/>
                </a:cubicBezTo>
                <a:cubicBezTo>
                  <a:pt x="2834564" y="5993"/>
                  <a:pt x="2828790" y="98"/>
                  <a:pt x="2821507" y="98"/>
                </a:cubicBezTo>
                <a:close/>
                <a:moveTo>
                  <a:pt x="2860928" y="75083"/>
                </a:moveTo>
                <a:cubicBezTo>
                  <a:pt x="2864445" y="74312"/>
                  <a:pt x="2866705" y="74054"/>
                  <a:pt x="2869717" y="74054"/>
                </a:cubicBezTo>
                <a:cubicBezTo>
                  <a:pt x="2875993" y="74054"/>
                  <a:pt x="2878253" y="78155"/>
                  <a:pt x="2878253" y="89427"/>
                </a:cubicBezTo>
                <a:lnTo>
                  <a:pt x="2878253" y="153476"/>
                </a:lnTo>
                <a:cubicBezTo>
                  <a:pt x="2878253" y="166284"/>
                  <a:pt x="2876494" y="168078"/>
                  <a:pt x="2860426" y="171151"/>
                </a:cubicBezTo>
                <a:lnTo>
                  <a:pt x="2860426" y="174994"/>
                </a:lnTo>
                <a:lnTo>
                  <a:pt x="2920689" y="174994"/>
                </a:lnTo>
                <a:lnTo>
                  <a:pt x="2920689" y="171151"/>
                </a:lnTo>
                <a:cubicBezTo>
                  <a:pt x="2903613" y="170385"/>
                  <a:pt x="2899345" y="166542"/>
                  <a:pt x="2899345" y="151940"/>
                </a:cubicBezTo>
                <a:lnTo>
                  <a:pt x="2899345" y="94294"/>
                </a:lnTo>
                <a:cubicBezTo>
                  <a:pt x="2899345" y="86096"/>
                  <a:pt x="2910141" y="73288"/>
                  <a:pt x="2916923" y="73288"/>
                </a:cubicBezTo>
                <a:cubicBezTo>
                  <a:pt x="2918428" y="73288"/>
                  <a:pt x="2920689" y="74570"/>
                  <a:pt x="2923451" y="77131"/>
                </a:cubicBezTo>
                <a:cubicBezTo>
                  <a:pt x="2927467" y="80716"/>
                  <a:pt x="2930229" y="82253"/>
                  <a:pt x="2933493" y="82253"/>
                </a:cubicBezTo>
                <a:cubicBezTo>
                  <a:pt x="2939520" y="82253"/>
                  <a:pt x="2943286" y="77897"/>
                  <a:pt x="2943286" y="70727"/>
                </a:cubicBezTo>
                <a:cubicBezTo>
                  <a:pt x="2943286" y="62271"/>
                  <a:pt x="2938014" y="57146"/>
                  <a:pt x="2929478" y="57146"/>
                </a:cubicBezTo>
                <a:cubicBezTo>
                  <a:pt x="2918930" y="57146"/>
                  <a:pt x="2911651" y="63041"/>
                  <a:pt x="2899345" y="81228"/>
                </a:cubicBezTo>
                <a:lnTo>
                  <a:pt x="2899345" y="57662"/>
                </a:lnTo>
                <a:lnTo>
                  <a:pt x="2898092" y="57146"/>
                </a:lnTo>
                <a:cubicBezTo>
                  <a:pt x="2884782" y="62783"/>
                  <a:pt x="2875743" y="66114"/>
                  <a:pt x="2860928" y="70981"/>
                </a:cubicBezTo>
                <a:lnTo>
                  <a:pt x="2860928" y="75083"/>
                </a:lnTo>
                <a:close/>
                <a:moveTo>
                  <a:pt x="3045229" y="132904"/>
                </a:moveTo>
                <a:cubicBezTo>
                  <a:pt x="3033179" y="152386"/>
                  <a:pt x="3022378" y="159822"/>
                  <a:pt x="3006310" y="159822"/>
                </a:cubicBezTo>
                <a:cubicBezTo>
                  <a:pt x="2992000" y="159822"/>
                  <a:pt x="2981203" y="152386"/>
                  <a:pt x="2973920" y="137776"/>
                </a:cubicBezTo>
                <a:cubicBezTo>
                  <a:pt x="2969399" y="128033"/>
                  <a:pt x="2967644" y="119573"/>
                  <a:pt x="2967142" y="103935"/>
                </a:cubicBezTo>
                <a:lnTo>
                  <a:pt x="3044478" y="103935"/>
                </a:lnTo>
                <a:cubicBezTo>
                  <a:pt x="3042466" y="87312"/>
                  <a:pt x="3039957" y="79907"/>
                  <a:pt x="3033681" y="71736"/>
                </a:cubicBezTo>
                <a:cubicBezTo>
                  <a:pt x="3026145" y="62529"/>
                  <a:pt x="3014597" y="57146"/>
                  <a:pt x="3001540" y="57146"/>
                </a:cubicBezTo>
                <a:cubicBezTo>
                  <a:pt x="2988985" y="57146"/>
                  <a:pt x="2977184" y="61759"/>
                  <a:pt x="2967644" y="70458"/>
                </a:cubicBezTo>
                <a:cubicBezTo>
                  <a:pt x="2955840" y="80927"/>
                  <a:pt x="2949062" y="99067"/>
                  <a:pt x="2949062" y="120085"/>
                </a:cubicBezTo>
                <a:cubicBezTo>
                  <a:pt x="2949062" y="155462"/>
                  <a:pt x="2967142" y="177497"/>
                  <a:pt x="2996015" y="177497"/>
                </a:cubicBezTo>
                <a:cubicBezTo>
                  <a:pt x="3019869" y="177497"/>
                  <a:pt x="3038700" y="162382"/>
                  <a:pt x="3049248" y="134699"/>
                </a:cubicBezTo>
                <a:lnTo>
                  <a:pt x="3045229" y="132904"/>
                </a:lnTo>
                <a:moveTo>
                  <a:pt x="2967644" y="95737"/>
                </a:moveTo>
                <a:cubicBezTo>
                  <a:pt x="2970403" y="75821"/>
                  <a:pt x="2978943" y="66372"/>
                  <a:pt x="2994256" y="66372"/>
                </a:cubicBezTo>
                <a:cubicBezTo>
                  <a:pt x="3009574" y="66372"/>
                  <a:pt x="3015601" y="73523"/>
                  <a:pt x="3018865" y="95737"/>
                </a:cubicBezTo>
                <a:lnTo>
                  <a:pt x="2967644" y="95737"/>
                </a:lnTo>
                <a:close/>
                <a:moveTo>
                  <a:pt x="3154203" y="134984"/>
                </a:moveTo>
                <a:cubicBezTo>
                  <a:pt x="3142150" y="152906"/>
                  <a:pt x="3133112" y="159051"/>
                  <a:pt x="3118798" y="159051"/>
                </a:cubicBezTo>
                <a:cubicBezTo>
                  <a:pt x="3095948" y="159051"/>
                  <a:pt x="3079879" y="138569"/>
                  <a:pt x="3079879" y="109127"/>
                </a:cubicBezTo>
                <a:cubicBezTo>
                  <a:pt x="3079879" y="82757"/>
                  <a:pt x="3093691" y="64578"/>
                  <a:pt x="3114028" y="64578"/>
                </a:cubicBezTo>
                <a:cubicBezTo>
                  <a:pt x="3123066" y="64578"/>
                  <a:pt x="3126330" y="67392"/>
                  <a:pt x="3128844" y="76865"/>
                </a:cubicBezTo>
                <a:lnTo>
                  <a:pt x="3130349" y="82499"/>
                </a:lnTo>
                <a:cubicBezTo>
                  <a:pt x="3132357" y="89669"/>
                  <a:pt x="3136878" y="94278"/>
                  <a:pt x="3142150" y="94278"/>
                </a:cubicBezTo>
                <a:cubicBezTo>
                  <a:pt x="3148678" y="94278"/>
                  <a:pt x="3154203" y="89411"/>
                  <a:pt x="3154203" y="83523"/>
                </a:cubicBezTo>
                <a:cubicBezTo>
                  <a:pt x="3154203" y="69187"/>
                  <a:pt x="3136625" y="57146"/>
                  <a:pt x="3115534" y="57146"/>
                </a:cubicBezTo>
                <a:cubicBezTo>
                  <a:pt x="3103231" y="57146"/>
                  <a:pt x="3090427" y="62271"/>
                  <a:pt x="3080132" y="71490"/>
                </a:cubicBezTo>
                <a:cubicBezTo>
                  <a:pt x="3067577" y="82757"/>
                  <a:pt x="3060546" y="100166"/>
                  <a:pt x="3060546" y="120390"/>
                </a:cubicBezTo>
                <a:cubicBezTo>
                  <a:pt x="3060546" y="153676"/>
                  <a:pt x="3080381" y="177497"/>
                  <a:pt x="3108254" y="177497"/>
                </a:cubicBezTo>
                <a:cubicBezTo>
                  <a:pt x="3119553" y="177497"/>
                  <a:pt x="3129595" y="173399"/>
                  <a:pt x="3138637" y="165455"/>
                </a:cubicBezTo>
                <a:cubicBezTo>
                  <a:pt x="3145414" y="159305"/>
                  <a:pt x="3150184" y="152393"/>
                  <a:pt x="3157717" y="137287"/>
                </a:cubicBezTo>
                <a:lnTo>
                  <a:pt x="3154203" y="134984"/>
                </a:lnTo>
                <a:close/>
                <a:moveTo>
                  <a:pt x="3229780" y="59648"/>
                </a:moveTo>
                <a:lnTo>
                  <a:pt x="3204421" y="59648"/>
                </a:lnTo>
                <a:lnTo>
                  <a:pt x="3204421" y="29927"/>
                </a:lnTo>
                <a:cubicBezTo>
                  <a:pt x="3204421" y="27367"/>
                  <a:pt x="3204172" y="26597"/>
                  <a:pt x="3202662" y="26597"/>
                </a:cubicBezTo>
                <a:cubicBezTo>
                  <a:pt x="3200907" y="28903"/>
                  <a:pt x="3199398" y="31210"/>
                  <a:pt x="3197643" y="33771"/>
                </a:cubicBezTo>
                <a:cubicBezTo>
                  <a:pt x="3188099" y="47864"/>
                  <a:pt x="3177302" y="60164"/>
                  <a:pt x="3173287" y="61188"/>
                </a:cubicBezTo>
                <a:cubicBezTo>
                  <a:pt x="3170525" y="62979"/>
                  <a:pt x="3169015" y="64773"/>
                  <a:pt x="3169015" y="66055"/>
                </a:cubicBezTo>
                <a:cubicBezTo>
                  <a:pt x="3169015" y="66826"/>
                  <a:pt x="3169268" y="67338"/>
                  <a:pt x="3170023" y="67850"/>
                </a:cubicBezTo>
                <a:lnTo>
                  <a:pt x="3183329" y="67850"/>
                </a:lnTo>
                <a:lnTo>
                  <a:pt x="3183329" y="144961"/>
                </a:lnTo>
                <a:cubicBezTo>
                  <a:pt x="3183329" y="166479"/>
                  <a:pt x="3190861" y="177497"/>
                  <a:pt x="3205677" y="177497"/>
                </a:cubicBezTo>
                <a:cubicBezTo>
                  <a:pt x="3217980" y="177497"/>
                  <a:pt x="3227520" y="171351"/>
                  <a:pt x="3235807" y="158027"/>
                </a:cubicBezTo>
                <a:lnTo>
                  <a:pt x="3232543" y="155208"/>
                </a:lnTo>
                <a:cubicBezTo>
                  <a:pt x="3227271" y="161612"/>
                  <a:pt x="3223003" y="164177"/>
                  <a:pt x="3217478" y="164177"/>
                </a:cubicBezTo>
                <a:cubicBezTo>
                  <a:pt x="3208187" y="164177"/>
                  <a:pt x="3204421" y="157257"/>
                  <a:pt x="3204421" y="141118"/>
                </a:cubicBezTo>
                <a:lnTo>
                  <a:pt x="3204421" y="67850"/>
                </a:lnTo>
                <a:lnTo>
                  <a:pt x="3229780" y="67850"/>
                </a:lnTo>
                <a:lnTo>
                  <a:pt x="3229780" y="59648"/>
                </a:lnTo>
                <a:close/>
                <a:moveTo>
                  <a:pt x="3240328" y="15372"/>
                </a:moveTo>
                <a:lnTo>
                  <a:pt x="3241834" y="15372"/>
                </a:lnTo>
                <a:cubicBezTo>
                  <a:pt x="3244596" y="15118"/>
                  <a:pt x="3247608" y="14860"/>
                  <a:pt x="3249619" y="14860"/>
                </a:cubicBezTo>
                <a:cubicBezTo>
                  <a:pt x="3257653" y="14860"/>
                  <a:pt x="3260163" y="18449"/>
                  <a:pt x="3260163" y="30490"/>
                </a:cubicBezTo>
                <a:lnTo>
                  <a:pt x="3260163" y="152706"/>
                </a:lnTo>
                <a:cubicBezTo>
                  <a:pt x="3260163" y="166542"/>
                  <a:pt x="3256650" y="169873"/>
                  <a:pt x="3240830" y="171151"/>
                </a:cubicBezTo>
                <a:lnTo>
                  <a:pt x="3240830" y="174994"/>
                </a:lnTo>
                <a:lnTo>
                  <a:pt x="3300085" y="174994"/>
                </a:lnTo>
                <a:lnTo>
                  <a:pt x="3300085" y="171151"/>
                </a:lnTo>
                <a:cubicBezTo>
                  <a:pt x="3284270" y="170127"/>
                  <a:pt x="3281254" y="167566"/>
                  <a:pt x="3281254" y="153472"/>
                </a:cubicBezTo>
                <a:lnTo>
                  <a:pt x="3281254" y="512"/>
                </a:lnTo>
                <a:lnTo>
                  <a:pt x="3280251" y="0"/>
                </a:lnTo>
                <a:cubicBezTo>
                  <a:pt x="3267193" y="4355"/>
                  <a:pt x="3257653" y="6920"/>
                  <a:pt x="3240328" y="11275"/>
                </a:cubicBezTo>
                <a:lnTo>
                  <a:pt x="3240328" y="15372"/>
                </a:lnTo>
                <a:close/>
                <a:moveTo>
                  <a:pt x="3424627" y="59648"/>
                </a:moveTo>
                <a:lnTo>
                  <a:pt x="3390731" y="59648"/>
                </a:lnTo>
                <a:lnTo>
                  <a:pt x="3390731" y="63495"/>
                </a:lnTo>
                <a:cubicBezTo>
                  <a:pt x="3398765" y="63495"/>
                  <a:pt x="3402785" y="65797"/>
                  <a:pt x="3402785" y="69898"/>
                </a:cubicBezTo>
                <a:cubicBezTo>
                  <a:pt x="3402785" y="70923"/>
                  <a:pt x="3402532" y="72459"/>
                  <a:pt x="3401777" y="74254"/>
                </a:cubicBezTo>
                <a:lnTo>
                  <a:pt x="3377421" y="144965"/>
                </a:lnTo>
                <a:lnTo>
                  <a:pt x="3348548" y="80145"/>
                </a:lnTo>
                <a:cubicBezTo>
                  <a:pt x="3347039" y="76560"/>
                  <a:pt x="3346035" y="73229"/>
                  <a:pt x="3346035" y="70411"/>
                </a:cubicBezTo>
                <a:cubicBezTo>
                  <a:pt x="3346035" y="65797"/>
                  <a:pt x="3349801" y="64007"/>
                  <a:pt x="3360598" y="63495"/>
                </a:cubicBezTo>
                <a:lnTo>
                  <a:pt x="3360598" y="59648"/>
                </a:lnTo>
                <a:lnTo>
                  <a:pt x="3308875" y="59648"/>
                </a:lnTo>
                <a:lnTo>
                  <a:pt x="3308875" y="63237"/>
                </a:lnTo>
                <a:cubicBezTo>
                  <a:pt x="3315403" y="64261"/>
                  <a:pt x="3319671" y="67080"/>
                  <a:pt x="3321679" y="71435"/>
                </a:cubicBezTo>
                <a:lnTo>
                  <a:pt x="3350303" y="134464"/>
                </a:lnTo>
                <a:lnTo>
                  <a:pt x="3351058" y="136513"/>
                </a:lnTo>
                <a:lnTo>
                  <a:pt x="3354824" y="144199"/>
                </a:lnTo>
                <a:cubicBezTo>
                  <a:pt x="3361854" y="157011"/>
                  <a:pt x="3365873" y="166233"/>
                  <a:pt x="3365873" y="170076"/>
                </a:cubicBezTo>
                <a:cubicBezTo>
                  <a:pt x="3365873" y="173919"/>
                  <a:pt x="3360096" y="190058"/>
                  <a:pt x="3355828" y="197744"/>
                </a:cubicBezTo>
                <a:cubicBezTo>
                  <a:pt x="3352314" y="204406"/>
                  <a:pt x="3346790" y="209273"/>
                  <a:pt x="3343272" y="209273"/>
                </a:cubicBezTo>
                <a:cubicBezTo>
                  <a:pt x="3341767" y="209273"/>
                  <a:pt x="3339506" y="208761"/>
                  <a:pt x="3336997" y="207483"/>
                </a:cubicBezTo>
                <a:cubicBezTo>
                  <a:pt x="3332227" y="205688"/>
                  <a:pt x="3327959" y="204664"/>
                  <a:pt x="3323690" y="204664"/>
                </a:cubicBezTo>
                <a:cubicBezTo>
                  <a:pt x="3317913" y="204664"/>
                  <a:pt x="3312894" y="209789"/>
                  <a:pt x="3312894" y="215935"/>
                </a:cubicBezTo>
                <a:cubicBezTo>
                  <a:pt x="3312894" y="224391"/>
                  <a:pt x="3320928" y="230799"/>
                  <a:pt x="3331472" y="230799"/>
                </a:cubicBezTo>
                <a:cubicBezTo>
                  <a:pt x="3348295" y="230799"/>
                  <a:pt x="3360349" y="216451"/>
                  <a:pt x="3373908" y="179557"/>
                </a:cubicBezTo>
                <a:lnTo>
                  <a:pt x="3412574" y="75024"/>
                </a:lnTo>
                <a:cubicBezTo>
                  <a:pt x="3415838" y="66822"/>
                  <a:pt x="3418600" y="64261"/>
                  <a:pt x="3424627" y="63495"/>
                </a:cubicBezTo>
                <a:lnTo>
                  <a:pt x="3424627" y="59648"/>
                </a:lnTo>
                <a:close/>
                <a:moveTo>
                  <a:pt x="3518286" y="524"/>
                </a:moveTo>
                <a:lnTo>
                  <a:pt x="3517030" y="12"/>
                </a:lnTo>
                <a:cubicBezTo>
                  <a:pt x="3506482" y="3855"/>
                  <a:pt x="3499704" y="5903"/>
                  <a:pt x="3487904" y="9234"/>
                </a:cubicBezTo>
                <a:lnTo>
                  <a:pt x="3480620" y="11287"/>
                </a:lnTo>
                <a:lnTo>
                  <a:pt x="3480620" y="15384"/>
                </a:lnTo>
                <a:cubicBezTo>
                  <a:pt x="3482126" y="15130"/>
                  <a:pt x="3483130" y="15130"/>
                  <a:pt x="3484888" y="15130"/>
                </a:cubicBezTo>
                <a:cubicBezTo>
                  <a:pt x="3494934" y="15130"/>
                  <a:pt x="3497191" y="17433"/>
                  <a:pt x="3497191" y="28196"/>
                </a:cubicBezTo>
                <a:lnTo>
                  <a:pt x="3497191" y="161108"/>
                </a:lnTo>
                <a:cubicBezTo>
                  <a:pt x="3497191" y="169044"/>
                  <a:pt x="3518535" y="177497"/>
                  <a:pt x="3538623" y="177497"/>
                </a:cubicBezTo>
                <a:cubicBezTo>
                  <a:pt x="3571768" y="177497"/>
                  <a:pt x="3597377" y="149328"/>
                  <a:pt x="3597377" y="112716"/>
                </a:cubicBezTo>
                <a:cubicBezTo>
                  <a:pt x="3597377" y="81224"/>
                  <a:pt x="3578296" y="57146"/>
                  <a:pt x="3553186" y="57146"/>
                </a:cubicBezTo>
                <a:cubicBezTo>
                  <a:pt x="3537868" y="57146"/>
                  <a:pt x="3523305" y="66372"/>
                  <a:pt x="3518286" y="78922"/>
                </a:cubicBezTo>
                <a:lnTo>
                  <a:pt x="3518286" y="524"/>
                </a:lnTo>
                <a:moveTo>
                  <a:pt x="3518286" y="92492"/>
                </a:moveTo>
                <a:cubicBezTo>
                  <a:pt x="3518286" y="82507"/>
                  <a:pt x="3530087" y="73288"/>
                  <a:pt x="3543144" y="73288"/>
                </a:cubicBezTo>
                <a:cubicBezTo>
                  <a:pt x="3562726" y="73288"/>
                  <a:pt x="3575281" y="93258"/>
                  <a:pt x="3575281" y="124495"/>
                </a:cubicBezTo>
                <a:cubicBezTo>
                  <a:pt x="3575281" y="152913"/>
                  <a:pt x="3563228" y="169298"/>
                  <a:pt x="3542642" y="169298"/>
                </a:cubicBezTo>
                <a:cubicBezTo>
                  <a:pt x="3529585" y="169298"/>
                  <a:pt x="3518286" y="163410"/>
                  <a:pt x="3518286" y="157011"/>
                </a:cubicBezTo>
                <a:lnTo>
                  <a:pt x="3518286" y="92492"/>
                </a:lnTo>
                <a:close/>
                <a:moveTo>
                  <a:pt x="3720663" y="162136"/>
                </a:moveTo>
                <a:lnTo>
                  <a:pt x="3719410" y="162136"/>
                </a:lnTo>
                <a:cubicBezTo>
                  <a:pt x="3707859" y="162136"/>
                  <a:pt x="3705096" y="159317"/>
                  <a:pt x="3705096" y="147530"/>
                </a:cubicBezTo>
                <a:lnTo>
                  <a:pt x="3705096" y="59648"/>
                </a:lnTo>
                <a:lnTo>
                  <a:pt x="3665423" y="59648"/>
                </a:lnTo>
                <a:lnTo>
                  <a:pt x="3665423" y="64007"/>
                </a:lnTo>
                <a:cubicBezTo>
                  <a:pt x="3680993" y="64773"/>
                  <a:pt x="3684005" y="67338"/>
                  <a:pt x="3684005" y="80145"/>
                </a:cubicBezTo>
                <a:lnTo>
                  <a:pt x="3684005" y="140348"/>
                </a:lnTo>
                <a:cubicBezTo>
                  <a:pt x="3684005" y="147522"/>
                  <a:pt x="3682748" y="151111"/>
                  <a:pt x="3679235" y="153926"/>
                </a:cubicBezTo>
                <a:cubicBezTo>
                  <a:pt x="3672453" y="159564"/>
                  <a:pt x="3664672" y="162636"/>
                  <a:pt x="3657139" y="162636"/>
                </a:cubicBezTo>
                <a:cubicBezTo>
                  <a:pt x="3647346" y="162636"/>
                  <a:pt x="3639312" y="153926"/>
                  <a:pt x="3639312" y="143167"/>
                </a:cubicBezTo>
                <a:lnTo>
                  <a:pt x="3639312" y="59648"/>
                </a:lnTo>
                <a:lnTo>
                  <a:pt x="3602650" y="59648"/>
                </a:lnTo>
                <a:lnTo>
                  <a:pt x="3602650" y="63237"/>
                </a:lnTo>
                <a:cubicBezTo>
                  <a:pt x="3614703" y="64007"/>
                  <a:pt x="3618221" y="67850"/>
                  <a:pt x="3618221" y="79633"/>
                </a:cubicBezTo>
                <a:lnTo>
                  <a:pt x="3618221" y="144191"/>
                </a:lnTo>
                <a:cubicBezTo>
                  <a:pt x="3618221" y="164431"/>
                  <a:pt x="3630270" y="177497"/>
                  <a:pt x="3648599" y="177497"/>
                </a:cubicBezTo>
                <a:cubicBezTo>
                  <a:pt x="3657890" y="177497"/>
                  <a:pt x="3667683" y="173399"/>
                  <a:pt x="3674465" y="166479"/>
                </a:cubicBezTo>
                <a:lnTo>
                  <a:pt x="3685261" y="155466"/>
                </a:lnTo>
                <a:lnTo>
                  <a:pt x="3685261" y="176730"/>
                </a:lnTo>
                <a:lnTo>
                  <a:pt x="3686265" y="177246"/>
                </a:lnTo>
                <a:cubicBezTo>
                  <a:pt x="3698820" y="172125"/>
                  <a:pt x="3707859" y="169306"/>
                  <a:pt x="3720663" y="165717"/>
                </a:cubicBezTo>
                <a:lnTo>
                  <a:pt x="3720663" y="162136"/>
                </a:lnTo>
                <a:close/>
                <a:moveTo>
                  <a:pt x="3789964" y="59648"/>
                </a:moveTo>
                <a:lnTo>
                  <a:pt x="3764605" y="59648"/>
                </a:lnTo>
                <a:lnTo>
                  <a:pt x="3764605" y="29927"/>
                </a:lnTo>
                <a:cubicBezTo>
                  <a:pt x="3764605" y="27367"/>
                  <a:pt x="3764356" y="26597"/>
                  <a:pt x="3762846" y="26597"/>
                </a:cubicBezTo>
                <a:cubicBezTo>
                  <a:pt x="3761091" y="28903"/>
                  <a:pt x="3759582" y="31210"/>
                  <a:pt x="3757827" y="33771"/>
                </a:cubicBezTo>
                <a:cubicBezTo>
                  <a:pt x="3748283" y="47864"/>
                  <a:pt x="3737486" y="60164"/>
                  <a:pt x="3733471" y="61188"/>
                </a:cubicBezTo>
                <a:cubicBezTo>
                  <a:pt x="3730709" y="62979"/>
                  <a:pt x="3729199" y="64773"/>
                  <a:pt x="3729199" y="66055"/>
                </a:cubicBezTo>
                <a:cubicBezTo>
                  <a:pt x="3729199" y="66826"/>
                  <a:pt x="3729452" y="67338"/>
                  <a:pt x="3730207" y="67850"/>
                </a:cubicBezTo>
                <a:lnTo>
                  <a:pt x="3743513" y="67850"/>
                </a:lnTo>
                <a:lnTo>
                  <a:pt x="3743513" y="144961"/>
                </a:lnTo>
                <a:cubicBezTo>
                  <a:pt x="3743513" y="166479"/>
                  <a:pt x="3751045" y="177497"/>
                  <a:pt x="3765861" y="177497"/>
                </a:cubicBezTo>
                <a:cubicBezTo>
                  <a:pt x="3778164" y="177497"/>
                  <a:pt x="3787704" y="171351"/>
                  <a:pt x="3795991" y="158027"/>
                </a:cubicBezTo>
                <a:lnTo>
                  <a:pt x="3792727" y="155208"/>
                </a:lnTo>
                <a:cubicBezTo>
                  <a:pt x="3787455" y="161612"/>
                  <a:pt x="3783187" y="164177"/>
                  <a:pt x="3777662" y="164177"/>
                </a:cubicBezTo>
                <a:cubicBezTo>
                  <a:pt x="3768371" y="164177"/>
                  <a:pt x="3764605" y="157257"/>
                  <a:pt x="3764605" y="141118"/>
                </a:cubicBezTo>
                <a:lnTo>
                  <a:pt x="3764605" y="67850"/>
                </a:lnTo>
                <a:lnTo>
                  <a:pt x="3789964" y="67850"/>
                </a:lnTo>
                <a:lnTo>
                  <a:pt x="3789964" y="59648"/>
                </a:lnTo>
                <a:close/>
                <a:moveTo>
                  <a:pt x="3887387" y="57146"/>
                </a:moveTo>
                <a:lnTo>
                  <a:pt x="3848468" y="71157"/>
                </a:lnTo>
                <a:lnTo>
                  <a:pt x="3848468" y="75004"/>
                </a:lnTo>
                <a:lnTo>
                  <a:pt x="3850480" y="74746"/>
                </a:lnTo>
                <a:cubicBezTo>
                  <a:pt x="3853491" y="74234"/>
                  <a:pt x="3856755" y="73976"/>
                  <a:pt x="3859016" y="73976"/>
                </a:cubicBezTo>
                <a:cubicBezTo>
                  <a:pt x="3865043" y="73976"/>
                  <a:pt x="3867299" y="78077"/>
                  <a:pt x="3867299" y="89360"/>
                </a:cubicBezTo>
                <a:lnTo>
                  <a:pt x="3867299" y="148847"/>
                </a:lnTo>
                <a:cubicBezTo>
                  <a:pt x="3867299" y="167308"/>
                  <a:pt x="3864790" y="170127"/>
                  <a:pt x="3847464" y="171151"/>
                </a:cubicBezTo>
                <a:lnTo>
                  <a:pt x="3847464" y="174994"/>
                </a:lnTo>
                <a:lnTo>
                  <a:pt x="3906973" y="174994"/>
                </a:lnTo>
                <a:lnTo>
                  <a:pt x="3906973" y="171151"/>
                </a:lnTo>
                <a:cubicBezTo>
                  <a:pt x="3890402" y="169873"/>
                  <a:pt x="3888391" y="167308"/>
                  <a:pt x="3888391" y="148847"/>
                </a:cubicBezTo>
                <a:lnTo>
                  <a:pt x="3888391" y="57916"/>
                </a:lnTo>
                <a:lnTo>
                  <a:pt x="3887387" y="57146"/>
                </a:lnTo>
                <a:moveTo>
                  <a:pt x="3875586" y="98"/>
                </a:moveTo>
                <a:cubicBezTo>
                  <a:pt x="3868809" y="98"/>
                  <a:pt x="3863031" y="5993"/>
                  <a:pt x="3863031" y="13167"/>
                </a:cubicBezTo>
                <a:cubicBezTo>
                  <a:pt x="3863031" y="20341"/>
                  <a:pt x="3868556" y="26233"/>
                  <a:pt x="3875586" y="26233"/>
                </a:cubicBezTo>
                <a:cubicBezTo>
                  <a:pt x="3882870" y="26233"/>
                  <a:pt x="3888644" y="20595"/>
                  <a:pt x="3888644" y="13167"/>
                </a:cubicBezTo>
                <a:cubicBezTo>
                  <a:pt x="3888644" y="5993"/>
                  <a:pt x="3882870" y="98"/>
                  <a:pt x="3875586" y="98"/>
                </a:cubicBezTo>
                <a:close/>
                <a:moveTo>
                  <a:pt x="3992343" y="94493"/>
                </a:moveTo>
                <a:lnTo>
                  <a:pt x="3991339" y="59648"/>
                </a:lnTo>
                <a:lnTo>
                  <a:pt x="3988577" y="59648"/>
                </a:lnTo>
                <a:lnTo>
                  <a:pt x="3988075" y="60164"/>
                </a:lnTo>
                <a:cubicBezTo>
                  <a:pt x="3985814" y="61954"/>
                  <a:pt x="3985565" y="62212"/>
                  <a:pt x="3984561" y="62212"/>
                </a:cubicBezTo>
                <a:cubicBezTo>
                  <a:pt x="3983056" y="62212"/>
                  <a:pt x="3980542" y="61700"/>
                  <a:pt x="3977780" y="60418"/>
                </a:cubicBezTo>
                <a:cubicBezTo>
                  <a:pt x="3972255" y="58424"/>
                  <a:pt x="3966734" y="57396"/>
                  <a:pt x="3960205" y="57396"/>
                </a:cubicBezTo>
                <a:cubicBezTo>
                  <a:pt x="3940367" y="57396"/>
                  <a:pt x="3926057" y="70461"/>
                  <a:pt x="3926057" y="88899"/>
                </a:cubicBezTo>
                <a:cubicBezTo>
                  <a:pt x="3926057" y="103235"/>
                  <a:pt x="3934091" y="113478"/>
                  <a:pt x="3955435" y="125770"/>
                </a:cubicBezTo>
                <a:lnTo>
                  <a:pt x="3969998" y="134222"/>
                </a:lnTo>
                <a:cubicBezTo>
                  <a:pt x="3978784" y="139343"/>
                  <a:pt x="3983056" y="145489"/>
                  <a:pt x="3983056" y="153426"/>
                </a:cubicBezTo>
                <a:cubicBezTo>
                  <a:pt x="3983056" y="164693"/>
                  <a:pt x="3975017" y="171863"/>
                  <a:pt x="3962213" y="171863"/>
                </a:cubicBezTo>
                <a:cubicBezTo>
                  <a:pt x="3953677" y="171863"/>
                  <a:pt x="3945892" y="168532"/>
                  <a:pt x="3941122" y="162898"/>
                </a:cubicBezTo>
                <a:cubicBezTo>
                  <a:pt x="3935850" y="156498"/>
                  <a:pt x="3933589" y="150607"/>
                  <a:pt x="3930325" y="136013"/>
                </a:cubicBezTo>
                <a:lnTo>
                  <a:pt x="3926306" y="136013"/>
                </a:lnTo>
                <a:lnTo>
                  <a:pt x="3926306" y="175960"/>
                </a:lnTo>
                <a:lnTo>
                  <a:pt x="3929570" y="175960"/>
                </a:lnTo>
                <a:cubicBezTo>
                  <a:pt x="3931329" y="173399"/>
                  <a:pt x="3932332" y="172887"/>
                  <a:pt x="3935348" y="172887"/>
                </a:cubicBezTo>
                <a:cubicBezTo>
                  <a:pt x="3937608" y="172946"/>
                  <a:pt x="3941122" y="173458"/>
                  <a:pt x="3946895" y="174994"/>
                </a:cubicBezTo>
                <a:cubicBezTo>
                  <a:pt x="3953926" y="176472"/>
                  <a:pt x="3960707" y="177497"/>
                  <a:pt x="3965225" y="177497"/>
                </a:cubicBezTo>
                <a:cubicBezTo>
                  <a:pt x="3984561" y="177497"/>
                  <a:pt x="4000630" y="162644"/>
                  <a:pt x="4000630" y="144719"/>
                </a:cubicBezTo>
                <a:cubicBezTo>
                  <a:pt x="4000630" y="131915"/>
                  <a:pt x="3994603" y="123467"/>
                  <a:pt x="3979538" y="114248"/>
                </a:cubicBezTo>
                <a:lnTo>
                  <a:pt x="3952420" y="97859"/>
                </a:lnTo>
                <a:cubicBezTo>
                  <a:pt x="3945390" y="93762"/>
                  <a:pt x="3941623" y="87362"/>
                  <a:pt x="3941623" y="80446"/>
                </a:cubicBezTo>
                <a:cubicBezTo>
                  <a:pt x="3941623" y="70203"/>
                  <a:pt x="3949409" y="63033"/>
                  <a:pt x="3960956" y="63033"/>
                </a:cubicBezTo>
                <a:cubicBezTo>
                  <a:pt x="3975270" y="63033"/>
                  <a:pt x="3982803" y="71740"/>
                  <a:pt x="3988577" y="94532"/>
                </a:cubicBezTo>
                <a:lnTo>
                  <a:pt x="3992343" y="94493"/>
                </a:lnTo>
                <a:close/>
                <a:moveTo>
                  <a:pt x="4063151" y="75083"/>
                </a:moveTo>
                <a:cubicBezTo>
                  <a:pt x="4066668" y="74312"/>
                  <a:pt x="4068928" y="74054"/>
                  <a:pt x="4071940" y="74054"/>
                </a:cubicBezTo>
                <a:cubicBezTo>
                  <a:pt x="4078215" y="74054"/>
                  <a:pt x="4080476" y="78155"/>
                  <a:pt x="4080476" y="89427"/>
                </a:cubicBezTo>
                <a:lnTo>
                  <a:pt x="4080476" y="153476"/>
                </a:lnTo>
                <a:cubicBezTo>
                  <a:pt x="4080476" y="166284"/>
                  <a:pt x="4078717" y="168078"/>
                  <a:pt x="4062649" y="171151"/>
                </a:cubicBezTo>
                <a:lnTo>
                  <a:pt x="4062649" y="174994"/>
                </a:lnTo>
                <a:lnTo>
                  <a:pt x="4122912" y="174994"/>
                </a:lnTo>
                <a:lnTo>
                  <a:pt x="4122912" y="171151"/>
                </a:lnTo>
                <a:cubicBezTo>
                  <a:pt x="4105835" y="170385"/>
                  <a:pt x="4101567" y="166542"/>
                  <a:pt x="4101567" y="151940"/>
                </a:cubicBezTo>
                <a:lnTo>
                  <a:pt x="4101567" y="94294"/>
                </a:lnTo>
                <a:cubicBezTo>
                  <a:pt x="4101567" y="86096"/>
                  <a:pt x="4112364" y="73288"/>
                  <a:pt x="4119146" y="73288"/>
                </a:cubicBezTo>
                <a:cubicBezTo>
                  <a:pt x="4120651" y="73288"/>
                  <a:pt x="4122912" y="74570"/>
                  <a:pt x="4125674" y="77131"/>
                </a:cubicBezTo>
                <a:cubicBezTo>
                  <a:pt x="4129689" y="80716"/>
                  <a:pt x="4132452" y="82253"/>
                  <a:pt x="4135716" y="82253"/>
                </a:cubicBezTo>
                <a:cubicBezTo>
                  <a:pt x="4141743" y="82253"/>
                  <a:pt x="4145509" y="77897"/>
                  <a:pt x="4145509" y="70727"/>
                </a:cubicBezTo>
                <a:cubicBezTo>
                  <a:pt x="4145509" y="62271"/>
                  <a:pt x="4140237" y="57146"/>
                  <a:pt x="4131701" y="57146"/>
                </a:cubicBezTo>
                <a:cubicBezTo>
                  <a:pt x="4121153" y="57146"/>
                  <a:pt x="4113874" y="63041"/>
                  <a:pt x="4101567" y="81228"/>
                </a:cubicBezTo>
                <a:lnTo>
                  <a:pt x="4101567" y="57662"/>
                </a:lnTo>
                <a:lnTo>
                  <a:pt x="4100315" y="57146"/>
                </a:lnTo>
                <a:cubicBezTo>
                  <a:pt x="4087004" y="62783"/>
                  <a:pt x="4077966" y="66114"/>
                  <a:pt x="4063151" y="70981"/>
                </a:cubicBezTo>
                <a:lnTo>
                  <a:pt x="4063151" y="75083"/>
                </a:lnTo>
                <a:close/>
                <a:moveTo>
                  <a:pt x="4247451" y="132904"/>
                </a:moveTo>
                <a:cubicBezTo>
                  <a:pt x="4235402" y="152386"/>
                  <a:pt x="4224601" y="159822"/>
                  <a:pt x="4208533" y="159822"/>
                </a:cubicBezTo>
                <a:cubicBezTo>
                  <a:pt x="4194223" y="159822"/>
                  <a:pt x="4183426" y="152386"/>
                  <a:pt x="4176143" y="137776"/>
                </a:cubicBezTo>
                <a:cubicBezTo>
                  <a:pt x="4171622" y="128033"/>
                  <a:pt x="4169867" y="119573"/>
                  <a:pt x="4169365" y="103935"/>
                </a:cubicBezTo>
                <a:lnTo>
                  <a:pt x="4246700" y="103935"/>
                </a:lnTo>
                <a:cubicBezTo>
                  <a:pt x="4244689" y="87312"/>
                  <a:pt x="4242179" y="79907"/>
                  <a:pt x="4235904" y="71736"/>
                </a:cubicBezTo>
                <a:cubicBezTo>
                  <a:pt x="4228368" y="62529"/>
                  <a:pt x="4216820" y="57146"/>
                  <a:pt x="4203763" y="57146"/>
                </a:cubicBezTo>
                <a:cubicBezTo>
                  <a:pt x="4191207" y="57146"/>
                  <a:pt x="4179407" y="61759"/>
                  <a:pt x="4169867" y="70458"/>
                </a:cubicBezTo>
                <a:cubicBezTo>
                  <a:pt x="4158062" y="80927"/>
                  <a:pt x="4151285" y="99067"/>
                  <a:pt x="4151285" y="120085"/>
                </a:cubicBezTo>
                <a:cubicBezTo>
                  <a:pt x="4151285" y="155462"/>
                  <a:pt x="4169365" y="177497"/>
                  <a:pt x="4198238" y="177497"/>
                </a:cubicBezTo>
                <a:cubicBezTo>
                  <a:pt x="4222092" y="177497"/>
                  <a:pt x="4240923" y="162382"/>
                  <a:pt x="4251470" y="134699"/>
                </a:cubicBezTo>
                <a:lnTo>
                  <a:pt x="4247451" y="132904"/>
                </a:lnTo>
                <a:moveTo>
                  <a:pt x="4169867" y="95737"/>
                </a:moveTo>
                <a:cubicBezTo>
                  <a:pt x="4172625" y="75821"/>
                  <a:pt x="4181165" y="66372"/>
                  <a:pt x="4196479" y="66372"/>
                </a:cubicBezTo>
                <a:cubicBezTo>
                  <a:pt x="4211797" y="66372"/>
                  <a:pt x="4217824" y="73523"/>
                  <a:pt x="4221088" y="95737"/>
                </a:cubicBezTo>
                <a:lnTo>
                  <a:pt x="4169867" y="95737"/>
                </a:lnTo>
                <a:close/>
                <a:moveTo>
                  <a:pt x="4258750" y="74250"/>
                </a:moveTo>
                <a:cubicBezTo>
                  <a:pt x="4261010" y="73996"/>
                  <a:pt x="4262769" y="73996"/>
                  <a:pt x="4265030" y="73996"/>
                </a:cubicBezTo>
                <a:cubicBezTo>
                  <a:pt x="4273566" y="73996"/>
                  <a:pt x="4275324" y="76556"/>
                  <a:pt x="4275324" y="88598"/>
                </a:cubicBezTo>
                <a:lnTo>
                  <a:pt x="4275324" y="208507"/>
                </a:lnTo>
                <a:cubicBezTo>
                  <a:pt x="4275324" y="221831"/>
                  <a:pt x="4272562" y="224649"/>
                  <a:pt x="4257746" y="226186"/>
                </a:cubicBezTo>
                <a:lnTo>
                  <a:pt x="4257746" y="230541"/>
                </a:lnTo>
                <a:lnTo>
                  <a:pt x="4318511" y="230541"/>
                </a:lnTo>
                <a:lnTo>
                  <a:pt x="4318511" y="225932"/>
                </a:lnTo>
                <a:cubicBezTo>
                  <a:pt x="4299680" y="225674"/>
                  <a:pt x="4296416" y="222855"/>
                  <a:pt x="4296416" y="206712"/>
                </a:cubicBezTo>
                <a:lnTo>
                  <a:pt x="4296416" y="166483"/>
                </a:lnTo>
                <a:cubicBezTo>
                  <a:pt x="4305205" y="174936"/>
                  <a:pt x="4311228" y="177497"/>
                  <a:pt x="4321775" y="177497"/>
                </a:cubicBezTo>
                <a:cubicBezTo>
                  <a:pt x="4351403" y="177497"/>
                  <a:pt x="4374502" y="148816"/>
                  <a:pt x="4374502" y="111691"/>
                </a:cubicBezTo>
                <a:cubicBezTo>
                  <a:pt x="4374502" y="79946"/>
                  <a:pt x="4356928" y="57146"/>
                  <a:pt x="4332572" y="57146"/>
                </a:cubicBezTo>
                <a:cubicBezTo>
                  <a:pt x="4318511" y="57146"/>
                  <a:pt x="4307462" y="63553"/>
                  <a:pt x="4296416" y="77385"/>
                </a:cubicBezTo>
                <a:lnTo>
                  <a:pt x="4296416" y="57662"/>
                </a:lnTo>
                <a:lnTo>
                  <a:pt x="4294910" y="57146"/>
                </a:lnTo>
                <a:cubicBezTo>
                  <a:pt x="4281351" y="62529"/>
                  <a:pt x="4272562" y="65860"/>
                  <a:pt x="4258750" y="70215"/>
                </a:cubicBezTo>
                <a:lnTo>
                  <a:pt x="4258750" y="74250"/>
                </a:lnTo>
                <a:moveTo>
                  <a:pt x="4296416" y="89419"/>
                </a:moveTo>
                <a:cubicBezTo>
                  <a:pt x="4296416" y="81737"/>
                  <a:pt x="4310477" y="72522"/>
                  <a:pt x="4322025" y="72522"/>
                </a:cubicBezTo>
                <a:cubicBezTo>
                  <a:pt x="4340607" y="72522"/>
                  <a:pt x="4352909" y="91979"/>
                  <a:pt x="4352909" y="121680"/>
                </a:cubicBezTo>
                <a:cubicBezTo>
                  <a:pt x="4352909" y="150099"/>
                  <a:pt x="4340607" y="169298"/>
                  <a:pt x="4322530" y="169298"/>
                </a:cubicBezTo>
                <a:cubicBezTo>
                  <a:pt x="4310726" y="169298"/>
                  <a:pt x="4296416" y="160083"/>
                  <a:pt x="4296416" y="152401"/>
                </a:cubicBezTo>
                <a:lnTo>
                  <a:pt x="4296416" y="89419"/>
                </a:lnTo>
                <a:close/>
                <a:moveTo>
                  <a:pt x="4386809" y="15372"/>
                </a:moveTo>
                <a:lnTo>
                  <a:pt x="4388314" y="15372"/>
                </a:lnTo>
                <a:cubicBezTo>
                  <a:pt x="4391077" y="15118"/>
                  <a:pt x="4394088" y="14860"/>
                  <a:pt x="4396100" y="14860"/>
                </a:cubicBezTo>
                <a:cubicBezTo>
                  <a:pt x="4404134" y="14860"/>
                  <a:pt x="4406644" y="18449"/>
                  <a:pt x="4406644" y="30490"/>
                </a:cubicBezTo>
                <a:lnTo>
                  <a:pt x="4406644" y="152706"/>
                </a:lnTo>
                <a:cubicBezTo>
                  <a:pt x="4406644" y="166542"/>
                  <a:pt x="4403130" y="169873"/>
                  <a:pt x="4387311" y="171151"/>
                </a:cubicBezTo>
                <a:lnTo>
                  <a:pt x="4387311" y="174994"/>
                </a:lnTo>
                <a:lnTo>
                  <a:pt x="4446566" y="174994"/>
                </a:lnTo>
                <a:lnTo>
                  <a:pt x="4446566" y="171151"/>
                </a:lnTo>
                <a:cubicBezTo>
                  <a:pt x="4430750" y="170127"/>
                  <a:pt x="4427735" y="167566"/>
                  <a:pt x="4427735" y="153472"/>
                </a:cubicBezTo>
                <a:lnTo>
                  <a:pt x="4427735" y="512"/>
                </a:lnTo>
                <a:lnTo>
                  <a:pt x="4426731" y="0"/>
                </a:lnTo>
                <a:cubicBezTo>
                  <a:pt x="4413674" y="4355"/>
                  <a:pt x="4404134" y="6920"/>
                  <a:pt x="4386809" y="11275"/>
                </a:cubicBezTo>
                <a:lnTo>
                  <a:pt x="4386809" y="15372"/>
                </a:lnTo>
                <a:close/>
                <a:moveTo>
                  <a:pt x="4562821" y="158031"/>
                </a:moveTo>
                <a:cubicBezTo>
                  <a:pt x="4558552" y="161612"/>
                  <a:pt x="4555541" y="162894"/>
                  <a:pt x="4551775" y="162894"/>
                </a:cubicBezTo>
                <a:cubicBezTo>
                  <a:pt x="4546001" y="162894"/>
                  <a:pt x="4544242" y="159309"/>
                  <a:pt x="4544242" y="148046"/>
                </a:cubicBezTo>
                <a:lnTo>
                  <a:pt x="4544242" y="98117"/>
                </a:lnTo>
                <a:cubicBezTo>
                  <a:pt x="4544242" y="84802"/>
                  <a:pt x="4542986" y="77377"/>
                  <a:pt x="4539220" y="71232"/>
                </a:cubicBezTo>
                <a:cubicBezTo>
                  <a:pt x="4533695" y="62017"/>
                  <a:pt x="4522898" y="57146"/>
                  <a:pt x="4508086" y="57146"/>
                </a:cubicBezTo>
                <a:cubicBezTo>
                  <a:pt x="4484481" y="57146"/>
                  <a:pt x="4465903" y="69695"/>
                  <a:pt x="4465903" y="85826"/>
                </a:cubicBezTo>
                <a:cubicBezTo>
                  <a:pt x="4465903" y="91718"/>
                  <a:pt x="4470922" y="96835"/>
                  <a:pt x="4476700" y="96835"/>
                </a:cubicBezTo>
                <a:cubicBezTo>
                  <a:pt x="4482723" y="96835"/>
                  <a:pt x="4487998" y="91718"/>
                  <a:pt x="4487998" y="86084"/>
                </a:cubicBezTo>
                <a:cubicBezTo>
                  <a:pt x="4487998" y="85060"/>
                  <a:pt x="4487745" y="83777"/>
                  <a:pt x="4487496" y="81987"/>
                </a:cubicBezTo>
                <a:cubicBezTo>
                  <a:pt x="4486995" y="79684"/>
                  <a:pt x="4486742" y="77635"/>
                  <a:pt x="4486742" y="75841"/>
                </a:cubicBezTo>
                <a:cubicBezTo>
                  <a:pt x="4486742" y="68929"/>
                  <a:pt x="4494776" y="63295"/>
                  <a:pt x="4504822" y="63295"/>
                </a:cubicBezTo>
                <a:cubicBezTo>
                  <a:pt x="4517124" y="63295"/>
                  <a:pt x="4523902" y="70719"/>
                  <a:pt x="4523902" y="84547"/>
                </a:cubicBezTo>
                <a:lnTo>
                  <a:pt x="4523902" y="100166"/>
                </a:lnTo>
                <a:cubicBezTo>
                  <a:pt x="4485236" y="116039"/>
                  <a:pt x="4480968" y="118087"/>
                  <a:pt x="4470171" y="127818"/>
                </a:cubicBezTo>
                <a:cubicBezTo>
                  <a:pt x="4464646" y="132940"/>
                  <a:pt x="4461129" y="141642"/>
                  <a:pt x="4461129" y="150091"/>
                </a:cubicBezTo>
                <a:cubicBezTo>
                  <a:pt x="4461129" y="166225"/>
                  <a:pt x="4472179" y="177497"/>
                  <a:pt x="4487496" y="177497"/>
                </a:cubicBezTo>
                <a:cubicBezTo>
                  <a:pt x="4498542" y="177497"/>
                  <a:pt x="4508837" y="172117"/>
                  <a:pt x="4524155" y="158793"/>
                </a:cubicBezTo>
                <a:cubicBezTo>
                  <a:pt x="4525411" y="172117"/>
                  <a:pt x="4529929" y="177497"/>
                  <a:pt x="4540223" y="177497"/>
                </a:cubicBezTo>
                <a:cubicBezTo>
                  <a:pt x="4548760" y="177497"/>
                  <a:pt x="4554035" y="174424"/>
                  <a:pt x="4562821" y="164689"/>
                </a:cubicBezTo>
                <a:lnTo>
                  <a:pt x="4562821" y="158031"/>
                </a:lnTo>
                <a:moveTo>
                  <a:pt x="4523902" y="143421"/>
                </a:moveTo>
                <a:cubicBezTo>
                  <a:pt x="4523902" y="151365"/>
                  <a:pt x="4522649" y="153672"/>
                  <a:pt x="4517373" y="156745"/>
                </a:cubicBezTo>
                <a:cubicBezTo>
                  <a:pt x="4511350" y="160334"/>
                  <a:pt x="4504320" y="162636"/>
                  <a:pt x="4499044" y="162636"/>
                </a:cubicBezTo>
                <a:cubicBezTo>
                  <a:pt x="4490259" y="162636"/>
                  <a:pt x="4483228" y="153926"/>
                  <a:pt x="4483228" y="142909"/>
                </a:cubicBezTo>
                <a:lnTo>
                  <a:pt x="4483228" y="141885"/>
                </a:lnTo>
                <a:cubicBezTo>
                  <a:pt x="4483228" y="126766"/>
                  <a:pt x="4493519" y="117544"/>
                  <a:pt x="4523902" y="106269"/>
                </a:cubicBezTo>
                <a:lnTo>
                  <a:pt x="4523902" y="143421"/>
                </a:lnTo>
                <a:close/>
                <a:moveTo>
                  <a:pt x="4663259" y="134984"/>
                </a:moveTo>
                <a:cubicBezTo>
                  <a:pt x="4651206" y="152906"/>
                  <a:pt x="4642168" y="159051"/>
                  <a:pt x="4627854" y="159051"/>
                </a:cubicBezTo>
                <a:cubicBezTo>
                  <a:pt x="4605004" y="159051"/>
                  <a:pt x="4588935" y="138569"/>
                  <a:pt x="4588935" y="109127"/>
                </a:cubicBezTo>
                <a:cubicBezTo>
                  <a:pt x="4588935" y="82757"/>
                  <a:pt x="4602747" y="64578"/>
                  <a:pt x="4623084" y="64578"/>
                </a:cubicBezTo>
                <a:cubicBezTo>
                  <a:pt x="4632122" y="64578"/>
                  <a:pt x="4635386" y="67392"/>
                  <a:pt x="4637899" y="76865"/>
                </a:cubicBezTo>
                <a:lnTo>
                  <a:pt x="4639405" y="82499"/>
                </a:lnTo>
                <a:cubicBezTo>
                  <a:pt x="4641413" y="89669"/>
                  <a:pt x="4645934" y="94278"/>
                  <a:pt x="4651206" y="94278"/>
                </a:cubicBezTo>
                <a:cubicBezTo>
                  <a:pt x="4657734" y="94278"/>
                  <a:pt x="4663259" y="89411"/>
                  <a:pt x="4663259" y="83523"/>
                </a:cubicBezTo>
                <a:cubicBezTo>
                  <a:pt x="4663259" y="69187"/>
                  <a:pt x="4645681" y="57146"/>
                  <a:pt x="4624589" y="57146"/>
                </a:cubicBezTo>
                <a:cubicBezTo>
                  <a:pt x="4612287" y="57146"/>
                  <a:pt x="4599483" y="62271"/>
                  <a:pt x="4589188" y="71490"/>
                </a:cubicBezTo>
                <a:cubicBezTo>
                  <a:pt x="4576632" y="82757"/>
                  <a:pt x="4569602" y="100166"/>
                  <a:pt x="4569602" y="120390"/>
                </a:cubicBezTo>
                <a:cubicBezTo>
                  <a:pt x="4569602" y="153676"/>
                  <a:pt x="4589437" y="177497"/>
                  <a:pt x="4617310" y="177497"/>
                </a:cubicBezTo>
                <a:cubicBezTo>
                  <a:pt x="4628608" y="177497"/>
                  <a:pt x="4638650" y="173399"/>
                  <a:pt x="4647692" y="165455"/>
                </a:cubicBezTo>
                <a:cubicBezTo>
                  <a:pt x="4654470" y="159305"/>
                  <a:pt x="4659240" y="152393"/>
                  <a:pt x="4666772" y="137287"/>
                </a:cubicBezTo>
                <a:lnTo>
                  <a:pt x="4663259" y="134984"/>
                </a:lnTo>
                <a:close/>
                <a:moveTo>
                  <a:pt x="4777253" y="132904"/>
                </a:moveTo>
                <a:cubicBezTo>
                  <a:pt x="4765203" y="152386"/>
                  <a:pt x="4754403" y="159822"/>
                  <a:pt x="4738334" y="159822"/>
                </a:cubicBezTo>
                <a:cubicBezTo>
                  <a:pt x="4724024" y="159822"/>
                  <a:pt x="4713227" y="152386"/>
                  <a:pt x="4705944" y="137776"/>
                </a:cubicBezTo>
                <a:cubicBezTo>
                  <a:pt x="4701423" y="128033"/>
                  <a:pt x="4699668" y="119573"/>
                  <a:pt x="4699166" y="103935"/>
                </a:cubicBezTo>
                <a:lnTo>
                  <a:pt x="4776502" y="103935"/>
                </a:lnTo>
                <a:cubicBezTo>
                  <a:pt x="4774490" y="87312"/>
                  <a:pt x="4771981" y="79907"/>
                  <a:pt x="4765705" y="71736"/>
                </a:cubicBezTo>
                <a:cubicBezTo>
                  <a:pt x="4758169" y="62529"/>
                  <a:pt x="4746621" y="57146"/>
                  <a:pt x="4733564" y="57146"/>
                </a:cubicBezTo>
                <a:cubicBezTo>
                  <a:pt x="4721009" y="57146"/>
                  <a:pt x="4709208" y="61759"/>
                  <a:pt x="4699668" y="70458"/>
                </a:cubicBezTo>
                <a:cubicBezTo>
                  <a:pt x="4687864" y="80927"/>
                  <a:pt x="4681086" y="99067"/>
                  <a:pt x="4681086" y="120085"/>
                </a:cubicBezTo>
                <a:cubicBezTo>
                  <a:pt x="4681086" y="155462"/>
                  <a:pt x="4699166" y="177497"/>
                  <a:pt x="4728039" y="177497"/>
                </a:cubicBezTo>
                <a:cubicBezTo>
                  <a:pt x="4751893" y="177497"/>
                  <a:pt x="4770724" y="162382"/>
                  <a:pt x="4781272" y="134699"/>
                </a:cubicBezTo>
                <a:lnTo>
                  <a:pt x="4777253" y="132904"/>
                </a:lnTo>
                <a:moveTo>
                  <a:pt x="4699668" y="95737"/>
                </a:moveTo>
                <a:cubicBezTo>
                  <a:pt x="4702427" y="75821"/>
                  <a:pt x="4710967" y="66372"/>
                  <a:pt x="4726281" y="66372"/>
                </a:cubicBezTo>
                <a:cubicBezTo>
                  <a:pt x="4741598" y="66372"/>
                  <a:pt x="4747625" y="73523"/>
                  <a:pt x="4750889" y="95737"/>
                </a:cubicBezTo>
                <a:lnTo>
                  <a:pt x="4699668" y="95737"/>
                </a:lnTo>
                <a:close/>
                <a:moveTo>
                  <a:pt x="4872668" y="177497"/>
                </a:moveTo>
                <a:lnTo>
                  <a:pt x="4909579" y="164177"/>
                </a:lnTo>
                <a:lnTo>
                  <a:pt x="4909579" y="160080"/>
                </a:lnTo>
                <a:cubicBezTo>
                  <a:pt x="4905058" y="160334"/>
                  <a:pt x="4904557" y="160334"/>
                  <a:pt x="4903802" y="160334"/>
                </a:cubicBezTo>
                <a:cubicBezTo>
                  <a:pt x="4894764" y="160334"/>
                  <a:pt x="4892756" y="157519"/>
                  <a:pt x="4892756" y="145739"/>
                </a:cubicBezTo>
                <a:lnTo>
                  <a:pt x="4892756" y="524"/>
                </a:lnTo>
                <a:lnTo>
                  <a:pt x="4891499" y="12"/>
                </a:lnTo>
                <a:cubicBezTo>
                  <a:pt x="4879446" y="4367"/>
                  <a:pt x="4870661" y="6928"/>
                  <a:pt x="4854588" y="11287"/>
                </a:cubicBezTo>
                <a:lnTo>
                  <a:pt x="4854588" y="15384"/>
                </a:lnTo>
                <a:cubicBezTo>
                  <a:pt x="4856600" y="15130"/>
                  <a:pt x="4858105" y="15130"/>
                  <a:pt x="4860113" y="15130"/>
                </a:cubicBezTo>
                <a:cubicBezTo>
                  <a:pt x="4869404" y="15130"/>
                  <a:pt x="4871665" y="17691"/>
                  <a:pt x="4871665" y="28196"/>
                </a:cubicBezTo>
                <a:lnTo>
                  <a:pt x="4871665" y="68163"/>
                </a:lnTo>
                <a:cubicBezTo>
                  <a:pt x="4862121" y="59964"/>
                  <a:pt x="4855343" y="57146"/>
                  <a:pt x="4845297" y="57146"/>
                </a:cubicBezTo>
                <a:cubicBezTo>
                  <a:pt x="4816424" y="57146"/>
                  <a:pt x="4793072" y="86084"/>
                  <a:pt x="4793072" y="122443"/>
                </a:cubicBezTo>
                <a:cubicBezTo>
                  <a:pt x="4793072" y="155212"/>
                  <a:pt x="4811903" y="177497"/>
                  <a:pt x="4839523" y="177497"/>
                </a:cubicBezTo>
                <a:cubicBezTo>
                  <a:pt x="4853584" y="177497"/>
                  <a:pt x="4863128" y="172375"/>
                  <a:pt x="4871665" y="160334"/>
                </a:cubicBezTo>
                <a:lnTo>
                  <a:pt x="4871665" y="176730"/>
                </a:lnTo>
                <a:lnTo>
                  <a:pt x="4872668" y="177497"/>
                </a:lnTo>
                <a:moveTo>
                  <a:pt x="4871665" y="148812"/>
                </a:moveTo>
                <a:cubicBezTo>
                  <a:pt x="4871665" y="150607"/>
                  <a:pt x="4869906" y="153680"/>
                  <a:pt x="4867396" y="156495"/>
                </a:cubicBezTo>
                <a:cubicBezTo>
                  <a:pt x="4862875" y="161616"/>
                  <a:pt x="4856600" y="164177"/>
                  <a:pt x="4849316" y="164177"/>
                </a:cubicBezTo>
                <a:cubicBezTo>
                  <a:pt x="4828478" y="164177"/>
                  <a:pt x="4814666" y="143691"/>
                  <a:pt x="4814666" y="112200"/>
                </a:cubicBezTo>
                <a:cubicBezTo>
                  <a:pt x="4814666" y="83269"/>
                  <a:pt x="4826968" y="64323"/>
                  <a:pt x="4846052" y="64323"/>
                </a:cubicBezTo>
                <a:cubicBezTo>
                  <a:pt x="4859362" y="64323"/>
                  <a:pt x="4871665" y="76353"/>
                  <a:pt x="4871665" y="89923"/>
                </a:cubicBezTo>
                <a:lnTo>
                  <a:pt x="4871665" y="148812"/>
                </a:lnTo>
                <a:close/>
                <a:moveTo>
                  <a:pt x="5103171" y="59648"/>
                </a:moveTo>
                <a:lnTo>
                  <a:pt x="5103171" y="63495"/>
                </a:lnTo>
                <a:cubicBezTo>
                  <a:pt x="5111707" y="65285"/>
                  <a:pt x="5114217" y="67080"/>
                  <a:pt x="5114217" y="71435"/>
                </a:cubicBezTo>
                <a:cubicBezTo>
                  <a:pt x="5114217" y="75274"/>
                  <a:pt x="5112711" y="81424"/>
                  <a:pt x="5109949" y="88340"/>
                </a:cubicBezTo>
                <a:lnTo>
                  <a:pt x="5087351" y="145200"/>
                </a:lnTo>
                <a:lnTo>
                  <a:pt x="5066260" y="87828"/>
                </a:lnTo>
                <a:cubicBezTo>
                  <a:pt x="5061992" y="76044"/>
                  <a:pt x="5061992" y="76044"/>
                  <a:pt x="5061992" y="72713"/>
                </a:cubicBezTo>
                <a:cubicBezTo>
                  <a:pt x="5061992" y="67080"/>
                  <a:pt x="5064754" y="65285"/>
                  <a:pt x="5076555" y="63495"/>
                </a:cubicBezTo>
                <a:lnTo>
                  <a:pt x="5076555" y="59648"/>
                </a:lnTo>
                <a:lnTo>
                  <a:pt x="5025582" y="59648"/>
                </a:lnTo>
                <a:lnTo>
                  <a:pt x="5025582" y="63495"/>
                </a:lnTo>
                <a:cubicBezTo>
                  <a:pt x="5034873" y="64519"/>
                  <a:pt x="5037885" y="67334"/>
                  <a:pt x="5042908" y="81166"/>
                </a:cubicBezTo>
                <a:cubicBezTo>
                  <a:pt x="5044666" y="86033"/>
                  <a:pt x="5046421" y="90900"/>
                  <a:pt x="5047931" y="95510"/>
                </a:cubicBezTo>
                <a:lnTo>
                  <a:pt x="5025081" y="146482"/>
                </a:lnTo>
                <a:lnTo>
                  <a:pt x="5000223" y="79629"/>
                </a:lnTo>
                <a:cubicBezTo>
                  <a:pt x="4999219" y="77069"/>
                  <a:pt x="4998717" y="74508"/>
                  <a:pt x="4998717" y="71947"/>
                </a:cubicBezTo>
                <a:cubicBezTo>
                  <a:pt x="4998717" y="66568"/>
                  <a:pt x="5001729" y="64519"/>
                  <a:pt x="5010265" y="63495"/>
                </a:cubicBezTo>
                <a:lnTo>
                  <a:pt x="5010265" y="59648"/>
                </a:lnTo>
                <a:lnTo>
                  <a:pt x="4965070" y="59648"/>
                </a:lnTo>
                <a:lnTo>
                  <a:pt x="4965070" y="63495"/>
                </a:lnTo>
                <a:cubicBezTo>
                  <a:pt x="4970844" y="64007"/>
                  <a:pt x="4972852" y="66568"/>
                  <a:pt x="4978377" y="79629"/>
                </a:cubicBezTo>
                <a:lnTo>
                  <a:pt x="5012276" y="167226"/>
                </a:lnTo>
                <a:cubicBezTo>
                  <a:pt x="5015288" y="174912"/>
                  <a:pt x="5017295" y="178497"/>
                  <a:pt x="5018801" y="178497"/>
                </a:cubicBezTo>
                <a:cubicBezTo>
                  <a:pt x="5020058" y="178497"/>
                  <a:pt x="5022065" y="175170"/>
                  <a:pt x="5025081" y="168509"/>
                </a:cubicBezTo>
                <a:lnTo>
                  <a:pt x="5053203" y="107035"/>
                </a:lnTo>
                <a:lnTo>
                  <a:pt x="5076053" y="167484"/>
                </a:lnTo>
                <a:cubicBezTo>
                  <a:pt x="5079566" y="176961"/>
                  <a:pt x="5080570" y="178497"/>
                  <a:pt x="5082079" y="178497"/>
                </a:cubicBezTo>
                <a:cubicBezTo>
                  <a:pt x="5083834" y="178497"/>
                  <a:pt x="5085091" y="176195"/>
                  <a:pt x="5089110" y="165948"/>
                </a:cubicBezTo>
                <a:lnTo>
                  <a:pt x="5123760" y="77323"/>
                </a:lnTo>
                <a:cubicBezTo>
                  <a:pt x="5128278" y="66568"/>
                  <a:pt x="5129032" y="65285"/>
                  <a:pt x="5134055" y="63495"/>
                </a:cubicBezTo>
                <a:lnTo>
                  <a:pt x="5134055" y="59648"/>
                </a:lnTo>
                <a:lnTo>
                  <a:pt x="5103171" y="59648"/>
                </a:lnTo>
                <a:close/>
                <a:moveTo>
                  <a:pt x="5185023" y="57146"/>
                </a:moveTo>
                <a:lnTo>
                  <a:pt x="5146105" y="71157"/>
                </a:lnTo>
                <a:lnTo>
                  <a:pt x="5146105" y="75004"/>
                </a:lnTo>
                <a:lnTo>
                  <a:pt x="5148116" y="74746"/>
                </a:lnTo>
                <a:cubicBezTo>
                  <a:pt x="5151128" y="74234"/>
                  <a:pt x="5154392" y="73976"/>
                  <a:pt x="5156652" y="73976"/>
                </a:cubicBezTo>
                <a:cubicBezTo>
                  <a:pt x="5162679" y="73976"/>
                  <a:pt x="5164936" y="78077"/>
                  <a:pt x="5164936" y="89360"/>
                </a:cubicBezTo>
                <a:lnTo>
                  <a:pt x="5164936" y="148847"/>
                </a:lnTo>
                <a:cubicBezTo>
                  <a:pt x="5164936" y="167308"/>
                  <a:pt x="5162426" y="170127"/>
                  <a:pt x="5145101" y="171151"/>
                </a:cubicBezTo>
                <a:lnTo>
                  <a:pt x="5145101" y="174994"/>
                </a:lnTo>
                <a:lnTo>
                  <a:pt x="5204609" y="174994"/>
                </a:lnTo>
                <a:lnTo>
                  <a:pt x="5204609" y="171151"/>
                </a:lnTo>
                <a:cubicBezTo>
                  <a:pt x="5188039" y="169873"/>
                  <a:pt x="5186027" y="167308"/>
                  <a:pt x="5186027" y="148847"/>
                </a:cubicBezTo>
                <a:lnTo>
                  <a:pt x="5186027" y="57916"/>
                </a:lnTo>
                <a:lnTo>
                  <a:pt x="5185023" y="57146"/>
                </a:lnTo>
                <a:moveTo>
                  <a:pt x="5173223" y="98"/>
                </a:moveTo>
                <a:cubicBezTo>
                  <a:pt x="5166445" y="98"/>
                  <a:pt x="5160668" y="5993"/>
                  <a:pt x="5160668" y="13167"/>
                </a:cubicBezTo>
                <a:cubicBezTo>
                  <a:pt x="5160668" y="20341"/>
                  <a:pt x="5166192" y="26233"/>
                  <a:pt x="5173223" y="26233"/>
                </a:cubicBezTo>
                <a:cubicBezTo>
                  <a:pt x="5180506" y="26233"/>
                  <a:pt x="5186280" y="20595"/>
                  <a:pt x="5186280" y="13167"/>
                </a:cubicBezTo>
                <a:cubicBezTo>
                  <a:pt x="5186280" y="5993"/>
                  <a:pt x="5180506" y="98"/>
                  <a:pt x="5173223" y="98"/>
                </a:cubicBezTo>
                <a:close/>
                <a:moveTo>
                  <a:pt x="5274914" y="59648"/>
                </a:moveTo>
                <a:lnTo>
                  <a:pt x="5249555" y="59648"/>
                </a:lnTo>
                <a:lnTo>
                  <a:pt x="5249555" y="29927"/>
                </a:lnTo>
                <a:cubicBezTo>
                  <a:pt x="5249555" y="27367"/>
                  <a:pt x="5249306" y="26597"/>
                  <a:pt x="5247796" y="26597"/>
                </a:cubicBezTo>
                <a:cubicBezTo>
                  <a:pt x="5246041" y="28903"/>
                  <a:pt x="5244532" y="31210"/>
                  <a:pt x="5242777" y="33771"/>
                </a:cubicBezTo>
                <a:cubicBezTo>
                  <a:pt x="5233233" y="47864"/>
                  <a:pt x="5222437" y="60164"/>
                  <a:pt x="5218421" y="61188"/>
                </a:cubicBezTo>
                <a:cubicBezTo>
                  <a:pt x="5215659" y="62979"/>
                  <a:pt x="5214149" y="64773"/>
                  <a:pt x="5214149" y="66055"/>
                </a:cubicBezTo>
                <a:cubicBezTo>
                  <a:pt x="5214149" y="66826"/>
                  <a:pt x="5214402" y="67338"/>
                  <a:pt x="5215157" y="67850"/>
                </a:cubicBezTo>
                <a:lnTo>
                  <a:pt x="5228463" y="67850"/>
                </a:lnTo>
                <a:lnTo>
                  <a:pt x="5228463" y="144961"/>
                </a:lnTo>
                <a:cubicBezTo>
                  <a:pt x="5228463" y="166479"/>
                  <a:pt x="5235996" y="177497"/>
                  <a:pt x="5250811" y="177497"/>
                </a:cubicBezTo>
                <a:cubicBezTo>
                  <a:pt x="5263114" y="177497"/>
                  <a:pt x="5272654" y="171351"/>
                  <a:pt x="5280941" y="158027"/>
                </a:cubicBezTo>
                <a:lnTo>
                  <a:pt x="5277677" y="155208"/>
                </a:lnTo>
                <a:cubicBezTo>
                  <a:pt x="5272405" y="161612"/>
                  <a:pt x="5268137" y="164177"/>
                  <a:pt x="5262612" y="164177"/>
                </a:cubicBezTo>
                <a:cubicBezTo>
                  <a:pt x="5253321" y="164177"/>
                  <a:pt x="5249555" y="157257"/>
                  <a:pt x="5249555" y="141118"/>
                </a:cubicBezTo>
                <a:lnTo>
                  <a:pt x="5249555" y="67850"/>
                </a:lnTo>
                <a:lnTo>
                  <a:pt x="5274914" y="67850"/>
                </a:lnTo>
                <a:lnTo>
                  <a:pt x="5274914" y="59648"/>
                </a:lnTo>
                <a:close/>
                <a:moveTo>
                  <a:pt x="5320113" y="87124"/>
                </a:moveTo>
                <a:cubicBezTo>
                  <a:pt x="5330657" y="75341"/>
                  <a:pt x="5338189" y="70981"/>
                  <a:pt x="5347982" y="70981"/>
                </a:cubicBezTo>
                <a:cubicBezTo>
                  <a:pt x="5360537" y="70981"/>
                  <a:pt x="5366813" y="80208"/>
                  <a:pt x="5366813" y="98141"/>
                </a:cubicBezTo>
                <a:lnTo>
                  <a:pt x="5366813" y="148863"/>
                </a:lnTo>
                <a:cubicBezTo>
                  <a:pt x="5366813" y="166284"/>
                  <a:pt x="5364303" y="169615"/>
                  <a:pt x="5349741" y="171151"/>
                </a:cubicBezTo>
                <a:lnTo>
                  <a:pt x="5349741" y="174994"/>
                </a:lnTo>
                <a:lnTo>
                  <a:pt x="5402973" y="174994"/>
                </a:lnTo>
                <a:lnTo>
                  <a:pt x="5402973" y="171151"/>
                </a:lnTo>
                <a:cubicBezTo>
                  <a:pt x="5389414" y="168591"/>
                  <a:pt x="5387905" y="166542"/>
                  <a:pt x="5387905" y="148863"/>
                </a:cubicBezTo>
                <a:lnTo>
                  <a:pt x="5387905" y="97883"/>
                </a:lnTo>
                <a:cubicBezTo>
                  <a:pt x="5387905" y="70981"/>
                  <a:pt x="5377361" y="57146"/>
                  <a:pt x="5357020" y="57146"/>
                </a:cubicBezTo>
                <a:cubicBezTo>
                  <a:pt x="5342208" y="57146"/>
                  <a:pt x="5331660" y="63295"/>
                  <a:pt x="5320113" y="78668"/>
                </a:cubicBezTo>
                <a:lnTo>
                  <a:pt x="5320113" y="782"/>
                </a:lnTo>
                <a:lnTo>
                  <a:pt x="5318856" y="12"/>
                </a:lnTo>
                <a:cubicBezTo>
                  <a:pt x="5310320" y="3085"/>
                  <a:pt x="5304040" y="5137"/>
                  <a:pt x="5289979" y="9234"/>
                </a:cubicBezTo>
                <a:lnTo>
                  <a:pt x="5283202" y="11287"/>
                </a:lnTo>
                <a:lnTo>
                  <a:pt x="5283202" y="15384"/>
                </a:lnTo>
                <a:cubicBezTo>
                  <a:pt x="5284206" y="15130"/>
                  <a:pt x="5284960" y="15130"/>
                  <a:pt x="5286213" y="15130"/>
                </a:cubicBezTo>
                <a:cubicBezTo>
                  <a:pt x="5297010" y="15130"/>
                  <a:pt x="5299021" y="17178"/>
                  <a:pt x="5299021" y="28196"/>
                </a:cubicBezTo>
                <a:lnTo>
                  <a:pt x="5299021" y="148863"/>
                </a:lnTo>
                <a:cubicBezTo>
                  <a:pt x="5299021" y="166796"/>
                  <a:pt x="5297512" y="169103"/>
                  <a:pt x="5282949" y="171151"/>
                </a:cubicBezTo>
                <a:lnTo>
                  <a:pt x="5282949" y="174994"/>
                </a:lnTo>
                <a:lnTo>
                  <a:pt x="5337185" y="174994"/>
                </a:lnTo>
                <a:lnTo>
                  <a:pt x="5337185" y="171151"/>
                </a:lnTo>
                <a:cubicBezTo>
                  <a:pt x="5322622" y="169615"/>
                  <a:pt x="5320113" y="166542"/>
                  <a:pt x="5320113" y="148863"/>
                </a:cubicBezTo>
                <a:lnTo>
                  <a:pt x="5320113" y="87124"/>
                </a:lnTo>
                <a:close/>
                <a:moveTo>
                  <a:pt x="5564923" y="158031"/>
                </a:moveTo>
                <a:cubicBezTo>
                  <a:pt x="5560655" y="161612"/>
                  <a:pt x="5557644" y="162894"/>
                  <a:pt x="5553877" y="162894"/>
                </a:cubicBezTo>
                <a:cubicBezTo>
                  <a:pt x="5548104" y="162894"/>
                  <a:pt x="5546345" y="159309"/>
                  <a:pt x="5546345" y="148046"/>
                </a:cubicBezTo>
                <a:lnTo>
                  <a:pt x="5546345" y="98117"/>
                </a:lnTo>
                <a:cubicBezTo>
                  <a:pt x="5546345" y="84802"/>
                  <a:pt x="5545088" y="77377"/>
                  <a:pt x="5541322" y="71232"/>
                </a:cubicBezTo>
                <a:cubicBezTo>
                  <a:pt x="5535797" y="62017"/>
                  <a:pt x="5525001" y="57146"/>
                  <a:pt x="5510189" y="57146"/>
                </a:cubicBezTo>
                <a:cubicBezTo>
                  <a:pt x="5486584" y="57146"/>
                  <a:pt x="5468006" y="69695"/>
                  <a:pt x="5468006" y="85826"/>
                </a:cubicBezTo>
                <a:cubicBezTo>
                  <a:pt x="5468006" y="91718"/>
                  <a:pt x="5473025" y="96835"/>
                  <a:pt x="5478802" y="96835"/>
                </a:cubicBezTo>
                <a:cubicBezTo>
                  <a:pt x="5484825" y="96835"/>
                  <a:pt x="5490101" y="91718"/>
                  <a:pt x="5490101" y="86084"/>
                </a:cubicBezTo>
                <a:cubicBezTo>
                  <a:pt x="5490101" y="85060"/>
                  <a:pt x="5489848" y="83777"/>
                  <a:pt x="5489599" y="81987"/>
                </a:cubicBezTo>
                <a:cubicBezTo>
                  <a:pt x="5489097" y="79684"/>
                  <a:pt x="5488844" y="77635"/>
                  <a:pt x="5488844" y="75841"/>
                </a:cubicBezTo>
                <a:cubicBezTo>
                  <a:pt x="5488844" y="68929"/>
                  <a:pt x="5496879" y="63295"/>
                  <a:pt x="5506924" y="63295"/>
                </a:cubicBezTo>
                <a:cubicBezTo>
                  <a:pt x="5519227" y="63295"/>
                  <a:pt x="5526004" y="70719"/>
                  <a:pt x="5526004" y="84547"/>
                </a:cubicBezTo>
                <a:lnTo>
                  <a:pt x="5526004" y="100166"/>
                </a:lnTo>
                <a:cubicBezTo>
                  <a:pt x="5487339" y="116039"/>
                  <a:pt x="5483071" y="118087"/>
                  <a:pt x="5472274" y="127818"/>
                </a:cubicBezTo>
                <a:cubicBezTo>
                  <a:pt x="5466749" y="132940"/>
                  <a:pt x="5463232" y="141642"/>
                  <a:pt x="5463232" y="150091"/>
                </a:cubicBezTo>
                <a:cubicBezTo>
                  <a:pt x="5463232" y="166225"/>
                  <a:pt x="5474281" y="177497"/>
                  <a:pt x="5489599" y="177497"/>
                </a:cubicBezTo>
                <a:cubicBezTo>
                  <a:pt x="5500645" y="177497"/>
                  <a:pt x="5510940" y="172117"/>
                  <a:pt x="5526257" y="158793"/>
                </a:cubicBezTo>
                <a:cubicBezTo>
                  <a:pt x="5527514" y="172117"/>
                  <a:pt x="5532031" y="177497"/>
                  <a:pt x="5542326" y="177497"/>
                </a:cubicBezTo>
                <a:cubicBezTo>
                  <a:pt x="5550862" y="177497"/>
                  <a:pt x="5556138" y="174424"/>
                  <a:pt x="5564923" y="164689"/>
                </a:cubicBezTo>
                <a:lnTo>
                  <a:pt x="5564923" y="158031"/>
                </a:lnTo>
                <a:moveTo>
                  <a:pt x="5526004" y="143421"/>
                </a:moveTo>
                <a:cubicBezTo>
                  <a:pt x="5526004" y="151365"/>
                  <a:pt x="5524752" y="153672"/>
                  <a:pt x="5519476" y="156745"/>
                </a:cubicBezTo>
                <a:cubicBezTo>
                  <a:pt x="5513453" y="160334"/>
                  <a:pt x="5506423" y="162636"/>
                  <a:pt x="5501147" y="162636"/>
                </a:cubicBezTo>
                <a:cubicBezTo>
                  <a:pt x="5492362" y="162636"/>
                  <a:pt x="5485331" y="153926"/>
                  <a:pt x="5485331" y="142909"/>
                </a:cubicBezTo>
                <a:lnTo>
                  <a:pt x="5485331" y="141885"/>
                </a:lnTo>
                <a:cubicBezTo>
                  <a:pt x="5485331" y="126766"/>
                  <a:pt x="5495622" y="117544"/>
                  <a:pt x="5526004" y="106269"/>
                </a:cubicBezTo>
                <a:lnTo>
                  <a:pt x="5526004" y="143421"/>
                </a:lnTo>
                <a:close/>
                <a:moveTo>
                  <a:pt x="5569444" y="73034"/>
                </a:moveTo>
                <a:cubicBezTo>
                  <a:pt x="5570950" y="72264"/>
                  <a:pt x="5573463" y="72010"/>
                  <a:pt x="5576226" y="72010"/>
                </a:cubicBezTo>
                <a:cubicBezTo>
                  <a:pt x="5583256" y="72010"/>
                  <a:pt x="5585513" y="75853"/>
                  <a:pt x="5585513" y="88402"/>
                </a:cubicBezTo>
                <a:lnTo>
                  <a:pt x="5585513" y="151940"/>
                </a:lnTo>
                <a:cubicBezTo>
                  <a:pt x="5585513" y="166542"/>
                  <a:pt x="5582750" y="170127"/>
                  <a:pt x="5569946" y="171151"/>
                </a:cubicBezTo>
                <a:lnTo>
                  <a:pt x="5569946" y="174994"/>
                </a:lnTo>
                <a:lnTo>
                  <a:pt x="5623179" y="174994"/>
                </a:lnTo>
                <a:lnTo>
                  <a:pt x="5623179" y="171151"/>
                </a:lnTo>
                <a:cubicBezTo>
                  <a:pt x="5610371" y="170127"/>
                  <a:pt x="5606604" y="167054"/>
                  <a:pt x="5606604" y="157832"/>
                </a:cubicBezTo>
                <a:lnTo>
                  <a:pt x="5606604" y="85842"/>
                </a:lnTo>
                <a:cubicBezTo>
                  <a:pt x="5618658" y="74312"/>
                  <a:pt x="5624182" y="71239"/>
                  <a:pt x="5632470" y="71239"/>
                </a:cubicBezTo>
                <a:cubicBezTo>
                  <a:pt x="5644772" y="71239"/>
                  <a:pt x="5650799" y="79180"/>
                  <a:pt x="5650799" y="96088"/>
                </a:cubicBezTo>
                <a:lnTo>
                  <a:pt x="5650799" y="149633"/>
                </a:lnTo>
                <a:cubicBezTo>
                  <a:pt x="5650799" y="165772"/>
                  <a:pt x="5647534" y="170127"/>
                  <a:pt x="5634979" y="171151"/>
                </a:cubicBezTo>
                <a:lnTo>
                  <a:pt x="5634979" y="174994"/>
                </a:lnTo>
                <a:lnTo>
                  <a:pt x="5687208" y="174994"/>
                </a:lnTo>
                <a:lnTo>
                  <a:pt x="5687208" y="171151"/>
                </a:lnTo>
                <a:cubicBezTo>
                  <a:pt x="5674902" y="169873"/>
                  <a:pt x="5671890" y="166796"/>
                  <a:pt x="5671890" y="154247"/>
                </a:cubicBezTo>
                <a:lnTo>
                  <a:pt x="5671890" y="95576"/>
                </a:lnTo>
                <a:cubicBezTo>
                  <a:pt x="5671890" y="71497"/>
                  <a:pt x="5660841" y="57146"/>
                  <a:pt x="5642263" y="57146"/>
                </a:cubicBezTo>
                <a:cubicBezTo>
                  <a:pt x="5630711" y="57146"/>
                  <a:pt x="5622926" y="61505"/>
                  <a:pt x="5605853" y="77901"/>
                </a:cubicBezTo>
                <a:lnTo>
                  <a:pt x="5605853" y="57662"/>
                </a:lnTo>
                <a:lnTo>
                  <a:pt x="5604095" y="57146"/>
                </a:lnTo>
                <a:cubicBezTo>
                  <a:pt x="5591792" y="61759"/>
                  <a:pt x="5583256" y="64578"/>
                  <a:pt x="5569444" y="68679"/>
                </a:cubicBezTo>
                <a:lnTo>
                  <a:pt x="5569444" y="73034"/>
                </a:lnTo>
                <a:close/>
                <a:moveTo>
                  <a:pt x="5786135" y="57146"/>
                </a:moveTo>
                <a:lnTo>
                  <a:pt x="5747216" y="71157"/>
                </a:lnTo>
                <a:lnTo>
                  <a:pt x="5747216" y="75004"/>
                </a:lnTo>
                <a:lnTo>
                  <a:pt x="5749227" y="74746"/>
                </a:lnTo>
                <a:cubicBezTo>
                  <a:pt x="5752239" y="74234"/>
                  <a:pt x="5755503" y="73976"/>
                  <a:pt x="5757763" y="73976"/>
                </a:cubicBezTo>
                <a:cubicBezTo>
                  <a:pt x="5763790" y="73976"/>
                  <a:pt x="5766047" y="78077"/>
                  <a:pt x="5766047" y="89360"/>
                </a:cubicBezTo>
                <a:lnTo>
                  <a:pt x="5766047" y="148847"/>
                </a:lnTo>
                <a:cubicBezTo>
                  <a:pt x="5766047" y="167308"/>
                  <a:pt x="5763537" y="170127"/>
                  <a:pt x="5746212" y="171151"/>
                </a:cubicBezTo>
                <a:lnTo>
                  <a:pt x="5746212" y="174994"/>
                </a:lnTo>
                <a:lnTo>
                  <a:pt x="5805720" y="174994"/>
                </a:lnTo>
                <a:lnTo>
                  <a:pt x="5805720" y="171151"/>
                </a:lnTo>
                <a:cubicBezTo>
                  <a:pt x="5789150" y="169873"/>
                  <a:pt x="5787138" y="167308"/>
                  <a:pt x="5787138" y="148847"/>
                </a:cubicBezTo>
                <a:lnTo>
                  <a:pt x="5787138" y="57916"/>
                </a:lnTo>
                <a:lnTo>
                  <a:pt x="5786135" y="57146"/>
                </a:lnTo>
                <a:moveTo>
                  <a:pt x="5774334" y="98"/>
                </a:moveTo>
                <a:cubicBezTo>
                  <a:pt x="5767556" y="98"/>
                  <a:pt x="5761779" y="5993"/>
                  <a:pt x="5761779" y="13167"/>
                </a:cubicBezTo>
                <a:cubicBezTo>
                  <a:pt x="5761779" y="20341"/>
                  <a:pt x="5767303" y="26233"/>
                  <a:pt x="5774334" y="26233"/>
                </a:cubicBezTo>
                <a:cubicBezTo>
                  <a:pt x="5781617" y="26233"/>
                  <a:pt x="5787391" y="20595"/>
                  <a:pt x="5787391" y="13167"/>
                </a:cubicBezTo>
                <a:cubicBezTo>
                  <a:pt x="5787391" y="5993"/>
                  <a:pt x="5781617" y="98"/>
                  <a:pt x="5774334" y="98"/>
                </a:cubicBezTo>
                <a:close/>
                <a:moveTo>
                  <a:pt x="5816015" y="73034"/>
                </a:moveTo>
                <a:cubicBezTo>
                  <a:pt x="5817521" y="72264"/>
                  <a:pt x="5820034" y="72010"/>
                  <a:pt x="5822797" y="72010"/>
                </a:cubicBezTo>
                <a:cubicBezTo>
                  <a:pt x="5829827" y="72010"/>
                  <a:pt x="5832084" y="75853"/>
                  <a:pt x="5832084" y="88402"/>
                </a:cubicBezTo>
                <a:lnTo>
                  <a:pt x="5832084" y="151940"/>
                </a:lnTo>
                <a:cubicBezTo>
                  <a:pt x="5832084" y="166542"/>
                  <a:pt x="5829321" y="170127"/>
                  <a:pt x="5816517" y="171151"/>
                </a:cubicBezTo>
                <a:lnTo>
                  <a:pt x="5816517" y="174994"/>
                </a:lnTo>
                <a:lnTo>
                  <a:pt x="5869750" y="174994"/>
                </a:lnTo>
                <a:lnTo>
                  <a:pt x="5869750" y="171151"/>
                </a:lnTo>
                <a:cubicBezTo>
                  <a:pt x="5856942" y="170127"/>
                  <a:pt x="5853175" y="167054"/>
                  <a:pt x="5853175" y="157832"/>
                </a:cubicBezTo>
                <a:lnTo>
                  <a:pt x="5853175" y="85842"/>
                </a:lnTo>
                <a:cubicBezTo>
                  <a:pt x="5865229" y="74312"/>
                  <a:pt x="5870754" y="71239"/>
                  <a:pt x="5879041" y="71239"/>
                </a:cubicBezTo>
                <a:cubicBezTo>
                  <a:pt x="5891343" y="71239"/>
                  <a:pt x="5897370" y="79180"/>
                  <a:pt x="5897370" y="96088"/>
                </a:cubicBezTo>
                <a:lnTo>
                  <a:pt x="5897370" y="149633"/>
                </a:lnTo>
                <a:cubicBezTo>
                  <a:pt x="5897370" y="165772"/>
                  <a:pt x="5894106" y="170127"/>
                  <a:pt x="5881550" y="171151"/>
                </a:cubicBezTo>
                <a:lnTo>
                  <a:pt x="5881550" y="174994"/>
                </a:lnTo>
                <a:lnTo>
                  <a:pt x="5933779" y="174994"/>
                </a:lnTo>
                <a:lnTo>
                  <a:pt x="5933779" y="171151"/>
                </a:lnTo>
                <a:cubicBezTo>
                  <a:pt x="5921473" y="169873"/>
                  <a:pt x="5918461" y="166796"/>
                  <a:pt x="5918461" y="154247"/>
                </a:cubicBezTo>
                <a:lnTo>
                  <a:pt x="5918461" y="95576"/>
                </a:lnTo>
                <a:cubicBezTo>
                  <a:pt x="5918461" y="71497"/>
                  <a:pt x="5907412" y="57146"/>
                  <a:pt x="5888834" y="57146"/>
                </a:cubicBezTo>
                <a:cubicBezTo>
                  <a:pt x="5877282" y="57146"/>
                  <a:pt x="5869497" y="61505"/>
                  <a:pt x="5852424" y="77901"/>
                </a:cubicBezTo>
                <a:lnTo>
                  <a:pt x="5852424" y="57662"/>
                </a:lnTo>
                <a:lnTo>
                  <a:pt x="5850666" y="57146"/>
                </a:lnTo>
                <a:cubicBezTo>
                  <a:pt x="5838363" y="61759"/>
                  <a:pt x="5829827" y="64578"/>
                  <a:pt x="5816015" y="68679"/>
                </a:cubicBezTo>
                <a:lnTo>
                  <a:pt x="5816015" y="73034"/>
                </a:lnTo>
                <a:close/>
                <a:moveTo>
                  <a:pt x="6047018" y="59648"/>
                </a:moveTo>
                <a:lnTo>
                  <a:pt x="6012118" y="59648"/>
                </a:lnTo>
                <a:lnTo>
                  <a:pt x="6012118" y="63495"/>
                </a:lnTo>
                <a:cubicBezTo>
                  <a:pt x="6020153" y="64261"/>
                  <a:pt x="6023919" y="66822"/>
                  <a:pt x="6023919" y="71689"/>
                </a:cubicBezTo>
                <a:cubicBezTo>
                  <a:pt x="6023919" y="74250"/>
                  <a:pt x="6023417" y="76811"/>
                  <a:pt x="6022413" y="79375"/>
                </a:cubicBezTo>
                <a:lnTo>
                  <a:pt x="5997555" y="145712"/>
                </a:lnTo>
                <a:lnTo>
                  <a:pt x="5971943" y="80141"/>
                </a:lnTo>
                <a:cubicBezTo>
                  <a:pt x="5970437" y="76556"/>
                  <a:pt x="5969682" y="72971"/>
                  <a:pt x="5969682" y="70665"/>
                </a:cubicBezTo>
                <a:cubicBezTo>
                  <a:pt x="5969682" y="66055"/>
                  <a:pt x="5972445" y="64261"/>
                  <a:pt x="5981234" y="63495"/>
                </a:cubicBezTo>
                <a:lnTo>
                  <a:pt x="5981234" y="59648"/>
                </a:lnTo>
                <a:lnTo>
                  <a:pt x="5932020" y="59648"/>
                </a:lnTo>
                <a:lnTo>
                  <a:pt x="5932020" y="63495"/>
                </a:lnTo>
                <a:cubicBezTo>
                  <a:pt x="5941560" y="64007"/>
                  <a:pt x="5943319" y="66568"/>
                  <a:pt x="5954867" y="92949"/>
                </a:cubicBezTo>
                <a:lnTo>
                  <a:pt x="5985000" y="166460"/>
                </a:lnTo>
                <a:cubicBezTo>
                  <a:pt x="5985502" y="167996"/>
                  <a:pt x="5986253" y="169791"/>
                  <a:pt x="5987008" y="171839"/>
                </a:cubicBezTo>
                <a:cubicBezTo>
                  <a:pt x="5988514" y="176449"/>
                  <a:pt x="5990023" y="178497"/>
                  <a:pt x="5991529" y="178497"/>
                </a:cubicBezTo>
                <a:cubicBezTo>
                  <a:pt x="5993034" y="178497"/>
                  <a:pt x="5994793" y="175170"/>
                  <a:pt x="5998559" y="165690"/>
                </a:cubicBezTo>
                <a:lnTo>
                  <a:pt x="6030697" y="83472"/>
                </a:lnTo>
                <a:cubicBezTo>
                  <a:pt x="6037980" y="66055"/>
                  <a:pt x="6039486" y="64261"/>
                  <a:pt x="6047018" y="63495"/>
                </a:cubicBezTo>
                <a:lnTo>
                  <a:pt x="6047018" y="59648"/>
                </a:lnTo>
                <a:close/>
                <a:moveTo>
                  <a:pt x="6110295" y="57146"/>
                </a:moveTo>
                <a:cubicBezTo>
                  <a:pt x="6077652" y="57146"/>
                  <a:pt x="6054802" y="81733"/>
                  <a:pt x="6054802" y="117067"/>
                </a:cubicBezTo>
                <a:cubicBezTo>
                  <a:pt x="6054802" y="151631"/>
                  <a:pt x="6078154" y="177497"/>
                  <a:pt x="6109789" y="177497"/>
                </a:cubicBezTo>
                <a:cubicBezTo>
                  <a:pt x="6141428" y="177497"/>
                  <a:pt x="6165531" y="150353"/>
                  <a:pt x="6165531" y="115018"/>
                </a:cubicBezTo>
                <a:cubicBezTo>
                  <a:pt x="6165531" y="81475"/>
                  <a:pt x="6142432" y="57146"/>
                  <a:pt x="6110295" y="57146"/>
                </a:cubicBezTo>
                <a:moveTo>
                  <a:pt x="6107031" y="64323"/>
                </a:moveTo>
                <a:cubicBezTo>
                  <a:pt x="6128122" y="64323"/>
                  <a:pt x="6142934" y="88903"/>
                  <a:pt x="6142934" y="123979"/>
                </a:cubicBezTo>
                <a:cubicBezTo>
                  <a:pt x="6142934" y="152913"/>
                  <a:pt x="6131636" y="170323"/>
                  <a:pt x="6112804" y="170323"/>
                </a:cubicBezTo>
                <a:cubicBezTo>
                  <a:pt x="6103012" y="170323"/>
                  <a:pt x="6093721" y="164181"/>
                  <a:pt x="6088449" y="153938"/>
                </a:cubicBezTo>
                <a:cubicBezTo>
                  <a:pt x="6081418" y="140622"/>
                  <a:pt x="6077399" y="122701"/>
                  <a:pt x="6077399" y="104521"/>
                </a:cubicBezTo>
                <a:cubicBezTo>
                  <a:pt x="6077399" y="80196"/>
                  <a:pt x="6089200" y="64323"/>
                  <a:pt x="6107031" y="64323"/>
                </a:cubicBezTo>
                <a:close/>
                <a:moveTo>
                  <a:pt x="6273000" y="134984"/>
                </a:moveTo>
                <a:cubicBezTo>
                  <a:pt x="6260947" y="152906"/>
                  <a:pt x="6251908" y="159051"/>
                  <a:pt x="6237595" y="159051"/>
                </a:cubicBezTo>
                <a:cubicBezTo>
                  <a:pt x="6214744" y="159051"/>
                  <a:pt x="6198676" y="138569"/>
                  <a:pt x="6198676" y="109127"/>
                </a:cubicBezTo>
                <a:cubicBezTo>
                  <a:pt x="6198676" y="82757"/>
                  <a:pt x="6212488" y="64578"/>
                  <a:pt x="6232825" y="64578"/>
                </a:cubicBezTo>
                <a:cubicBezTo>
                  <a:pt x="6241863" y="64578"/>
                  <a:pt x="6245127" y="67392"/>
                  <a:pt x="6247640" y="76865"/>
                </a:cubicBezTo>
                <a:lnTo>
                  <a:pt x="6249146" y="82499"/>
                </a:lnTo>
                <a:cubicBezTo>
                  <a:pt x="6251154" y="89669"/>
                  <a:pt x="6255675" y="94278"/>
                  <a:pt x="6260947" y="94278"/>
                </a:cubicBezTo>
                <a:cubicBezTo>
                  <a:pt x="6267475" y="94278"/>
                  <a:pt x="6273000" y="89411"/>
                  <a:pt x="6273000" y="83523"/>
                </a:cubicBezTo>
                <a:cubicBezTo>
                  <a:pt x="6273000" y="69187"/>
                  <a:pt x="6255422" y="57146"/>
                  <a:pt x="6234330" y="57146"/>
                </a:cubicBezTo>
                <a:cubicBezTo>
                  <a:pt x="6222028" y="57146"/>
                  <a:pt x="6209223" y="62271"/>
                  <a:pt x="6198929" y="71490"/>
                </a:cubicBezTo>
                <a:cubicBezTo>
                  <a:pt x="6186373" y="82757"/>
                  <a:pt x="6179343" y="100166"/>
                  <a:pt x="6179343" y="120390"/>
                </a:cubicBezTo>
                <a:cubicBezTo>
                  <a:pt x="6179343" y="153676"/>
                  <a:pt x="6199178" y="177497"/>
                  <a:pt x="6227051" y="177497"/>
                </a:cubicBezTo>
                <a:cubicBezTo>
                  <a:pt x="6238349" y="177497"/>
                  <a:pt x="6248391" y="173399"/>
                  <a:pt x="6257433" y="165455"/>
                </a:cubicBezTo>
                <a:cubicBezTo>
                  <a:pt x="6264211" y="159305"/>
                  <a:pt x="6268981" y="152393"/>
                  <a:pt x="6276513" y="137287"/>
                </a:cubicBezTo>
                <a:lnTo>
                  <a:pt x="6273000" y="134984"/>
                </a:lnTo>
                <a:close/>
                <a:moveTo>
                  <a:pt x="6395530" y="158031"/>
                </a:moveTo>
                <a:cubicBezTo>
                  <a:pt x="6391262" y="161612"/>
                  <a:pt x="6388250" y="162894"/>
                  <a:pt x="6384484" y="162894"/>
                </a:cubicBezTo>
                <a:cubicBezTo>
                  <a:pt x="6378710" y="162894"/>
                  <a:pt x="6376952" y="159309"/>
                  <a:pt x="6376952" y="148046"/>
                </a:cubicBezTo>
                <a:lnTo>
                  <a:pt x="6376952" y="98117"/>
                </a:lnTo>
                <a:cubicBezTo>
                  <a:pt x="6376952" y="84802"/>
                  <a:pt x="6375695" y="77377"/>
                  <a:pt x="6371929" y="71232"/>
                </a:cubicBezTo>
                <a:cubicBezTo>
                  <a:pt x="6366404" y="62017"/>
                  <a:pt x="6355607" y="57146"/>
                  <a:pt x="6340795" y="57146"/>
                </a:cubicBezTo>
                <a:cubicBezTo>
                  <a:pt x="6317191" y="57146"/>
                  <a:pt x="6298612" y="69695"/>
                  <a:pt x="6298612" y="85826"/>
                </a:cubicBezTo>
                <a:cubicBezTo>
                  <a:pt x="6298612" y="91718"/>
                  <a:pt x="6303631" y="96835"/>
                  <a:pt x="6309409" y="96835"/>
                </a:cubicBezTo>
                <a:cubicBezTo>
                  <a:pt x="6315432" y="96835"/>
                  <a:pt x="6320708" y="91718"/>
                  <a:pt x="6320708" y="86084"/>
                </a:cubicBezTo>
                <a:cubicBezTo>
                  <a:pt x="6320708" y="85060"/>
                  <a:pt x="6320455" y="83777"/>
                  <a:pt x="6320206" y="81987"/>
                </a:cubicBezTo>
                <a:cubicBezTo>
                  <a:pt x="6319704" y="79684"/>
                  <a:pt x="6319451" y="77635"/>
                  <a:pt x="6319451" y="75841"/>
                </a:cubicBezTo>
                <a:cubicBezTo>
                  <a:pt x="6319451" y="68929"/>
                  <a:pt x="6327485" y="63295"/>
                  <a:pt x="6337531" y="63295"/>
                </a:cubicBezTo>
                <a:cubicBezTo>
                  <a:pt x="6349834" y="63295"/>
                  <a:pt x="6356611" y="70719"/>
                  <a:pt x="6356611" y="84547"/>
                </a:cubicBezTo>
                <a:lnTo>
                  <a:pt x="6356611" y="100166"/>
                </a:lnTo>
                <a:cubicBezTo>
                  <a:pt x="6317945" y="116039"/>
                  <a:pt x="6313677" y="118087"/>
                  <a:pt x="6302880" y="127818"/>
                </a:cubicBezTo>
                <a:cubicBezTo>
                  <a:pt x="6297356" y="132940"/>
                  <a:pt x="6293839" y="141642"/>
                  <a:pt x="6293839" y="150091"/>
                </a:cubicBezTo>
                <a:cubicBezTo>
                  <a:pt x="6293839" y="166225"/>
                  <a:pt x="6304888" y="177497"/>
                  <a:pt x="6320206" y="177497"/>
                </a:cubicBezTo>
                <a:cubicBezTo>
                  <a:pt x="6331252" y="177497"/>
                  <a:pt x="6341546" y="172117"/>
                  <a:pt x="6356864" y="158793"/>
                </a:cubicBezTo>
                <a:cubicBezTo>
                  <a:pt x="6358121" y="172117"/>
                  <a:pt x="6362638" y="177497"/>
                  <a:pt x="6372933" y="177497"/>
                </a:cubicBezTo>
                <a:cubicBezTo>
                  <a:pt x="6381469" y="177497"/>
                  <a:pt x="6386745" y="174424"/>
                  <a:pt x="6395530" y="164689"/>
                </a:cubicBezTo>
                <a:lnTo>
                  <a:pt x="6395530" y="158031"/>
                </a:lnTo>
                <a:moveTo>
                  <a:pt x="6356611" y="143421"/>
                </a:moveTo>
                <a:cubicBezTo>
                  <a:pt x="6356611" y="151365"/>
                  <a:pt x="6355358" y="153672"/>
                  <a:pt x="6350083" y="156745"/>
                </a:cubicBezTo>
                <a:cubicBezTo>
                  <a:pt x="6344060" y="160334"/>
                  <a:pt x="6337029" y="162636"/>
                  <a:pt x="6331753" y="162636"/>
                </a:cubicBezTo>
                <a:cubicBezTo>
                  <a:pt x="6322968" y="162636"/>
                  <a:pt x="6315938" y="153926"/>
                  <a:pt x="6315938" y="142909"/>
                </a:cubicBezTo>
                <a:lnTo>
                  <a:pt x="6315938" y="141885"/>
                </a:lnTo>
                <a:cubicBezTo>
                  <a:pt x="6315938" y="126766"/>
                  <a:pt x="6326229" y="117544"/>
                  <a:pt x="6356611" y="106269"/>
                </a:cubicBezTo>
                <a:lnTo>
                  <a:pt x="6356611" y="143421"/>
                </a:lnTo>
                <a:close/>
                <a:moveTo>
                  <a:pt x="6460061" y="59648"/>
                </a:moveTo>
                <a:lnTo>
                  <a:pt x="6434701" y="59648"/>
                </a:lnTo>
                <a:lnTo>
                  <a:pt x="6434701" y="29927"/>
                </a:lnTo>
                <a:cubicBezTo>
                  <a:pt x="6434701" y="27367"/>
                  <a:pt x="6434452" y="26597"/>
                  <a:pt x="6432943" y="26597"/>
                </a:cubicBezTo>
                <a:cubicBezTo>
                  <a:pt x="6431188" y="28903"/>
                  <a:pt x="6429679" y="31210"/>
                  <a:pt x="6427924" y="33771"/>
                </a:cubicBezTo>
                <a:cubicBezTo>
                  <a:pt x="6418380" y="47864"/>
                  <a:pt x="6407583" y="60164"/>
                  <a:pt x="6403568" y="61188"/>
                </a:cubicBezTo>
                <a:cubicBezTo>
                  <a:pt x="6400806" y="62979"/>
                  <a:pt x="6399296" y="64773"/>
                  <a:pt x="6399296" y="66055"/>
                </a:cubicBezTo>
                <a:cubicBezTo>
                  <a:pt x="6399296" y="66826"/>
                  <a:pt x="6399549" y="67338"/>
                  <a:pt x="6400304" y="67850"/>
                </a:cubicBezTo>
                <a:lnTo>
                  <a:pt x="6413610" y="67850"/>
                </a:lnTo>
                <a:lnTo>
                  <a:pt x="6413610" y="144961"/>
                </a:lnTo>
                <a:cubicBezTo>
                  <a:pt x="6413610" y="166479"/>
                  <a:pt x="6421142" y="177497"/>
                  <a:pt x="6435958" y="177497"/>
                </a:cubicBezTo>
                <a:cubicBezTo>
                  <a:pt x="6448261" y="177497"/>
                  <a:pt x="6457801" y="171351"/>
                  <a:pt x="6466088" y="158027"/>
                </a:cubicBezTo>
                <a:lnTo>
                  <a:pt x="6462823" y="155208"/>
                </a:lnTo>
                <a:cubicBezTo>
                  <a:pt x="6457552" y="161612"/>
                  <a:pt x="6453283" y="164177"/>
                  <a:pt x="6447759" y="164177"/>
                </a:cubicBezTo>
                <a:cubicBezTo>
                  <a:pt x="6438468" y="164177"/>
                  <a:pt x="6434701" y="157257"/>
                  <a:pt x="6434701" y="141118"/>
                </a:cubicBezTo>
                <a:lnTo>
                  <a:pt x="6434701" y="67850"/>
                </a:lnTo>
                <a:lnTo>
                  <a:pt x="6460061" y="67850"/>
                </a:lnTo>
                <a:lnTo>
                  <a:pt x="6460061" y="59648"/>
                </a:lnTo>
                <a:close/>
                <a:moveTo>
                  <a:pt x="6509777" y="57146"/>
                </a:moveTo>
                <a:lnTo>
                  <a:pt x="6470858" y="71157"/>
                </a:lnTo>
                <a:lnTo>
                  <a:pt x="6470858" y="75004"/>
                </a:lnTo>
                <a:lnTo>
                  <a:pt x="6472869" y="74746"/>
                </a:lnTo>
                <a:cubicBezTo>
                  <a:pt x="6475881" y="74234"/>
                  <a:pt x="6479145" y="73976"/>
                  <a:pt x="6481406" y="73976"/>
                </a:cubicBezTo>
                <a:cubicBezTo>
                  <a:pt x="6487432" y="73976"/>
                  <a:pt x="6489689" y="78077"/>
                  <a:pt x="6489689" y="89360"/>
                </a:cubicBezTo>
                <a:lnTo>
                  <a:pt x="6489689" y="148847"/>
                </a:lnTo>
                <a:cubicBezTo>
                  <a:pt x="6489689" y="167308"/>
                  <a:pt x="6487179" y="170127"/>
                  <a:pt x="6469854" y="171151"/>
                </a:cubicBezTo>
                <a:lnTo>
                  <a:pt x="6469854" y="174994"/>
                </a:lnTo>
                <a:lnTo>
                  <a:pt x="6529362" y="174994"/>
                </a:lnTo>
                <a:lnTo>
                  <a:pt x="6529362" y="171151"/>
                </a:lnTo>
                <a:cubicBezTo>
                  <a:pt x="6512792" y="169873"/>
                  <a:pt x="6510780" y="167308"/>
                  <a:pt x="6510780" y="148847"/>
                </a:cubicBezTo>
                <a:lnTo>
                  <a:pt x="6510780" y="57916"/>
                </a:lnTo>
                <a:lnTo>
                  <a:pt x="6509777" y="57146"/>
                </a:lnTo>
                <a:moveTo>
                  <a:pt x="6497976" y="98"/>
                </a:moveTo>
                <a:cubicBezTo>
                  <a:pt x="6491199" y="98"/>
                  <a:pt x="6485421" y="5993"/>
                  <a:pt x="6485421" y="13167"/>
                </a:cubicBezTo>
                <a:cubicBezTo>
                  <a:pt x="6485421" y="20341"/>
                  <a:pt x="6490946" y="26233"/>
                  <a:pt x="6497976" y="26233"/>
                </a:cubicBezTo>
                <a:cubicBezTo>
                  <a:pt x="6505260" y="26233"/>
                  <a:pt x="6511033" y="20595"/>
                  <a:pt x="6511033" y="13167"/>
                </a:cubicBezTo>
                <a:cubicBezTo>
                  <a:pt x="6511033" y="5993"/>
                  <a:pt x="6505260" y="98"/>
                  <a:pt x="6497976" y="98"/>
                </a:cubicBezTo>
                <a:close/>
                <a:moveTo>
                  <a:pt x="6598415" y="57146"/>
                </a:moveTo>
                <a:cubicBezTo>
                  <a:pt x="6565772" y="57146"/>
                  <a:pt x="6542922" y="81733"/>
                  <a:pt x="6542922" y="117067"/>
                </a:cubicBezTo>
                <a:cubicBezTo>
                  <a:pt x="6542922" y="151631"/>
                  <a:pt x="6566274" y="177497"/>
                  <a:pt x="6597909" y="177497"/>
                </a:cubicBezTo>
                <a:cubicBezTo>
                  <a:pt x="6629548" y="177497"/>
                  <a:pt x="6653651" y="150353"/>
                  <a:pt x="6653651" y="115018"/>
                </a:cubicBezTo>
                <a:cubicBezTo>
                  <a:pt x="6653651" y="81475"/>
                  <a:pt x="6630552" y="57146"/>
                  <a:pt x="6598415" y="57146"/>
                </a:cubicBezTo>
                <a:moveTo>
                  <a:pt x="6595151" y="64323"/>
                </a:moveTo>
                <a:cubicBezTo>
                  <a:pt x="6616242" y="64323"/>
                  <a:pt x="6631054" y="88903"/>
                  <a:pt x="6631054" y="123979"/>
                </a:cubicBezTo>
                <a:cubicBezTo>
                  <a:pt x="6631054" y="152913"/>
                  <a:pt x="6619755" y="170323"/>
                  <a:pt x="6600924" y="170323"/>
                </a:cubicBezTo>
                <a:cubicBezTo>
                  <a:pt x="6591131" y="170323"/>
                  <a:pt x="6581840" y="164181"/>
                  <a:pt x="6576569" y="153938"/>
                </a:cubicBezTo>
                <a:cubicBezTo>
                  <a:pt x="6569538" y="140622"/>
                  <a:pt x="6565519" y="122701"/>
                  <a:pt x="6565519" y="104521"/>
                </a:cubicBezTo>
                <a:cubicBezTo>
                  <a:pt x="6565519" y="80196"/>
                  <a:pt x="6577319" y="64323"/>
                  <a:pt x="6595151" y="64323"/>
                </a:cubicBezTo>
                <a:close/>
                <a:moveTo>
                  <a:pt x="6665202" y="73034"/>
                </a:moveTo>
                <a:cubicBezTo>
                  <a:pt x="6666708" y="72264"/>
                  <a:pt x="6669221" y="72010"/>
                  <a:pt x="6671984" y="72010"/>
                </a:cubicBezTo>
                <a:cubicBezTo>
                  <a:pt x="6679014" y="72010"/>
                  <a:pt x="6681271" y="75853"/>
                  <a:pt x="6681271" y="88402"/>
                </a:cubicBezTo>
                <a:lnTo>
                  <a:pt x="6681271" y="151940"/>
                </a:lnTo>
                <a:cubicBezTo>
                  <a:pt x="6681271" y="166542"/>
                  <a:pt x="6678508" y="170127"/>
                  <a:pt x="6665704" y="171151"/>
                </a:cubicBezTo>
                <a:lnTo>
                  <a:pt x="6665704" y="174994"/>
                </a:lnTo>
                <a:lnTo>
                  <a:pt x="6718937" y="174994"/>
                </a:lnTo>
                <a:lnTo>
                  <a:pt x="6718937" y="171151"/>
                </a:lnTo>
                <a:cubicBezTo>
                  <a:pt x="6706129" y="170127"/>
                  <a:pt x="6702362" y="167054"/>
                  <a:pt x="6702362" y="157832"/>
                </a:cubicBezTo>
                <a:lnTo>
                  <a:pt x="6702362" y="85842"/>
                </a:lnTo>
                <a:cubicBezTo>
                  <a:pt x="6714416" y="74312"/>
                  <a:pt x="6719941" y="71239"/>
                  <a:pt x="6728228" y="71239"/>
                </a:cubicBezTo>
                <a:cubicBezTo>
                  <a:pt x="6740530" y="71239"/>
                  <a:pt x="6746557" y="79180"/>
                  <a:pt x="6746557" y="96088"/>
                </a:cubicBezTo>
                <a:lnTo>
                  <a:pt x="6746557" y="149633"/>
                </a:lnTo>
                <a:cubicBezTo>
                  <a:pt x="6746557" y="165772"/>
                  <a:pt x="6743293" y="170127"/>
                  <a:pt x="6730737" y="171151"/>
                </a:cubicBezTo>
                <a:lnTo>
                  <a:pt x="6730737" y="174994"/>
                </a:lnTo>
                <a:lnTo>
                  <a:pt x="6782966" y="174994"/>
                </a:lnTo>
                <a:lnTo>
                  <a:pt x="6782966" y="171151"/>
                </a:lnTo>
                <a:cubicBezTo>
                  <a:pt x="6770660" y="169873"/>
                  <a:pt x="6767648" y="166796"/>
                  <a:pt x="6767648" y="154247"/>
                </a:cubicBezTo>
                <a:lnTo>
                  <a:pt x="6767648" y="95576"/>
                </a:lnTo>
                <a:cubicBezTo>
                  <a:pt x="6767648" y="71497"/>
                  <a:pt x="6756599" y="57146"/>
                  <a:pt x="6738021" y="57146"/>
                </a:cubicBezTo>
                <a:cubicBezTo>
                  <a:pt x="6726469" y="57146"/>
                  <a:pt x="6718684" y="61505"/>
                  <a:pt x="6701611" y="77901"/>
                </a:cubicBezTo>
                <a:lnTo>
                  <a:pt x="6701611" y="57662"/>
                </a:lnTo>
                <a:lnTo>
                  <a:pt x="6699853" y="57146"/>
                </a:lnTo>
                <a:cubicBezTo>
                  <a:pt x="6687550" y="61759"/>
                  <a:pt x="6679014" y="64578"/>
                  <a:pt x="6665202" y="68679"/>
                </a:cubicBezTo>
                <a:lnTo>
                  <a:pt x="6665202" y="730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counterofconstantof">
            <a:extLst xmlns:a="http://schemas.openxmlformats.org/drawingml/2006/main">
              <a:ext uri="{FF2B5EF4-FFF2-40B4-BE49-F238E27FC236}">
                <a16:creationId xmlns:a16="http://schemas.microsoft.com/office/drawing/2014/main" id="{5E4B744F-581F-4BD6-8548-9C067931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4" y="8045445"/>
            <a:ext cx="2247773" cy="177399"/>
          </a:xfrm>
          <a:custGeom xmlns:a="http://schemas.openxmlformats.org/drawingml/2006/main">
            <a:pathLst>
              <a:path w="2247773" h="177399">
                <a:moveTo>
                  <a:pt x="95568" y="134887"/>
                </a:moveTo>
                <a:cubicBezTo>
                  <a:pt x="83269" y="152808"/>
                  <a:pt x="74046" y="158954"/>
                  <a:pt x="59440" y="158954"/>
                </a:cubicBezTo>
                <a:cubicBezTo>
                  <a:pt x="36124" y="158954"/>
                  <a:pt x="19727" y="138472"/>
                  <a:pt x="19727" y="109029"/>
                </a:cubicBezTo>
                <a:cubicBezTo>
                  <a:pt x="19727" y="82659"/>
                  <a:pt x="33821" y="64480"/>
                  <a:pt x="54573" y="64480"/>
                </a:cubicBezTo>
                <a:cubicBezTo>
                  <a:pt x="63796" y="64480"/>
                  <a:pt x="67127" y="67295"/>
                  <a:pt x="69691" y="76768"/>
                </a:cubicBezTo>
                <a:lnTo>
                  <a:pt x="71228" y="82401"/>
                </a:lnTo>
                <a:cubicBezTo>
                  <a:pt x="73276" y="89571"/>
                  <a:pt x="77890" y="94181"/>
                  <a:pt x="83269" y="94181"/>
                </a:cubicBezTo>
                <a:cubicBezTo>
                  <a:pt x="89931" y="94181"/>
                  <a:pt x="95568" y="89313"/>
                  <a:pt x="95568" y="83425"/>
                </a:cubicBezTo>
                <a:cubicBezTo>
                  <a:pt x="95568" y="69089"/>
                  <a:pt x="77632" y="57048"/>
                  <a:pt x="56110" y="57048"/>
                </a:cubicBezTo>
                <a:cubicBezTo>
                  <a:pt x="43556" y="57048"/>
                  <a:pt x="30490" y="62173"/>
                  <a:pt x="19986" y="71392"/>
                </a:cubicBezTo>
                <a:cubicBezTo>
                  <a:pt x="7174" y="82659"/>
                  <a:pt x="0" y="100068"/>
                  <a:pt x="0" y="120292"/>
                </a:cubicBezTo>
                <a:cubicBezTo>
                  <a:pt x="0" y="153578"/>
                  <a:pt x="20240" y="177399"/>
                  <a:pt x="48681" y="177399"/>
                </a:cubicBezTo>
                <a:cubicBezTo>
                  <a:pt x="60211" y="177399"/>
                  <a:pt x="70458" y="173302"/>
                  <a:pt x="79684" y="165357"/>
                </a:cubicBezTo>
                <a:cubicBezTo>
                  <a:pt x="86600" y="159208"/>
                  <a:pt x="91467" y="152296"/>
                  <a:pt x="99153" y="137189"/>
                </a:cubicBezTo>
                <a:lnTo>
                  <a:pt x="95568" y="134887"/>
                </a:lnTo>
                <a:close/>
                <a:moveTo>
                  <a:pt x="171409" y="57048"/>
                </a:moveTo>
                <a:cubicBezTo>
                  <a:pt x="138100" y="57048"/>
                  <a:pt x="114784" y="81635"/>
                  <a:pt x="114784" y="116969"/>
                </a:cubicBezTo>
                <a:cubicBezTo>
                  <a:pt x="114784" y="151533"/>
                  <a:pt x="138612" y="177399"/>
                  <a:pt x="170893" y="177399"/>
                </a:cubicBezTo>
                <a:cubicBezTo>
                  <a:pt x="203178" y="177399"/>
                  <a:pt x="227773" y="150255"/>
                  <a:pt x="227773" y="114921"/>
                </a:cubicBezTo>
                <a:cubicBezTo>
                  <a:pt x="227773" y="81377"/>
                  <a:pt x="204202" y="57048"/>
                  <a:pt x="171409" y="57048"/>
                </a:cubicBezTo>
                <a:moveTo>
                  <a:pt x="168078" y="64226"/>
                </a:moveTo>
                <a:cubicBezTo>
                  <a:pt x="189600" y="64226"/>
                  <a:pt x="204715" y="88805"/>
                  <a:pt x="204715" y="123881"/>
                </a:cubicBezTo>
                <a:cubicBezTo>
                  <a:pt x="204715" y="152816"/>
                  <a:pt x="193185" y="170225"/>
                  <a:pt x="173970" y="170225"/>
                </a:cubicBezTo>
                <a:cubicBezTo>
                  <a:pt x="163977" y="170225"/>
                  <a:pt x="154497" y="164083"/>
                  <a:pt x="149117" y="153840"/>
                </a:cubicBezTo>
                <a:cubicBezTo>
                  <a:pt x="141943" y="140524"/>
                  <a:pt x="137842" y="122603"/>
                  <a:pt x="137842" y="104424"/>
                </a:cubicBezTo>
                <a:cubicBezTo>
                  <a:pt x="137842" y="80098"/>
                  <a:pt x="149883" y="64226"/>
                  <a:pt x="168078" y="64226"/>
                </a:cubicBezTo>
                <a:close/>
                <a:moveTo>
                  <a:pt x="358187" y="162038"/>
                </a:moveTo>
                <a:lnTo>
                  <a:pt x="356909" y="162038"/>
                </a:lnTo>
                <a:cubicBezTo>
                  <a:pt x="345121" y="162038"/>
                  <a:pt x="342303" y="159219"/>
                  <a:pt x="342303" y="147432"/>
                </a:cubicBezTo>
                <a:lnTo>
                  <a:pt x="342303" y="59550"/>
                </a:lnTo>
                <a:lnTo>
                  <a:pt x="301820" y="59550"/>
                </a:lnTo>
                <a:lnTo>
                  <a:pt x="301820" y="63909"/>
                </a:lnTo>
                <a:cubicBezTo>
                  <a:pt x="317708" y="64675"/>
                  <a:pt x="320781" y="67240"/>
                  <a:pt x="320781" y="80048"/>
                </a:cubicBezTo>
                <a:lnTo>
                  <a:pt x="320781" y="140250"/>
                </a:lnTo>
                <a:cubicBezTo>
                  <a:pt x="320781" y="147424"/>
                  <a:pt x="319498" y="151013"/>
                  <a:pt x="315913" y="153828"/>
                </a:cubicBezTo>
                <a:cubicBezTo>
                  <a:pt x="308993" y="159466"/>
                  <a:pt x="301053" y="162539"/>
                  <a:pt x="293367" y="162539"/>
                </a:cubicBezTo>
                <a:cubicBezTo>
                  <a:pt x="283374" y="162539"/>
                  <a:pt x="275176" y="153828"/>
                  <a:pt x="275176" y="143069"/>
                </a:cubicBezTo>
                <a:lnTo>
                  <a:pt x="275176" y="59550"/>
                </a:lnTo>
                <a:lnTo>
                  <a:pt x="237766" y="59550"/>
                </a:lnTo>
                <a:lnTo>
                  <a:pt x="237766" y="63139"/>
                </a:lnTo>
                <a:cubicBezTo>
                  <a:pt x="250065" y="63909"/>
                  <a:pt x="253654" y="67752"/>
                  <a:pt x="253654" y="79535"/>
                </a:cubicBezTo>
                <a:lnTo>
                  <a:pt x="253654" y="144094"/>
                </a:lnTo>
                <a:cubicBezTo>
                  <a:pt x="253654" y="164333"/>
                  <a:pt x="265950" y="177399"/>
                  <a:pt x="284653" y="177399"/>
                </a:cubicBezTo>
                <a:cubicBezTo>
                  <a:pt x="294133" y="177399"/>
                  <a:pt x="304126" y="173302"/>
                  <a:pt x="311046" y="166382"/>
                </a:cubicBezTo>
                <a:lnTo>
                  <a:pt x="322063" y="155369"/>
                </a:lnTo>
                <a:lnTo>
                  <a:pt x="322063" y="176633"/>
                </a:lnTo>
                <a:lnTo>
                  <a:pt x="323087" y="177149"/>
                </a:lnTo>
                <a:cubicBezTo>
                  <a:pt x="335899" y="172027"/>
                  <a:pt x="345121" y="169208"/>
                  <a:pt x="358187" y="165619"/>
                </a:cubicBezTo>
                <a:lnTo>
                  <a:pt x="358187" y="162038"/>
                </a:lnTo>
                <a:close/>
                <a:moveTo>
                  <a:pt x="367668" y="72936"/>
                </a:moveTo>
                <a:cubicBezTo>
                  <a:pt x="369204" y="72166"/>
                  <a:pt x="371769" y="71912"/>
                  <a:pt x="374587" y="71912"/>
                </a:cubicBezTo>
                <a:cubicBezTo>
                  <a:pt x="381761" y="71912"/>
                  <a:pt x="384064" y="75755"/>
                  <a:pt x="384064" y="88305"/>
                </a:cubicBezTo>
                <a:lnTo>
                  <a:pt x="384064" y="151842"/>
                </a:lnTo>
                <a:cubicBezTo>
                  <a:pt x="384064" y="166444"/>
                  <a:pt x="381245" y="170029"/>
                  <a:pt x="368180" y="171054"/>
                </a:cubicBezTo>
                <a:lnTo>
                  <a:pt x="368180" y="174897"/>
                </a:lnTo>
                <a:lnTo>
                  <a:pt x="422499" y="174897"/>
                </a:lnTo>
                <a:lnTo>
                  <a:pt x="422499" y="171054"/>
                </a:lnTo>
                <a:cubicBezTo>
                  <a:pt x="409429" y="170029"/>
                  <a:pt x="405586" y="166956"/>
                  <a:pt x="405586" y="157734"/>
                </a:cubicBezTo>
                <a:lnTo>
                  <a:pt x="405586" y="85744"/>
                </a:lnTo>
                <a:cubicBezTo>
                  <a:pt x="417885" y="74215"/>
                  <a:pt x="423523" y="71142"/>
                  <a:pt x="431979" y="71142"/>
                </a:cubicBezTo>
                <a:cubicBezTo>
                  <a:pt x="444533" y="71142"/>
                  <a:pt x="450683" y="79082"/>
                  <a:pt x="450683" y="95991"/>
                </a:cubicBezTo>
                <a:lnTo>
                  <a:pt x="450683" y="149536"/>
                </a:lnTo>
                <a:cubicBezTo>
                  <a:pt x="450683" y="165674"/>
                  <a:pt x="447352" y="170029"/>
                  <a:pt x="434540" y="171054"/>
                </a:cubicBezTo>
                <a:lnTo>
                  <a:pt x="434540" y="174897"/>
                </a:lnTo>
                <a:lnTo>
                  <a:pt x="487835" y="174897"/>
                </a:lnTo>
                <a:lnTo>
                  <a:pt x="487835" y="171054"/>
                </a:lnTo>
                <a:cubicBezTo>
                  <a:pt x="475277" y="169775"/>
                  <a:pt x="472204" y="166698"/>
                  <a:pt x="472204" y="154149"/>
                </a:cubicBezTo>
                <a:lnTo>
                  <a:pt x="472204" y="95479"/>
                </a:lnTo>
                <a:cubicBezTo>
                  <a:pt x="472204" y="71400"/>
                  <a:pt x="460929" y="57048"/>
                  <a:pt x="441972" y="57048"/>
                </a:cubicBezTo>
                <a:cubicBezTo>
                  <a:pt x="430185" y="57048"/>
                  <a:pt x="422241" y="61407"/>
                  <a:pt x="404820" y="77804"/>
                </a:cubicBezTo>
                <a:lnTo>
                  <a:pt x="404820" y="57564"/>
                </a:lnTo>
                <a:lnTo>
                  <a:pt x="403025" y="57048"/>
                </a:lnTo>
                <a:cubicBezTo>
                  <a:pt x="390472" y="61661"/>
                  <a:pt x="381761" y="64480"/>
                  <a:pt x="367668" y="68581"/>
                </a:cubicBezTo>
                <a:lnTo>
                  <a:pt x="367668" y="72936"/>
                </a:lnTo>
                <a:close/>
                <a:moveTo>
                  <a:pt x="557010" y="59550"/>
                </a:moveTo>
                <a:lnTo>
                  <a:pt x="531133" y="59550"/>
                </a:lnTo>
                <a:lnTo>
                  <a:pt x="531133" y="29830"/>
                </a:lnTo>
                <a:cubicBezTo>
                  <a:pt x="531133" y="27269"/>
                  <a:pt x="530879" y="26499"/>
                  <a:pt x="529338" y="26499"/>
                </a:cubicBezTo>
                <a:cubicBezTo>
                  <a:pt x="527548" y="28805"/>
                  <a:pt x="526007" y="31112"/>
                  <a:pt x="524217" y="33673"/>
                </a:cubicBezTo>
                <a:cubicBezTo>
                  <a:pt x="514478" y="47767"/>
                  <a:pt x="503461" y="60066"/>
                  <a:pt x="499364" y="61090"/>
                </a:cubicBezTo>
                <a:cubicBezTo>
                  <a:pt x="496545" y="62881"/>
                  <a:pt x="495005" y="64675"/>
                  <a:pt x="495005" y="65958"/>
                </a:cubicBezTo>
                <a:cubicBezTo>
                  <a:pt x="495005" y="66728"/>
                  <a:pt x="495263" y="67240"/>
                  <a:pt x="496033" y="67752"/>
                </a:cubicBezTo>
                <a:lnTo>
                  <a:pt x="509611" y="67752"/>
                </a:lnTo>
                <a:lnTo>
                  <a:pt x="509611" y="144864"/>
                </a:lnTo>
                <a:cubicBezTo>
                  <a:pt x="509611" y="166382"/>
                  <a:pt x="517297" y="177399"/>
                  <a:pt x="532415" y="177399"/>
                </a:cubicBezTo>
                <a:cubicBezTo>
                  <a:pt x="544969" y="177399"/>
                  <a:pt x="554703" y="171253"/>
                  <a:pt x="563160" y="157929"/>
                </a:cubicBezTo>
                <a:lnTo>
                  <a:pt x="559829" y="155111"/>
                </a:lnTo>
                <a:cubicBezTo>
                  <a:pt x="554449" y="161514"/>
                  <a:pt x="550094" y="164079"/>
                  <a:pt x="544457" y="164079"/>
                </a:cubicBezTo>
                <a:cubicBezTo>
                  <a:pt x="534976" y="164079"/>
                  <a:pt x="531133" y="157159"/>
                  <a:pt x="531133" y="141021"/>
                </a:cubicBezTo>
                <a:lnTo>
                  <a:pt x="531133" y="67752"/>
                </a:lnTo>
                <a:lnTo>
                  <a:pt x="557010" y="67752"/>
                </a:lnTo>
                <a:lnTo>
                  <a:pt x="557010" y="59550"/>
                </a:lnTo>
                <a:close/>
                <a:moveTo>
                  <a:pt x="667439" y="132807"/>
                </a:moveTo>
                <a:cubicBezTo>
                  <a:pt x="655143" y="152288"/>
                  <a:pt x="644122" y="159724"/>
                  <a:pt x="627726" y="159724"/>
                </a:cubicBezTo>
                <a:cubicBezTo>
                  <a:pt x="613124" y="159724"/>
                  <a:pt x="602106" y="152288"/>
                  <a:pt x="594674" y="137678"/>
                </a:cubicBezTo>
                <a:cubicBezTo>
                  <a:pt x="590061" y="127935"/>
                  <a:pt x="588271" y="119475"/>
                  <a:pt x="587759" y="103837"/>
                </a:cubicBezTo>
                <a:lnTo>
                  <a:pt x="666672" y="103837"/>
                </a:lnTo>
                <a:cubicBezTo>
                  <a:pt x="664620" y="87214"/>
                  <a:pt x="662059" y="79809"/>
                  <a:pt x="655655" y="71638"/>
                </a:cubicBezTo>
                <a:cubicBezTo>
                  <a:pt x="647965" y="62431"/>
                  <a:pt x="636182" y="57048"/>
                  <a:pt x="622858" y="57048"/>
                </a:cubicBezTo>
                <a:cubicBezTo>
                  <a:pt x="610047" y="57048"/>
                  <a:pt x="598005" y="61661"/>
                  <a:pt x="588271" y="70360"/>
                </a:cubicBezTo>
                <a:cubicBezTo>
                  <a:pt x="576225" y="80830"/>
                  <a:pt x="569309" y="98970"/>
                  <a:pt x="569309" y="119987"/>
                </a:cubicBezTo>
                <a:cubicBezTo>
                  <a:pt x="569309" y="155365"/>
                  <a:pt x="587759" y="177399"/>
                  <a:pt x="617221" y="177399"/>
                </a:cubicBezTo>
                <a:cubicBezTo>
                  <a:pt x="641561" y="177399"/>
                  <a:pt x="660777" y="162285"/>
                  <a:pt x="671540" y="134601"/>
                </a:cubicBezTo>
                <a:lnTo>
                  <a:pt x="667439" y="132807"/>
                </a:lnTo>
                <a:moveTo>
                  <a:pt x="588271" y="95639"/>
                </a:moveTo>
                <a:cubicBezTo>
                  <a:pt x="591086" y="75724"/>
                  <a:pt x="599800" y="66274"/>
                  <a:pt x="615426" y="66274"/>
                </a:cubicBezTo>
                <a:cubicBezTo>
                  <a:pt x="631057" y="66274"/>
                  <a:pt x="637206" y="73425"/>
                  <a:pt x="640537" y="95639"/>
                </a:cubicBezTo>
                <a:lnTo>
                  <a:pt x="588271" y="95639"/>
                </a:lnTo>
                <a:close/>
                <a:moveTo>
                  <a:pt x="678456" y="74985"/>
                </a:moveTo>
                <a:cubicBezTo>
                  <a:pt x="682044" y="74215"/>
                  <a:pt x="684351" y="73957"/>
                  <a:pt x="687424" y="73957"/>
                </a:cubicBezTo>
                <a:cubicBezTo>
                  <a:pt x="693828" y="73957"/>
                  <a:pt x="696134" y="78058"/>
                  <a:pt x="696134" y="89329"/>
                </a:cubicBezTo>
                <a:lnTo>
                  <a:pt x="696134" y="153379"/>
                </a:lnTo>
                <a:cubicBezTo>
                  <a:pt x="696134" y="166186"/>
                  <a:pt x="694340" y="167981"/>
                  <a:pt x="677943" y="171054"/>
                </a:cubicBezTo>
                <a:lnTo>
                  <a:pt x="677943" y="174897"/>
                </a:lnTo>
                <a:lnTo>
                  <a:pt x="739436" y="174897"/>
                </a:lnTo>
                <a:lnTo>
                  <a:pt x="739436" y="171054"/>
                </a:lnTo>
                <a:cubicBezTo>
                  <a:pt x="722012" y="170287"/>
                  <a:pt x="717656" y="166444"/>
                  <a:pt x="717656" y="151842"/>
                </a:cubicBezTo>
                <a:lnTo>
                  <a:pt x="717656" y="94196"/>
                </a:lnTo>
                <a:cubicBezTo>
                  <a:pt x="717656" y="85998"/>
                  <a:pt x="728673" y="73190"/>
                  <a:pt x="735593" y="73190"/>
                </a:cubicBezTo>
                <a:cubicBezTo>
                  <a:pt x="737130" y="73190"/>
                  <a:pt x="739436" y="74473"/>
                  <a:pt x="742255" y="77033"/>
                </a:cubicBezTo>
                <a:cubicBezTo>
                  <a:pt x="746352" y="80618"/>
                  <a:pt x="749171" y="82155"/>
                  <a:pt x="752502" y="82155"/>
                </a:cubicBezTo>
                <a:cubicBezTo>
                  <a:pt x="758652" y="82155"/>
                  <a:pt x="762495" y="77800"/>
                  <a:pt x="762495" y="70630"/>
                </a:cubicBezTo>
                <a:cubicBezTo>
                  <a:pt x="762495" y="62173"/>
                  <a:pt x="757115" y="57048"/>
                  <a:pt x="748405" y="57048"/>
                </a:cubicBezTo>
                <a:cubicBezTo>
                  <a:pt x="737642" y="57048"/>
                  <a:pt x="730214" y="62943"/>
                  <a:pt x="717656" y="81131"/>
                </a:cubicBezTo>
                <a:lnTo>
                  <a:pt x="717656" y="57564"/>
                </a:lnTo>
                <a:lnTo>
                  <a:pt x="716378" y="57048"/>
                </a:lnTo>
                <a:cubicBezTo>
                  <a:pt x="702796" y="62685"/>
                  <a:pt x="693574" y="66016"/>
                  <a:pt x="678456" y="70884"/>
                </a:cubicBezTo>
                <a:lnTo>
                  <a:pt x="678456" y="74985"/>
                </a:lnTo>
                <a:close/>
                <a:moveTo>
                  <a:pt x="890092" y="57048"/>
                </a:moveTo>
                <a:cubicBezTo>
                  <a:pt x="856783" y="57048"/>
                  <a:pt x="833466" y="81635"/>
                  <a:pt x="833466" y="116969"/>
                </a:cubicBezTo>
                <a:cubicBezTo>
                  <a:pt x="833466" y="151533"/>
                  <a:pt x="857295" y="177399"/>
                  <a:pt x="889576" y="177399"/>
                </a:cubicBezTo>
                <a:cubicBezTo>
                  <a:pt x="921861" y="177399"/>
                  <a:pt x="946456" y="150255"/>
                  <a:pt x="946456" y="114921"/>
                </a:cubicBezTo>
                <a:cubicBezTo>
                  <a:pt x="946456" y="81377"/>
                  <a:pt x="922885" y="57048"/>
                  <a:pt x="890092" y="57048"/>
                </a:cubicBezTo>
                <a:moveTo>
                  <a:pt x="886761" y="64226"/>
                </a:moveTo>
                <a:cubicBezTo>
                  <a:pt x="908283" y="64226"/>
                  <a:pt x="923397" y="88805"/>
                  <a:pt x="923397" y="123881"/>
                </a:cubicBezTo>
                <a:cubicBezTo>
                  <a:pt x="923397" y="152816"/>
                  <a:pt x="911868" y="170225"/>
                  <a:pt x="892653" y="170225"/>
                </a:cubicBezTo>
                <a:cubicBezTo>
                  <a:pt x="882660" y="170225"/>
                  <a:pt x="873179" y="164083"/>
                  <a:pt x="867800" y="153840"/>
                </a:cubicBezTo>
                <a:cubicBezTo>
                  <a:pt x="860626" y="140524"/>
                  <a:pt x="856525" y="122603"/>
                  <a:pt x="856525" y="104424"/>
                </a:cubicBezTo>
                <a:cubicBezTo>
                  <a:pt x="856525" y="80098"/>
                  <a:pt x="868566" y="64226"/>
                  <a:pt x="886761" y="64226"/>
                </a:cubicBezTo>
                <a:close/>
                <a:moveTo>
                  <a:pt x="1033314" y="59550"/>
                </a:moveTo>
                <a:lnTo>
                  <a:pt x="1001799" y="59550"/>
                </a:lnTo>
                <a:lnTo>
                  <a:pt x="1001799" y="29916"/>
                </a:lnTo>
                <a:cubicBezTo>
                  <a:pt x="1001799" y="15095"/>
                  <a:pt x="1006666" y="7178"/>
                  <a:pt x="1016405" y="7178"/>
                </a:cubicBezTo>
                <a:cubicBezTo>
                  <a:pt x="1021784" y="7178"/>
                  <a:pt x="1025373" y="9731"/>
                  <a:pt x="1029983" y="17139"/>
                </a:cubicBezTo>
                <a:cubicBezTo>
                  <a:pt x="1034084" y="23782"/>
                  <a:pt x="1037157" y="26339"/>
                  <a:pt x="1041512" y="26339"/>
                </a:cubicBezTo>
                <a:cubicBezTo>
                  <a:pt x="1047407" y="26339"/>
                  <a:pt x="1052275" y="21737"/>
                  <a:pt x="1052275" y="15861"/>
                </a:cubicBezTo>
                <a:cubicBezTo>
                  <a:pt x="1052275" y="6662"/>
                  <a:pt x="1041000" y="0"/>
                  <a:pt x="1025627" y="0"/>
                </a:cubicBezTo>
                <a:cubicBezTo>
                  <a:pt x="1009743" y="0"/>
                  <a:pt x="996161" y="6920"/>
                  <a:pt x="989500" y="18672"/>
                </a:cubicBezTo>
                <a:cubicBezTo>
                  <a:pt x="982842" y="29916"/>
                  <a:pt x="980789" y="39111"/>
                  <a:pt x="980535" y="59550"/>
                </a:cubicBezTo>
                <a:lnTo>
                  <a:pt x="959525" y="59550"/>
                </a:lnTo>
                <a:lnTo>
                  <a:pt x="959525" y="67752"/>
                </a:lnTo>
                <a:lnTo>
                  <a:pt x="980535" y="67752"/>
                </a:lnTo>
                <a:lnTo>
                  <a:pt x="980535" y="148242"/>
                </a:lnTo>
                <a:cubicBezTo>
                  <a:pt x="980535" y="166953"/>
                  <a:pt x="977716" y="170029"/>
                  <a:pt x="959267" y="171054"/>
                </a:cubicBezTo>
                <a:lnTo>
                  <a:pt x="959267" y="174897"/>
                </a:lnTo>
                <a:lnTo>
                  <a:pt x="1025886" y="174897"/>
                </a:lnTo>
                <a:lnTo>
                  <a:pt x="1025886" y="171054"/>
                </a:lnTo>
                <a:cubicBezTo>
                  <a:pt x="1004876" y="170287"/>
                  <a:pt x="1002057" y="167469"/>
                  <a:pt x="1002057" y="148242"/>
                </a:cubicBezTo>
                <a:lnTo>
                  <a:pt x="1002057" y="67752"/>
                </a:lnTo>
                <a:lnTo>
                  <a:pt x="1033314" y="67752"/>
                </a:lnTo>
                <a:lnTo>
                  <a:pt x="1033314" y="59550"/>
                </a:lnTo>
                <a:close/>
                <a:moveTo>
                  <a:pt x="1205491" y="134887"/>
                </a:moveTo>
                <a:cubicBezTo>
                  <a:pt x="1193192" y="152808"/>
                  <a:pt x="1183969" y="158954"/>
                  <a:pt x="1169363" y="158954"/>
                </a:cubicBezTo>
                <a:cubicBezTo>
                  <a:pt x="1146047" y="158954"/>
                  <a:pt x="1129650" y="138472"/>
                  <a:pt x="1129650" y="109029"/>
                </a:cubicBezTo>
                <a:cubicBezTo>
                  <a:pt x="1129650" y="82659"/>
                  <a:pt x="1143744" y="64480"/>
                  <a:pt x="1164496" y="64480"/>
                </a:cubicBezTo>
                <a:cubicBezTo>
                  <a:pt x="1173718" y="64480"/>
                  <a:pt x="1177049" y="67295"/>
                  <a:pt x="1179614" y="76768"/>
                </a:cubicBezTo>
                <a:lnTo>
                  <a:pt x="1181150" y="82401"/>
                </a:lnTo>
                <a:cubicBezTo>
                  <a:pt x="1183199" y="89571"/>
                  <a:pt x="1187812" y="94181"/>
                  <a:pt x="1193192" y="94181"/>
                </a:cubicBezTo>
                <a:cubicBezTo>
                  <a:pt x="1199854" y="94181"/>
                  <a:pt x="1205491" y="89313"/>
                  <a:pt x="1205491" y="83425"/>
                </a:cubicBezTo>
                <a:cubicBezTo>
                  <a:pt x="1205491" y="69089"/>
                  <a:pt x="1187554" y="57048"/>
                  <a:pt x="1166032" y="57048"/>
                </a:cubicBezTo>
                <a:cubicBezTo>
                  <a:pt x="1153479" y="57048"/>
                  <a:pt x="1140413" y="62173"/>
                  <a:pt x="1129908" y="71392"/>
                </a:cubicBezTo>
                <a:cubicBezTo>
                  <a:pt x="1117097" y="82659"/>
                  <a:pt x="1109923" y="100068"/>
                  <a:pt x="1109923" y="120292"/>
                </a:cubicBezTo>
                <a:cubicBezTo>
                  <a:pt x="1109923" y="153578"/>
                  <a:pt x="1130162" y="177399"/>
                  <a:pt x="1158604" y="177399"/>
                </a:cubicBezTo>
                <a:cubicBezTo>
                  <a:pt x="1170133" y="177399"/>
                  <a:pt x="1180380" y="173302"/>
                  <a:pt x="1189607" y="165357"/>
                </a:cubicBezTo>
                <a:cubicBezTo>
                  <a:pt x="1196523" y="159208"/>
                  <a:pt x="1201390" y="152296"/>
                  <a:pt x="1209076" y="137189"/>
                </a:cubicBezTo>
                <a:lnTo>
                  <a:pt x="1205491" y="134887"/>
                </a:lnTo>
                <a:close/>
                <a:moveTo>
                  <a:pt x="1281332" y="57048"/>
                </a:moveTo>
                <a:cubicBezTo>
                  <a:pt x="1248023" y="57048"/>
                  <a:pt x="1224706" y="81635"/>
                  <a:pt x="1224706" y="116969"/>
                </a:cubicBezTo>
                <a:cubicBezTo>
                  <a:pt x="1224706" y="151533"/>
                  <a:pt x="1248535" y="177399"/>
                  <a:pt x="1280816" y="177399"/>
                </a:cubicBezTo>
                <a:cubicBezTo>
                  <a:pt x="1313101" y="177399"/>
                  <a:pt x="1337696" y="150255"/>
                  <a:pt x="1337696" y="114921"/>
                </a:cubicBezTo>
                <a:cubicBezTo>
                  <a:pt x="1337696" y="81377"/>
                  <a:pt x="1314125" y="57048"/>
                  <a:pt x="1281332" y="57048"/>
                </a:cubicBezTo>
                <a:moveTo>
                  <a:pt x="1278001" y="64226"/>
                </a:moveTo>
                <a:cubicBezTo>
                  <a:pt x="1299523" y="64226"/>
                  <a:pt x="1314637" y="88805"/>
                  <a:pt x="1314637" y="123881"/>
                </a:cubicBezTo>
                <a:cubicBezTo>
                  <a:pt x="1314637" y="152816"/>
                  <a:pt x="1303108" y="170225"/>
                  <a:pt x="1283893" y="170225"/>
                </a:cubicBezTo>
                <a:cubicBezTo>
                  <a:pt x="1273900" y="170225"/>
                  <a:pt x="1264419" y="164083"/>
                  <a:pt x="1259040" y="153840"/>
                </a:cubicBezTo>
                <a:cubicBezTo>
                  <a:pt x="1251866" y="140524"/>
                  <a:pt x="1247765" y="122603"/>
                  <a:pt x="1247765" y="104424"/>
                </a:cubicBezTo>
                <a:cubicBezTo>
                  <a:pt x="1247765" y="80098"/>
                  <a:pt x="1259806" y="64226"/>
                  <a:pt x="1278001" y="64226"/>
                </a:cubicBezTo>
                <a:close/>
                <a:moveTo>
                  <a:pt x="1349483" y="72936"/>
                </a:moveTo>
                <a:cubicBezTo>
                  <a:pt x="1351019" y="72166"/>
                  <a:pt x="1353584" y="71912"/>
                  <a:pt x="1356403" y="71912"/>
                </a:cubicBezTo>
                <a:cubicBezTo>
                  <a:pt x="1363577" y="71912"/>
                  <a:pt x="1365879" y="75755"/>
                  <a:pt x="1365879" y="88305"/>
                </a:cubicBezTo>
                <a:lnTo>
                  <a:pt x="1365879" y="151842"/>
                </a:lnTo>
                <a:cubicBezTo>
                  <a:pt x="1365879" y="166444"/>
                  <a:pt x="1363061" y="170029"/>
                  <a:pt x="1349995" y="171054"/>
                </a:cubicBezTo>
                <a:lnTo>
                  <a:pt x="1349995" y="174897"/>
                </a:lnTo>
                <a:lnTo>
                  <a:pt x="1404314" y="174897"/>
                </a:lnTo>
                <a:lnTo>
                  <a:pt x="1404314" y="171054"/>
                </a:lnTo>
                <a:cubicBezTo>
                  <a:pt x="1391244" y="170029"/>
                  <a:pt x="1387401" y="166956"/>
                  <a:pt x="1387401" y="157734"/>
                </a:cubicBezTo>
                <a:lnTo>
                  <a:pt x="1387401" y="85744"/>
                </a:lnTo>
                <a:cubicBezTo>
                  <a:pt x="1399701" y="74215"/>
                  <a:pt x="1405338" y="71142"/>
                  <a:pt x="1413795" y="71142"/>
                </a:cubicBezTo>
                <a:cubicBezTo>
                  <a:pt x="1426348" y="71142"/>
                  <a:pt x="1432498" y="79082"/>
                  <a:pt x="1432498" y="95991"/>
                </a:cubicBezTo>
                <a:lnTo>
                  <a:pt x="1432498" y="149536"/>
                </a:lnTo>
                <a:cubicBezTo>
                  <a:pt x="1432498" y="165674"/>
                  <a:pt x="1429167" y="170029"/>
                  <a:pt x="1416355" y="171054"/>
                </a:cubicBezTo>
                <a:lnTo>
                  <a:pt x="1416355" y="174897"/>
                </a:lnTo>
                <a:lnTo>
                  <a:pt x="1469650" y="174897"/>
                </a:lnTo>
                <a:lnTo>
                  <a:pt x="1469650" y="171054"/>
                </a:lnTo>
                <a:cubicBezTo>
                  <a:pt x="1457093" y="169775"/>
                  <a:pt x="1454020" y="166698"/>
                  <a:pt x="1454020" y="154149"/>
                </a:cubicBezTo>
                <a:lnTo>
                  <a:pt x="1454020" y="95479"/>
                </a:lnTo>
                <a:cubicBezTo>
                  <a:pt x="1454020" y="71400"/>
                  <a:pt x="1442745" y="57048"/>
                  <a:pt x="1423787" y="57048"/>
                </a:cubicBezTo>
                <a:cubicBezTo>
                  <a:pt x="1412000" y="57048"/>
                  <a:pt x="1404056" y="61407"/>
                  <a:pt x="1386635" y="77804"/>
                </a:cubicBezTo>
                <a:lnTo>
                  <a:pt x="1386635" y="57564"/>
                </a:lnTo>
                <a:lnTo>
                  <a:pt x="1384841" y="57048"/>
                </a:lnTo>
                <a:cubicBezTo>
                  <a:pt x="1372287" y="61661"/>
                  <a:pt x="1363577" y="64480"/>
                  <a:pt x="1349483" y="68581"/>
                </a:cubicBezTo>
                <a:lnTo>
                  <a:pt x="1349483" y="72936"/>
                </a:lnTo>
                <a:close/>
                <a:moveTo>
                  <a:pt x="1554198" y="94396"/>
                </a:moveTo>
                <a:lnTo>
                  <a:pt x="1553173" y="59550"/>
                </a:lnTo>
                <a:lnTo>
                  <a:pt x="1550354" y="59550"/>
                </a:lnTo>
                <a:lnTo>
                  <a:pt x="1549842" y="60066"/>
                </a:lnTo>
                <a:cubicBezTo>
                  <a:pt x="1547536" y="61857"/>
                  <a:pt x="1547282" y="62115"/>
                  <a:pt x="1546257" y="62115"/>
                </a:cubicBezTo>
                <a:cubicBezTo>
                  <a:pt x="1544721" y="62115"/>
                  <a:pt x="1542156" y="61602"/>
                  <a:pt x="1539337" y="60320"/>
                </a:cubicBezTo>
                <a:cubicBezTo>
                  <a:pt x="1533700" y="58326"/>
                  <a:pt x="1528066" y="57298"/>
                  <a:pt x="1521404" y="57298"/>
                </a:cubicBezTo>
                <a:cubicBezTo>
                  <a:pt x="1501161" y="57298"/>
                  <a:pt x="1486559" y="70364"/>
                  <a:pt x="1486559" y="88801"/>
                </a:cubicBezTo>
                <a:cubicBezTo>
                  <a:pt x="1486559" y="103137"/>
                  <a:pt x="1494757" y="113380"/>
                  <a:pt x="1516537" y="125672"/>
                </a:cubicBezTo>
                <a:lnTo>
                  <a:pt x="1531397" y="134124"/>
                </a:lnTo>
                <a:cubicBezTo>
                  <a:pt x="1540362" y="139246"/>
                  <a:pt x="1544721" y="145391"/>
                  <a:pt x="1544721" y="153328"/>
                </a:cubicBezTo>
                <a:cubicBezTo>
                  <a:pt x="1544721" y="164595"/>
                  <a:pt x="1536519" y="171765"/>
                  <a:pt x="1523453" y="171765"/>
                </a:cubicBezTo>
                <a:cubicBezTo>
                  <a:pt x="1514743" y="171765"/>
                  <a:pt x="1506798" y="168434"/>
                  <a:pt x="1501931" y="162801"/>
                </a:cubicBezTo>
                <a:cubicBezTo>
                  <a:pt x="1496551" y="156401"/>
                  <a:pt x="1494245" y="150509"/>
                  <a:pt x="1490914" y="135915"/>
                </a:cubicBezTo>
                <a:lnTo>
                  <a:pt x="1486813" y="135915"/>
                </a:lnTo>
                <a:lnTo>
                  <a:pt x="1486813" y="175862"/>
                </a:lnTo>
                <a:lnTo>
                  <a:pt x="1490144" y="175862"/>
                </a:lnTo>
                <a:cubicBezTo>
                  <a:pt x="1491938" y="173302"/>
                  <a:pt x="1492963" y="172789"/>
                  <a:pt x="1496039" y="172789"/>
                </a:cubicBezTo>
                <a:cubicBezTo>
                  <a:pt x="1498346" y="172848"/>
                  <a:pt x="1501931" y="173360"/>
                  <a:pt x="1507823" y="174897"/>
                </a:cubicBezTo>
                <a:cubicBezTo>
                  <a:pt x="1514997" y="176374"/>
                  <a:pt x="1521917" y="177399"/>
                  <a:pt x="1526526" y="177399"/>
                </a:cubicBezTo>
                <a:cubicBezTo>
                  <a:pt x="1546257" y="177399"/>
                  <a:pt x="1562654" y="162546"/>
                  <a:pt x="1562654" y="144621"/>
                </a:cubicBezTo>
                <a:cubicBezTo>
                  <a:pt x="1562654" y="131818"/>
                  <a:pt x="1556504" y="123369"/>
                  <a:pt x="1541132" y="114150"/>
                </a:cubicBezTo>
                <a:lnTo>
                  <a:pt x="1513460" y="97762"/>
                </a:lnTo>
                <a:cubicBezTo>
                  <a:pt x="1506286" y="93664"/>
                  <a:pt x="1502443" y="87265"/>
                  <a:pt x="1502443" y="80349"/>
                </a:cubicBezTo>
                <a:cubicBezTo>
                  <a:pt x="1502443" y="70106"/>
                  <a:pt x="1510387" y="62936"/>
                  <a:pt x="1522171" y="62936"/>
                </a:cubicBezTo>
                <a:cubicBezTo>
                  <a:pt x="1536777" y="62936"/>
                  <a:pt x="1544463" y="71642"/>
                  <a:pt x="1550354" y="94435"/>
                </a:cubicBezTo>
                <a:lnTo>
                  <a:pt x="1554198" y="94396"/>
                </a:lnTo>
                <a:close/>
                <a:moveTo>
                  <a:pt x="1638493" y="59550"/>
                </a:moveTo>
                <a:lnTo>
                  <a:pt x="1612616" y="59550"/>
                </a:lnTo>
                <a:lnTo>
                  <a:pt x="1612616" y="29830"/>
                </a:lnTo>
                <a:cubicBezTo>
                  <a:pt x="1612616" y="27269"/>
                  <a:pt x="1612362" y="26499"/>
                  <a:pt x="1610821" y="26499"/>
                </a:cubicBezTo>
                <a:cubicBezTo>
                  <a:pt x="1609031" y="28805"/>
                  <a:pt x="1607490" y="31112"/>
                  <a:pt x="1605700" y="33673"/>
                </a:cubicBezTo>
                <a:cubicBezTo>
                  <a:pt x="1595961" y="47767"/>
                  <a:pt x="1584944" y="60066"/>
                  <a:pt x="1580847" y="61090"/>
                </a:cubicBezTo>
                <a:cubicBezTo>
                  <a:pt x="1578028" y="62881"/>
                  <a:pt x="1576488" y="64675"/>
                  <a:pt x="1576488" y="65958"/>
                </a:cubicBezTo>
                <a:cubicBezTo>
                  <a:pt x="1576488" y="66728"/>
                  <a:pt x="1576746" y="67240"/>
                  <a:pt x="1577516" y="67752"/>
                </a:cubicBezTo>
                <a:lnTo>
                  <a:pt x="1591094" y="67752"/>
                </a:lnTo>
                <a:lnTo>
                  <a:pt x="1591094" y="144864"/>
                </a:lnTo>
                <a:cubicBezTo>
                  <a:pt x="1591094" y="166382"/>
                  <a:pt x="1598780" y="177399"/>
                  <a:pt x="1613898" y="177399"/>
                </a:cubicBezTo>
                <a:cubicBezTo>
                  <a:pt x="1626452" y="177399"/>
                  <a:pt x="1636186" y="171253"/>
                  <a:pt x="1644643" y="157929"/>
                </a:cubicBezTo>
                <a:lnTo>
                  <a:pt x="1641312" y="155111"/>
                </a:lnTo>
                <a:cubicBezTo>
                  <a:pt x="1635932" y="161514"/>
                  <a:pt x="1631577" y="164079"/>
                  <a:pt x="1625939" y="164079"/>
                </a:cubicBezTo>
                <a:cubicBezTo>
                  <a:pt x="1616459" y="164079"/>
                  <a:pt x="1612616" y="157159"/>
                  <a:pt x="1612616" y="141021"/>
                </a:cubicBezTo>
                <a:lnTo>
                  <a:pt x="1612616" y="67752"/>
                </a:lnTo>
                <a:lnTo>
                  <a:pt x="1638493" y="67752"/>
                </a:lnTo>
                <a:lnTo>
                  <a:pt x="1638493" y="59550"/>
                </a:lnTo>
                <a:close/>
                <a:moveTo>
                  <a:pt x="1757632" y="157933"/>
                </a:moveTo>
                <a:cubicBezTo>
                  <a:pt x="1753277" y="161514"/>
                  <a:pt x="1750204" y="162797"/>
                  <a:pt x="1746361" y="162797"/>
                </a:cubicBezTo>
                <a:cubicBezTo>
                  <a:pt x="1740469" y="162797"/>
                  <a:pt x="1738675" y="159212"/>
                  <a:pt x="1738675" y="147948"/>
                </a:cubicBezTo>
                <a:lnTo>
                  <a:pt x="1738675" y="98020"/>
                </a:lnTo>
                <a:cubicBezTo>
                  <a:pt x="1738675" y="84704"/>
                  <a:pt x="1737392" y="77280"/>
                  <a:pt x="1733549" y="71134"/>
                </a:cubicBezTo>
                <a:cubicBezTo>
                  <a:pt x="1727912" y="61919"/>
                  <a:pt x="1716895" y="57048"/>
                  <a:pt x="1701780" y="57048"/>
                </a:cubicBezTo>
                <a:cubicBezTo>
                  <a:pt x="1677694" y="57048"/>
                  <a:pt x="1658736" y="69597"/>
                  <a:pt x="1658736" y="85728"/>
                </a:cubicBezTo>
                <a:cubicBezTo>
                  <a:pt x="1658736" y="91620"/>
                  <a:pt x="1663858" y="96737"/>
                  <a:pt x="1669754" y="96737"/>
                </a:cubicBezTo>
                <a:cubicBezTo>
                  <a:pt x="1675899" y="96737"/>
                  <a:pt x="1681283" y="91620"/>
                  <a:pt x="1681283" y="85986"/>
                </a:cubicBezTo>
                <a:cubicBezTo>
                  <a:pt x="1681283" y="84962"/>
                  <a:pt x="1681025" y="83680"/>
                  <a:pt x="1680771" y="81889"/>
                </a:cubicBezTo>
                <a:cubicBezTo>
                  <a:pt x="1680258" y="79586"/>
                  <a:pt x="1680000" y="77538"/>
                  <a:pt x="1680000" y="75743"/>
                </a:cubicBezTo>
                <a:cubicBezTo>
                  <a:pt x="1680000" y="68831"/>
                  <a:pt x="1688199" y="63198"/>
                  <a:pt x="1698449" y="63198"/>
                </a:cubicBezTo>
                <a:cubicBezTo>
                  <a:pt x="1711003" y="63198"/>
                  <a:pt x="1717919" y="70622"/>
                  <a:pt x="1717919" y="84450"/>
                </a:cubicBezTo>
                <a:lnTo>
                  <a:pt x="1717919" y="100068"/>
                </a:lnTo>
                <a:cubicBezTo>
                  <a:pt x="1678464" y="115941"/>
                  <a:pt x="1674109" y="117990"/>
                  <a:pt x="1663092" y="127720"/>
                </a:cubicBezTo>
                <a:cubicBezTo>
                  <a:pt x="1657454" y="132842"/>
                  <a:pt x="1653865" y="141544"/>
                  <a:pt x="1653865" y="149993"/>
                </a:cubicBezTo>
                <a:cubicBezTo>
                  <a:pt x="1653865" y="166128"/>
                  <a:pt x="1665140" y="177399"/>
                  <a:pt x="1680771" y="177399"/>
                </a:cubicBezTo>
                <a:cubicBezTo>
                  <a:pt x="1692042" y="177399"/>
                  <a:pt x="1702547" y="172019"/>
                  <a:pt x="1718177" y="158696"/>
                </a:cubicBezTo>
                <a:cubicBezTo>
                  <a:pt x="1719459" y="172019"/>
                  <a:pt x="1724069" y="177399"/>
                  <a:pt x="1734574" y="177399"/>
                </a:cubicBezTo>
                <a:cubicBezTo>
                  <a:pt x="1743284" y="177399"/>
                  <a:pt x="1748667" y="174326"/>
                  <a:pt x="1757632" y="164591"/>
                </a:cubicBezTo>
                <a:lnTo>
                  <a:pt x="1757632" y="157933"/>
                </a:lnTo>
                <a:moveTo>
                  <a:pt x="1717919" y="143323"/>
                </a:moveTo>
                <a:cubicBezTo>
                  <a:pt x="1717919" y="151267"/>
                  <a:pt x="1716640" y="153574"/>
                  <a:pt x="1711257" y="156647"/>
                </a:cubicBezTo>
                <a:cubicBezTo>
                  <a:pt x="1705111" y="160236"/>
                  <a:pt x="1697937" y="162539"/>
                  <a:pt x="1692554" y="162539"/>
                </a:cubicBezTo>
                <a:cubicBezTo>
                  <a:pt x="1683589" y="162539"/>
                  <a:pt x="1676415" y="153828"/>
                  <a:pt x="1676415" y="142811"/>
                </a:cubicBezTo>
                <a:lnTo>
                  <a:pt x="1676415" y="141787"/>
                </a:lnTo>
                <a:cubicBezTo>
                  <a:pt x="1676415" y="126669"/>
                  <a:pt x="1686916" y="117446"/>
                  <a:pt x="1717919" y="106171"/>
                </a:cubicBezTo>
                <a:lnTo>
                  <a:pt x="1717919" y="143323"/>
                </a:lnTo>
                <a:close/>
                <a:moveTo>
                  <a:pt x="1762245" y="72936"/>
                </a:moveTo>
                <a:cubicBezTo>
                  <a:pt x="1763781" y="72166"/>
                  <a:pt x="1766346" y="71912"/>
                  <a:pt x="1769165" y="71912"/>
                </a:cubicBezTo>
                <a:cubicBezTo>
                  <a:pt x="1776339" y="71912"/>
                  <a:pt x="1778642" y="75755"/>
                  <a:pt x="1778642" y="88305"/>
                </a:cubicBezTo>
                <a:lnTo>
                  <a:pt x="1778642" y="151842"/>
                </a:lnTo>
                <a:cubicBezTo>
                  <a:pt x="1778642" y="166444"/>
                  <a:pt x="1775823" y="170029"/>
                  <a:pt x="1762757" y="171054"/>
                </a:cubicBezTo>
                <a:lnTo>
                  <a:pt x="1762757" y="174897"/>
                </a:lnTo>
                <a:lnTo>
                  <a:pt x="1817076" y="174897"/>
                </a:lnTo>
                <a:lnTo>
                  <a:pt x="1817076" y="171054"/>
                </a:lnTo>
                <a:cubicBezTo>
                  <a:pt x="1804007" y="170029"/>
                  <a:pt x="1800164" y="166956"/>
                  <a:pt x="1800164" y="157734"/>
                </a:cubicBezTo>
                <a:lnTo>
                  <a:pt x="1800164" y="85744"/>
                </a:lnTo>
                <a:cubicBezTo>
                  <a:pt x="1812463" y="74215"/>
                  <a:pt x="1818100" y="71142"/>
                  <a:pt x="1826557" y="71142"/>
                </a:cubicBezTo>
                <a:cubicBezTo>
                  <a:pt x="1839110" y="71142"/>
                  <a:pt x="1845260" y="79082"/>
                  <a:pt x="1845260" y="95991"/>
                </a:cubicBezTo>
                <a:lnTo>
                  <a:pt x="1845260" y="149536"/>
                </a:lnTo>
                <a:cubicBezTo>
                  <a:pt x="1845260" y="165674"/>
                  <a:pt x="1841929" y="170029"/>
                  <a:pt x="1829117" y="171054"/>
                </a:cubicBezTo>
                <a:lnTo>
                  <a:pt x="1829117" y="174897"/>
                </a:lnTo>
                <a:lnTo>
                  <a:pt x="1882412" y="174897"/>
                </a:lnTo>
                <a:lnTo>
                  <a:pt x="1882412" y="171054"/>
                </a:lnTo>
                <a:cubicBezTo>
                  <a:pt x="1869855" y="169775"/>
                  <a:pt x="1866782" y="166698"/>
                  <a:pt x="1866782" y="154149"/>
                </a:cubicBezTo>
                <a:lnTo>
                  <a:pt x="1866782" y="95479"/>
                </a:lnTo>
                <a:cubicBezTo>
                  <a:pt x="1866782" y="71400"/>
                  <a:pt x="1855507" y="57048"/>
                  <a:pt x="1836550" y="57048"/>
                </a:cubicBezTo>
                <a:cubicBezTo>
                  <a:pt x="1824762" y="57048"/>
                  <a:pt x="1816818" y="61407"/>
                  <a:pt x="1799397" y="77804"/>
                </a:cubicBezTo>
                <a:lnTo>
                  <a:pt x="1799397" y="57564"/>
                </a:lnTo>
                <a:lnTo>
                  <a:pt x="1797603" y="57048"/>
                </a:lnTo>
                <a:cubicBezTo>
                  <a:pt x="1785049" y="61661"/>
                  <a:pt x="1776339" y="64480"/>
                  <a:pt x="1762245" y="68581"/>
                </a:cubicBezTo>
                <a:lnTo>
                  <a:pt x="1762245" y="72936"/>
                </a:lnTo>
                <a:close/>
                <a:moveTo>
                  <a:pt x="1951587" y="59550"/>
                </a:moveTo>
                <a:lnTo>
                  <a:pt x="1925710" y="59550"/>
                </a:lnTo>
                <a:lnTo>
                  <a:pt x="1925710" y="29830"/>
                </a:lnTo>
                <a:cubicBezTo>
                  <a:pt x="1925710" y="27269"/>
                  <a:pt x="1925456" y="26499"/>
                  <a:pt x="1923916" y="26499"/>
                </a:cubicBezTo>
                <a:cubicBezTo>
                  <a:pt x="1922125" y="28805"/>
                  <a:pt x="1920585" y="31112"/>
                  <a:pt x="1918794" y="33673"/>
                </a:cubicBezTo>
                <a:cubicBezTo>
                  <a:pt x="1909056" y="47767"/>
                  <a:pt x="1898039" y="60066"/>
                  <a:pt x="1893941" y="61090"/>
                </a:cubicBezTo>
                <a:cubicBezTo>
                  <a:pt x="1891123" y="62881"/>
                  <a:pt x="1889582" y="64675"/>
                  <a:pt x="1889582" y="65958"/>
                </a:cubicBezTo>
                <a:cubicBezTo>
                  <a:pt x="1889582" y="66728"/>
                  <a:pt x="1889840" y="67240"/>
                  <a:pt x="1890611" y="67752"/>
                </a:cubicBezTo>
                <a:lnTo>
                  <a:pt x="1904188" y="67752"/>
                </a:lnTo>
                <a:lnTo>
                  <a:pt x="1904188" y="144864"/>
                </a:lnTo>
                <a:cubicBezTo>
                  <a:pt x="1904188" y="166382"/>
                  <a:pt x="1911874" y="177399"/>
                  <a:pt x="1926993" y="177399"/>
                </a:cubicBezTo>
                <a:cubicBezTo>
                  <a:pt x="1939546" y="177399"/>
                  <a:pt x="1949281" y="171253"/>
                  <a:pt x="1957737" y="157929"/>
                </a:cubicBezTo>
                <a:lnTo>
                  <a:pt x="1954406" y="155111"/>
                </a:lnTo>
                <a:cubicBezTo>
                  <a:pt x="1949027" y="161514"/>
                  <a:pt x="1944671" y="164079"/>
                  <a:pt x="1939034" y="164079"/>
                </a:cubicBezTo>
                <a:cubicBezTo>
                  <a:pt x="1929553" y="164079"/>
                  <a:pt x="1925710" y="157159"/>
                  <a:pt x="1925710" y="141021"/>
                </a:cubicBezTo>
                <a:lnTo>
                  <a:pt x="1925710" y="67752"/>
                </a:lnTo>
                <a:lnTo>
                  <a:pt x="1951587" y="67752"/>
                </a:lnTo>
                <a:lnTo>
                  <a:pt x="1951587" y="59550"/>
                </a:lnTo>
                <a:close/>
                <a:moveTo>
                  <a:pt x="2085591" y="57048"/>
                </a:moveTo>
                <a:cubicBezTo>
                  <a:pt x="2052281" y="57048"/>
                  <a:pt x="2028965" y="81635"/>
                  <a:pt x="2028965" y="116969"/>
                </a:cubicBezTo>
                <a:cubicBezTo>
                  <a:pt x="2028965" y="151533"/>
                  <a:pt x="2052793" y="177399"/>
                  <a:pt x="2085074" y="177399"/>
                </a:cubicBezTo>
                <a:cubicBezTo>
                  <a:pt x="2117359" y="177399"/>
                  <a:pt x="2141954" y="150255"/>
                  <a:pt x="2141954" y="114921"/>
                </a:cubicBezTo>
                <a:cubicBezTo>
                  <a:pt x="2141954" y="81377"/>
                  <a:pt x="2118384" y="57048"/>
                  <a:pt x="2085591" y="57048"/>
                </a:cubicBezTo>
                <a:moveTo>
                  <a:pt x="2082260" y="64226"/>
                </a:moveTo>
                <a:cubicBezTo>
                  <a:pt x="2103782" y="64226"/>
                  <a:pt x="2118896" y="88805"/>
                  <a:pt x="2118896" y="123881"/>
                </a:cubicBezTo>
                <a:cubicBezTo>
                  <a:pt x="2118896" y="152816"/>
                  <a:pt x="2107367" y="170225"/>
                  <a:pt x="2088151" y="170225"/>
                </a:cubicBezTo>
                <a:cubicBezTo>
                  <a:pt x="2078159" y="170225"/>
                  <a:pt x="2068678" y="164083"/>
                  <a:pt x="2063298" y="153840"/>
                </a:cubicBezTo>
                <a:cubicBezTo>
                  <a:pt x="2056124" y="140524"/>
                  <a:pt x="2052023" y="122603"/>
                  <a:pt x="2052023" y="104424"/>
                </a:cubicBezTo>
                <a:cubicBezTo>
                  <a:pt x="2052023" y="80098"/>
                  <a:pt x="2064065" y="64226"/>
                  <a:pt x="2082260" y="64226"/>
                </a:cubicBezTo>
                <a:close/>
                <a:moveTo>
                  <a:pt x="2228812" y="59550"/>
                </a:moveTo>
                <a:lnTo>
                  <a:pt x="2197297" y="59550"/>
                </a:lnTo>
                <a:lnTo>
                  <a:pt x="2197297" y="29916"/>
                </a:lnTo>
                <a:cubicBezTo>
                  <a:pt x="2197297" y="15095"/>
                  <a:pt x="2202165" y="7178"/>
                  <a:pt x="2211903" y="7178"/>
                </a:cubicBezTo>
                <a:cubicBezTo>
                  <a:pt x="2217283" y="7178"/>
                  <a:pt x="2220872" y="9731"/>
                  <a:pt x="2225481" y="17139"/>
                </a:cubicBezTo>
                <a:cubicBezTo>
                  <a:pt x="2229582" y="23782"/>
                  <a:pt x="2232655" y="26339"/>
                  <a:pt x="2237010" y="26339"/>
                </a:cubicBezTo>
                <a:cubicBezTo>
                  <a:pt x="2242906" y="26339"/>
                  <a:pt x="2247773" y="21737"/>
                  <a:pt x="2247773" y="15861"/>
                </a:cubicBezTo>
                <a:cubicBezTo>
                  <a:pt x="2247773" y="6662"/>
                  <a:pt x="2236498" y="0"/>
                  <a:pt x="2221126" y="0"/>
                </a:cubicBezTo>
                <a:cubicBezTo>
                  <a:pt x="2205241" y="0"/>
                  <a:pt x="2191660" y="6920"/>
                  <a:pt x="2184998" y="18672"/>
                </a:cubicBezTo>
                <a:cubicBezTo>
                  <a:pt x="2178340" y="29916"/>
                  <a:pt x="2176287" y="39111"/>
                  <a:pt x="2176033" y="59550"/>
                </a:cubicBezTo>
                <a:lnTo>
                  <a:pt x="2155023" y="59550"/>
                </a:lnTo>
                <a:lnTo>
                  <a:pt x="2155023" y="67752"/>
                </a:lnTo>
                <a:lnTo>
                  <a:pt x="2176033" y="67752"/>
                </a:lnTo>
                <a:lnTo>
                  <a:pt x="2176033" y="148242"/>
                </a:lnTo>
                <a:cubicBezTo>
                  <a:pt x="2176033" y="166953"/>
                  <a:pt x="2173214" y="170029"/>
                  <a:pt x="2154765" y="171054"/>
                </a:cubicBezTo>
                <a:lnTo>
                  <a:pt x="2154765" y="174897"/>
                </a:lnTo>
                <a:lnTo>
                  <a:pt x="2221384" y="174897"/>
                </a:lnTo>
                <a:lnTo>
                  <a:pt x="2221384" y="171054"/>
                </a:lnTo>
                <a:cubicBezTo>
                  <a:pt x="2200374" y="170287"/>
                  <a:pt x="2197555" y="167469"/>
                  <a:pt x="2197555" y="148242"/>
                </a:cubicBezTo>
                <a:lnTo>
                  <a:pt x="2197555" y="67752"/>
                </a:lnTo>
                <a:lnTo>
                  <a:pt x="2228812" y="67752"/>
                </a:lnTo>
                <a:lnTo>
                  <a:pt x="2228812" y="59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fset.">
            <a:extLst xmlns:a="http://schemas.openxmlformats.org/drawingml/2006/main">
              <a:ext uri="{FF2B5EF4-FFF2-40B4-BE49-F238E27FC236}">
                <a16:creationId xmlns:a16="http://schemas.microsoft.com/office/drawing/2014/main" id="{B38B4439-6ED5-4AD5-BB2E-B5DD9618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233" y="8045445"/>
            <a:ext cx="411228" cy="177649"/>
          </a:xfrm>
          <a:custGeom xmlns:a="http://schemas.openxmlformats.org/drawingml/2006/main">
            <a:pathLst>
              <a:path w="411228" h="177649">
                <a:moveTo>
                  <a:pt x="74046" y="59550"/>
                </a:moveTo>
                <a:lnTo>
                  <a:pt x="42532" y="59550"/>
                </a:lnTo>
                <a:lnTo>
                  <a:pt x="42532" y="29916"/>
                </a:lnTo>
                <a:cubicBezTo>
                  <a:pt x="42532" y="15095"/>
                  <a:pt x="47399" y="7178"/>
                  <a:pt x="57138" y="7178"/>
                </a:cubicBezTo>
                <a:cubicBezTo>
                  <a:pt x="62517" y="7178"/>
                  <a:pt x="66106" y="9731"/>
                  <a:pt x="70716" y="17139"/>
                </a:cubicBezTo>
                <a:cubicBezTo>
                  <a:pt x="74817" y="23782"/>
                  <a:pt x="77890" y="26339"/>
                  <a:pt x="82245" y="26339"/>
                </a:cubicBezTo>
                <a:cubicBezTo>
                  <a:pt x="88140" y="26339"/>
                  <a:pt x="93008" y="21737"/>
                  <a:pt x="93008" y="15861"/>
                </a:cubicBezTo>
                <a:cubicBezTo>
                  <a:pt x="93008" y="6662"/>
                  <a:pt x="81733" y="0"/>
                  <a:pt x="66360" y="0"/>
                </a:cubicBezTo>
                <a:cubicBezTo>
                  <a:pt x="50476" y="0"/>
                  <a:pt x="36894" y="6920"/>
                  <a:pt x="30232" y="18672"/>
                </a:cubicBezTo>
                <a:cubicBezTo>
                  <a:pt x="23574" y="29916"/>
                  <a:pt x="21522" y="39111"/>
                  <a:pt x="21268" y="59550"/>
                </a:cubicBezTo>
                <a:lnTo>
                  <a:pt x="258" y="59550"/>
                </a:lnTo>
                <a:lnTo>
                  <a:pt x="258" y="67752"/>
                </a:lnTo>
                <a:lnTo>
                  <a:pt x="21268" y="67752"/>
                </a:lnTo>
                <a:lnTo>
                  <a:pt x="21268" y="148242"/>
                </a:lnTo>
                <a:cubicBezTo>
                  <a:pt x="21268" y="166953"/>
                  <a:pt x="18449" y="170029"/>
                  <a:pt x="0" y="171054"/>
                </a:cubicBezTo>
                <a:lnTo>
                  <a:pt x="0" y="174897"/>
                </a:lnTo>
                <a:lnTo>
                  <a:pt x="66618" y="174897"/>
                </a:lnTo>
                <a:lnTo>
                  <a:pt x="66618" y="171054"/>
                </a:lnTo>
                <a:cubicBezTo>
                  <a:pt x="45609" y="170287"/>
                  <a:pt x="42790" y="167469"/>
                  <a:pt x="42790" y="148242"/>
                </a:cubicBezTo>
                <a:lnTo>
                  <a:pt x="42790" y="67752"/>
                </a:lnTo>
                <a:lnTo>
                  <a:pt x="74046" y="67752"/>
                </a:lnTo>
                <a:lnTo>
                  <a:pt x="74046" y="59550"/>
                </a:lnTo>
                <a:close/>
                <a:moveTo>
                  <a:pt x="160902" y="94396"/>
                </a:moveTo>
                <a:lnTo>
                  <a:pt x="159878" y="59550"/>
                </a:lnTo>
                <a:lnTo>
                  <a:pt x="157059" y="59550"/>
                </a:lnTo>
                <a:lnTo>
                  <a:pt x="156547" y="60066"/>
                </a:lnTo>
                <a:cubicBezTo>
                  <a:pt x="154241" y="61857"/>
                  <a:pt x="153986" y="62115"/>
                  <a:pt x="152962" y="62115"/>
                </a:cubicBezTo>
                <a:cubicBezTo>
                  <a:pt x="151426" y="62115"/>
                  <a:pt x="148861" y="61602"/>
                  <a:pt x="146042" y="60320"/>
                </a:cubicBezTo>
                <a:cubicBezTo>
                  <a:pt x="140405" y="58326"/>
                  <a:pt x="134771" y="57298"/>
                  <a:pt x="128109" y="57298"/>
                </a:cubicBezTo>
                <a:cubicBezTo>
                  <a:pt x="107866" y="57298"/>
                  <a:pt x="93264" y="70364"/>
                  <a:pt x="93264" y="88801"/>
                </a:cubicBezTo>
                <a:cubicBezTo>
                  <a:pt x="93264" y="103137"/>
                  <a:pt x="101462" y="113380"/>
                  <a:pt x="123242" y="125672"/>
                </a:cubicBezTo>
                <a:lnTo>
                  <a:pt x="138102" y="134124"/>
                </a:lnTo>
                <a:cubicBezTo>
                  <a:pt x="147067" y="139246"/>
                  <a:pt x="151426" y="145391"/>
                  <a:pt x="151426" y="153328"/>
                </a:cubicBezTo>
                <a:cubicBezTo>
                  <a:pt x="151426" y="164595"/>
                  <a:pt x="143224" y="171765"/>
                  <a:pt x="130158" y="171765"/>
                </a:cubicBezTo>
                <a:cubicBezTo>
                  <a:pt x="121447" y="171765"/>
                  <a:pt x="113503" y="168434"/>
                  <a:pt x="108636" y="162801"/>
                </a:cubicBezTo>
                <a:cubicBezTo>
                  <a:pt x="103256" y="156401"/>
                  <a:pt x="100950" y="150509"/>
                  <a:pt x="97619" y="135915"/>
                </a:cubicBezTo>
                <a:lnTo>
                  <a:pt x="93518" y="135915"/>
                </a:lnTo>
                <a:lnTo>
                  <a:pt x="93518" y="175862"/>
                </a:lnTo>
                <a:lnTo>
                  <a:pt x="96849" y="175862"/>
                </a:lnTo>
                <a:cubicBezTo>
                  <a:pt x="98643" y="173302"/>
                  <a:pt x="99667" y="172789"/>
                  <a:pt x="102744" y="172789"/>
                </a:cubicBezTo>
                <a:cubicBezTo>
                  <a:pt x="105051" y="172848"/>
                  <a:pt x="108636" y="173360"/>
                  <a:pt x="114528" y="174897"/>
                </a:cubicBezTo>
                <a:cubicBezTo>
                  <a:pt x="121702" y="176374"/>
                  <a:pt x="128621" y="177399"/>
                  <a:pt x="133231" y="177399"/>
                </a:cubicBezTo>
                <a:cubicBezTo>
                  <a:pt x="152962" y="177399"/>
                  <a:pt x="169359" y="162546"/>
                  <a:pt x="169359" y="144621"/>
                </a:cubicBezTo>
                <a:cubicBezTo>
                  <a:pt x="169359" y="131818"/>
                  <a:pt x="163209" y="123369"/>
                  <a:pt x="147837" y="114150"/>
                </a:cubicBezTo>
                <a:lnTo>
                  <a:pt x="120165" y="97762"/>
                </a:lnTo>
                <a:cubicBezTo>
                  <a:pt x="112991" y="93664"/>
                  <a:pt x="109148" y="87265"/>
                  <a:pt x="109148" y="80349"/>
                </a:cubicBezTo>
                <a:cubicBezTo>
                  <a:pt x="109148" y="70106"/>
                  <a:pt x="117092" y="62936"/>
                  <a:pt x="128876" y="62936"/>
                </a:cubicBezTo>
                <a:cubicBezTo>
                  <a:pt x="143482" y="62936"/>
                  <a:pt x="151168" y="71642"/>
                  <a:pt x="157059" y="94435"/>
                </a:cubicBezTo>
                <a:lnTo>
                  <a:pt x="160902" y="94396"/>
                </a:lnTo>
                <a:close/>
                <a:moveTo>
                  <a:pt x="284399" y="132807"/>
                </a:moveTo>
                <a:cubicBezTo>
                  <a:pt x="272103" y="152288"/>
                  <a:pt x="261082" y="159724"/>
                  <a:pt x="244686" y="159724"/>
                </a:cubicBezTo>
                <a:cubicBezTo>
                  <a:pt x="230084" y="159724"/>
                  <a:pt x="219066" y="152288"/>
                  <a:pt x="211634" y="137678"/>
                </a:cubicBezTo>
                <a:cubicBezTo>
                  <a:pt x="207021" y="127935"/>
                  <a:pt x="205231" y="119475"/>
                  <a:pt x="204719" y="103837"/>
                </a:cubicBezTo>
                <a:lnTo>
                  <a:pt x="283632" y="103837"/>
                </a:lnTo>
                <a:cubicBezTo>
                  <a:pt x="281580" y="87214"/>
                  <a:pt x="279019" y="79809"/>
                  <a:pt x="272615" y="71638"/>
                </a:cubicBezTo>
                <a:cubicBezTo>
                  <a:pt x="264925" y="62431"/>
                  <a:pt x="253142" y="57048"/>
                  <a:pt x="239818" y="57048"/>
                </a:cubicBezTo>
                <a:cubicBezTo>
                  <a:pt x="227007" y="57048"/>
                  <a:pt x="214965" y="61661"/>
                  <a:pt x="205231" y="70360"/>
                </a:cubicBezTo>
                <a:cubicBezTo>
                  <a:pt x="193185" y="80830"/>
                  <a:pt x="186269" y="98970"/>
                  <a:pt x="186269" y="119987"/>
                </a:cubicBezTo>
                <a:cubicBezTo>
                  <a:pt x="186269" y="155365"/>
                  <a:pt x="204719" y="177399"/>
                  <a:pt x="234181" y="177399"/>
                </a:cubicBezTo>
                <a:cubicBezTo>
                  <a:pt x="258521" y="177399"/>
                  <a:pt x="277737" y="162285"/>
                  <a:pt x="288500" y="134601"/>
                </a:cubicBezTo>
                <a:lnTo>
                  <a:pt x="284399" y="132807"/>
                </a:lnTo>
                <a:moveTo>
                  <a:pt x="205231" y="95639"/>
                </a:moveTo>
                <a:cubicBezTo>
                  <a:pt x="208046" y="75724"/>
                  <a:pt x="216760" y="66274"/>
                  <a:pt x="232386" y="66274"/>
                </a:cubicBezTo>
                <a:cubicBezTo>
                  <a:pt x="248017" y="66274"/>
                  <a:pt x="254166" y="73425"/>
                  <a:pt x="257497" y="95639"/>
                </a:cubicBezTo>
                <a:lnTo>
                  <a:pt x="205231" y="95639"/>
                </a:lnTo>
                <a:close/>
                <a:moveTo>
                  <a:pt x="358957" y="59550"/>
                </a:moveTo>
                <a:lnTo>
                  <a:pt x="333080" y="59550"/>
                </a:lnTo>
                <a:lnTo>
                  <a:pt x="333080" y="29830"/>
                </a:lnTo>
                <a:cubicBezTo>
                  <a:pt x="333080" y="27269"/>
                  <a:pt x="332826" y="26499"/>
                  <a:pt x="331285" y="26499"/>
                </a:cubicBezTo>
                <a:cubicBezTo>
                  <a:pt x="329495" y="28805"/>
                  <a:pt x="327955" y="31112"/>
                  <a:pt x="326164" y="33673"/>
                </a:cubicBezTo>
                <a:cubicBezTo>
                  <a:pt x="316425" y="47767"/>
                  <a:pt x="305408" y="60066"/>
                  <a:pt x="301311" y="61090"/>
                </a:cubicBezTo>
                <a:cubicBezTo>
                  <a:pt x="298492" y="62881"/>
                  <a:pt x="296952" y="64675"/>
                  <a:pt x="296952" y="65958"/>
                </a:cubicBezTo>
                <a:cubicBezTo>
                  <a:pt x="296952" y="66728"/>
                  <a:pt x="297210" y="67240"/>
                  <a:pt x="297980" y="67752"/>
                </a:cubicBezTo>
                <a:lnTo>
                  <a:pt x="311558" y="67752"/>
                </a:lnTo>
                <a:lnTo>
                  <a:pt x="311558" y="144864"/>
                </a:lnTo>
                <a:cubicBezTo>
                  <a:pt x="311558" y="166382"/>
                  <a:pt x="319244" y="177399"/>
                  <a:pt x="334362" y="177399"/>
                </a:cubicBezTo>
                <a:cubicBezTo>
                  <a:pt x="346916" y="177399"/>
                  <a:pt x="356651" y="171253"/>
                  <a:pt x="365107" y="157929"/>
                </a:cubicBezTo>
                <a:lnTo>
                  <a:pt x="361776" y="155111"/>
                </a:lnTo>
                <a:cubicBezTo>
                  <a:pt x="356396" y="161514"/>
                  <a:pt x="352041" y="164079"/>
                  <a:pt x="346404" y="164079"/>
                </a:cubicBezTo>
                <a:cubicBezTo>
                  <a:pt x="336923" y="164079"/>
                  <a:pt x="333080" y="157159"/>
                  <a:pt x="333080" y="141021"/>
                </a:cubicBezTo>
                <a:lnTo>
                  <a:pt x="333080" y="67752"/>
                </a:lnTo>
                <a:lnTo>
                  <a:pt x="358957" y="67752"/>
                </a:lnTo>
                <a:lnTo>
                  <a:pt x="358957" y="59550"/>
                </a:lnTo>
                <a:close/>
                <a:moveTo>
                  <a:pt x="396880" y="149211"/>
                </a:moveTo>
                <a:cubicBezTo>
                  <a:pt x="389190" y="149211"/>
                  <a:pt x="382786" y="155873"/>
                  <a:pt x="382786" y="163817"/>
                </a:cubicBezTo>
                <a:cubicBezTo>
                  <a:pt x="382786" y="171245"/>
                  <a:pt x="389190" y="177649"/>
                  <a:pt x="396622" y="177649"/>
                </a:cubicBezTo>
                <a:cubicBezTo>
                  <a:pt x="404566" y="177649"/>
                  <a:pt x="411228" y="171245"/>
                  <a:pt x="411228" y="163817"/>
                </a:cubicBezTo>
                <a:cubicBezTo>
                  <a:pt x="411228" y="155873"/>
                  <a:pt x="404566" y="149211"/>
                  <a:pt x="396880" y="1492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421C77-5C78-4C4C-BA13-64ECEDB7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700" y="3827250"/>
            <a:ext cx="6815623" cy="10"/>
          </a:xfrm>
          <a:custGeom xmlns:a="http://schemas.openxmlformats.org/drawingml/2006/main">
            <a:pathLst>
              <a:path w="6815623" h="1" fill="none">
                <a:moveTo>
                  <a:pt x="0" y="0"/>
                </a:moveTo>
                <a:lnTo>
                  <a:pt x="6815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189A7-72A8-4744-82E9-674DD92D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415" y="3832936"/>
            <a:ext cx="10" cy="3057925"/>
          </a:xfrm>
          <a:custGeom xmlns:a="http://schemas.openxmlformats.org/drawingml/2006/main">
            <a:pathLst>
              <a:path w="1" h="3057925" fill="none">
                <a:moveTo>
                  <a:pt x="0" y="3057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2DAD1-DD7F-4073-A614-CF6549D5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101" y="3832891"/>
            <a:ext cx="6792719" cy="3057970"/>
          </a:xfrm>
          <a:custGeom xmlns:a="http://schemas.openxmlformats.org/drawingml/2006/main">
            <a:pathLst>
              <a:path w="6792719" h="3057970">
                <a:moveTo>
                  <a:pt x="0" y="3057970"/>
                </a:moveTo>
                <a:lnTo>
                  <a:pt x="0" y="0"/>
                </a:lnTo>
                <a:lnTo>
                  <a:pt x="6792719" y="0"/>
                </a:lnTo>
                <a:lnTo>
                  <a:pt x="6792719" y="3057970"/>
                </a:lnTo>
                <a:lnTo>
                  <a:pt x="0" y="30579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6FE79-3EDF-4CEB-9FDA-EFC4839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536" y="5429938"/>
            <a:ext cx="65026" cy="117829"/>
          </a:xfrm>
          <a:custGeom xmlns:a="http://schemas.openxmlformats.org/drawingml/2006/main">
            <a:pathLst>
              <a:path w="65026" h="117829">
                <a:moveTo>
                  <a:pt x="28519" y="0"/>
                </a:moveTo>
                <a:lnTo>
                  <a:pt x="28519" y="95188"/>
                </a:lnTo>
                <a:lnTo>
                  <a:pt x="7988" y="59993"/>
                </a:lnTo>
                <a:lnTo>
                  <a:pt x="7842" y="59760"/>
                </a:lnTo>
                <a:lnTo>
                  <a:pt x="7683" y="59541"/>
                </a:lnTo>
                <a:lnTo>
                  <a:pt x="7513" y="59335"/>
                </a:lnTo>
                <a:lnTo>
                  <a:pt x="7331" y="59143"/>
                </a:lnTo>
                <a:lnTo>
                  <a:pt x="7139" y="58966"/>
                </a:lnTo>
                <a:lnTo>
                  <a:pt x="6937" y="58802"/>
                </a:lnTo>
                <a:lnTo>
                  <a:pt x="6727" y="58654"/>
                </a:lnTo>
                <a:lnTo>
                  <a:pt x="6509" y="58520"/>
                </a:lnTo>
                <a:lnTo>
                  <a:pt x="6284" y="58401"/>
                </a:lnTo>
                <a:lnTo>
                  <a:pt x="6052" y="58297"/>
                </a:lnTo>
                <a:lnTo>
                  <a:pt x="5814" y="58209"/>
                </a:lnTo>
                <a:lnTo>
                  <a:pt x="5572" y="58136"/>
                </a:lnTo>
                <a:lnTo>
                  <a:pt x="5325" y="58079"/>
                </a:lnTo>
                <a:lnTo>
                  <a:pt x="5075" y="58038"/>
                </a:lnTo>
                <a:lnTo>
                  <a:pt x="4823" y="58013"/>
                </a:lnTo>
                <a:lnTo>
                  <a:pt x="4568" y="58005"/>
                </a:lnTo>
                <a:lnTo>
                  <a:pt x="4313" y="58013"/>
                </a:lnTo>
                <a:lnTo>
                  <a:pt x="4057" y="58038"/>
                </a:lnTo>
                <a:lnTo>
                  <a:pt x="3801" y="58081"/>
                </a:lnTo>
                <a:lnTo>
                  <a:pt x="3547" y="58140"/>
                </a:lnTo>
                <a:lnTo>
                  <a:pt x="3294" y="58217"/>
                </a:lnTo>
                <a:lnTo>
                  <a:pt x="3045" y="58312"/>
                </a:lnTo>
                <a:lnTo>
                  <a:pt x="2798" y="58424"/>
                </a:lnTo>
                <a:lnTo>
                  <a:pt x="2556" y="58555"/>
                </a:lnTo>
                <a:lnTo>
                  <a:pt x="2323" y="58701"/>
                </a:lnTo>
                <a:lnTo>
                  <a:pt x="2104" y="58860"/>
                </a:lnTo>
                <a:lnTo>
                  <a:pt x="1898" y="59031"/>
                </a:lnTo>
                <a:lnTo>
                  <a:pt x="1706" y="59213"/>
                </a:lnTo>
                <a:lnTo>
                  <a:pt x="1529" y="59405"/>
                </a:lnTo>
                <a:lnTo>
                  <a:pt x="1366" y="59606"/>
                </a:lnTo>
                <a:lnTo>
                  <a:pt x="1217" y="59816"/>
                </a:lnTo>
                <a:lnTo>
                  <a:pt x="1083" y="60035"/>
                </a:lnTo>
                <a:lnTo>
                  <a:pt x="964" y="60260"/>
                </a:lnTo>
                <a:lnTo>
                  <a:pt x="860" y="60492"/>
                </a:lnTo>
                <a:lnTo>
                  <a:pt x="772" y="60729"/>
                </a:lnTo>
                <a:lnTo>
                  <a:pt x="699" y="60972"/>
                </a:lnTo>
                <a:lnTo>
                  <a:pt x="642" y="61218"/>
                </a:lnTo>
                <a:lnTo>
                  <a:pt x="601" y="61468"/>
                </a:lnTo>
                <a:lnTo>
                  <a:pt x="576" y="61721"/>
                </a:lnTo>
                <a:lnTo>
                  <a:pt x="568" y="61975"/>
                </a:lnTo>
                <a:lnTo>
                  <a:pt x="576" y="62231"/>
                </a:lnTo>
                <a:lnTo>
                  <a:pt x="602" y="62487"/>
                </a:lnTo>
                <a:lnTo>
                  <a:pt x="644" y="62743"/>
                </a:lnTo>
                <a:lnTo>
                  <a:pt x="703" y="62997"/>
                </a:lnTo>
                <a:lnTo>
                  <a:pt x="780" y="63249"/>
                </a:lnTo>
                <a:lnTo>
                  <a:pt x="875" y="63499"/>
                </a:lnTo>
                <a:lnTo>
                  <a:pt x="988" y="63745"/>
                </a:lnTo>
                <a:lnTo>
                  <a:pt x="1118" y="63987"/>
                </a:lnTo>
                <a:lnTo>
                  <a:pt x="32513" y="117829"/>
                </a:lnTo>
                <a:lnTo>
                  <a:pt x="63907" y="63987"/>
                </a:lnTo>
                <a:lnTo>
                  <a:pt x="64038" y="63745"/>
                </a:lnTo>
                <a:lnTo>
                  <a:pt x="64151" y="63499"/>
                </a:lnTo>
                <a:lnTo>
                  <a:pt x="64245" y="63249"/>
                </a:lnTo>
                <a:lnTo>
                  <a:pt x="64322" y="62997"/>
                </a:lnTo>
                <a:lnTo>
                  <a:pt x="64382" y="62743"/>
                </a:lnTo>
                <a:lnTo>
                  <a:pt x="64424" y="62487"/>
                </a:lnTo>
                <a:lnTo>
                  <a:pt x="64449" y="62231"/>
                </a:lnTo>
                <a:lnTo>
                  <a:pt x="64458" y="61975"/>
                </a:lnTo>
                <a:lnTo>
                  <a:pt x="64449" y="61721"/>
                </a:lnTo>
                <a:lnTo>
                  <a:pt x="64425" y="61468"/>
                </a:lnTo>
                <a:lnTo>
                  <a:pt x="64384" y="61218"/>
                </a:lnTo>
                <a:lnTo>
                  <a:pt x="64327" y="60972"/>
                </a:lnTo>
                <a:lnTo>
                  <a:pt x="64254" y="60729"/>
                </a:lnTo>
                <a:lnTo>
                  <a:pt x="64166" y="60492"/>
                </a:lnTo>
                <a:lnTo>
                  <a:pt x="64062" y="60260"/>
                </a:lnTo>
                <a:lnTo>
                  <a:pt x="63943" y="60035"/>
                </a:lnTo>
                <a:lnTo>
                  <a:pt x="63809" y="59816"/>
                </a:lnTo>
                <a:lnTo>
                  <a:pt x="63660" y="59606"/>
                </a:lnTo>
                <a:lnTo>
                  <a:pt x="63497" y="59405"/>
                </a:lnTo>
                <a:lnTo>
                  <a:pt x="63319" y="59213"/>
                </a:lnTo>
                <a:lnTo>
                  <a:pt x="63128" y="59031"/>
                </a:lnTo>
                <a:lnTo>
                  <a:pt x="62922" y="58860"/>
                </a:lnTo>
                <a:lnTo>
                  <a:pt x="62702" y="58701"/>
                </a:lnTo>
                <a:lnTo>
                  <a:pt x="62469" y="58555"/>
                </a:lnTo>
                <a:lnTo>
                  <a:pt x="62227" y="58424"/>
                </a:lnTo>
                <a:lnTo>
                  <a:pt x="61981" y="58312"/>
                </a:lnTo>
                <a:lnTo>
                  <a:pt x="61732" y="58217"/>
                </a:lnTo>
                <a:lnTo>
                  <a:pt x="61479" y="58140"/>
                </a:lnTo>
                <a:lnTo>
                  <a:pt x="61225" y="58081"/>
                </a:lnTo>
                <a:lnTo>
                  <a:pt x="60969" y="58038"/>
                </a:lnTo>
                <a:lnTo>
                  <a:pt x="60713" y="58013"/>
                </a:lnTo>
                <a:lnTo>
                  <a:pt x="60458" y="58005"/>
                </a:lnTo>
                <a:lnTo>
                  <a:pt x="60203" y="58013"/>
                </a:lnTo>
                <a:lnTo>
                  <a:pt x="59950" y="58038"/>
                </a:lnTo>
                <a:lnTo>
                  <a:pt x="59700" y="58079"/>
                </a:lnTo>
                <a:lnTo>
                  <a:pt x="59454" y="58136"/>
                </a:lnTo>
                <a:lnTo>
                  <a:pt x="59211" y="58209"/>
                </a:lnTo>
                <a:lnTo>
                  <a:pt x="58974" y="58297"/>
                </a:lnTo>
                <a:lnTo>
                  <a:pt x="58742" y="58401"/>
                </a:lnTo>
                <a:lnTo>
                  <a:pt x="58517" y="58520"/>
                </a:lnTo>
                <a:lnTo>
                  <a:pt x="58299" y="58654"/>
                </a:lnTo>
                <a:lnTo>
                  <a:pt x="58088" y="58802"/>
                </a:lnTo>
                <a:lnTo>
                  <a:pt x="57887" y="58966"/>
                </a:lnTo>
                <a:lnTo>
                  <a:pt x="57695" y="59143"/>
                </a:lnTo>
                <a:lnTo>
                  <a:pt x="57513" y="59335"/>
                </a:lnTo>
                <a:lnTo>
                  <a:pt x="57343" y="59541"/>
                </a:lnTo>
                <a:lnTo>
                  <a:pt x="57184" y="59760"/>
                </a:lnTo>
                <a:lnTo>
                  <a:pt x="57037" y="59993"/>
                </a:lnTo>
                <a:lnTo>
                  <a:pt x="36507" y="95188"/>
                </a:lnTo>
                <a:lnTo>
                  <a:pt x="36507" y="0"/>
                </a:lnTo>
                <a:lnTo>
                  <a:pt x="285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8B30F9-A78E-44EC-9C97-1910466C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108" y="4594987"/>
            <a:ext cx="3623550" cy="186849"/>
          </a:xfrm>
          <a:custGeom xmlns:a="http://schemas.openxmlformats.org/drawingml/2006/main">
            <a:pathLst>
              <a:path w="3623550" h="186849" fill="none">
                <a:moveTo>
                  <a:pt x="3623550" y="0"/>
                </a:moveTo>
                <a:cubicBezTo>
                  <a:pt x="3623550" y="51605"/>
                  <a:pt x="3623550" y="93465"/>
                  <a:pt x="3623550" y="93465"/>
                </a:cubicBezTo>
                <a:lnTo>
                  <a:pt x="1808420" y="93465"/>
                </a:lnTo>
                <a:cubicBezTo>
                  <a:pt x="1808420" y="93465"/>
                  <a:pt x="1808420" y="135244"/>
                  <a:pt x="1808420" y="186849"/>
                </a:cubicBezTo>
                <a:cubicBezTo>
                  <a:pt x="1808420" y="135244"/>
                  <a:pt x="1808420" y="93465"/>
                  <a:pt x="1808420" y="93465"/>
                </a:cubicBezTo>
                <a:lnTo>
                  <a:pt x="0" y="93465"/>
                </a:lnTo>
                <a:cubicBezTo>
                  <a:pt x="0" y="93465"/>
                  <a:pt x="0" y="5160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988" cap="flat">
            <a:solidFill>
              <a:srgbClr val="000000"/>
            </a:solidFill>
            <a:round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4F95C-99DD-45FC-8FBB-60D4CFF9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9536" y="4781917"/>
            <a:ext cx="65026" cy="308114"/>
          </a:xfrm>
          <a:custGeom xmlns:a="http://schemas.openxmlformats.org/drawingml/2006/main">
            <a:pathLst>
              <a:path w="65026" h="308114">
                <a:moveTo>
                  <a:pt x="28519" y="0"/>
                </a:moveTo>
                <a:lnTo>
                  <a:pt x="28519" y="285472"/>
                </a:lnTo>
                <a:lnTo>
                  <a:pt x="7988" y="250277"/>
                </a:lnTo>
                <a:lnTo>
                  <a:pt x="7842" y="250044"/>
                </a:lnTo>
                <a:lnTo>
                  <a:pt x="7683" y="249825"/>
                </a:lnTo>
                <a:lnTo>
                  <a:pt x="7513" y="249619"/>
                </a:lnTo>
                <a:lnTo>
                  <a:pt x="7331" y="249428"/>
                </a:lnTo>
                <a:lnTo>
                  <a:pt x="7139" y="249250"/>
                </a:lnTo>
                <a:lnTo>
                  <a:pt x="6937" y="249087"/>
                </a:lnTo>
                <a:lnTo>
                  <a:pt x="6727" y="248938"/>
                </a:lnTo>
                <a:lnTo>
                  <a:pt x="6509" y="248804"/>
                </a:lnTo>
                <a:lnTo>
                  <a:pt x="6284" y="248685"/>
                </a:lnTo>
                <a:lnTo>
                  <a:pt x="6052" y="248581"/>
                </a:lnTo>
                <a:lnTo>
                  <a:pt x="5814" y="248493"/>
                </a:lnTo>
                <a:lnTo>
                  <a:pt x="5572" y="248420"/>
                </a:lnTo>
                <a:lnTo>
                  <a:pt x="5325" y="248363"/>
                </a:lnTo>
                <a:lnTo>
                  <a:pt x="5075" y="248322"/>
                </a:lnTo>
                <a:lnTo>
                  <a:pt x="4823" y="248297"/>
                </a:lnTo>
                <a:lnTo>
                  <a:pt x="4568" y="248289"/>
                </a:lnTo>
                <a:lnTo>
                  <a:pt x="4313" y="248298"/>
                </a:lnTo>
                <a:lnTo>
                  <a:pt x="4057" y="248323"/>
                </a:lnTo>
                <a:lnTo>
                  <a:pt x="3801" y="248365"/>
                </a:lnTo>
                <a:lnTo>
                  <a:pt x="3547" y="248425"/>
                </a:lnTo>
                <a:lnTo>
                  <a:pt x="3294" y="248502"/>
                </a:lnTo>
                <a:lnTo>
                  <a:pt x="3045" y="248596"/>
                </a:lnTo>
                <a:lnTo>
                  <a:pt x="2798" y="248709"/>
                </a:lnTo>
                <a:lnTo>
                  <a:pt x="2556" y="248840"/>
                </a:lnTo>
                <a:lnTo>
                  <a:pt x="2323" y="248986"/>
                </a:lnTo>
                <a:lnTo>
                  <a:pt x="2104" y="249145"/>
                </a:lnTo>
                <a:lnTo>
                  <a:pt x="1898" y="249315"/>
                </a:lnTo>
                <a:lnTo>
                  <a:pt x="1706" y="249497"/>
                </a:lnTo>
                <a:lnTo>
                  <a:pt x="1529" y="249689"/>
                </a:lnTo>
                <a:lnTo>
                  <a:pt x="1366" y="249890"/>
                </a:lnTo>
                <a:lnTo>
                  <a:pt x="1217" y="250101"/>
                </a:lnTo>
                <a:lnTo>
                  <a:pt x="1083" y="250319"/>
                </a:lnTo>
                <a:lnTo>
                  <a:pt x="964" y="250544"/>
                </a:lnTo>
                <a:lnTo>
                  <a:pt x="860" y="250776"/>
                </a:lnTo>
                <a:lnTo>
                  <a:pt x="772" y="251014"/>
                </a:lnTo>
                <a:lnTo>
                  <a:pt x="699" y="251256"/>
                </a:lnTo>
                <a:lnTo>
                  <a:pt x="642" y="251503"/>
                </a:lnTo>
                <a:lnTo>
                  <a:pt x="601" y="251753"/>
                </a:lnTo>
                <a:lnTo>
                  <a:pt x="576" y="252005"/>
                </a:lnTo>
                <a:lnTo>
                  <a:pt x="568" y="252260"/>
                </a:lnTo>
                <a:lnTo>
                  <a:pt x="576" y="252515"/>
                </a:lnTo>
                <a:lnTo>
                  <a:pt x="602" y="252771"/>
                </a:lnTo>
                <a:lnTo>
                  <a:pt x="644" y="253027"/>
                </a:lnTo>
                <a:lnTo>
                  <a:pt x="703" y="253281"/>
                </a:lnTo>
                <a:lnTo>
                  <a:pt x="780" y="253534"/>
                </a:lnTo>
                <a:lnTo>
                  <a:pt x="875" y="253783"/>
                </a:lnTo>
                <a:lnTo>
                  <a:pt x="988" y="254030"/>
                </a:lnTo>
                <a:lnTo>
                  <a:pt x="1118" y="254272"/>
                </a:lnTo>
                <a:lnTo>
                  <a:pt x="32513" y="308114"/>
                </a:lnTo>
                <a:lnTo>
                  <a:pt x="63907" y="254272"/>
                </a:lnTo>
                <a:lnTo>
                  <a:pt x="64038" y="254030"/>
                </a:lnTo>
                <a:lnTo>
                  <a:pt x="64151" y="253783"/>
                </a:lnTo>
                <a:lnTo>
                  <a:pt x="64245" y="253534"/>
                </a:lnTo>
                <a:lnTo>
                  <a:pt x="64322" y="253281"/>
                </a:lnTo>
                <a:lnTo>
                  <a:pt x="64382" y="253027"/>
                </a:lnTo>
                <a:lnTo>
                  <a:pt x="64424" y="252771"/>
                </a:lnTo>
                <a:lnTo>
                  <a:pt x="64449" y="252515"/>
                </a:lnTo>
                <a:lnTo>
                  <a:pt x="64458" y="252260"/>
                </a:lnTo>
                <a:lnTo>
                  <a:pt x="64449" y="252005"/>
                </a:lnTo>
                <a:lnTo>
                  <a:pt x="64425" y="251753"/>
                </a:lnTo>
                <a:lnTo>
                  <a:pt x="64384" y="251503"/>
                </a:lnTo>
                <a:lnTo>
                  <a:pt x="64327" y="251256"/>
                </a:lnTo>
                <a:lnTo>
                  <a:pt x="64254" y="251014"/>
                </a:lnTo>
                <a:lnTo>
                  <a:pt x="64166" y="250776"/>
                </a:lnTo>
                <a:lnTo>
                  <a:pt x="64062" y="250544"/>
                </a:lnTo>
                <a:lnTo>
                  <a:pt x="63943" y="250319"/>
                </a:lnTo>
                <a:lnTo>
                  <a:pt x="63809" y="250101"/>
                </a:lnTo>
                <a:lnTo>
                  <a:pt x="63660" y="249890"/>
                </a:lnTo>
                <a:lnTo>
                  <a:pt x="63497" y="249689"/>
                </a:lnTo>
                <a:lnTo>
                  <a:pt x="63319" y="249497"/>
                </a:lnTo>
                <a:lnTo>
                  <a:pt x="63128" y="249315"/>
                </a:lnTo>
                <a:lnTo>
                  <a:pt x="62922" y="249145"/>
                </a:lnTo>
                <a:lnTo>
                  <a:pt x="62702" y="248986"/>
                </a:lnTo>
                <a:lnTo>
                  <a:pt x="62469" y="248840"/>
                </a:lnTo>
                <a:lnTo>
                  <a:pt x="62227" y="248709"/>
                </a:lnTo>
                <a:lnTo>
                  <a:pt x="61981" y="248596"/>
                </a:lnTo>
                <a:lnTo>
                  <a:pt x="61732" y="248502"/>
                </a:lnTo>
                <a:lnTo>
                  <a:pt x="61479" y="248425"/>
                </a:lnTo>
                <a:lnTo>
                  <a:pt x="61225" y="248365"/>
                </a:lnTo>
                <a:lnTo>
                  <a:pt x="60969" y="248323"/>
                </a:lnTo>
                <a:lnTo>
                  <a:pt x="60713" y="248298"/>
                </a:lnTo>
                <a:lnTo>
                  <a:pt x="60458" y="248289"/>
                </a:lnTo>
                <a:lnTo>
                  <a:pt x="60203" y="248297"/>
                </a:lnTo>
                <a:lnTo>
                  <a:pt x="59950" y="248322"/>
                </a:lnTo>
                <a:lnTo>
                  <a:pt x="59700" y="248363"/>
                </a:lnTo>
                <a:lnTo>
                  <a:pt x="59454" y="248420"/>
                </a:lnTo>
                <a:lnTo>
                  <a:pt x="59211" y="248493"/>
                </a:lnTo>
                <a:lnTo>
                  <a:pt x="58974" y="248581"/>
                </a:lnTo>
                <a:lnTo>
                  <a:pt x="58742" y="248685"/>
                </a:lnTo>
                <a:lnTo>
                  <a:pt x="58517" y="248804"/>
                </a:lnTo>
                <a:lnTo>
                  <a:pt x="58299" y="248938"/>
                </a:lnTo>
                <a:lnTo>
                  <a:pt x="58088" y="249087"/>
                </a:lnTo>
                <a:lnTo>
                  <a:pt x="57887" y="249250"/>
                </a:lnTo>
                <a:lnTo>
                  <a:pt x="57695" y="249428"/>
                </a:lnTo>
                <a:lnTo>
                  <a:pt x="57513" y="249619"/>
                </a:lnTo>
                <a:lnTo>
                  <a:pt x="57343" y="249825"/>
                </a:lnTo>
                <a:lnTo>
                  <a:pt x="57184" y="250044"/>
                </a:lnTo>
                <a:lnTo>
                  <a:pt x="57037" y="250277"/>
                </a:lnTo>
                <a:lnTo>
                  <a:pt x="36507" y="285472"/>
                </a:lnTo>
                <a:lnTo>
                  <a:pt x="36507" y="0"/>
                </a:lnTo>
                <a:lnTo>
                  <a:pt x="285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D63300-1CF0-4BB0-9E88-66DC42E0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221" y="4211543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7287D-89AD-424B-AE4A-A64EAB0A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221" y="4211543"/>
            <a:ext cx="905888" cy="317300"/>
          </a:xfrm>
          <a:custGeom xmlns:a="http://schemas.openxmlformats.org/drawingml/2006/main">
            <a:pathLst>
              <a:path w="905888" h="317300" fill="none">
                <a:moveTo>
                  <a:pt x="0" y="317300"/>
                </a:moveTo>
                <a:lnTo>
                  <a:pt x="905888" y="317300"/>
                </a:lnTo>
                <a:lnTo>
                  <a:pt x="905888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>
                <a:alpha val="96078"/>
              </a:srgbClr>
            </a:solidFill>
            <a:round/>
          </a:ln>
        </p:spPr>
      </p:sp>
      <p:sp>
        <p:nvSpPr>
          <p:cNvPr id="196" name="Text PacketLength">
            <a:extLst xmlns:a="http://schemas.openxmlformats.org/drawingml/2006/main">
              <a:ext uri="{FF2B5EF4-FFF2-40B4-BE49-F238E27FC236}">
                <a16:creationId xmlns:a16="http://schemas.microsoft.com/office/drawing/2014/main" id="{7E4DA409-2064-48AA-9240-29656204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511" y="4321266"/>
            <a:ext cx="776491" cy="122820"/>
          </a:xfrm>
          <a:custGeom xmlns:a="http://schemas.openxmlformats.org/drawingml/2006/main">
            <a:pathLst>
              <a:path w="776491" h="122820">
                <a:moveTo>
                  <a:pt x="0" y="5452"/>
                </a:moveTo>
                <a:lnTo>
                  <a:pt x="0" y="2862"/>
                </a:lnTo>
                <a:lnTo>
                  <a:pt x="35986" y="2862"/>
                </a:lnTo>
                <a:cubicBezTo>
                  <a:pt x="42438" y="2862"/>
                  <a:pt x="48390" y="3748"/>
                  <a:pt x="53843" y="5520"/>
                </a:cubicBezTo>
                <a:cubicBezTo>
                  <a:pt x="59295" y="7292"/>
                  <a:pt x="63385" y="9678"/>
                  <a:pt x="66113" y="12678"/>
                </a:cubicBezTo>
                <a:cubicBezTo>
                  <a:pt x="69839" y="16675"/>
                  <a:pt x="71702" y="21628"/>
                  <a:pt x="71702" y="27535"/>
                </a:cubicBezTo>
                <a:cubicBezTo>
                  <a:pt x="71702" y="31988"/>
                  <a:pt x="70542" y="36168"/>
                  <a:pt x="68224" y="40077"/>
                </a:cubicBezTo>
                <a:cubicBezTo>
                  <a:pt x="65907" y="43985"/>
                  <a:pt x="62704" y="47029"/>
                  <a:pt x="58614" y="49209"/>
                </a:cubicBezTo>
                <a:cubicBezTo>
                  <a:pt x="53070" y="52299"/>
                  <a:pt x="45119" y="53845"/>
                  <a:pt x="34759" y="53845"/>
                </a:cubicBezTo>
                <a:cubicBezTo>
                  <a:pt x="33032" y="53845"/>
                  <a:pt x="31488" y="53800"/>
                  <a:pt x="30125" y="53710"/>
                </a:cubicBezTo>
                <a:cubicBezTo>
                  <a:pt x="28761" y="53618"/>
                  <a:pt x="27171" y="53527"/>
                  <a:pt x="25353" y="53435"/>
                </a:cubicBezTo>
                <a:lnTo>
                  <a:pt x="25353" y="78245"/>
                </a:lnTo>
                <a:cubicBezTo>
                  <a:pt x="25445" y="81607"/>
                  <a:pt x="25808" y="84151"/>
                  <a:pt x="26443" y="85879"/>
                </a:cubicBezTo>
                <a:cubicBezTo>
                  <a:pt x="27079" y="87605"/>
                  <a:pt x="28307" y="88787"/>
                  <a:pt x="30125" y="89423"/>
                </a:cubicBezTo>
                <a:cubicBezTo>
                  <a:pt x="31942" y="90058"/>
                  <a:pt x="34624" y="90422"/>
                  <a:pt x="38168" y="90513"/>
                </a:cubicBezTo>
                <a:lnTo>
                  <a:pt x="38168" y="93103"/>
                </a:lnTo>
                <a:lnTo>
                  <a:pt x="0" y="93103"/>
                </a:lnTo>
                <a:lnTo>
                  <a:pt x="0" y="90513"/>
                </a:lnTo>
                <a:cubicBezTo>
                  <a:pt x="3453" y="90150"/>
                  <a:pt x="5974" y="89650"/>
                  <a:pt x="7565" y="89013"/>
                </a:cubicBezTo>
                <a:cubicBezTo>
                  <a:pt x="9155" y="88377"/>
                  <a:pt x="10200" y="87128"/>
                  <a:pt x="10699" y="85265"/>
                </a:cubicBezTo>
                <a:cubicBezTo>
                  <a:pt x="11200" y="83402"/>
                  <a:pt x="11450" y="80562"/>
                  <a:pt x="11450" y="76746"/>
                </a:cubicBezTo>
                <a:lnTo>
                  <a:pt x="11450" y="17722"/>
                </a:lnTo>
                <a:cubicBezTo>
                  <a:pt x="11450" y="14359"/>
                  <a:pt x="11177" y="11882"/>
                  <a:pt x="10631" y="10292"/>
                </a:cubicBezTo>
                <a:cubicBezTo>
                  <a:pt x="10086" y="8701"/>
                  <a:pt x="9018" y="7588"/>
                  <a:pt x="7428" y="6951"/>
                </a:cubicBezTo>
                <a:cubicBezTo>
                  <a:pt x="5837" y="6315"/>
                  <a:pt x="3361" y="5815"/>
                  <a:pt x="0" y="5452"/>
                </a:cubicBezTo>
                <a:moveTo>
                  <a:pt x="25353" y="12540"/>
                </a:moveTo>
                <a:lnTo>
                  <a:pt x="25353" y="47983"/>
                </a:lnTo>
                <a:cubicBezTo>
                  <a:pt x="26898" y="48074"/>
                  <a:pt x="28238" y="48164"/>
                  <a:pt x="29374" y="48256"/>
                </a:cubicBezTo>
                <a:cubicBezTo>
                  <a:pt x="30511" y="48346"/>
                  <a:pt x="31761" y="48391"/>
                  <a:pt x="33124" y="48391"/>
                </a:cubicBezTo>
                <a:cubicBezTo>
                  <a:pt x="48936" y="48391"/>
                  <a:pt x="56842" y="41712"/>
                  <a:pt x="56842" y="28352"/>
                </a:cubicBezTo>
                <a:cubicBezTo>
                  <a:pt x="56842" y="21355"/>
                  <a:pt x="54661" y="16198"/>
                  <a:pt x="50298" y="12881"/>
                </a:cubicBezTo>
                <a:cubicBezTo>
                  <a:pt x="45937" y="9565"/>
                  <a:pt x="39167" y="7906"/>
                  <a:pt x="29987" y="7906"/>
                </a:cubicBezTo>
                <a:cubicBezTo>
                  <a:pt x="28171" y="7906"/>
                  <a:pt x="26944" y="8224"/>
                  <a:pt x="26308" y="8861"/>
                </a:cubicBezTo>
                <a:cubicBezTo>
                  <a:pt x="25671" y="9497"/>
                  <a:pt x="25353" y="10724"/>
                  <a:pt x="25353" y="12540"/>
                </a:cubicBezTo>
                <a:close/>
                <a:moveTo>
                  <a:pt x="133860" y="84107"/>
                </a:moveTo>
                <a:lnTo>
                  <a:pt x="133860" y="87651"/>
                </a:lnTo>
                <a:cubicBezTo>
                  <a:pt x="131497" y="90195"/>
                  <a:pt x="129452" y="91968"/>
                  <a:pt x="127726" y="92967"/>
                </a:cubicBezTo>
                <a:cubicBezTo>
                  <a:pt x="125999" y="93966"/>
                  <a:pt x="123955" y="94465"/>
                  <a:pt x="121592" y="94465"/>
                </a:cubicBezTo>
                <a:cubicBezTo>
                  <a:pt x="118774" y="94465"/>
                  <a:pt x="116707" y="93716"/>
                  <a:pt x="115389" y="92217"/>
                </a:cubicBezTo>
                <a:cubicBezTo>
                  <a:pt x="114072" y="90718"/>
                  <a:pt x="113231" y="88150"/>
                  <a:pt x="112866" y="84514"/>
                </a:cubicBezTo>
                <a:cubicBezTo>
                  <a:pt x="108687" y="88059"/>
                  <a:pt x="105075" y="90603"/>
                  <a:pt x="102029" y="92148"/>
                </a:cubicBezTo>
                <a:cubicBezTo>
                  <a:pt x="98986" y="93693"/>
                  <a:pt x="95964" y="94465"/>
                  <a:pt x="92965" y="94465"/>
                </a:cubicBezTo>
                <a:cubicBezTo>
                  <a:pt x="88784" y="94465"/>
                  <a:pt x="85353" y="93102"/>
                  <a:pt x="82673" y="90376"/>
                </a:cubicBezTo>
                <a:cubicBezTo>
                  <a:pt x="79993" y="87650"/>
                  <a:pt x="78652" y="84151"/>
                  <a:pt x="78652" y="79880"/>
                </a:cubicBezTo>
                <a:cubicBezTo>
                  <a:pt x="78652" y="77609"/>
                  <a:pt x="79107" y="75405"/>
                  <a:pt x="80015" y="73270"/>
                </a:cubicBezTo>
                <a:cubicBezTo>
                  <a:pt x="80924" y="71133"/>
                  <a:pt x="82106" y="69383"/>
                  <a:pt x="83559" y="68020"/>
                </a:cubicBezTo>
                <a:cubicBezTo>
                  <a:pt x="85014" y="66748"/>
                  <a:pt x="86400" y="65636"/>
                  <a:pt x="87717" y="64682"/>
                </a:cubicBezTo>
                <a:cubicBezTo>
                  <a:pt x="89034" y="63728"/>
                  <a:pt x="90624" y="62796"/>
                  <a:pt x="92486" y="61888"/>
                </a:cubicBezTo>
                <a:cubicBezTo>
                  <a:pt x="94350" y="60979"/>
                  <a:pt x="96872" y="59842"/>
                  <a:pt x="100053" y="58479"/>
                </a:cubicBezTo>
                <a:cubicBezTo>
                  <a:pt x="103234" y="57116"/>
                  <a:pt x="107460" y="55389"/>
                  <a:pt x="112731" y="53298"/>
                </a:cubicBezTo>
                <a:lnTo>
                  <a:pt x="112731" y="44984"/>
                </a:lnTo>
                <a:cubicBezTo>
                  <a:pt x="112731" y="37441"/>
                  <a:pt x="109278" y="33669"/>
                  <a:pt x="102371" y="33669"/>
                </a:cubicBezTo>
                <a:cubicBezTo>
                  <a:pt x="99644" y="33669"/>
                  <a:pt x="97327" y="34328"/>
                  <a:pt x="95419" y="35647"/>
                </a:cubicBezTo>
                <a:cubicBezTo>
                  <a:pt x="93511" y="36964"/>
                  <a:pt x="92557" y="38532"/>
                  <a:pt x="92557" y="40350"/>
                </a:cubicBezTo>
                <a:cubicBezTo>
                  <a:pt x="92557" y="41258"/>
                  <a:pt x="92693" y="42348"/>
                  <a:pt x="92965" y="43620"/>
                </a:cubicBezTo>
                <a:cubicBezTo>
                  <a:pt x="93056" y="44074"/>
                  <a:pt x="93124" y="44483"/>
                  <a:pt x="93169" y="44847"/>
                </a:cubicBezTo>
                <a:cubicBezTo>
                  <a:pt x="93214" y="45210"/>
                  <a:pt x="93237" y="45528"/>
                  <a:pt x="93237" y="45801"/>
                </a:cubicBezTo>
                <a:cubicBezTo>
                  <a:pt x="93237" y="47256"/>
                  <a:pt x="92624" y="48574"/>
                  <a:pt x="91397" y="49756"/>
                </a:cubicBezTo>
                <a:cubicBezTo>
                  <a:pt x="90171" y="50937"/>
                  <a:pt x="88740" y="51528"/>
                  <a:pt x="87103" y="51528"/>
                </a:cubicBezTo>
                <a:cubicBezTo>
                  <a:pt x="85467" y="51528"/>
                  <a:pt x="84081" y="50937"/>
                  <a:pt x="82946" y="49756"/>
                </a:cubicBezTo>
                <a:cubicBezTo>
                  <a:pt x="81810" y="48574"/>
                  <a:pt x="81242" y="47210"/>
                  <a:pt x="81242" y="45664"/>
                </a:cubicBezTo>
                <a:cubicBezTo>
                  <a:pt x="81242" y="42756"/>
                  <a:pt x="82264" y="40167"/>
                  <a:pt x="84308" y="37895"/>
                </a:cubicBezTo>
                <a:cubicBezTo>
                  <a:pt x="86353" y="35624"/>
                  <a:pt x="89102" y="33807"/>
                  <a:pt x="92555" y="32444"/>
                </a:cubicBezTo>
                <a:cubicBezTo>
                  <a:pt x="96009" y="31079"/>
                  <a:pt x="99872" y="30397"/>
                  <a:pt x="104143" y="30397"/>
                </a:cubicBezTo>
                <a:cubicBezTo>
                  <a:pt x="112321" y="30397"/>
                  <a:pt x="117956" y="32896"/>
                  <a:pt x="121047" y="37895"/>
                </a:cubicBezTo>
                <a:cubicBezTo>
                  <a:pt x="122045" y="39532"/>
                  <a:pt x="122749" y="41440"/>
                  <a:pt x="123158" y="43622"/>
                </a:cubicBezTo>
                <a:cubicBezTo>
                  <a:pt x="123567" y="45801"/>
                  <a:pt x="123772" y="48664"/>
                  <a:pt x="123772" y="52208"/>
                </a:cubicBezTo>
                <a:lnTo>
                  <a:pt x="123772" y="78790"/>
                </a:lnTo>
                <a:cubicBezTo>
                  <a:pt x="123772" y="81788"/>
                  <a:pt x="124067" y="83856"/>
                  <a:pt x="124658" y="84993"/>
                </a:cubicBezTo>
                <a:cubicBezTo>
                  <a:pt x="125248" y="86128"/>
                  <a:pt x="126316" y="86696"/>
                  <a:pt x="127861" y="86696"/>
                </a:cubicBezTo>
                <a:cubicBezTo>
                  <a:pt x="129770" y="86696"/>
                  <a:pt x="131770" y="85833"/>
                  <a:pt x="133860" y="84107"/>
                </a:cubicBezTo>
                <a:moveTo>
                  <a:pt x="112731" y="76336"/>
                </a:moveTo>
                <a:lnTo>
                  <a:pt x="112731" y="56570"/>
                </a:lnTo>
                <a:cubicBezTo>
                  <a:pt x="104734" y="59387"/>
                  <a:pt x="99077" y="62228"/>
                  <a:pt x="95760" y="65091"/>
                </a:cubicBezTo>
                <a:cubicBezTo>
                  <a:pt x="92443" y="67953"/>
                  <a:pt x="90739" y="71429"/>
                  <a:pt x="90648" y="75518"/>
                </a:cubicBezTo>
                <a:lnTo>
                  <a:pt x="90648" y="76063"/>
                </a:lnTo>
                <a:cubicBezTo>
                  <a:pt x="90648" y="78971"/>
                  <a:pt x="91488" y="81448"/>
                  <a:pt x="93169" y="83493"/>
                </a:cubicBezTo>
                <a:cubicBezTo>
                  <a:pt x="94851" y="85537"/>
                  <a:pt x="96873" y="86559"/>
                  <a:pt x="99236" y="86559"/>
                </a:cubicBezTo>
                <a:cubicBezTo>
                  <a:pt x="102326" y="86559"/>
                  <a:pt x="105642" y="85559"/>
                  <a:pt x="109187" y="83560"/>
                </a:cubicBezTo>
                <a:cubicBezTo>
                  <a:pt x="110640" y="82743"/>
                  <a:pt x="111594" y="81835"/>
                  <a:pt x="112049" y="80835"/>
                </a:cubicBezTo>
                <a:cubicBezTo>
                  <a:pt x="112504" y="79835"/>
                  <a:pt x="112731" y="78335"/>
                  <a:pt x="112731" y="76336"/>
                </a:cubicBezTo>
                <a:close/>
                <a:moveTo>
                  <a:pt x="188385" y="71837"/>
                </a:moveTo>
                <a:lnTo>
                  <a:pt x="190294" y="73064"/>
                </a:lnTo>
                <a:cubicBezTo>
                  <a:pt x="188295" y="77063"/>
                  <a:pt x="186523" y="80176"/>
                  <a:pt x="184978" y="82403"/>
                </a:cubicBezTo>
                <a:cubicBezTo>
                  <a:pt x="183433" y="84629"/>
                  <a:pt x="181752" y="86514"/>
                  <a:pt x="179934" y="88059"/>
                </a:cubicBezTo>
                <a:cubicBezTo>
                  <a:pt x="174936" y="92330"/>
                  <a:pt x="169438" y="94465"/>
                  <a:pt x="163440" y="94465"/>
                </a:cubicBezTo>
                <a:cubicBezTo>
                  <a:pt x="158442" y="94465"/>
                  <a:pt x="153990" y="93171"/>
                  <a:pt x="150082" y="90582"/>
                </a:cubicBezTo>
                <a:cubicBezTo>
                  <a:pt x="146174" y="87991"/>
                  <a:pt x="143107" y="84402"/>
                  <a:pt x="140880" y="79814"/>
                </a:cubicBezTo>
                <a:cubicBezTo>
                  <a:pt x="138653" y="75224"/>
                  <a:pt x="137540" y="70020"/>
                  <a:pt x="137540" y="64203"/>
                </a:cubicBezTo>
                <a:cubicBezTo>
                  <a:pt x="137540" y="53025"/>
                  <a:pt x="141084" y="44301"/>
                  <a:pt x="148173" y="38031"/>
                </a:cubicBezTo>
                <a:cubicBezTo>
                  <a:pt x="153990" y="32942"/>
                  <a:pt x="160397" y="30397"/>
                  <a:pt x="167394" y="30397"/>
                </a:cubicBezTo>
                <a:cubicBezTo>
                  <a:pt x="171210" y="30397"/>
                  <a:pt x="174708" y="31034"/>
                  <a:pt x="177889" y="32306"/>
                </a:cubicBezTo>
                <a:cubicBezTo>
                  <a:pt x="181070" y="33578"/>
                  <a:pt x="183615" y="35282"/>
                  <a:pt x="185523" y="37419"/>
                </a:cubicBezTo>
                <a:cubicBezTo>
                  <a:pt x="187431" y="39555"/>
                  <a:pt x="188385" y="41895"/>
                  <a:pt x="188385" y="44439"/>
                </a:cubicBezTo>
                <a:cubicBezTo>
                  <a:pt x="188385" y="45984"/>
                  <a:pt x="187771" y="47324"/>
                  <a:pt x="186544" y="48460"/>
                </a:cubicBezTo>
                <a:cubicBezTo>
                  <a:pt x="185318" y="49595"/>
                  <a:pt x="183797" y="50163"/>
                  <a:pt x="181979" y="50163"/>
                </a:cubicBezTo>
                <a:cubicBezTo>
                  <a:pt x="178798" y="50163"/>
                  <a:pt x="176616" y="48074"/>
                  <a:pt x="175435" y="43894"/>
                </a:cubicBezTo>
                <a:lnTo>
                  <a:pt x="174618" y="40895"/>
                </a:lnTo>
                <a:cubicBezTo>
                  <a:pt x="173981" y="38350"/>
                  <a:pt x="173095" y="36624"/>
                  <a:pt x="171959" y="35716"/>
                </a:cubicBezTo>
                <a:cubicBezTo>
                  <a:pt x="170824" y="34806"/>
                  <a:pt x="169029" y="34351"/>
                  <a:pt x="166576" y="34351"/>
                </a:cubicBezTo>
                <a:cubicBezTo>
                  <a:pt x="161032" y="34351"/>
                  <a:pt x="156556" y="36532"/>
                  <a:pt x="153148" y="40895"/>
                </a:cubicBezTo>
                <a:cubicBezTo>
                  <a:pt x="149741" y="45256"/>
                  <a:pt x="148037" y="50981"/>
                  <a:pt x="148037" y="58069"/>
                </a:cubicBezTo>
                <a:cubicBezTo>
                  <a:pt x="148037" y="63250"/>
                  <a:pt x="148923" y="67840"/>
                  <a:pt x="150696" y="71839"/>
                </a:cubicBezTo>
                <a:cubicBezTo>
                  <a:pt x="152468" y="75837"/>
                  <a:pt x="154944" y="78972"/>
                  <a:pt x="158123" y="81245"/>
                </a:cubicBezTo>
                <a:cubicBezTo>
                  <a:pt x="161304" y="83516"/>
                  <a:pt x="164985" y="84652"/>
                  <a:pt x="169166" y="84652"/>
                </a:cubicBezTo>
                <a:cubicBezTo>
                  <a:pt x="173074" y="84652"/>
                  <a:pt x="176435" y="83698"/>
                  <a:pt x="179252" y="81790"/>
                </a:cubicBezTo>
                <a:cubicBezTo>
                  <a:pt x="182069" y="79880"/>
                  <a:pt x="185114" y="76563"/>
                  <a:pt x="188385" y="71837"/>
                </a:cubicBezTo>
                <a:close/>
                <a:moveTo>
                  <a:pt x="195611" y="93103"/>
                </a:moveTo>
                <a:lnTo>
                  <a:pt x="195611" y="91058"/>
                </a:lnTo>
                <a:cubicBezTo>
                  <a:pt x="198883" y="90513"/>
                  <a:pt x="201223" y="90013"/>
                  <a:pt x="202631" y="89558"/>
                </a:cubicBezTo>
                <a:cubicBezTo>
                  <a:pt x="204040" y="89103"/>
                  <a:pt x="204926" y="88331"/>
                  <a:pt x="205290" y="87241"/>
                </a:cubicBezTo>
                <a:cubicBezTo>
                  <a:pt x="205653" y="86151"/>
                  <a:pt x="205835" y="84379"/>
                  <a:pt x="205835" y="81925"/>
                </a:cubicBezTo>
                <a:lnTo>
                  <a:pt x="205835" y="16222"/>
                </a:lnTo>
                <a:cubicBezTo>
                  <a:pt x="205835" y="12949"/>
                  <a:pt x="205448" y="10745"/>
                  <a:pt x="204676" y="9610"/>
                </a:cubicBezTo>
                <a:cubicBezTo>
                  <a:pt x="203904" y="8474"/>
                  <a:pt x="202336" y="7906"/>
                  <a:pt x="199973" y="7906"/>
                </a:cubicBezTo>
                <a:cubicBezTo>
                  <a:pt x="199337" y="7906"/>
                  <a:pt x="198677" y="7929"/>
                  <a:pt x="197995" y="7975"/>
                </a:cubicBezTo>
                <a:cubicBezTo>
                  <a:pt x="197314" y="8020"/>
                  <a:pt x="196520" y="8088"/>
                  <a:pt x="195611" y="8179"/>
                </a:cubicBezTo>
                <a:lnTo>
                  <a:pt x="195611" y="5997"/>
                </a:lnTo>
                <a:lnTo>
                  <a:pt x="199701" y="4907"/>
                </a:lnTo>
                <a:cubicBezTo>
                  <a:pt x="203698" y="3817"/>
                  <a:pt x="206902" y="2931"/>
                  <a:pt x="209310" y="2251"/>
                </a:cubicBezTo>
                <a:cubicBezTo>
                  <a:pt x="211719" y="1568"/>
                  <a:pt x="214195" y="818"/>
                  <a:pt x="216740" y="0"/>
                </a:cubicBezTo>
                <a:lnTo>
                  <a:pt x="217285" y="272"/>
                </a:lnTo>
                <a:lnTo>
                  <a:pt x="217285" y="57524"/>
                </a:lnTo>
                <a:lnTo>
                  <a:pt x="235959" y="40895"/>
                </a:lnTo>
                <a:cubicBezTo>
                  <a:pt x="238050" y="38985"/>
                  <a:pt x="239096" y="37395"/>
                  <a:pt x="239096" y="36123"/>
                </a:cubicBezTo>
                <a:cubicBezTo>
                  <a:pt x="239096" y="35215"/>
                  <a:pt x="238618" y="34602"/>
                  <a:pt x="237663" y="34285"/>
                </a:cubicBezTo>
                <a:cubicBezTo>
                  <a:pt x="236709" y="33966"/>
                  <a:pt x="234914" y="33760"/>
                  <a:pt x="232280" y="33669"/>
                </a:cubicBezTo>
                <a:lnTo>
                  <a:pt x="232280" y="31762"/>
                </a:lnTo>
                <a:lnTo>
                  <a:pt x="260087" y="31762"/>
                </a:lnTo>
                <a:lnTo>
                  <a:pt x="260087" y="33806"/>
                </a:lnTo>
                <a:cubicBezTo>
                  <a:pt x="257906" y="33715"/>
                  <a:pt x="255929" y="33851"/>
                  <a:pt x="254157" y="34216"/>
                </a:cubicBezTo>
                <a:cubicBezTo>
                  <a:pt x="252386" y="34579"/>
                  <a:pt x="250501" y="35352"/>
                  <a:pt x="248502" y="36533"/>
                </a:cubicBezTo>
                <a:cubicBezTo>
                  <a:pt x="246502" y="37714"/>
                  <a:pt x="244093" y="39464"/>
                  <a:pt x="241276" y="41781"/>
                </a:cubicBezTo>
                <a:cubicBezTo>
                  <a:pt x="238459" y="44098"/>
                  <a:pt x="234916" y="47165"/>
                  <a:pt x="230645" y="50981"/>
                </a:cubicBezTo>
                <a:lnTo>
                  <a:pt x="226691" y="54662"/>
                </a:lnTo>
                <a:lnTo>
                  <a:pt x="247547" y="81107"/>
                </a:lnTo>
                <a:cubicBezTo>
                  <a:pt x="250455" y="84560"/>
                  <a:pt x="253090" y="87037"/>
                  <a:pt x="255453" y="88537"/>
                </a:cubicBezTo>
                <a:cubicBezTo>
                  <a:pt x="257816" y="90036"/>
                  <a:pt x="260497" y="90876"/>
                  <a:pt x="263496" y="91058"/>
                </a:cubicBezTo>
                <a:lnTo>
                  <a:pt x="263496" y="93103"/>
                </a:lnTo>
                <a:lnTo>
                  <a:pt x="233779" y="93103"/>
                </a:lnTo>
                <a:lnTo>
                  <a:pt x="233779" y="91058"/>
                </a:lnTo>
                <a:lnTo>
                  <a:pt x="236369" y="91058"/>
                </a:lnTo>
                <a:cubicBezTo>
                  <a:pt x="238277" y="91058"/>
                  <a:pt x="239231" y="90376"/>
                  <a:pt x="239231" y="89013"/>
                </a:cubicBezTo>
                <a:cubicBezTo>
                  <a:pt x="239231" y="88377"/>
                  <a:pt x="238731" y="87423"/>
                  <a:pt x="237731" y="86151"/>
                </a:cubicBezTo>
                <a:cubicBezTo>
                  <a:pt x="237550" y="85970"/>
                  <a:pt x="237345" y="85720"/>
                  <a:pt x="237118" y="85402"/>
                </a:cubicBezTo>
                <a:cubicBezTo>
                  <a:pt x="236892" y="85084"/>
                  <a:pt x="236642" y="84742"/>
                  <a:pt x="236369" y="84379"/>
                </a:cubicBezTo>
                <a:lnTo>
                  <a:pt x="217285" y="58887"/>
                </a:lnTo>
                <a:lnTo>
                  <a:pt x="217285" y="83969"/>
                </a:lnTo>
                <a:cubicBezTo>
                  <a:pt x="217376" y="86514"/>
                  <a:pt x="217944" y="88263"/>
                  <a:pt x="218988" y="89217"/>
                </a:cubicBezTo>
                <a:cubicBezTo>
                  <a:pt x="220034" y="90171"/>
                  <a:pt x="221965" y="90739"/>
                  <a:pt x="224781" y="90921"/>
                </a:cubicBezTo>
                <a:lnTo>
                  <a:pt x="227508" y="91058"/>
                </a:lnTo>
                <a:lnTo>
                  <a:pt x="227508" y="93103"/>
                </a:lnTo>
                <a:lnTo>
                  <a:pt x="195611" y="93103"/>
                </a:lnTo>
                <a:close/>
                <a:moveTo>
                  <a:pt x="318839" y="70747"/>
                </a:moveTo>
                <a:lnTo>
                  <a:pt x="321019" y="71702"/>
                </a:lnTo>
                <a:cubicBezTo>
                  <a:pt x="318203" y="79062"/>
                  <a:pt x="314318" y="84696"/>
                  <a:pt x="309365" y="88604"/>
                </a:cubicBezTo>
                <a:cubicBezTo>
                  <a:pt x="304411" y="92511"/>
                  <a:pt x="298664" y="94465"/>
                  <a:pt x="292121" y="94465"/>
                </a:cubicBezTo>
                <a:cubicBezTo>
                  <a:pt x="284306" y="94465"/>
                  <a:pt x="278104" y="91717"/>
                  <a:pt x="273514" y="86220"/>
                </a:cubicBezTo>
                <a:cubicBezTo>
                  <a:pt x="268925" y="80722"/>
                  <a:pt x="266631" y="73292"/>
                  <a:pt x="266631" y="63931"/>
                </a:cubicBezTo>
                <a:cubicBezTo>
                  <a:pt x="266631" y="58297"/>
                  <a:pt x="267517" y="53185"/>
                  <a:pt x="269289" y="48597"/>
                </a:cubicBezTo>
                <a:cubicBezTo>
                  <a:pt x="271062" y="44007"/>
                  <a:pt x="273537" y="40303"/>
                  <a:pt x="276717" y="37486"/>
                </a:cubicBezTo>
                <a:cubicBezTo>
                  <a:pt x="281988" y="32760"/>
                  <a:pt x="288122" y="30397"/>
                  <a:pt x="295121" y="30397"/>
                </a:cubicBezTo>
                <a:cubicBezTo>
                  <a:pt x="302481" y="30397"/>
                  <a:pt x="308297" y="32987"/>
                  <a:pt x="312568" y="38168"/>
                </a:cubicBezTo>
                <a:cubicBezTo>
                  <a:pt x="314294" y="40349"/>
                  <a:pt x="315566" y="42644"/>
                  <a:pt x="316385" y="45053"/>
                </a:cubicBezTo>
                <a:cubicBezTo>
                  <a:pt x="317203" y="47460"/>
                  <a:pt x="317884" y="50891"/>
                  <a:pt x="318429" y="55344"/>
                </a:cubicBezTo>
                <a:lnTo>
                  <a:pt x="276445" y="55344"/>
                </a:lnTo>
                <a:cubicBezTo>
                  <a:pt x="276626" y="59524"/>
                  <a:pt x="276990" y="62909"/>
                  <a:pt x="277534" y="65499"/>
                </a:cubicBezTo>
                <a:cubicBezTo>
                  <a:pt x="278081" y="68089"/>
                  <a:pt x="278945" y="70702"/>
                  <a:pt x="280126" y="73336"/>
                </a:cubicBezTo>
                <a:cubicBezTo>
                  <a:pt x="284124" y="81152"/>
                  <a:pt x="289985" y="85059"/>
                  <a:pt x="297710" y="85059"/>
                </a:cubicBezTo>
                <a:cubicBezTo>
                  <a:pt x="302073" y="85059"/>
                  <a:pt x="305867" y="83969"/>
                  <a:pt x="309092" y="81790"/>
                </a:cubicBezTo>
                <a:cubicBezTo>
                  <a:pt x="312319" y="79608"/>
                  <a:pt x="315568" y="75927"/>
                  <a:pt x="318839" y="70747"/>
                </a:cubicBezTo>
                <a:moveTo>
                  <a:pt x="276717" y="50981"/>
                </a:moveTo>
                <a:lnTo>
                  <a:pt x="304527" y="50981"/>
                </a:lnTo>
                <a:cubicBezTo>
                  <a:pt x="303617" y="45075"/>
                  <a:pt x="302208" y="40986"/>
                  <a:pt x="300300" y="38715"/>
                </a:cubicBezTo>
                <a:cubicBezTo>
                  <a:pt x="298392" y="36442"/>
                  <a:pt x="295348" y="35306"/>
                  <a:pt x="291167" y="35306"/>
                </a:cubicBezTo>
                <a:cubicBezTo>
                  <a:pt x="286986" y="35306"/>
                  <a:pt x="283714" y="36578"/>
                  <a:pt x="281351" y="39123"/>
                </a:cubicBezTo>
                <a:cubicBezTo>
                  <a:pt x="278990" y="41667"/>
                  <a:pt x="277445" y="45620"/>
                  <a:pt x="276717" y="50981"/>
                </a:cubicBezTo>
                <a:close/>
                <a:moveTo>
                  <a:pt x="358234" y="31762"/>
                </a:moveTo>
                <a:lnTo>
                  <a:pt x="358234" y="36123"/>
                </a:lnTo>
                <a:lnTo>
                  <a:pt x="344466" y="36123"/>
                </a:lnTo>
                <a:lnTo>
                  <a:pt x="344466" y="75109"/>
                </a:lnTo>
                <a:cubicBezTo>
                  <a:pt x="344466" y="79380"/>
                  <a:pt x="345011" y="82492"/>
                  <a:pt x="346101" y="84446"/>
                </a:cubicBezTo>
                <a:cubicBezTo>
                  <a:pt x="347193" y="86400"/>
                  <a:pt x="349011" y="87376"/>
                  <a:pt x="351555" y="87376"/>
                </a:cubicBezTo>
                <a:cubicBezTo>
                  <a:pt x="353100" y="87376"/>
                  <a:pt x="354485" y="87013"/>
                  <a:pt x="355711" y="86286"/>
                </a:cubicBezTo>
                <a:cubicBezTo>
                  <a:pt x="356938" y="85560"/>
                  <a:pt x="358279" y="84333"/>
                  <a:pt x="359734" y="82607"/>
                </a:cubicBezTo>
                <a:lnTo>
                  <a:pt x="361506" y="84107"/>
                </a:lnTo>
                <a:cubicBezTo>
                  <a:pt x="357143" y="91012"/>
                  <a:pt x="351690" y="94465"/>
                  <a:pt x="345147" y="94465"/>
                </a:cubicBezTo>
                <a:cubicBezTo>
                  <a:pt x="337060" y="94465"/>
                  <a:pt x="333016" y="88694"/>
                  <a:pt x="333016" y="77153"/>
                </a:cubicBezTo>
                <a:lnTo>
                  <a:pt x="333016" y="36123"/>
                </a:lnTo>
                <a:lnTo>
                  <a:pt x="325790" y="36123"/>
                </a:lnTo>
                <a:cubicBezTo>
                  <a:pt x="325427" y="35850"/>
                  <a:pt x="325245" y="35532"/>
                  <a:pt x="325245" y="35169"/>
                </a:cubicBezTo>
                <a:cubicBezTo>
                  <a:pt x="325245" y="34442"/>
                  <a:pt x="326018" y="33579"/>
                  <a:pt x="327562" y="32579"/>
                </a:cubicBezTo>
                <a:cubicBezTo>
                  <a:pt x="329562" y="31398"/>
                  <a:pt x="331743" y="29467"/>
                  <a:pt x="334106" y="26786"/>
                </a:cubicBezTo>
                <a:cubicBezTo>
                  <a:pt x="336469" y="24104"/>
                  <a:pt x="339604" y="19901"/>
                  <a:pt x="343512" y="14177"/>
                </a:cubicBezTo>
                <a:cubicBezTo>
                  <a:pt x="344148" y="14177"/>
                  <a:pt x="344466" y="14768"/>
                  <a:pt x="344466" y="15949"/>
                </a:cubicBezTo>
                <a:lnTo>
                  <a:pt x="344466" y="31762"/>
                </a:lnTo>
                <a:lnTo>
                  <a:pt x="358234" y="31762"/>
                </a:lnTo>
                <a:close/>
                <a:moveTo>
                  <a:pt x="432843" y="2862"/>
                </a:moveTo>
                <a:lnTo>
                  <a:pt x="432843" y="5452"/>
                </a:lnTo>
                <a:cubicBezTo>
                  <a:pt x="429298" y="5633"/>
                  <a:pt x="426640" y="6042"/>
                  <a:pt x="424868" y="6679"/>
                </a:cubicBezTo>
                <a:cubicBezTo>
                  <a:pt x="423096" y="7315"/>
                  <a:pt x="421892" y="8475"/>
                  <a:pt x="421255" y="10157"/>
                </a:cubicBezTo>
                <a:cubicBezTo>
                  <a:pt x="420619" y="11837"/>
                  <a:pt x="420255" y="14359"/>
                  <a:pt x="420165" y="17722"/>
                </a:cubicBezTo>
                <a:lnTo>
                  <a:pt x="420165" y="82197"/>
                </a:lnTo>
                <a:cubicBezTo>
                  <a:pt x="420255" y="83833"/>
                  <a:pt x="420528" y="85038"/>
                  <a:pt x="420983" y="85810"/>
                </a:cubicBezTo>
                <a:cubicBezTo>
                  <a:pt x="421437" y="86583"/>
                  <a:pt x="422482" y="87082"/>
                  <a:pt x="424117" y="87310"/>
                </a:cubicBezTo>
                <a:cubicBezTo>
                  <a:pt x="425753" y="87537"/>
                  <a:pt x="428344" y="87696"/>
                  <a:pt x="431888" y="87786"/>
                </a:cubicBezTo>
                <a:lnTo>
                  <a:pt x="441021" y="87786"/>
                </a:lnTo>
                <a:cubicBezTo>
                  <a:pt x="446929" y="87605"/>
                  <a:pt x="451676" y="86992"/>
                  <a:pt x="455265" y="85947"/>
                </a:cubicBezTo>
                <a:cubicBezTo>
                  <a:pt x="458855" y="84902"/>
                  <a:pt x="461832" y="83062"/>
                  <a:pt x="464195" y="80427"/>
                </a:cubicBezTo>
                <a:cubicBezTo>
                  <a:pt x="466557" y="77791"/>
                  <a:pt x="468784" y="74110"/>
                  <a:pt x="470873" y="69384"/>
                </a:cubicBezTo>
                <a:lnTo>
                  <a:pt x="474283" y="69384"/>
                </a:lnTo>
                <a:lnTo>
                  <a:pt x="467739" y="93103"/>
                </a:lnTo>
                <a:lnTo>
                  <a:pt x="394400" y="93103"/>
                </a:lnTo>
                <a:lnTo>
                  <a:pt x="394400" y="90513"/>
                </a:lnTo>
                <a:cubicBezTo>
                  <a:pt x="397673" y="90331"/>
                  <a:pt x="400149" y="89900"/>
                  <a:pt x="401830" y="89219"/>
                </a:cubicBezTo>
                <a:cubicBezTo>
                  <a:pt x="403512" y="88537"/>
                  <a:pt x="404648" y="87356"/>
                  <a:pt x="405239" y="85675"/>
                </a:cubicBezTo>
                <a:cubicBezTo>
                  <a:pt x="405830" y="83993"/>
                  <a:pt x="406170" y="81516"/>
                  <a:pt x="406260" y="78245"/>
                </a:cubicBezTo>
                <a:lnTo>
                  <a:pt x="406260" y="17722"/>
                </a:lnTo>
                <a:cubicBezTo>
                  <a:pt x="406170" y="14449"/>
                  <a:pt x="405830" y="11972"/>
                  <a:pt x="405239" y="10292"/>
                </a:cubicBezTo>
                <a:cubicBezTo>
                  <a:pt x="404648" y="8610"/>
                  <a:pt x="403535" y="7428"/>
                  <a:pt x="401899" y="6748"/>
                </a:cubicBezTo>
                <a:cubicBezTo>
                  <a:pt x="400262" y="6065"/>
                  <a:pt x="397763" y="5633"/>
                  <a:pt x="394400" y="5452"/>
                </a:cubicBezTo>
                <a:lnTo>
                  <a:pt x="394400" y="2862"/>
                </a:lnTo>
                <a:lnTo>
                  <a:pt x="432843" y="2862"/>
                </a:lnTo>
                <a:close/>
                <a:moveTo>
                  <a:pt x="532489" y="70747"/>
                </a:moveTo>
                <a:lnTo>
                  <a:pt x="534668" y="71702"/>
                </a:lnTo>
                <a:cubicBezTo>
                  <a:pt x="531852" y="79062"/>
                  <a:pt x="527967" y="84696"/>
                  <a:pt x="523014" y="88604"/>
                </a:cubicBezTo>
                <a:cubicBezTo>
                  <a:pt x="518061" y="92511"/>
                  <a:pt x="512313" y="94465"/>
                  <a:pt x="505771" y="94465"/>
                </a:cubicBezTo>
                <a:cubicBezTo>
                  <a:pt x="497956" y="94465"/>
                  <a:pt x="491753" y="91717"/>
                  <a:pt x="487163" y="86220"/>
                </a:cubicBezTo>
                <a:cubicBezTo>
                  <a:pt x="482575" y="80722"/>
                  <a:pt x="480281" y="73292"/>
                  <a:pt x="480281" y="63931"/>
                </a:cubicBezTo>
                <a:cubicBezTo>
                  <a:pt x="480281" y="58297"/>
                  <a:pt x="481167" y="53185"/>
                  <a:pt x="482939" y="48597"/>
                </a:cubicBezTo>
                <a:cubicBezTo>
                  <a:pt x="484711" y="44007"/>
                  <a:pt x="487187" y="40303"/>
                  <a:pt x="490367" y="37486"/>
                </a:cubicBezTo>
                <a:cubicBezTo>
                  <a:pt x="495637" y="32760"/>
                  <a:pt x="501772" y="30397"/>
                  <a:pt x="508770" y="30397"/>
                </a:cubicBezTo>
                <a:cubicBezTo>
                  <a:pt x="516131" y="30397"/>
                  <a:pt x="521946" y="32987"/>
                  <a:pt x="526217" y="38168"/>
                </a:cubicBezTo>
                <a:cubicBezTo>
                  <a:pt x="527944" y="40349"/>
                  <a:pt x="529216" y="42644"/>
                  <a:pt x="530034" y="45053"/>
                </a:cubicBezTo>
                <a:cubicBezTo>
                  <a:pt x="530852" y="47460"/>
                  <a:pt x="531534" y="50891"/>
                  <a:pt x="532079" y="55344"/>
                </a:cubicBezTo>
                <a:lnTo>
                  <a:pt x="490094" y="55344"/>
                </a:lnTo>
                <a:cubicBezTo>
                  <a:pt x="490276" y="59524"/>
                  <a:pt x="490639" y="62909"/>
                  <a:pt x="491184" y="65499"/>
                </a:cubicBezTo>
                <a:cubicBezTo>
                  <a:pt x="491730" y="68089"/>
                  <a:pt x="492594" y="70702"/>
                  <a:pt x="493776" y="73336"/>
                </a:cubicBezTo>
                <a:cubicBezTo>
                  <a:pt x="497773" y="81152"/>
                  <a:pt x="503635" y="85059"/>
                  <a:pt x="511360" y="85059"/>
                </a:cubicBezTo>
                <a:cubicBezTo>
                  <a:pt x="515722" y="85059"/>
                  <a:pt x="519516" y="83969"/>
                  <a:pt x="522742" y="81790"/>
                </a:cubicBezTo>
                <a:cubicBezTo>
                  <a:pt x="525968" y="79608"/>
                  <a:pt x="529217" y="75927"/>
                  <a:pt x="532489" y="70747"/>
                </a:cubicBezTo>
                <a:moveTo>
                  <a:pt x="490367" y="50981"/>
                </a:moveTo>
                <a:lnTo>
                  <a:pt x="518176" y="50981"/>
                </a:lnTo>
                <a:cubicBezTo>
                  <a:pt x="517266" y="45075"/>
                  <a:pt x="515858" y="40986"/>
                  <a:pt x="513950" y="38715"/>
                </a:cubicBezTo>
                <a:cubicBezTo>
                  <a:pt x="512042" y="36442"/>
                  <a:pt x="508997" y="35306"/>
                  <a:pt x="504816" y="35306"/>
                </a:cubicBezTo>
                <a:cubicBezTo>
                  <a:pt x="500636" y="35306"/>
                  <a:pt x="497364" y="36578"/>
                  <a:pt x="495001" y="39123"/>
                </a:cubicBezTo>
                <a:cubicBezTo>
                  <a:pt x="492639" y="41667"/>
                  <a:pt x="491095" y="45620"/>
                  <a:pt x="490367" y="50981"/>
                </a:cubicBezTo>
                <a:close/>
                <a:moveTo>
                  <a:pt x="539032" y="93103"/>
                </a:moveTo>
                <a:lnTo>
                  <a:pt x="539032" y="91058"/>
                </a:lnTo>
                <a:cubicBezTo>
                  <a:pt x="542485" y="90876"/>
                  <a:pt x="544733" y="90127"/>
                  <a:pt x="545778" y="88810"/>
                </a:cubicBezTo>
                <a:cubicBezTo>
                  <a:pt x="546823" y="87491"/>
                  <a:pt x="547392" y="84833"/>
                  <a:pt x="547483" y="80835"/>
                </a:cubicBezTo>
                <a:lnTo>
                  <a:pt x="547483" y="47029"/>
                </a:lnTo>
                <a:cubicBezTo>
                  <a:pt x="547483" y="43666"/>
                  <a:pt x="547119" y="41372"/>
                  <a:pt x="546391" y="40146"/>
                </a:cubicBezTo>
                <a:cubicBezTo>
                  <a:pt x="545665" y="38919"/>
                  <a:pt x="544347" y="38305"/>
                  <a:pt x="542439" y="38305"/>
                </a:cubicBezTo>
                <a:cubicBezTo>
                  <a:pt x="540713" y="38305"/>
                  <a:pt x="539486" y="38487"/>
                  <a:pt x="538760" y="38850"/>
                </a:cubicBezTo>
                <a:lnTo>
                  <a:pt x="538760" y="36533"/>
                </a:lnTo>
                <a:cubicBezTo>
                  <a:pt x="542486" y="35442"/>
                  <a:pt x="545712" y="34442"/>
                  <a:pt x="548438" y="33534"/>
                </a:cubicBezTo>
                <a:cubicBezTo>
                  <a:pt x="551164" y="32624"/>
                  <a:pt x="554208" y="31578"/>
                  <a:pt x="557571" y="30397"/>
                </a:cubicBezTo>
                <a:lnTo>
                  <a:pt x="558524" y="30672"/>
                </a:lnTo>
                <a:lnTo>
                  <a:pt x="558524" y="41440"/>
                </a:lnTo>
                <a:cubicBezTo>
                  <a:pt x="561615" y="38532"/>
                  <a:pt x="564250" y="36283"/>
                  <a:pt x="566430" y="34692"/>
                </a:cubicBezTo>
                <a:cubicBezTo>
                  <a:pt x="568611" y="33102"/>
                  <a:pt x="570611" y="31988"/>
                  <a:pt x="572428" y="31352"/>
                </a:cubicBezTo>
                <a:cubicBezTo>
                  <a:pt x="574246" y="30715"/>
                  <a:pt x="576200" y="30397"/>
                  <a:pt x="578290" y="30397"/>
                </a:cubicBezTo>
                <a:cubicBezTo>
                  <a:pt x="583379" y="30397"/>
                  <a:pt x="587332" y="32192"/>
                  <a:pt x="590148" y="35782"/>
                </a:cubicBezTo>
                <a:cubicBezTo>
                  <a:pt x="592966" y="39372"/>
                  <a:pt x="594375" y="44393"/>
                  <a:pt x="594375" y="50845"/>
                </a:cubicBezTo>
                <a:lnTo>
                  <a:pt x="594375" y="82062"/>
                </a:lnTo>
                <a:cubicBezTo>
                  <a:pt x="594466" y="85423"/>
                  <a:pt x="595034" y="87672"/>
                  <a:pt x="596078" y="88810"/>
                </a:cubicBezTo>
                <a:cubicBezTo>
                  <a:pt x="597124" y="89945"/>
                  <a:pt x="599328" y="90695"/>
                  <a:pt x="602690" y="91058"/>
                </a:cubicBezTo>
                <a:lnTo>
                  <a:pt x="602690" y="93103"/>
                </a:lnTo>
                <a:lnTo>
                  <a:pt x="574336" y="93103"/>
                </a:lnTo>
                <a:lnTo>
                  <a:pt x="574336" y="91058"/>
                </a:lnTo>
                <a:cubicBezTo>
                  <a:pt x="577699" y="90876"/>
                  <a:pt x="579948" y="90036"/>
                  <a:pt x="581083" y="88537"/>
                </a:cubicBezTo>
                <a:cubicBezTo>
                  <a:pt x="582220" y="87037"/>
                  <a:pt x="582834" y="84060"/>
                  <a:pt x="582924" y="79608"/>
                </a:cubicBezTo>
                <a:lnTo>
                  <a:pt x="582924" y="51118"/>
                </a:lnTo>
                <a:cubicBezTo>
                  <a:pt x="582924" y="42303"/>
                  <a:pt x="579607" y="37895"/>
                  <a:pt x="572973" y="37895"/>
                </a:cubicBezTo>
                <a:cubicBezTo>
                  <a:pt x="570702" y="37895"/>
                  <a:pt x="568590" y="38418"/>
                  <a:pt x="566636" y="39464"/>
                </a:cubicBezTo>
                <a:cubicBezTo>
                  <a:pt x="564682" y="40508"/>
                  <a:pt x="562114" y="42575"/>
                  <a:pt x="558933" y="45664"/>
                </a:cubicBezTo>
                <a:lnTo>
                  <a:pt x="558933" y="83969"/>
                </a:lnTo>
                <a:cubicBezTo>
                  <a:pt x="558933" y="86424"/>
                  <a:pt x="559592" y="88174"/>
                  <a:pt x="560909" y="89219"/>
                </a:cubicBezTo>
                <a:cubicBezTo>
                  <a:pt x="562227" y="90263"/>
                  <a:pt x="564567" y="90876"/>
                  <a:pt x="567929" y="91058"/>
                </a:cubicBezTo>
                <a:lnTo>
                  <a:pt x="567929" y="93103"/>
                </a:lnTo>
                <a:lnTo>
                  <a:pt x="539032" y="93103"/>
                </a:lnTo>
                <a:close/>
                <a:moveTo>
                  <a:pt x="668803" y="40213"/>
                </a:moveTo>
                <a:lnTo>
                  <a:pt x="657488" y="40213"/>
                </a:lnTo>
                <a:cubicBezTo>
                  <a:pt x="658487" y="42394"/>
                  <a:pt x="659169" y="44348"/>
                  <a:pt x="659532" y="46074"/>
                </a:cubicBezTo>
                <a:cubicBezTo>
                  <a:pt x="659897" y="47800"/>
                  <a:pt x="660079" y="49663"/>
                  <a:pt x="660079" y="51663"/>
                </a:cubicBezTo>
                <a:cubicBezTo>
                  <a:pt x="660079" y="58207"/>
                  <a:pt x="657898" y="63341"/>
                  <a:pt x="653536" y="67067"/>
                </a:cubicBezTo>
                <a:cubicBezTo>
                  <a:pt x="651446" y="68884"/>
                  <a:pt x="649106" y="70292"/>
                  <a:pt x="646516" y="71292"/>
                </a:cubicBezTo>
                <a:cubicBezTo>
                  <a:pt x="643925" y="72292"/>
                  <a:pt x="641358" y="72791"/>
                  <a:pt x="638813" y="72791"/>
                </a:cubicBezTo>
                <a:cubicBezTo>
                  <a:pt x="638722" y="72791"/>
                  <a:pt x="638017" y="72724"/>
                  <a:pt x="636700" y="72588"/>
                </a:cubicBezTo>
                <a:cubicBezTo>
                  <a:pt x="635383" y="72452"/>
                  <a:pt x="633497" y="72292"/>
                  <a:pt x="631043" y="72109"/>
                </a:cubicBezTo>
                <a:cubicBezTo>
                  <a:pt x="629861" y="72474"/>
                  <a:pt x="628634" y="73156"/>
                  <a:pt x="627361" y="74156"/>
                </a:cubicBezTo>
                <a:cubicBezTo>
                  <a:pt x="626089" y="75154"/>
                  <a:pt x="625022" y="76267"/>
                  <a:pt x="624158" y="77494"/>
                </a:cubicBezTo>
                <a:cubicBezTo>
                  <a:pt x="623295" y="78722"/>
                  <a:pt x="622864" y="79789"/>
                  <a:pt x="622864" y="80698"/>
                </a:cubicBezTo>
                <a:cubicBezTo>
                  <a:pt x="622864" y="82879"/>
                  <a:pt x="626408" y="84106"/>
                  <a:pt x="633497" y="84379"/>
                </a:cubicBezTo>
                <a:lnTo>
                  <a:pt x="651081" y="85197"/>
                </a:lnTo>
                <a:cubicBezTo>
                  <a:pt x="656170" y="85378"/>
                  <a:pt x="660192" y="86787"/>
                  <a:pt x="663145" y="89423"/>
                </a:cubicBezTo>
                <a:cubicBezTo>
                  <a:pt x="666099" y="92058"/>
                  <a:pt x="667576" y="95511"/>
                  <a:pt x="667576" y="99781"/>
                </a:cubicBezTo>
                <a:cubicBezTo>
                  <a:pt x="667576" y="104871"/>
                  <a:pt x="665077" y="109460"/>
                  <a:pt x="660079" y="113549"/>
                </a:cubicBezTo>
                <a:cubicBezTo>
                  <a:pt x="656535" y="116367"/>
                  <a:pt x="652263" y="118616"/>
                  <a:pt x="647264" y="120296"/>
                </a:cubicBezTo>
                <a:cubicBezTo>
                  <a:pt x="642267" y="121979"/>
                  <a:pt x="637224" y="122820"/>
                  <a:pt x="632135" y="122820"/>
                </a:cubicBezTo>
                <a:cubicBezTo>
                  <a:pt x="627772" y="122820"/>
                  <a:pt x="623819" y="122229"/>
                  <a:pt x="620274" y="121047"/>
                </a:cubicBezTo>
                <a:cubicBezTo>
                  <a:pt x="616730" y="119866"/>
                  <a:pt x="613890" y="118253"/>
                  <a:pt x="611755" y="116207"/>
                </a:cubicBezTo>
                <a:cubicBezTo>
                  <a:pt x="609619" y="114163"/>
                  <a:pt x="608552" y="111960"/>
                  <a:pt x="608552" y="109597"/>
                </a:cubicBezTo>
                <a:cubicBezTo>
                  <a:pt x="608552" y="107052"/>
                  <a:pt x="609551" y="104530"/>
                  <a:pt x="611551" y="102030"/>
                </a:cubicBezTo>
                <a:cubicBezTo>
                  <a:pt x="613551" y="99531"/>
                  <a:pt x="617004" y="96510"/>
                  <a:pt x="621911" y="92965"/>
                </a:cubicBezTo>
                <a:cubicBezTo>
                  <a:pt x="619094" y="91602"/>
                  <a:pt x="617185" y="90422"/>
                  <a:pt x="616185" y="89423"/>
                </a:cubicBezTo>
                <a:cubicBezTo>
                  <a:pt x="615185" y="88423"/>
                  <a:pt x="614685" y="87196"/>
                  <a:pt x="614685" y="85742"/>
                </a:cubicBezTo>
                <a:cubicBezTo>
                  <a:pt x="614685" y="84560"/>
                  <a:pt x="614935" y="83492"/>
                  <a:pt x="615434" y="82538"/>
                </a:cubicBezTo>
                <a:cubicBezTo>
                  <a:pt x="615935" y="81584"/>
                  <a:pt x="616912" y="80380"/>
                  <a:pt x="618367" y="78925"/>
                </a:cubicBezTo>
                <a:cubicBezTo>
                  <a:pt x="618549" y="78654"/>
                  <a:pt x="619048" y="78132"/>
                  <a:pt x="619865" y="77359"/>
                </a:cubicBezTo>
                <a:cubicBezTo>
                  <a:pt x="620683" y="76587"/>
                  <a:pt x="621819" y="75518"/>
                  <a:pt x="623274" y="74154"/>
                </a:cubicBezTo>
                <a:lnTo>
                  <a:pt x="626818" y="70884"/>
                </a:lnTo>
                <a:cubicBezTo>
                  <a:pt x="622274" y="68611"/>
                  <a:pt x="619025" y="66067"/>
                  <a:pt x="617071" y="63251"/>
                </a:cubicBezTo>
                <a:cubicBezTo>
                  <a:pt x="615117" y="60433"/>
                  <a:pt x="614141" y="56889"/>
                  <a:pt x="614141" y="52618"/>
                </a:cubicBezTo>
                <a:cubicBezTo>
                  <a:pt x="614141" y="48437"/>
                  <a:pt x="615163" y="44665"/>
                  <a:pt x="617206" y="41302"/>
                </a:cubicBezTo>
                <a:cubicBezTo>
                  <a:pt x="619252" y="37940"/>
                  <a:pt x="622001" y="35282"/>
                  <a:pt x="625454" y="33328"/>
                </a:cubicBezTo>
                <a:cubicBezTo>
                  <a:pt x="628908" y="31374"/>
                  <a:pt x="632725" y="30397"/>
                  <a:pt x="636904" y="30397"/>
                </a:cubicBezTo>
                <a:cubicBezTo>
                  <a:pt x="640540" y="30397"/>
                  <a:pt x="644175" y="31079"/>
                  <a:pt x="647809" y="32442"/>
                </a:cubicBezTo>
                <a:lnTo>
                  <a:pt x="650809" y="33534"/>
                </a:lnTo>
                <a:cubicBezTo>
                  <a:pt x="652172" y="33987"/>
                  <a:pt x="653398" y="34328"/>
                  <a:pt x="654488" y="34555"/>
                </a:cubicBezTo>
                <a:cubicBezTo>
                  <a:pt x="655580" y="34782"/>
                  <a:pt x="656853" y="34896"/>
                  <a:pt x="658307" y="34896"/>
                </a:cubicBezTo>
                <a:lnTo>
                  <a:pt x="668803" y="34896"/>
                </a:lnTo>
                <a:lnTo>
                  <a:pt x="668803" y="40213"/>
                </a:lnTo>
                <a:moveTo>
                  <a:pt x="624773" y="93375"/>
                </a:moveTo>
                <a:cubicBezTo>
                  <a:pt x="622047" y="96646"/>
                  <a:pt x="620252" y="99031"/>
                  <a:pt x="619388" y="100530"/>
                </a:cubicBezTo>
                <a:cubicBezTo>
                  <a:pt x="618526" y="102031"/>
                  <a:pt x="618095" y="103553"/>
                  <a:pt x="618095" y="105098"/>
                </a:cubicBezTo>
                <a:cubicBezTo>
                  <a:pt x="618095" y="108097"/>
                  <a:pt x="619889" y="110505"/>
                  <a:pt x="623478" y="112322"/>
                </a:cubicBezTo>
                <a:cubicBezTo>
                  <a:pt x="627068" y="114140"/>
                  <a:pt x="631907" y="115049"/>
                  <a:pt x="637996" y="115049"/>
                </a:cubicBezTo>
                <a:cubicBezTo>
                  <a:pt x="645720" y="115049"/>
                  <a:pt x="651944" y="113821"/>
                  <a:pt x="656670" y="111367"/>
                </a:cubicBezTo>
                <a:cubicBezTo>
                  <a:pt x="661396" y="108914"/>
                  <a:pt x="663759" y="105734"/>
                  <a:pt x="663759" y="101826"/>
                </a:cubicBezTo>
                <a:cubicBezTo>
                  <a:pt x="663759" y="99373"/>
                  <a:pt x="662487" y="97647"/>
                  <a:pt x="659942" y="96647"/>
                </a:cubicBezTo>
                <a:cubicBezTo>
                  <a:pt x="657397" y="95647"/>
                  <a:pt x="653036" y="95147"/>
                  <a:pt x="646857" y="95147"/>
                </a:cubicBezTo>
                <a:cubicBezTo>
                  <a:pt x="644676" y="95147"/>
                  <a:pt x="642153" y="95056"/>
                  <a:pt x="639290" y="94875"/>
                </a:cubicBezTo>
                <a:cubicBezTo>
                  <a:pt x="636428" y="94693"/>
                  <a:pt x="633679" y="94466"/>
                  <a:pt x="631043" y="94193"/>
                </a:cubicBezTo>
                <a:cubicBezTo>
                  <a:pt x="628408" y="93921"/>
                  <a:pt x="626318" y="93648"/>
                  <a:pt x="624773" y="93375"/>
                </a:cubicBezTo>
                <a:moveTo>
                  <a:pt x="625454" y="47029"/>
                </a:moveTo>
                <a:lnTo>
                  <a:pt x="625454" y="47436"/>
                </a:lnTo>
                <a:cubicBezTo>
                  <a:pt x="625454" y="53980"/>
                  <a:pt x="626749" y="59274"/>
                  <a:pt x="629339" y="63319"/>
                </a:cubicBezTo>
                <a:cubicBezTo>
                  <a:pt x="631929" y="67363"/>
                  <a:pt x="635315" y="69384"/>
                  <a:pt x="639496" y="69384"/>
                </a:cubicBezTo>
                <a:cubicBezTo>
                  <a:pt x="642675" y="69384"/>
                  <a:pt x="645151" y="68271"/>
                  <a:pt x="646923" y="66044"/>
                </a:cubicBezTo>
                <a:cubicBezTo>
                  <a:pt x="648695" y="63817"/>
                  <a:pt x="649582" y="60795"/>
                  <a:pt x="649582" y="56979"/>
                </a:cubicBezTo>
                <a:cubicBezTo>
                  <a:pt x="649582" y="54253"/>
                  <a:pt x="649218" y="51436"/>
                  <a:pt x="648492" y="48528"/>
                </a:cubicBezTo>
                <a:cubicBezTo>
                  <a:pt x="647765" y="45621"/>
                  <a:pt x="646765" y="42985"/>
                  <a:pt x="645492" y="40622"/>
                </a:cubicBezTo>
                <a:cubicBezTo>
                  <a:pt x="643221" y="36350"/>
                  <a:pt x="639904" y="34214"/>
                  <a:pt x="635542" y="34214"/>
                </a:cubicBezTo>
                <a:cubicBezTo>
                  <a:pt x="632452" y="34214"/>
                  <a:pt x="629998" y="35350"/>
                  <a:pt x="628180" y="37623"/>
                </a:cubicBezTo>
                <a:cubicBezTo>
                  <a:pt x="626363" y="39894"/>
                  <a:pt x="625454" y="43030"/>
                  <a:pt x="625454" y="47029"/>
                </a:cubicBezTo>
                <a:close/>
                <a:moveTo>
                  <a:pt x="708199" y="31762"/>
                </a:moveTo>
                <a:lnTo>
                  <a:pt x="708199" y="36123"/>
                </a:lnTo>
                <a:lnTo>
                  <a:pt x="694431" y="36123"/>
                </a:lnTo>
                <a:lnTo>
                  <a:pt x="694431" y="75109"/>
                </a:lnTo>
                <a:cubicBezTo>
                  <a:pt x="694431" y="79380"/>
                  <a:pt x="694976" y="82492"/>
                  <a:pt x="696066" y="84446"/>
                </a:cubicBezTo>
                <a:cubicBezTo>
                  <a:pt x="697157" y="86400"/>
                  <a:pt x="698975" y="87376"/>
                  <a:pt x="701520" y="87376"/>
                </a:cubicBezTo>
                <a:cubicBezTo>
                  <a:pt x="703064" y="87376"/>
                  <a:pt x="704450" y="87013"/>
                  <a:pt x="705676" y="86286"/>
                </a:cubicBezTo>
                <a:cubicBezTo>
                  <a:pt x="706903" y="85560"/>
                  <a:pt x="708244" y="84333"/>
                  <a:pt x="709698" y="82607"/>
                </a:cubicBezTo>
                <a:lnTo>
                  <a:pt x="711470" y="84107"/>
                </a:lnTo>
                <a:cubicBezTo>
                  <a:pt x="707108" y="91012"/>
                  <a:pt x="701655" y="94465"/>
                  <a:pt x="695111" y="94465"/>
                </a:cubicBezTo>
                <a:cubicBezTo>
                  <a:pt x="687024" y="94465"/>
                  <a:pt x="682981" y="88694"/>
                  <a:pt x="682981" y="77153"/>
                </a:cubicBezTo>
                <a:lnTo>
                  <a:pt x="682981" y="36123"/>
                </a:lnTo>
                <a:lnTo>
                  <a:pt x="675755" y="36123"/>
                </a:lnTo>
                <a:cubicBezTo>
                  <a:pt x="675392" y="35850"/>
                  <a:pt x="675210" y="35532"/>
                  <a:pt x="675210" y="35169"/>
                </a:cubicBezTo>
                <a:cubicBezTo>
                  <a:pt x="675210" y="34442"/>
                  <a:pt x="675982" y="33579"/>
                  <a:pt x="677527" y="32579"/>
                </a:cubicBezTo>
                <a:cubicBezTo>
                  <a:pt x="679527" y="31398"/>
                  <a:pt x="681708" y="29467"/>
                  <a:pt x="684071" y="26786"/>
                </a:cubicBezTo>
                <a:cubicBezTo>
                  <a:pt x="686434" y="24104"/>
                  <a:pt x="689569" y="19901"/>
                  <a:pt x="693476" y="14177"/>
                </a:cubicBezTo>
                <a:cubicBezTo>
                  <a:pt x="694113" y="14177"/>
                  <a:pt x="694431" y="14768"/>
                  <a:pt x="694431" y="15949"/>
                </a:cubicBezTo>
                <a:lnTo>
                  <a:pt x="694431" y="31762"/>
                </a:lnTo>
                <a:lnTo>
                  <a:pt x="708199" y="31762"/>
                </a:lnTo>
                <a:close/>
                <a:moveTo>
                  <a:pt x="776491" y="91058"/>
                </a:moveTo>
                <a:lnTo>
                  <a:pt x="776491" y="93103"/>
                </a:lnTo>
                <a:lnTo>
                  <a:pt x="747592" y="93103"/>
                </a:lnTo>
                <a:lnTo>
                  <a:pt x="747592" y="91058"/>
                </a:lnTo>
                <a:cubicBezTo>
                  <a:pt x="750228" y="90785"/>
                  <a:pt x="752182" y="90353"/>
                  <a:pt x="753453" y="89762"/>
                </a:cubicBezTo>
                <a:cubicBezTo>
                  <a:pt x="754726" y="89171"/>
                  <a:pt x="755589" y="88059"/>
                  <a:pt x="756043" y="86424"/>
                </a:cubicBezTo>
                <a:cubicBezTo>
                  <a:pt x="756498" y="84788"/>
                  <a:pt x="756771" y="82379"/>
                  <a:pt x="756862" y="79198"/>
                </a:cubicBezTo>
                <a:lnTo>
                  <a:pt x="756862" y="52208"/>
                </a:lnTo>
                <a:cubicBezTo>
                  <a:pt x="756862" y="42575"/>
                  <a:pt x="753455" y="37758"/>
                  <a:pt x="746639" y="37758"/>
                </a:cubicBezTo>
                <a:cubicBezTo>
                  <a:pt x="744003" y="37758"/>
                  <a:pt x="741549" y="38395"/>
                  <a:pt x="739276" y="39668"/>
                </a:cubicBezTo>
                <a:cubicBezTo>
                  <a:pt x="737005" y="40939"/>
                  <a:pt x="734415" y="43165"/>
                  <a:pt x="731507" y="46346"/>
                </a:cubicBezTo>
                <a:lnTo>
                  <a:pt x="731507" y="79198"/>
                </a:lnTo>
                <a:cubicBezTo>
                  <a:pt x="731599" y="82379"/>
                  <a:pt x="731871" y="84788"/>
                  <a:pt x="732325" y="86424"/>
                </a:cubicBezTo>
                <a:cubicBezTo>
                  <a:pt x="732780" y="88059"/>
                  <a:pt x="733643" y="89171"/>
                  <a:pt x="734914" y="89762"/>
                </a:cubicBezTo>
                <a:cubicBezTo>
                  <a:pt x="736187" y="90353"/>
                  <a:pt x="738142" y="90785"/>
                  <a:pt x="740778" y="91058"/>
                </a:cubicBezTo>
                <a:lnTo>
                  <a:pt x="740778" y="93103"/>
                </a:lnTo>
                <a:lnTo>
                  <a:pt x="711333" y="93103"/>
                </a:lnTo>
                <a:lnTo>
                  <a:pt x="711333" y="91058"/>
                </a:lnTo>
                <a:cubicBezTo>
                  <a:pt x="713968" y="90695"/>
                  <a:pt x="715876" y="90241"/>
                  <a:pt x="717058" y="89696"/>
                </a:cubicBezTo>
                <a:cubicBezTo>
                  <a:pt x="718239" y="89149"/>
                  <a:pt x="719011" y="88082"/>
                  <a:pt x="719375" y="86492"/>
                </a:cubicBezTo>
                <a:cubicBezTo>
                  <a:pt x="719739" y="84902"/>
                  <a:pt x="719967" y="82470"/>
                  <a:pt x="720057" y="79198"/>
                </a:cubicBezTo>
                <a:lnTo>
                  <a:pt x="720057" y="14995"/>
                </a:lnTo>
                <a:cubicBezTo>
                  <a:pt x="720057" y="12087"/>
                  <a:pt x="719625" y="10202"/>
                  <a:pt x="718761" y="9339"/>
                </a:cubicBezTo>
                <a:cubicBezTo>
                  <a:pt x="717899" y="8475"/>
                  <a:pt x="716013" y="8043"/>
                  <a:pt x="713106" y="8043"/>
                </a:cubicBezTo>
                <a:cubicBezTo>
                  <a:pt x="712379" y="8043"/>
                  <a:pt x="711833" y="8088"/>
                  <a:pt x="711469" y="8179"/>
                </a:cubicBezTo>
                <a:lnTo>
                  <a:pt x="711469" y="5997"/>
                </a:lnTo>
                <a:lnTo>
                  <a:pt x="715150" y="4907"/>
                </a:lnTo>
                <a:cubicBezTo>
                  <a:pt x="718966" y="3817"/>
                  <a:pt x="721965" y="2931"/>
                  <a:pt x="724146" y="2251"/>
                </a:cubicBezTo>
                <a:cubicBezTo>
                  <a:pt x="726327" y="1568"/>
                  <a:pt x="728554" y="818"/>
                  <a:pt x="730825" y="0"/>
                </a:cubicBezTo>
                <a:lnTo>
                  <a:pt x="731507" y="410"/>
                </a:lnTo>
                <a:lnTo>
                  <a:pt x="731507" y="41847"/>
                </a:lnTo>
                <a:cubicBezTo>
                  <a:pt x="734688" y="37758"/>
                  <a:pt x="737824" y="34827"/>
                  <a:pt x="740913" y="33055"/>
                </a:cubicBezTo>
                <a:cubicBezTo>
                  <a:pt x="744003" y="31283"/>
                  <a:pt x="747547" y="30397"/>
                  <a:pt x="751546" y="30397"/>
                </a:cubicBezTo>
                <a:cubicBezTo>
                  <a:pt x="762724" y="30397"/>
                  <a:pt x="768313" y="37622"/>
                  <a:pt x="768313" y="52073"/>
                </a:cubicBezTo>
                <a:lnTo>
                  <a:pt x="768313" y="79198"/>
                </a:lnTo>
                <a:cubicBezTo>
                  <a:pt x="768403" y="82379"/>
                  <a:pt x="768607" y="84742"/>
                  <a:pt x="768924" y="86286"/>
                </a:cubicBezTo>
                <a:cubicBezTo>
                  <a:pt x="769243" y="87831"/>
                  <a:pt x="769971" y="88899"/>
                  <a:pt x="771106" y="89490"/>
                </a:cubicBezTo>
                <a:cubicBezTo>
                  <a:pt x="772243" y="90080"/>
                  <a:pt x="774038" y="90603"/>
                  <a:pt x="776491" y="910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B2BDA-5658-40A0-BC48-3E9077F3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3764" y="4211543"/>
            <a:ext cx="2038007" cy="317300"/>
          </a:xfrm>
          <a:custGeom xmlns:a="http://schemas.openxmlformats.org/drawingml/2006/main">
            <a:pathLst>
              <a:path w="2038007" h="317300">
                <a:moveTo>
                  <a:pt x="0" y="317300"/>
                </a:moveTo>
                <a:lnTo>
                  <a:pt x="0" y="0"/>
                </a:lnTo>
                <a:lnTo>
                  <a:pt x="2038007" y="0"/>
                </a:lnTo>
                <a:lnTo>
                  <a:pt x="2038007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61F59-43EA-43A8-A451-862D008E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3764" y="4211543"/>
            <a:ext cx="2038007" cy="317300"/>
          </a:xfrm>
          <a:custGeom xmlns:a="http://schemas.openxmlformats.org/drawingml/2006/main">
            <a:pathLst>
              <a:path w="2038007" h="317300" fill="none">
                <a:moveTo>
                  <a:pt x="0" y="317300"/>
                </a:moveTo>
                <a:lnTo>
                  <a:pt x="2038007" y="317300"/>
                </a:lnTo>
                <a:lnTo>
                  <a:pt x="2038007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199" name="Text Payload">
            <a:extLst xmlns:a="http://schemas.openxmlformats.org/drawingml/2006/main">
              <a:ext uri="{FF2B5EF4-FFF2-40B4-BE49-F238E27FC236}">
                <a16:creationId xmlns:a16="http://schemas.microsoft.com/office/drawing/2014/main" id="{BBF9F438-FE68-4056-A0A7-ED7130ED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428" y="4321266"/>
            <a:ext cx="434977" cy="122820"/>
          </a:xfrm>
          <a:custGeom xmlns:a="http://schemas.openxmlformats.org/drawingml/2006/main">
            <a:pathLst>
              <a:path w="434977" h="122820">
                <a:moveTo>
                  <a:pt x="0" y="5452"/>
                </a:moveTo>
                <a:lnTo>
                  <a:pt x="0" y="2862"/>
                </a:lnTo>
                <a:lnTo>
                  <a:pt x="35986" y="2862"/>
                </a:lnTo>
                <a:cubicBezTo>
                  <a:pt x="42438" y="2862"/>
                  <a:pt x="48390" y="3748"/>
                  <a:pt x="53843" y="5520"/>
                </a:cubicBezTo>
                <a:cubicBezTo>
                  <a:pt x="59295" y="7292"/>
                  <a:pt x="63385" y="9678"/>
                  <a:pt x="66113" y="12678"/>
                </a:cubicBezTo>
                <a:cubicBezTo>
                  <a:pt x="69839" y="16675"/>
                  <a:pt x="71702" y="21628"/>
                  <a:pt x="71702" y="27535"/>
                </a:cubicBezTo>
                <a:cubicBezTo>
                  <a:pt x="71702" y="31988"/>
                  <a:pt x="70542" y="36168"/>
                  <a:pt x="68224" y="40077"/>
                </a:cubicBezTo>
                <a:cubicBezTo>
                  <a:pt x="65907" y="43985"/>
                  <a:pt x="62704" y="47029"/>
                  <a:pt x="58614" y="49209"/>
                </a:cubicBezTo>
                <a:cubicBezTo>
                  <a:pt x="53070" y="52299"/>
                  <a:pt x="45119" y="53845"/>
                  <a:pt x="34759" y="53845"/>
                </a:cubicBezTo>
                <a:cubicBezTo>
                  <a:pt x="33032" y="53845"/>
                  <a:pt x="31488" y="53800"/>
                  <a:pt x="30125" y="53710"/>
                </a:cubicBezTo>
                <a:cubicBezTo>
                  <a:pt x="28761" y="53618"/>
                  <a:pt x="27171" y="53527"/>
                  <a:pt x="25353" y="53435"/>
                </a:cubicBezTo>
                <a:lnTo>
                  <a:pt x="25353" y="78245"/>
                </a:lnTo>
                <a:cubicBezTo>
                  <a:pt x="25445" y="81607"/>
                  <a:pt x="25808" y="84151"/>
                  <a:pt x="26443" y="85879"/>
                </a:cubicBezTo>
                <a:cubicBezTo>
                  <a:pt x="27079" y="87605"/>
                  <a:pt x="28307" y="88787"/>
                  <a:pt x="30125" y="89423"/>
                </a:cubicBezTo>
                <a:cubicBezTo>
                  <a:pt x="31942" y="90058"/>
                  <a:pt x="34624" y="90422"/>
                  <a:pt x="38168" y="90513"/>
                </a:cubicBezTo>
                <a:lnTo>
                  <a:pt x="38168" y="93103"/>
                </a:lnTo>
                <a:lnTo>
                  <a:pt x="0" y="93103"/>
                </a:lnTo>
                <a:lnTo>
                  <a:pt x="0" y="90513"/>
                </a:lnTo>
                <a:cubicBezTo>
                  <a:pt x="3453" y="90150"/>
                  <a:pt x="5974" y="89650"/>
                  <a:pt x="7565" y="89013"/>
                </a:cubicBezTo>
                <a:cubicBezTo>
                  <a:pt x="9155" y="88377"/>
                  <a:pt x="10200" y="87128"/>
                  <a:pt x="10699" y="85265"/>
                </a:cubicBezTo>
                <a:cubicBezTo>
                  <a:pt x="11200" y="83402"/>
                  <a:pt x="11450" y="80562"/>
                  <a:pt x="11450" y="76746"/>
                </a:cubicBezTo>
                <a:lnTo>
                  <a:pt x="11450" y="17722"/>
                </a:lnTo>
                <a:cubicBezTo>
                  <a:pt x="11450" y="14359"/>
                  <a:pt x="11177" y="11882"/>
                  <a:pt x="10631" y="10292"/>
                </a:cubicBezTo>
                <a:cubicBezTo>
                  <a:pt x="10086" y="8701"/>
                  <a:pt x="9018" y="7588"/>
                  <a:pt x="7428" y="6951"/>
                </a:cubicBezTo>
                <a:cubicBezTo>
                  <a:pt x="5837" y="6315"/>
                  <a:pt x="3361" y="5815"/>
                  <a:pt x="0" y="5452"/>
                </a:cubicBezTo>
                <a:moveTo>
                  <a:pt x="25353" y="12540"/>
                </a:moveTo>
                <a:lnTo>
                  <a:pt x="25353" y="47983"/>
                </a:lnTo>
                <a:cubicBezTo>
                  <a:pt x="26898" y="48074"/>
                  <a:pt x="28238" y="48164"/>
                  <a:pt x="29374" y="48256"/>
                </a:cubicBezTo>
                <a:cubicBezTo>
                  <a:pt x="30511" y="48346"/>
                  <a:pt x="31761" y="48391"/>
                  <a:pt x="33124" y="48391"/>
                </a:cubicBezTo>
                <a:cubicBezTo>
                  <a:pt x="48936" y="48391"/>
                  <a:pt x="56842" y="41712"/>
                  <a:pt x="56842" y="28352"/>
                </a:cubicBezTo>
                <a:cubicBezTo>
                  <a:pt x="56842" y="21355"/>
                  <a:pt x="54661" y="16198"/>
                  <a:pt x="50298" y="12881"/>
                </a:cubicBezTo>
                <a:cubicBezTo>
                  <a:pt x="45937" y="9565"/>
                  <a:pt x="39167" y="7906"/>
                  <a:pt x="29987" y="7906"/>
                </a:cubicBezTo>
                <a:cubicBezTo>
                  <a:pt x="28171" y="7906"/>
                  <a:pt x="26944" y="8224"/>
                  <a:pt x="26308" y="8861"/>
                </a:cubicBezTo>
                <a:cubicBezTo>
                  <a:pt x="25671" y="9497"/>
                  <a:pt x="25353" y="10724"/>
                  <a:pt x="25353" y="12540"/>
                </a:cubicBezTo>
                <a:close/>
                <a:moveTo>
                  <a:pt x="133860" y="84107"/>
                </a:moveTo>
                <a:lnTo>
                  <a:pt x="133860" y="87651"/>
                </a:lnTo>
                <a:cubicBezTo>
                  <a:pt x="131497" y="90195"/>
                  <a:pt x="129452" y="91968"/>
                  <a:pt x="127726" y="92967"/>
                </a:cubicBezTo>
                <a:cubicBezTo>
                  <a:pt x="126000" y="93966"/>
                  <a:pt x="123955" y="94465"/>
                  <a:pt x="121592" y="94465"/>
                </a:cubicBezTo>
                <a:cubicBezTo>
                  <a:pt x="118774" y="94465"/>
                  <a:pt x="116707" y="93716"/>
                  <a:pt x="115390" y="92217"/>
                </a:cubicBezTo>
                <a:cubicBezTo>
                  <a:pt x="114072" y="90718"/>
                  <a:pt x="113231" y="88150"/>
                  <a:pt x="112867" y="84514"/>
                </a:cubicBezTo>
                <a:cubicBezTo>
                  <a:pt x="108687" y="88059"/>
                  <a:pt x="105075" y="90603"/>
                  <a:pt x="102030" y="92148"/>
                </a:cubicBezTo>
                <a:cubicBezTo>
                  <a:pt x="98986" y="93693"/>
                  <a:pt x="95964" y="94465"/>
                  <a:pt x="92965" y="94465"/>
                </a:cubicBezTo>
                <a:cubicBezTo>
                  <a:pt x="88784" y="94465"/>
                  <a:pt x="85354" y="93102"/>
                  <a:pt x="82673" y="90376"/>
                </a:cubicBezTo>
                <a:cubicBezTo>
                  <a:pt x="79993" y="87650"/>
                  <a:pt x="78653" y="84151"/>
                  <a:pt x="78653" y="79880"/>
                </a:cubicBezTo>
                <a:cubicBezTo>
                  <a:pt x="78653" y="77609"/>
                  <a:pt x="79107" y="75405"/>
                  <a:pt x="80015" y="73270"/>
                </a:cubicBezTo>
                <a:cubicBezTo>
                  <a:pt x="80925" y="71133"/>
                  <a:pt x="82106" y="69383"/>
                  <a:pt x="83559" y="68020"/>
                </a:cubicBezTo>
                <a:cubicBezTo>
                  <a:pt x="85014" y="66748"/>
                  <a:pt x="86400" y="65636"/>
                  <a:pt x="87717" y="64682"/>
                </a:cubicBezTo>
                <a:cubicBezTo>
                  <a:pt x="89035" y="63728"/>
                  <a:pt x="90624" y="62796"/>
                  <a:pt x="92487" y="61888"/>
                </a:cubicBezTo>
                <a:cubicBezTo>
                  <a:pt x="94350" y="60979"/>
                  <a:pt x="96873" y="59842"/>
                  <a:pt x="100054" y="58479"/>
                </a:cubicBezTo>
                <a:cubicBezTo>
                  <a:pt x="103235" y="57116"/>
                  <a:pt x="107461" y="55389"/>
                  <a:pt x="112731" y="53298"/>
                </a:cubicBezTo>
                <a:lnTo>
                  <a:pt x="112731" y="44984"/>
                </a:lnTo>
                <a:cubicBezTo>
                  <a:pt x="112731" y="37441"/>
                  <a:pt x="109278" y="33669"/>
                  <a:pt x="102371" y="33669"/>
                </a:cubicBezTo>
                <a:cubicBezTo>
                  <a:pt x="99645" y="33669"/>
                  <a:pt x="97328" y="34328"/>
                  <a:pt x="95420" y="35647"/>
                </a:cubicBezTo>
                <a:cubicBezTo>
                  <a:pt x="93511" y="36964"/>
                  <a:pt x="92557" y="38532"/>
                  <a:pt x="92557" y="40350"/>
                </a:cubicBezTo>
                <a:cubicBezTo>
                  <a:pt x="92557" y="41258"/>
                  <a:pt x="92693" y="42348"/>
                  <a:pt x="92965" y="43620"/>
                </a:cubicBezTo>
                <a:cubicBezTo>
                  <a:pt x="93057" y="44074"/>
                  <a:pt x="93125" y="44483"/>
                  <a:pt x="93169" y="44847"/>
                </a:cubicBezTo>
                <a:cubicBezTo>
                  <a:pt x="93215" y="45210"/>
                  <a:pt x="93238" y="45528"/>
                  <a:pt x="93238" y="45801"/>
                </a:cubicBezTo>
                <a:cubicBezTo>
                  <a:pt x="93238" y="47256"/>
                  <a:pt x="92624" y="48574"/>
                  <a:pt x="91397" y="49756"/>
                </a:cubicBezTo>
                <a:cubicBezTo>
                  <a:pt x="90171" y="50937"/>
                  <a:pt x="88740" y="51528"/>
                  <a:pt x="87104" y="51528"/>
                </a:cubicBezTo>
                <a:cubicBezTo>
                  <a:pt x="85467" y="51528"/>
                  <a:pt x="84081" y="50937"/>
                  <a:pt x="82946" y="49756"/>
                </a:cubicBezTo>
                <a:cubicBezTo>
                  <a:pt x="81810" y="48574"/>
                  <a:pt x="81242" y="47210"/>
                  <a:pt x="81242" y="45664"/>
                </a:cubicBezTo>
                <a:cubicBezTo>
                  <a:pt x="81242" y="42756"/>
                  <a:pt x="82264" y="40167"/>
                  <a:pt x="84308" y="37895"/>
                </a:cubicBezTo>
                <a:cubicBezTo>
                  <a:pt x="86354" y="35624"/>
                  <a:pt x="89103" y="33807"/>
                  <a:pt x="92555" y="32444"/>
                </a:cubicBezTo>
                <a:cubicBezTo>
                  <a:pt x="96010" y="31079"/>
                  <a:pt x="99872" y="30397"/>
                  <a:pt x="104143" y="30397"/>
                </a:cubicBezTo>
                <a:cubicBezTo>
                  <a:pt x="112322" y="30397"/>
                  <a:pt x="117956" y="32896"/>
                  <a:pt x="121047" y="37895"/>
                </a:cubicBezTo>
                <a:cubicBezTo>
                  <a:pt x="122046" y="39532"/>
                  <a:pt x="122749" y="41440"/>
                  <a:pt x="123158" y="43622"/>
                </a:cubicBezTo>
                <a:cubicBezTo>
                  <a:pt x="123567" y="45801"/>
                  <a:pt x="123772" y="48664"/>
                  <a:pt x="123772" y="52208"/>
                </a:cubicBezTo>
                <a:lnTo>
                  <a:pt x="123772" y="78790"/>
                </a:lnTo>
                <a:cubicBezTo>
                  <a:pt x="123772" y="81788"/>
                  <a:pt x="124067" y="83856"/>
                  <a:pt x="124658" y="84993"/>
                </a:cubicBezTo>
                <a:cubicBezTo>
                  <a:pt x="125249" y="86128"/>
                  <a:pt x="126316" y="86696"/>
                  <a:pt x="127861" y="86696"/>
                </a:cubicBezTo>
                <a:cubicBezTo>
                  <a:pt x="129771" y="86696"/>
                  <a:pt x="131770" y="85833"/>
                  <a:pt x="133860" y="84107"/>
                </a:cubicBezTo>
                <a:moveTo>
                  <a:pt x="112731" y="76336"/>
                </a:moveTo>
                <a:lnTo>
                  <a:pt x="112731" y="56570"/>
                </a:lnTo>
                <a:cubicBezTo>
                  <a:pt x="104734" y="59387"/>
                  <a:pt x="99078" y="62228"/>
                  <a:pt x="95761" y="65091"/>
                </a:cubicBezTo>
                <a:cubicBezTo>
                  <a:pt x="92444" y="67953"/>
                  <a:pt x="90740" y="71429"/>
                  <a:pt x="90648" y="75518"/>
                </a:cubicBezTo>
                <a:lnTo>
                  <a:pt x="90648" y="76063"/>
                </a:lnTo>
                <a:cubicBezTo>
                  <a:pt x="90648" y="78971"/>
                  <a:pt x="91488" y="81448"/>
                  <a:pt x="93169" y="83493"/>
                </a:cubicBezTo>
                <a:cubicBezTo>
                  <a:pt x="94851" y="85537"/>
                  <a:pt x="96873" y="86559"/>
                  <a:pt x="99236" y="86559"/>
                </a:cubicBezTo>
                <a:cubicBezTo>
                  <a:pt x="102326" y="86559"/>
                  <a:pt x="105643" y="85559"/>
                  <a:pt x="109187" y="83560"/>
                </a:cubicBezTo>
                <a:cubicBezTo>
                  <a:pt x="110640" y="82743"/>
                  <a:pt x="111594" y="81835"/>
                  <a:pt x="112049" y="80835"/>
                </a:cubicBezTo>
                <a:cubicBezTo>
                  <a:pt x="112504" y="79835"/>
                  <a:pt x="112731" y="78335"/>
                  <a:pt x="112731" y="76336"/>
                </a:cubicBezTo>
                <a:close/>
                <a:moveTo>
                  <a:pt x="198882" y="31762"/>
                </a:moveTo>
                <a:lnTo>
                  <a:pt x="198882" y="33806"/>
                </a:lnTo>
                <a:cubicBezTo>
                  <a:pt x="197246" y="33988"/>
                  <a:pt x="195973" y="34511"/>
                  <a:pt x="195063" y="35374"/>
                </a:cubicBezTo>
                <a:cubicBezTo>
                  <a:pt x="194155" y="36237"/>
                  <a:pt x="193247" y="37759"/>
                  <a:pt x="192338" y="39940"/>
                </a:cubicBezTo>
                <a:lnTo>
                  <a:pt x="171345" y="95557"/>
                </a:lnTo>
                <a:cubicBezTo>
                  <a:pt x="167619" y="105462"/>
                  <a:pt x="164007" y="112482"/>
                  <a:pt x="160508" y="116617"/>
                </a:cubicBezTo>
                <a:cubicBezTo>
                  <a:pt x="157010" y="120752"/>
                  <a:pt x="152943" y="122820"/>
                  <a:pt x="148309" y="122820"/>
                </a:cubicBezTo>
                <a:cubicBezTo>
                  <a:pt x="145401" y="122820"/>
                  <a:pt x="142992" y="122069"/>
                  <a:pt x="141083" y="120569"/>
                </a:cubicBezTo>
                <a:cubicBezTo>
                  <a:pt x="139175" y="119070"/>
                  <a:pt x="138221" y="117185"/>
                  <a:pt x="138221" y="114913"/>
                </a:cubicBezTo>
                <a:cubicBezTo>
                  <a:pt x="138221" y="113187"/>
                  <a:pt x="138789" y="111755"/>
                  <a:pt x="139924" y="110618"/>
                </a:cubicBezTo>
                <a:cubicBezTo>
                  <a:pt x="141060" y="109483"/>
                  <a:pt x="142446" y="108915"/>
                  <a:pt x="144082" y="108915"/>
                </a:cubicBezTo>
                <a:cubicBezTo>
                  <a:pt x="146264" y="108915"/>
                  <a:pt x="148626" y="109415"/>
                  <a:pt x="151171" y="110414"/>
                </a:cubicBezTo>
                <a:cubicBezTo>
                  <a:pt x="152534" y="111051"/>
                  <a:pt x="153716" y="111369"/>
                  <a:pt x="154715" y="111369"/>
                </a:cubicBezTo>
                <a:cubicBezTo>
                  <a:pt x="155715" y="111369"/>
                  <a:pt x="156851" y="110801"/>
                  <a:pt x="158122" y="109664"/>
                </a:cubicBezTo>
                <a:cubicBezTo>
                  <a:pt x="159395" y="108528"/>
                  <a:pt x="160532" y="107097"/>
                  <a:pt x="161531" y="105370"/>
                </a:cubicBezTo>
                <a:cubicBezTo>
                  <a:pt x="162350" y="103917"/>
                  <a:pt x="163167" y="102191"/>
                  <a:pt x="163984" y="100191"/>
                </a:cubicBezTo>
                <a:cubicBezTo>
                  <a:pt x="164802" y="98192"/>
                  <a:pt x="165506" y="96283"/>
                  <a:pt x="166097" y="94465"/>
                </a:cubicBezTo>
                <a:cubicBezTo>
                  <a:pt x="166688" y="92649"/>
                  <a:pt x="166983" y="91376"/>
                  <a:pt x="166983" y="90648"/>
                </a:cubicBezTo>
                <a:cubicBezTo>
                  <a:pt x="166983" y="89648"/>
                  <a:pt x="166460" y="87922"/>
                  <a:pt x="165415" y="85469"/>
                </a:cubicBezTo>
                <a:cubicBezTo>
                  <a:pt x="164371" y="83016"/>
                  <a:pt x="162895" y="80108"/>
                  <a:pt x="160987" y="76746"/>
                </a:cubicBezTo>
                <a:cubicBezTo>
                  <a:pt x="160622" y="76018"/>
                  <a:pt x="160326" y="75427"/>
                  <a:pt x="160098" y="74973"/>
                </a:cubicBezTo>
                <a:cubicBezTo>
                  <a:pt x="159872" y="74519"/>
                  <a:pt x="159350" y="73382"/>
                  <a:pt x="158532" y="71564"/>
                </a:cubicBezTo>
                <a:lnTo>
                  <a:pt x="142992" y="38031"/>
                </a:lnTo>
                <a:cubicBezTo>
                  <a:pt x="141901" y="35669"/>
                  <a:pt x="139584" y="34215"/>
                  <a:pt x="136041" y="33669"/>
                </a:cubicBezTo>
                <a:lnTo>
                  <a:pt x="136041" y="31762"/>
                </a:lnTo>
                <a:lnTo>
                  <a:pt x="164121" y="31762"/>
                </a:lnTo>
                <a:lnTo>
                  <a:pt x="164121" y="33806"/>
                </a:lnTo>
                <a:cubicBezTo>
                  <a:pt x="161213" y="33896"/>
                  <a:pt x="159169" y="34215"/>
                  <a:pt x="157987" y="34761"/>
                </a:cubicBezTo>
                <a:cubicBezTo>
                  <a:pt x="156806" y="35306"/>
                  <a:pt x="156215" y="36214"/>
                  <a:pt x="156215" y="37486"/>
                </a:cubicBezTo>
                <a:cubicBezTo>
                  <a:pt x="156215" y="38849"/>
                  <a:pt x="156669" y="40576"/>
                  <a:pt x="157577" y="42667"/>
                </a:cubicBezTo>
                <a:lnTo>
                  <a:pt x="173254" y="77153"/>
                </a:lnTo>
                <a:lnTo>
                  <a:pt x="186477" y="39530"/>
                </a:lnTo>
                <a:cubicBezTo>
                  <a:pt x="186840" y="38714"/>
                  <a:pt x="187022" y="37941"/>
                  <a:pt x="187022" y="37213"/>
                </a:cubicBezTo>
                <a:cubicBezTo>
                  <a:pt x="187022" y="34942"/>
                  <a:pt x="184841" y="33806"/>
                  <a:pt x="180478" y="33806"/>
                </a:cubicBezTo>
                <a:lnTo>
                  <a:pt x="180478" y="31762"/>
                </a:lnTo>
                <a:lnTo>
                  <a:pt x="198882" y="31762"/>
                </a:lnTo>
                <a:close/>
                <a:moveTo>
                  <a:pt x="205151" y="93103"/>
                </a:moveTo>
                <a:lnTo>
                  <a:pt x="205151" y="91058"/>
                </a:lnTo>
                <a:cubicBezTo>
                  <a:pt x="209422" y="90785"/>
                  <a:pt x="212216" y="89990"/>
                  <a:pt x="213534" y="88672"/>
                </a:cubicBezTo>
                <a:cubicBezTo>
                  <a:pt x="214853" y="87355"/>
                  <a:pt x="215558" y="84878"/>
                  <a:pt x="215649" y="81243"/>
                </a:cubicBezTo>
                <a:lnTo>
                  <a:pt x="215649" y="16222"/>
                </a:lnTo>
                <a:cubicBezTo>
                  <a:pt x="215649" y="13041"/>
                  <a:pt x="215240" y="10860"/>
                  <a:pt x="214422" y="9678"/>
                </a:cubicBezTo>
                <a:cubicBezTo>
                  <a:pt x="213604" y="8497"/>
                  <a:pt x="212104" y="7906"/>
                  <a:pt x="209923" y="7906"/>
                </a:cubicBezTo>
                <a:cubicBezTo>
                  <a:pt x="209378" y="7906"/>
                  <a:pt x="208719" y="7929"/>
                  <a:pt x="207947" y="7975"/>
                </a:cubicBezTo>
                <a:cubicBezTo>
                  <a:pt x="207175" y="8020"/>
                  <a:pt x="206424" y="8088"/>
                  <a:pt x="205696" y="8179"/>
                </a:cubicBezTo>
                <a:lnTo>
                  <a:pt x="204879" y="8179"/>
                </a:lnTo>
                <a:lnTo>
                  <a:pt x="204879" y="5997"/>
                </a:lnTo>
                <a:cubicBezTo>
                  <a:pt x="209605" y="4817"/>
                  <a:pt x="213512" y="3817"/>
                  <a:pt x="216602" y="2999"/>
                </a:cubicBezTo>
                <a:cubicBezTo>
                  <a:pt x="219693" y="2181"/>
                  <a:pt x="223010" y="1181"/>
                  <a:pt x="226552" y="0"/>
                </a:cubicBezTo>
                <a:lnTo>
                  <a:pt x="227100" y="272"/>
                </a:lnTo>
                <a:lnTo>
                  <a:pt x="227100" y="81652"/>
                </a:lnTo>
                <a:cubicBezTo>
                  <a:pt x="227190" y="84197"/>
                  <a:pt x="227484" y="86128"/>
                  <a:pt x="227984" y="87447"/>
                </a:cubicBezTo>
                <a:cubicBezTo>
                  <a:pt x="228484" y="88764"/>
                  <a:pt x="229461" y="89651"/>
                  <a:pt x="230914" y="90105"/>
                </a:cubicBezTo>
                <a:cubicBezTo>
                  <a:pt x="232369" y="90559"/>
                  <a:pt x="234505" y="90876"/>
                  <a:pt x="237323" y="91058"/>
                </a:cubicBezTo>
                <a:lnTo>
                  <a:pt x="237323" y="93103"/>
                </a:lnTo>
                <a:lnTo>
                  <a:pt x="205151" y="93103"/>
                </a:lnTo>
                <a:close/>
                <a:moveTo>
                  <a:pt x="273446" y="30397"/>
                </a:moveTo>
                <a:cubicBezTo>
                  <a:pt x="279262" y="30397"/>
                  <a:pt x="284419" y="31715"/>
                  <a:pt x="288917" y="34351"/>
                </a:cubicBezTo>
                <a:cubicBezTo>
                  <a:pt x="293416" y="36987"/>
                  <a:pt x="296960" y="40622"/>
                  <a:pt x="299550" y="45257"/>
                </a:cubicBezTo>
                <a:cubicBezTo>
                  <a:pt x="302141" y="49891"/>
                  <a:pt x="303436" y="55207"/>
                  <a:pt x="303436" y="61206"/>
                </a:cubicBezTo>
                <a:cubicBezTo>
                  <a:pt x="303436" y="67476"/>
                  <a:pt x="302118" y="73133"/>
                  <a:pt x="299482" y="78177"/>
                </a:cubicBezTo>
                <a:cubicBezTo>
                  <a:pt x="296847" y="83220"/>
                  <a:pt x="293235" y="87195"/>
                  <a:pt x="288645" y="90103"/>
                </a:cubicBezTo>
                <a:cubicBezTo>
                  <a:pt x="284056" y="93011"/>
                  <a:pt x="278899" y="94465"/>
                  <a:pt x="273174" y="94465"/>
                </a:cubicBezTo>
                <a:cubicBezTo>
                  <a:pt x="267448" y="94465"/>
                  <a:pt x="262336" y="93080"/>
                  <a:pt x="257838" y="90309"/>
                </a:cubicBezTo>
                <a:cubicBezTo>
                  <a:pt x="253340" y="87537"/>
                  <a:pt x="249795" y="83720"/>
                  <a:pt x="247205" y="78859"/>
                </a:cubicBezTo>
                <a:cubicBezTo>
                  <a:pt x="244616" y="73996"/>
                  <a:pt x="243322" y="68475"/>
                  <a:pt x="243322" y="62296"/>
                </a:cubicBezTo>
                <a:cubicBezTo>
                  <a:pt x="243322" y="56025"/>
                  <a:pt x="244594" y="50482"/>
                  <a:pt x="247139" y="45666"/>
                </a:cubicBezTo>
                <a:cubicBezTo>
                  <a:pt x="249683" y="40849"/>
                  <a:pt x="253227" y="37100"/>
                  <a:pt x="257769" y="34420"/>
                </a:cubicBezTo>
                <a:cubicBezTo>
                  <a:pt x="262314" y="31738"/>
                  <a:pt x="267539" y="30397"/>
                  <a:pt x="273446" y="30397"/>
                </a:cubicBezTo>
                <a:moveTo>
                  <a:pt x="271674" y="34214"/>
                </a:moveTo>
                <a:cubicBezTo>
                  <a:pt x="266767" y="34214"/>
                  <a:pt x="262859" y="36168"/>
                  <a:pt x="259951" y="40077"/>
                </a:cubicBezTo>
                <a:cubicBezTo>
                  <a:pt x="257043" y="43985"/>
                  <a:pt x="255590" y="49165"/>
                  <a:pt x="255590" y="55617"/>
                </a:cubicBezTo>
                <a:cubicBezTo>
                  <a:pt x="255590" y="60433"/>
                  <a:pt x="256112" y="65136"/>
                  <a:pt x="257156" y="69726"/>
                </a:cubicBezTo>
                <a:cubicBezTo>
                  <a:pt x="258201" y="74314"/>
                  <a:pt x="259678" y="78380"/>
                  <a:pt x="261586" y="81925"/>
                </a:cubicBezTo>
                <a:cubicBezTo>
                  <a:pt x="263041" y="84651"/>
                  <a:pt x="264950" y="86786"/>
                  <a:pt x="267312" y="88331"/>
                </a:cubicBezTo>
                <a:cubicBezTo>
                  <a:pt x="269675" y="89876"/>
                  <a:pt x="272174" y="90648"/>
                  <a:pt x="274809" y="90648"/>
                </a:cubicBezTo>
                <a:cubicBezTo>
                  <a:pt x="279898" y="90648"/>
                  <a:pt x="283896" y="88468"/>
                  <a:pt x="286804" y="84107"/>
                </a:cubicBezTo>
                <a:cubicBezTo>
                  <a:pt x="289713" y="79744"/>
                  <a:pt x="291168" y="73700"/>
                  <a:pt x="291168" y="65975"/>
                </a:cubicBezTo>
                <a:cubicBezTo>
                  <a:pt x="291168" y="59705"/>
                  <a:pt x="290327" y="54185"/>
                  <a:pt x="288645" y="49414"/>
                </a:cubicBezTo>
                <a:cubicBezTo>
                  <a:pt x="286964" y="44643"/>
                  <a:pt x="284670" y="40917"/>
                  <a:pt x="281762" y="38237"/>
                </a:cubicBezTo>
                <a:cubicBezTo>
                  <a:pt x="278854" y="35555"/>
                  <a:pt x="275492" y="34214"/>
                  <a:pt x="271674" y="34214"/>
                </a:cubicBezTo>
                <a:close/>
                <a:moveTo>
                  <a:pt x="367776" y="84107"/>
                </a:moveTo>
                <a:lnTo>
                  <a:pt x="367776" y="87651"/>
                </a:lnTo>
                <a:cubicBezTo>
                  <a:pt x="365413" y="90195"/>
                  <a:pt x="363368" y="91968"/>
                  <a:pt x="361642" y="92967"/>
                </a:cubicBezTo>
                <a:cubicBezTo>
                  <a:pt x="359915" y="93966"/>
                  <a:pt x="357871" y="94465"/>
                  <a:pt x="355508" y="94465"/>
                </a:cubicBezTo>
                <a:cubicBezTo>
                  <a:pt x="352690" y="94465"/>
                  <a:pt x="350623" y="93716"/>
                  <a:pt x="349305" y="92217"/>
                </a:cubicBezTo>
                <a:cubicBezTo>
                  <a:pt x="347988" y="90718"/>
                  <a:pt x="347147" y="88150"/>
                  <a:pt x="346782" y="84514"/>
                </a:cubicBezTo>
                <a:cubicBezTo>
                  <a:pt x="342603" y="88059"/>
                  <a:pt x="338991" y="90603"/>
                  <a:pt x="335946" y="92148"/>
                </a:cubicBezTo>
                <a:cubicBezTo>
                  <a:pt x="332902" y="93693"/>
                  <a:pt x="329880" y="94465"/>
                  <a:pt x="326881" y="94465"/>
                </a:cubicBezTo>
                <a:cubicBezTo>
                  <a:pt x="322700" y="94465"/>
                  <a:pt x="319270" y="93102"/>
                  <a:pt x="316589" y="90376"/>
                </a:cubicBezTo>
                <a:cubicBezTo>
                  <a:pt x="313909" y="87650"/>
                  <a:pt x="312568" y="84151"/>
                  <a:pt x="312568" y="79880"/>
                </a:cubicBezTo>
                <a:cubicBezTo>
                  <a:pt x="312568" y="77609"/>
                  <a:pt x="313023" y="75405"/>
                  <a:pt x="313931" y="73270"/>
                </a:cubicBezTo>
                <a:cubicBezTo>
                  <a:pt x="314841" y="71133"/>
                  <a:pt x="316022" y="69383"/>
                  <a:pt x="317475" y="68020"/>
                </a:cubicBezTo>
                <a:cubicBezTo>
                  <a:pt x="318930" y="66748"/>
                  <a:pt x="320316" y="65636"/>
                  <a:pt x="321633" y="64682"/>
                </a:cubicBezTo>
                <a:cubicBezTo>
                  <a:pt x="322950" y="63728"/>
                  <a:pt x="324540" y="62796"/>
                  <a:pt x="326403" y="61888"/>
                </a:cubicBezTo>
                <a:cubicBezTo>
                  <a:pt x="328266" y="60979"/>
                  <a:pt x="330789" y="59842"/>
                  <a:pt x="333970" y="58479"/>
                </a:cubicBezTo>
                <a:cubicBezTo>
                  <a:pt x="337151" y="57116"/>
                  <a:pt x="341376" y="55389"/>
                  <a:pt x="346647" y="53298"/>
                </a:cubicBezTo>
                <a:lnTo>
                  <a:pt x="346647" y="44984"/>
                </a:lnTo>
                <a:cubicBezTo>
                  <a:pt x="346647" y="37441"/>
                  <a:pt x="343194" y="33669"/>
                  <a:pt x="336287" y="33669"/>
                </a:cubicBezTo>
                <a:cubicBezTo>
                  <a:pt x="333560" y="33669"/>
                  <a:pt x="331243" y="34328"/>
                  <a:pt x="329335" y="35647"/>
                </a:cubicBezTo>
                <a:cubicBezTo>
                  <a:pt x="327427" y="36964"/>
                  <a:pt x="326473" y="38532"/>
                  <a:pt x="326473" y="40350"/>
                </a:cubicBezTo>
                <a:cubicBezTo>
                  <a:pt x="326473" y="41258"/>
                  <a:pt x="326609" y="42348"/>
                  <a:pt x="326881" y="43620"/>
                </a:cubicBezTo>
                <a:cubicBezTo>
                  <a:pt x="326972" y="44074"/>
                  <a:pt x="327040" y="44483"/>
                  <a:pt x="327085" y="44847"/>
                </a:cubicBezTo>
                <a:cubicBezTo>
                  <a:pt x="327131" y="45210"/>
                  <a:pt x="327153" y="45528"/>
                  <a:pt x="327153" y="45801"/>
                </a:cubicBezTo>
                <a:cubicBezTo>
                  <a:pt x="327153" y="47256"/>
                  <a:pt x="326540" y="48574"/>
                  <a:pt x="325313" y="49756"/>
                </a:cubicBezTo>
                <a:cubicBezTo>
                  <a:pt x="324087" y="50937"/>
                  <a:pt x="322656" y="51528"/>
                  <a:pt x="321020" y="51528"/>
                </a:cubicBezTo>
                <a:cubicBezTo>
                  <a:pt x="319383" y="51528"/>
                  <a:pt x="317997" y="50937"/>
                  <a:pt x="316862" y="49756"/>
                </a:cubicBezTo>
                <a:cubicBezTo>
                  <a:pt x="315726" y="48574"/>
                  <a:pt x="315158" y="47210"/>
                  <a:pt x="315158" y="45664"/>
                </a:cubicBezTo>
                <a:cubicBezTo>
                  <a:pt x="315158" y="42756"/>
                  <a:pt x="316180" y="40167"/>
                  <a:pt x="318224" y="37895"/>
                </a:cubicBezTo>
                <a:cubicBezTo>
                  <a:pt x="320269" y="35624"/>
                  <a:pt x="323018" y="33807"/>
                  <a:pt x="326471" y="32444"/>
                </a:cubicBezTo>
                <a:cubicBezTo>
                  <a:pt x="329925" y="31079"/>
                  <a:pt x="333788" y="30397"/>
                  <a:pt x="338059" y="30397"/>
                </a:cubicBezTo>
                <a:cubicBezTo>
                  <a:pt x="346237" y="30397"/>
                  <a:pt x="351872" y="32896"/>
                  <a:pt x="354963" y="37895"/>
                </a:cubicBezTo>
                <a:cubicBezTo>
                  <a:pt x="355961" y="39532"/>
                  <a:pt x="356665" y="41440"/>
                  <a:pt x="357074" y="43622"/>
                </a:cubicBezTo>
                <a:cubicBezTo>
                  <a:pt x="357483" y="45801"/>
                  <a:pt x="357688" y="48664"/>
                  <a:pt x="357688" y="52208"/>
                </a:cubicBezTo>
                <a:lnTo>
                  <a:pt x="357688" y="78790"/>
                </a:lnTo>
                <a:cubicBezTo>
                  <a:pt x="357688" y="81788"/>
                  <a:pt x="357983" y="83856"/>
                  <a:pt x="358574" y="84993"/>
                </a:cubicBezTo>
                <a:cubicBezTo>
                  <a:pt x="359165" y="86128"/>
                  <a:pt x="360232" y="86696"/>
                  <a:pt x="361777" y="86696"/>
                </a:cubicBezTo>
                <a:cubicBezTo>
                  <a:pt x="363686" y="86696"/>
                  <a:pt x="365686" y="85833"/>
                  <a:pt x="367776" y="84107"/>
                </a:cubicBezTo>
                <a:moveTo>
                  <a:pt x="346647" y="76336"/>
                </a:moveTo>
                <a:lnTo>
                  <a:pt x="346647" y="56570"/>
                </a:lnTo>
                <a:cubicBezTo>
                  <a:pt x="338650" y="59387"/>
                  <a:pt x="332993" y="62228"/>
                  <a:pt x="329676" y="65091"/>
                </a:cubicBezTo>
                <a:cubicBezTo>
                  <a:pt x="326360" y="67953"/>
                  <a:pt x="324655" y="71429"/>
                  <a:pt x="324564" y="75518"/>
                </a:cubicBezTo>
                <a:lnTo>
                  <a:pt x="324564" y="76063"/>
                </a:lnTo>
                <a:cubicBezTo>
                  <a:pt x="324564" y="78971"/>
                  <a:pt x="325404" y="81448"/>
                  <a:pt x="327085" y="83493"/>
                </a:cubicBezTo>
                <a:cubicBezTo>
                  <a:pt x="328767" y="85537"/>
                  <a:pt x="330789" y="86559"/>
                  <a:pt x="333152" y="86559"/>
                </a:cubicBezTo>
                <a:cubicBezTo>
                  <a:pt x="336242" y="86559"/>
                  <a:pt x="339559" y="85559"/>
                  <a:pt x="343103" y="83560"/>
                </a:cubicBezTo>
                <a:cubicBezTo>
                  <a:pt x="344556" y="82743"/>
                  <a:pt x="345510" y="81835"/>
                  <a:pt x="345965" y="80835"/>
                </a:cubicBezTo>
                <a:cubicBezTo>
                  <a:pt x="346420" y="79835"/>
                  <a:pt x="346647" y="78335"/>
                  <a:pt x="346647" y="76336"/>
                </a:cubicBezTo>
                <a:close/>
                <a:moveTo>
                  <a:pt x="434977" y="85197"/>
                </a:moveTo>
                <a:lnTo>
                  <a:pt x="434977" y="87376"/>
                </a:lnTo>
                <a:lnTo>
                  <a:pt x="414939" y="94465"/>
                </a:lnTo>
                <a:lnTo>
                  <a:pt x="414394" y="94057"/>
                </a:lnTo>
                <a:lnTo>
                  <a:pt x="414394" y="85332"/>
                </a:lnTo>
                <a:cubicBezTo>
                  <a:pt x="412122" y="88513"/>
                  <a:pt x="409601" y="90831"/>
                  <a:pt x="406829" y="92285"/>
                </a:cubicBezTo>
                <a:cubicBezTo>
                  <a:pt x="404057" y="93738"/>
                  <a:pt x="400763" y="94465"/>
                  <a:pt x="396947" y="94465"/>
                </a:cubicBezTo>
                <a:cubicBezTo>
                  <a:pt x="391948" y="94465"/>
                  <a:pt x="387540" y="93239"/>
                  <a:pt x="383722" y="90786"/>
                </a:cubicBezTo>
                <a:cubicBezTo>
                  <a:pt x="379906" y="88331"/>
                  <a:pt x="376952" y="84901"/>
                  <a:pt x="374861" y="80494"/>
                </a:cubicBezTo>
                <a:cubicBezTo>
                  <a:pt x="372772" y="76086"/>
                  <a:pt x="371727" y="70974"/>
                  <a:pt x="371727" y="65158"/>
                </a:cubicBezTo>
                <a:cubicBezTo>
                  <a:pt x="371727" y="58706"/>
                  <a:pt x="372999" y="52844"/>
                  <a:pt x="375544" y="47574"/>
                </a:cubicBezTo>
                <a:cubicBezTo>
                  <a:pt x="378088" y="42303"/>
                  <a:pt x="381519" y="38123"/>
                  <a:pt x="385835" y="35033"/>
                </a:cubicBezTo>
                <a:cubicBezTo>
                  <a:pt x="390152" y="31942"/>
                  <a:pt x="394901" y="30397"/>
                  <a:pt x="400081" y="30397"/>
                </a:cubicBezTo>
                <a:cubicBezTo>
                  <a:pt x="402807" y="30397"/>
                  <a:pt x="405238" y="30829"/>
                  <a:pt x="407374" y="31693"/>
                </a:cubicBezTo>
                <a:cubicBezTo>
                  <a:pt x="409509" y="32557"/>
                  <a:pt x="411849" y="34079"/>
                  <a:pt x="414394" y="36258"/>
                </a:cubicBezTo>
                <a:lnTo>
                  <a:pt x="414394" y="14995"/>
                </a:lnTo>
                <a:cubicBezTo>
                  <a:pt x="414394" y="12177"/>
                  <a:pt x="413985" y="10314"/>
                  <a:pt x="413166" y="9406"/>
                </a:cubicBezTo>
                <a:cubicBezTo>
                  <a:pt x="412350" y="8497"/>
                  <a:pt x="410669" y="8043"/>
                  <a:pt x="408125" y="8043"/>
                </a:cubicBezTo>
                <a:cubicBezTo>
                  <a:pt x="407578" y="8043"/>
                  <a:pt x="407078" y="8043"/>
                  <a:pt x="406623" y="8043"/>
                </a:cubicBezTo>
                <a:cubicBezTo>
                  <a:pt x="406169" y="8043"/>
                  <a:pt x="405670" y="8088"/>
                  <a:pt x="405125" y="8179"/>
                </a:cubicBezTo>
                <a:lnTo>
                  <a:pt x="405125" y="5997"/>
                </a:lnTo>
                <a:cubicBezTo>
                  <a:pt x="409488" y="4817"/>
                  <a:pt x="413100" y="3817"/>
                  <a:pt x="415962" y="2999"/>
                </a:cubicBezTo>
                <a:cubicBezTo>
                  <a:pt x="418824" y="2181"/>
                  <a:pt x="421891" y="1181"/>
                  <a:pt x="425164" y="0"/>
                </a:cubicBezTo>
                <a:lnTo>
                  <a:pt x="425844" y="272"/>
                </a:lnTo>
                <a:lnTo>
                  <a:pt x="425844" y="77563"/>
                </a:lnTo>
                <a:cubicBezTo>
                  <a:pt x="425844" y="80652"/>
                  <a:pt x="426230" y="82720"/>
                  <a:pt x="427003" y="83766"/>
                </a:cubicBezTo>
                <a:cubicBezTo>
                  <a:pt x="427775" y="84810"/>
                  <a:pt x="429388" y="85332"/>
                  <a:pt x="431843" y="85332"/>
                </a:cubicBezTo>
                <a:cubicBezTo>
                  <a:pt x="432115" y="85332"/>
                  <a:pt x="432478" y="85332"/>
                  <a:pt x="432933" y="85332"/>
                </a:cubicBezTo>
                <a:cubicBezTo>
                  <a:pt x="433387" y="85332"/>
                  <a:pt x="434069" y="85287"/>
                  <a:pt x="434977" y="85197"/>
                </a:cubicBezTo>
                <a:moveTo>
                  <a:pt x="414394" y="79198"/>
                </a:moveTo>
                <a:lnTo>
                  <a:pt x="414394" y="47846"/>
                </a:lnTo>
                <a:cubicBezTo>
                  <a:pt x="414394" y="45393"/>
                  <a:pt x="413757" y="43144"/>
                  <a:pt x="412484" y="41099"/>
                </a:cubicBezTo>
                <a:cubicBezTo>
                  <a:pt x="411213" y="39053"/>
                  <a:pt x="409509" y="37395"/>
                  <a:pt x="407374" y="36123"/>
                </a:cubicBezTo>
                <a:cubicBezTo>
                  <a:pt x="405238" y="34850"/>
                  <a:pt x="402944" y="34214"/>
                  <a:pt x="400491" y="34214"/>
                </a:cubicBezTo>
                <a:cubicBezTo>
                  <a:pt x="395310" y="34214"/>
                  <a:pt x="391175" y="36532"/>
                  <a:pt x="388086" y="41167"/>
                </a:cubicBezTo>
                <a:cubicBezTo>
                  <a:pt x="384996" y="45801"/>
                  <a:pt x="383452" y="51981"/>
                  <a:pt x="383452" y="59706"/>
                </a:cubicBezTo>
                <a:cubicBezTo>
                  <a:pt x="383452" y="68066"/>
                  <a:pt x="385178" y="74768"/>
                  <a:pt x="388631" y="79811"/>
                </a:cubicBezTo>
                <a:cubicBezTo>
                  <a:pt x="392084" y="84855"/>
                  <a:pt x="396628" y="87376"/>
                  <a:pt x="402263" y="87376"/>
                </a:cubicBezTo>
                <a:cubicBezTo>
                  <a:pt x="406534" y="87376"/>
                  <a:pt x="409805" y="86013"/>
                  <a:pt x="412077" y="83287"/>
                </a:cubicBezTo>
                <a:cubicBezTo>
                  <a:pt x="413621" y="81561"/>
                  <a:pt x="414394" y="80198"/>
                  <a:pt x="414394" y="791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8CCFC-9928-4342-B677-3C6BDD16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1771" y="4211543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31D425-F08A-48D8-97DD-FC75A4D2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1771" y="4211543"/>
            <a:ext cx="905888" cy="317300"/>
          </a:xfrm>
          <a:custGeom xmlns:a="http://schemas.openxmlformats.org/drawingml/2006/main">
            <a:pathLst>
              <a:path w="905888" h="317300" fill="none">
                <a:moveTo>
                  <a:pt x="0" y="317300"/>
                </a:moveTo>
                <a:lnTo>
                  <a:pt x="905888" y="317300"/>
                </a:lnTo>
                <a:lnTo>
                  <a:pt x="905888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202" name="Text Padding">
            <a:extLst xmlns:a="http://schemas.openxmlformats.org/drawingml/2006/main">
              <a:ext uri="{FF2B5EF4-FFF2-40B4-BE49-F238E27FC236}">
                <a16:creationId xmlns:a16="http://schemas.microsoft.com/office/drawing/2014/main" id="{DB6A7169-5BF3-43FA-B3E8-A528DFD8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3860" y="4321266"/>
            <a:ext cx="439613" cy="122820"/>
          </a:xfrm>
          <a:custGeom xmlns:a="http://schemas.openxmlformats.org/drawingml/2006/main">
            <a:pathLst>
              <a:path w="439613" h="122820">
                <a:moveTo>
                  <a:pt x="0" y="5452"/>
                </a:moveTo>
                <a:lnTo>
                  <a:pt x="0" y="2862"/>
                </a:lnTo>
                <a:lnTo>
                  <a:pt x="35986" y="2862"/>
                </a:lnTo>
                <a:cubicBezTo>
                  <a:pt x="42438" y="2862"/>
                  <a:pt x="48390" y="3748"/>
                  <a:pt x="53843" y="5520"/>
                </a:cubicBezTo>
                <a:cubicBezTo>
                  <a:pt x="59295" y="7292"/>
                  <a:pt x="63385" y="9678"/>
                  <a:pt x="66113" y="12678"/>
                </a:cubicBezTo>
                <a:cubicBezTo>
                  <a:pt x="69839" y="16675"/>
                  <a:pt x="71702" y="21628"/>
                  <a:pt x="71702" y="27535"/>
                </a:cubicBezTo>
                <a:cubicBezTo>
                  <a:pt x="71702" y="31988"/>
                  <a:pt x="70542" y="36168"/>
                  <a:pt x="68224" y="40077"/>
                </a:cubicBezTo>
                <a:cubicBezTo>
                  <a:pt x="65907" y="43985"/>
                  <a:pt x="62704" y="47029"/>
                  <a:pt x="58614" y="49209"/>
                </a:cubicBezTo>
                <a:cubicBezTo>
                  <a:pt x="53070" y="52299"/>
                  <a:pt x="45119" y="53845"/>
                  <a:pt x="34759" y="53845"/>
                </a:cubicBezTo>
                <a:cubicBezTo>
                  <a:pt x="33032" y="53845"/>
                  <a:pt x="31488" y="53800"/>
                  <a:pt x="30125" y="53710"/>
                </a:cubicBezTo>
                <a:cubicBezTo>
                  <a:pt x="28761" y="53618"/>
                  <a:pt x="27171" y="53527"/>
                  <a:pt x="25353" y="53435"/>
                </a:cubicBezTo>
                <a:lnTo>
                  <a:pt x="25353" y="78245"/>
                </a:lnTo>
                <a:cubicBezTo>
                  <a:pt x="25445" y="81607"/>
                  <a:pt x="25808" y="84151"/>
                  <a:pt x="26443" y="85879"/>
                </a:cubicBezTo>
                <a:cubicBezTo>
                  <a:pt x="27079" y="87605"/>
                  <a:pt x="28307" y="88787"/>
                  <a:pt x="30125" y="89423"/>
                </a:cubicBezTo>
                <a:cubicBezTo>
                  <a:pt x="31942" y="90058"/>
                  <a:pt x="34624" y="90422"/>
                  <a:pt x="38168" y="90513"/>
                </a:cubicBezTo>
                <a:lnTo>
                  <a:pt x="38168" y="93103"/>
                </a:lnTo>
                <a:lnTo>
                  <a:pt x="0" y="93103"/>
                </a:lnTo>
                <a:lnTo>
                  <a:pt x="0" y="90513"/>
                </a:lnTo>
                <a:cubicBezTo>
                  <a:pt x="3453" y="90150"/>
                  <a:pt x="5974" y="89650"/>
                  <a:pt x="7565" y="89013"/>
                </a:cubicBezTo>
                <a:cubicBezTo>
                  <a:pt x="9155" y="88377"/>
                  <a:pt x="10200" y="87128"/>
                  <a:pt x="10699" y="85265"/>
                </a:cubicBezTo>
                <a:cubicBezTo>
                  <a:pt x="11200" y="83402"/>
                  <a:pt x="11450" y="80562"/>
                  <a:pt x="11450" y="76746"/>
                </a:cubicBezTo>
                <a:lnTo>
                  <a:pt x="11450" y="17722"/>
                </a:lnTo>
                <a:cubicBezTo>
                  <a:pt x="11450" y="14359"/>
                  <a:pt x="11177" y="11882"/>
                  <a:pt x="10631" y="10292"/>
                </a:cubicBezTo>
                <a:cubicBezTo>
                  <a:pt x="10086" y="8701"/>
                  <a:pt x="9018" y="7588"/>
                  <a:pt x="7428" y="6951"/>
                </a:cubicBezTo>
                <a:cubicBezTo>
                  <a:pt x="5837" y="6315"/>
                  <a:pt x="3361" y="5815"/>
                  <a:pt x="0" y="5452"/>
                </a:cubicBezTo>
                <a:moveTo>
                  <a:pt x="25353" y="12540"/>
                </a:moveTo>
                <a:lnTo>
                  <a:pt x="25353" y="47983"/>
                </a:lnTo>
                <a:cubicBezTo>
                  <a:pt x="26898" y="48074"/>
                  <a:pt x="28238" y="48164"/>
                  <a:pt x="29374" y="48256"/>
                </a:cubicBezTo>
                <a:cubicBezTo>
                  <a:pt x="30511" y="48346"/>
                  <a:pt x="31761" y="48391"/>
                  <a:pt x="33124" y="48391"/>
                </a:cubicBezTo>
                <a:cubicBezTo>
                  <a:pt x="48936" y="48391"/>
                  <a:pt x="56842" y="41712"/>
                  <a:pt x="56842" y="28352"/>
                </a:cubicBezTo>
                <a:cubicBezTo>
                  <a:pt x="56842" y="21355"/>
                  <a:pt x="54661" y="16198"/>
                  <a:pt x="50298" y="12881"/>
                </a:cubicBezTo>
                <a:cubicBezTo>
                  <a:pt x="45937" y="9565"/>
                  <a:pt x="39167" y="7906"/>
                  <a:pt x="29987" y="7906"/>
                </a:cubicBezTo>
                <a:cubicBezTo>
                  <a:pt x="28171" y="7906"/>
                  <a:pt x="26944" y="8224"/>
                  <a:pt x="26308" y="8861"/>
                </a:cubicBezTo>
                <a:cubicBezTo>
                  <a:pt x="25671" y="9497"/>
                  <a:pt x="25353" y="10724"/>
                  <a:pt x="25353" y="12540"/>
                </a:cubicBezTo>
                <a:close/>
                <a:moveTo>
                  <a:pt x="133861" y="84107"/>
                </a:moveTo>
                <a:lnTo>
                  <a:pt x="133861" y="87651"/>
                </a:lnTo>
                <a:cubicBezTo>
                  <a:pt x="131498" y="90195"/>
                  <a:pt x="129453" y="91968"/>
                  <a:pt x="127727" y="92967"/>
                </a:cubicBezTo>
                <a:cubicBezTo>
                  <a:pt x="126000" y="93966"/>
                  <a:pt x="123956" y="94465"/>
                  <a:pt x="121593" y="94465"/>
                </a:cubicBezTo>
                <a:cubicBezTo>
                  <a:pt x="118775" y="94465"/>
                  <a:pt x="116708" y="93716"/>
                  <a:pt x="115390" y="92217"/>
                </a:cubicBezTo>
                <a:cubicBezTo>
                  <a:pt x="114073" y="90718"/>
                  <a:pt x="113232" y="88150"/>
                  <a:pt x="112867" y="84514"/>
                </a:cubicBezTo>
                <a:cubicBezTo>
                  <a:pt x="108688" y="88059"/>
                  <a:pt x="105076" y="90603"/>
                  <a:pt x="102031" y="92148"/>
                </a:cubicBezTo>
                <a:cubicBezTo>
                  <a:pt x="98987" y="93693"/>
                  <a:pt x="95965" y="94465"/>
                  <a:pt x="92966" y="94465"/>
                </a:cubicBezTo>
                <a:cubicBezTo>
                  <a:pt x="88785" y="94465"/>
                  <a:pt x="85355" y="93102"/>
                  <a:pt x="82674" y="90376"/>
                </a:cubicBezTo>
                <a:cubicBezTo>
                  <a:pt x="79994" y="87650"/>
                  <a:pt x="78654" y="84151"/>
                  <a:pt x="78654" y="79880"/>
                </a:cubicBezTo>
                <a:cubicBezTo>
                  <a:pt x="78654" y="77609"/>
                  <a:pt x="79108" y="75405"/>
                  <a:pt x="80016" y="73270"/>
                </a:cubicBezTo>
                <a:cubicBezTo>
                  <a:pt x="80926" y="71133"/>
                  <a:pt x="82107" y="69383"/>
                  <a:pt x="83560" y="68020"/>
                </a:cubicBezTo>
                <a:cubicBezTo>
                  <a:pt x="85015" y="66748"/>
                  <a:pt x="86401" y="65636"/>
                  <a:pt x="87718" y="64682"/>
                </a:cubicBezTo>
                <a:cubicBezTo>
                  <a:pt x="89035" y="63728"/>
                  <a:pt x="90625" y="62796"/>
                  <a:pt x="92488" y="61888"/>
                </a:cubicBezTo>
                <a:cubicBezTo>
                  <a:pt x="94351" y="60979"/>
                  <a:pt x="96874" y="59842"/>
                  <a:pt x="100055" y="58479"/>
                </a:cubicBezTo>
                <a:cubicBezTo>
                  <a:pt x="103236" y="57116"/>
                  <a:pt x="107461" y="55389"/>
                  <a:pt x="112732" y="53298"/>
                </a:cubicBezTo>
                <a:lnTo>
                  <a:pt x="112732" y="44984"/>
                </a:lnTo>
                <a:cubicBezTo>
                  <a:pt x="112732" y="37441"/>
                  <a:pt x="109279" y="33669"/>
                  <a:pt x="102372" y="33669"/>
                </a:cubicBezTo>
                <a:cubicBezTo>
                  <a:pt x="99646" y="33669"/>
                  <a:pt x="97328" y="34328"/>
                  <a:pt x="95420" y="35647"/>
                </a:cubicBezTo>
                <a:cubicBezTo>
                  <a:pt x="93512" y="36964"/>
                  <a:pt x="92558" y="38532"/>
                  <a:pt x="92558" y="40350"/>
                </a:cubicBezTo>
                <a:cubicBezTo>
                  <a:pt x="92558" y="41258"/>
                  <a:pt x="92694" y="42348"/>
                  <a:pt x="92966" y="43620"/>
                </a:cubicBezTo>
                <a:cubicBezTo>
                  <a:pt x="93058" y="44074"/>
                  <a:pt x="93125" y="44483"/>
                  <a:pt x="93170" y="44847"/>
                </a:cubicBezTo>
                <a:cubicBezTo>
                  <a:pt x="93216" y="45210"/>
                  <a:pt x="93238" y="45528"/>
                  <a:pt x="93238" y="45801"/>
                </a:cubicBezTo>
                <a:cubicBezTo>
                  <a:pt x="93238" y="47256"/>
                  <a:pt x="92625" y="48574"/>
                  <a:pt x="91398" y="49756"/>
                </a:cubicBezTo>
                <a:cubicBezTo>
                  <a:pt x="90172" y="50937"/>
                  <a:pt x="88741" y="51528"/>
                  <a:pt x="87105" y="51528"/>
                </a:cubicBezTo>
                <a:cubicBezTo>
                  <a:pt x="85468" y="51528"/>
                  <a:pt x="84082" y="50937"/>
                  <a:pt x="82947" y="49756"/>
                </a:cubicBezTo>
                <a:cubicBezTo>
                  <a:pt x="81811" y="48574"/>
                  <a:pt x="81243" y="47210"/>
                  <a:pt x="81243" y="45664"/>
                </a:cubicBezTo>
                <a:cubicBezTo>
                  <a:pt x="81243" y="42756"/>
                  <a:pt x="82265" y="40167"/>
                  <a:pt x="84309" y="37895"/>
                </a:cubicBezTo>
                <a:cubicBezTo>
                  <a:pt x="86354" y="35624"/>
                  <a:pt x="89103" y="33807"/>
                  <a:pt x="92556" y="32444"/>
                </a:cubicBezTo>
                <a:cubicBezTo>
                  <a:pt x="96010" y="31079"/>
                  <a:pt x="99873" y="30397"/>
                  <a:pt x="104144" y="30397"/>
                </a:cubicBezTo>
                <a:cubicBezTo>
                  <a:pt x="112322" y="30397"/>
                  <a:pt x="117957" y="32896"/>
                  <a:pt x="121048" y="37895"/>
                </a:cubicBezTo>
                <a:cubicBezTo>
                  <a:pt x="122046" y="39532"/>
                  <a:pt x="122750" y="41440"/>
                  <a:pt x="123159" y="43622"/>
                </a:cubicBezTo>
                <a:cubicBezTo>
                  <a:pt x="123568" y="45801"/>
                  <a:pt x="123773" y="48664"/>
                  <a:pt x="123773" y="52208"/>
                </a:cubicBezTo>
                <a:lnTo>
                  <a:pt x="123773" y="78790"/>
                </a:lnTo>
                <a:cubicBezTo>
                  <a:pt x="123773" y="81788"/>
                  <a:pt x="124068" y="83856"/>
                  <a:pt x="124659" y="84993"/>
                </a:cubicBezTo>
                <a:cubicBezTo>
                  <a:pt x="125250" y="86128"/>
                  <a:pt x="126317" y="86696"/>
                  <a:pt x="127862" y="86696"/>
                </a:cubicBezTo>
                <a:cubicBezTo>
                  <a:pt x="129771" y="86696"/>
                  <a:pt x="131771" y="85833"/>
                  <a:pt x="133861" y="84107"/>
                </a:cubicBezTo>
                <a:moveTo>
                  <a:pt x="112732" y="76336"/>
                </a:moveTo>
                <a:lnTo>
                  <a:pt x="112732" y="56570"/>
                </a:lnTo>
                <a:cubicBezTo>
                  <a:pt x="104735" y="59387"/>
                  <a:pt x="99078" y="62228"/>
                  <a:pt x="95761" y="65091"/>
                </a:cubicBezTo>
                <a:cubicBezTo>
                  <a:pt x="92445" y="67953"/>
                  <a:pt x="90740" y="71429"/>
                  <a:pt x="90649" y="75518"/>
                </a:cubicBezTo>
                <a:lnTo>
                  <a:pt x="90649" y="76063"/>
                </a:lnTo>
                <a:cubicBezTo>
                  <a:pt x="90649" y="78971"/>
                  <a:pt x="91489" y="81448"/>
                  <a:pt x="93170" y="83493"/>
                </a:cubicBezTo>
                <a:cubicBezTo>
                  <a:pt x="94852" y="85537"/>
                  <a:pt x="96874" y="86559"/>
                  <a:pt x="99237" y="86559"/>
                </a:cubicBezTo>
                <a:cubicBezTo>
                  <a:pt x="102327" y="86559"/>
                  <a:pt x="105644" y="85559"/>
                  <a:pt x="109188" y="83560"/>
                </a:cubicBezTo>
                <a:cubicBezTo>
                  <a:pt x="110641" y="82743"/>
                  <a:pt x="111595" y="81835"/>
                  <a:pt x="112050" y="80835"/>
                </a:cubicBezTo>
                <a:cubicBezTo>
                  <a:pt x="112505" y="79835"/>
                  <a:pt x="112732" y="78335"/>
                  <a:pt x="112732" y="76336"/>
                </a:cubicBezTo>
                <a:close/>
                <a:moveTo>
                  <a:pt x="201062" y="85197"/>
                </a:moveTo>
                <a:lnTo>
                  <a:pt x="201062" y="87376"/>
                </a:lnTo>
                <a:lnTo>
                  <a:pt x="181024" y="94465"/>
                </a:lnTo>
                <a:lnTo>
                  <a:pt x="180479" y="94057"/>
                </a:lnTo>
                <a:lnTo>
                  <a:pt x="180479" y="85332"/>
                </a:lnTo>
                <a:cubicBezTo>
                  <a:pt x="178207" y="88513"/>
                  <a:pt x="175686" y="90831"/>
                  <a:pt x="172914" y="92285"/>
                </a:cubicBezTo>
                <a:cubicBezTo>
                  <a:pt x="170142" y="93738"/>
                  <a:pt x="166848" y="94465"/>
                  <a:pt x="163032" y="94465"/>
                </a:cubicBezTo>
                <a:cubicBezTo>
                  <a:pt x="158033" y="94465"/>
                  <a:pt x="153625" y="93239"/>
                  <a:pt x="149807" y="90786"/>
                </a:cubicBezTo>
                <a:cubicBezTo>
                  <a:pt x="145991" y="88331"/>
                  <a:pt x="143037" y="84901"/>
                  <a:pt x="140946" y="80494"/>
                </a:cubicBezTo>
                <a:cubicBezTo>
                  <a:pt x="138857" y="76086"/>
                  <a:pt x="137812" y="70974"/>
                  <a:pt x="137812" y="65158"/>
                </a:cubicBezTo>
                <a:cubicBezTo>
                  <a:pt x="137812" y="58706"/>
                  <a:pt x="139084" y="52844"/>
                  <a:pt x="141629" y="47574"/>
                </a:cubicBezTo>
                <a:cubicBezTo>
                  <a:pt x="144173" y="42303"/>
                  <a:pt x="147604" y="38123"/>
                  <a:pt x="151920" y="35033"/>
                </a:cubicBezTo>
                <a:cubicBezTo>
                  <a:pt x="156237" y="31942"/>
                  <a:pt x="160986" y="30397"/>
                  <a:pt x="166166" y="30397"/>
                </a:cubicBezTo>
                <a:cubicBezTo>
                  <a:pt x="168892" y="30397"/>
                  <a:pt x="171323" y="30829"/>
                  <a:pt x="173459" y="31693"/>
                </a:cubicBezTo>
                <a:cubicBezTo>
                  <a:pt x="175594" y="32557"/>
                  <a:pt x="177934" y="34079"/>
                  <a:pt x="180479" y="36258"/>
                </a:cubicBezTo>
                <a:lnTo>
                  <a:pt x="180479" y="14995"/>
                </a:lnTo>
                <a:cubicBezTo>
                  <a:pt x="180479" y="12177"/>
                  <a:pt x="180070" y="10314"/>
                  <a:pt x="179252" y="9406"/>
                </a:cubicBezTo>
                <a:cubicBezTo>
                  <a:pt x="178435" y="8497"/>
                  <a:pt x="176754" y="8043"/>
                  <a:pt x="174210" y="8043"/>
                </a:cubicBezTo>
                <a:cubicBezTo>
                  <a:pt x="173663" y="8043"/>
                  <a:pt x="173163" y="8043"/>
                  <a:pt x="172708" y="8043"/>
                </a:cubicBezTo>
                <a:cubicBezTo>
                  <a:pt x="172254" y="8043"/>
                  <a:pt x="171755" y="8088"/>
                  <a:pt x="171210" y="8179"/>
                </a:cubicBezTo>
                <a:lnTo>
                  <a:pt x="171210" y="5997"/>
                </a:lnTo>
                <a:cubicBezTo>
                  <a:pt x="175573" y="4817"/>
                  <a:pt x="179185" y="3817"/>
                  <a:pt x="182047" y="2999"/>
                </a:cubicBezTo>
                <a:cubicBezTo>
                  <a:pt x="184909" y="2181"/>
                  <a:pt x="187976" y="1181"/>
                  <a:pt x="191249" y="0"/>
                </a:cubicBezTo>
                <a:lnTo>
                  <a:pt x="191929" y="272"/>
                </a:lnTo>
                <a:lnTo>
                  <a:pt x="191929" y="77563"/>
                </a:lnTo>
                <a:cubicBezTo>
                  <a:pt x="191929" y="80652"/>
                  <a:pt x="192315" y="82720"/>
                  <a:pt x="193088" y="83766"/>
                </a:cubicBezTo>
                <a:cubicBezTo>
                  <a:pt x="193860" y="84810"/>
                  <a:pt x="195473" y="85332"/>
                  <a:pt x="197928" y="85332"/>
                </a:cubicBezTo>
                <a:cubicBezTo>
                  <a:pt x="198200" y="85332"/>
                  <a:pt x="198563" y="85332"/>
                  <a:pt x="199018" y="85332"/>
                </a:cubicBezTo>
                <a:cubicBezTo>
                  <a:pt x="199473" y="85332"/>
                  <a:pt x="200154" y="85287"/>
                  <a:pt x="201062" y="85197"/>
                </a:cubicBezTo>
                <a:moveTo>
                  <a:pt x="180479" y="79198"/>
                </a:moveTo>
                <a:lnTo>
                  <a:pt x="180479" y="47846"/>
                </a:lnTo>
                <a:cubicBezTo>
                  <a:pt x="180479" y="45393"/>
                  <a:pt x="179842" y="43144"/>
                  <a:pt x="178569" y="41099"/>
                </a:cubicBezTo>
                <a:cubicBezTo>
                  <a:pt x="177298" y="39053"/>
                  <a:pt x="175594" y="37395"/>
                  <a:pt x="173459" y="36123"/>
                </a:cubicBezTo>
                <a:cubicBezTo>
                  <a:pt x="171323" y="34850"/>
                  <a:pt x="169029" y="34214"/>
                  <a:pt x="166576" y="34214"/>
                </a:cubicBezTo>
                <a:cubicBezTo>
                  <a:pt x="161395" y="34214"/>
                  <a:pt x="157260" y="36532"/>
                  <a:pt x="154171" y="41167"/>
                </a:cubicBezTo>
                <a:cubicBezTo>
                  <a:pt x="151081" y="45801"/>
                  <a:pt x="149537" y="51981"/>
                  <a:pt x="149537" y="59706"/>
                </a:cubicBezTo>
                <a:cubicBezTo>
                  <a:pt x="149537" y="68066"/>
                  <a:pt x="151263" y="74768"/>
                  <a:pt x="154716" y="79811"/>
                </a:cubicBezTo>
                <a:cubicBezTo>
                  <a:pt x="158169" y="84855"/>
                  <a:pt x="162713" y="87376"/>
                  <a:pt x="168348" y="87376"/>
                </a:cubicBezTo>
                <a:cubicBezTo>
                  <a:pt x="172619" y="87376"/>
                  <a:pt x="175890" y="86013"/>
                  <a:pt x="178162" y="83287"/>
                </a:cubicBezTo>
                <a:cubicBezTo>
                  <a:pt x="179706" y="81561"/>
                  <a:pt x="180479" y="80198"/>
                  <a:pt x="180479" y="79198"/>
                </a:cubicBezTo>
                <a:close/>
                <a:moveTo>
                  <a:pt x="269219" y="85197"/>
                </a:moveTo>
                <a:lnTo>
                  <a:pt x="269219" y="87376"/>
                </a:lnTo>
                <a:lnTo>
                  <a:pt x="249181" y="94465"/>
                </a:lnTo>
                <a:lnTo>
                  <a:pt x="248636" y="94057"/>
                </a:lnTo>
                <a:lnTo>
                  <a:pt x="248636" y="85332"/>
                </a:lnTo>
                <a:cubicBezTo>
                  <a:pt x="246364" y="88513"/>
                  <a:pt x="243843" y="90831"/>
                  <a:pt x="241071" y="92285"/>
                </a:cubicBezTo>
                <a:cubicBezTo>
                  <a:pt x="238299" y="93738"/>
                  <a:pt x="235005" y="94465"/>
                  <a:pt x="231189" y="94465"/>
                </a:cubicBezTo>
                <a:cubicBezTo>
                  <a:pt x="226190" y="94465"/>
                  <a:pt x="221782" y="93239"/>
                  <a:pt x="217964" y="90786"/>
                </a:cubicBezTo>
                <a:cubicBezTo>
                  <a:pt x="214148" y="88331"/>
                  <a:pt x="211195" y="84901"/>
                  <a:pt x="209103" y="80494"/>
                </a:cubicBezTo>
                <a:cubicBezTo>
                  <a:pt x="207014" y="76086"/>
                  <a:pt x="205969" y="70974"/>
                  <a:pt x="205969" y="65158"/>
                </a:cubicBezTo>
                <a:cubicBezTo>
                  <a:pt x="205969" y="58706"/>
                  <a:pt x="207241" y="52844"/>
                  <a:pt x="209786" y="47574"/>
                </a:cubicBezTo>
                <a:cubicBezTo>
                  <a:pt x="212330" y="42303"/>
                  <a:pt x="215761" y="38123"/>
                  <a:pt x="220077" y="35033"/>
                </a:cubicBezTo>
                <a:cubicBezTo>
                  <a:pt x="224394" y="31942"/>
                  <a:pt x="229143" y="30397"/>
                  <a:pt x="234323" y="30397"/>
                </a:cubicBezTo>
                <a:cubicBezTo>
                  <a:pt x="237050" y="30397"/>
                  <a:pt x="239480" y="30829"/>
                  <a:pt x="241616" y="31693"/>
                </a:cubicBezTo>
                <a:cubicBezTo>
                  <a:pt x="243751" y="32557"/>
                  <a:pt x="246091" y="34079"/>
                  <a:pt x="248636" y="36258"/>
                </a:cubicBezTo>
                <a:lnTo>
                  <a:pt x="248636" y="14995"/>
                </a:lnTo>
                <a:cubicBezTo>
                  <a:pt x="248636" y="12177"/>
                  <a:pt x="248227" y="10314"/>
                  <a:pt x="247409" y="9406"/>
                </a:cubicBezTo>
                <a:cubicBezTo>
                  <a:pt x="246592" y="8497"/>
                  <a:pt x="244911" y="8043"/>
                  <a:pt x="242367" y="8043"/>
                </a:cubicBezTo>
                <a:cubicBezTo>
                  <a:pt x="241820" y="8043"/>
                  <a:pt x="241320" y="8043"/>
                  <a:pt x="240865" y="8043"/>
                </a:cubicBezTo>
                <a:cubicBezTo>
                  <a:pt x="240411" y="8043"/>
                  <a:pt x="239912" y="8088"/>
                  <a:pt x="239367" y="8179"/>
                </a:cubicBezTo>
                <a:lnTo>
                  <a:pt x="239367" y="5997"/>
                </a:lnTo>
                <a:cubicBezTo>
                  <a:pt x="243730" y="4817"/>
                  <a:pt x="247342" y="3817"/>
                  <a:pt x="250204" y="2999"/>
                </a:cubicBezTo>
                <a:cubicBezTo>
                  <a:pt x="253066" y="2181"/>
                  <a:pt x="256133" y="1181"/>
                  <a:pt x="259406" y="0"/>
                </a:cubicBezTo>
                <a:lnTo>
                  <a:pt x="260086" y="272"/>
                </a:lnTo>
                <a:lnTo>
                  <a:pt x="260086" y="77563"/>
                </a:lnTo>
                <a:cubicBezTo>
                  <a:pt x="260086" y="80652"/>
                  <a:pt x="260472" y="82720"/>
                  <a:pt x="261245" y="83766"/>
                </a:cubicBezTo>
                <a:cubicBezTo>
                  <a:pt x="262017" y="84810"/>
                  <a:pt x="263630" y="85332"/>
                  <a:pt x="266085" y="85332"/>
                </a:cubicBezTo>
                <a:cubicBezTo>
                  <a:pt x="266357" y="85332"/>
                  <a:pt x="266720" y="85332"/>
                  <a:pt x="267175" y="85332"/>
                </a:cubicBezTo>
                <a:cubicBezTo>
                  <a:pt x="267630" y="85332"/>
                  <a:pt x="268311" y="85287"/>
                  <a:pt x="269219" y="85197"/>
                </a:cubicBezTo>
                <a:moveTo>
                  <a:pt x="248636" y="79198"/>
                </a:moveTo>
                <a:lnTo>
                  <a:pt x="248636" y="47846"/>
                </a:lnTo>
                <a:cubicBezTo>
                  <a:pt x="248636" y="45393"/>
                  <a:pt x="247999" y="43144"/>
                  <a:pt x="246726" y="41099"/>
                </a:cubicBezTo>
                <a:cubicBezTo>
                  <a:pt x="245455" y="39053"/>
                  <a:pt x="243751" y="37395"/>
                  <a:pt x="241616" y="36123"/>
                </a:cubicBezTo>
                <a:cubicBezTo>
                  <a:pt x="239480" y="34850"/>
                  <a:pt x="237186" y="34214"/>
                  <a:pt x="234733" y="34214"/>
                </a:cubicBezTo>
                <a:cubicBezTo>
                  <a:pt x="229553" y="34214"/>
                  <a:pt x="225418" y="36532"/>
                  <a:pt x="222328" y="41167"/>
                </a:cubicBezTo>
                <a:cubicBezTo>
                  <a:pt x="219239" y="45801"/>
                  <a:pt x="217694" y="51981"/>
                  <a:pt x="217694" y="59706"/>
                </a:cubicBezTo>
                <a:cubicBezTo>
                  <a:pt x="217694" y="68066"/>
                  <a:pt x="219420" y="74768"/>
                  <a:pt x="222873" y="79811"/>
                </a:cubicBezTo>
                <a:cubicBezTo>
                  <a:pt x="226326" y="84855"/>
                  <a:pt x="230870" y="87376"/>
                  <a:pt x="236505" y="87376"/>
                </a:cubicBezTo>
                <a:cubicBezTo>
                  <a:pt x="240776" y="87376"/>
                  <a:pt x="244047" y="86013"/>
                  <a:pt x="246319" y="83287"/>
                </a:cubicBezTo>
                <a:cubicBezTo>
                  <a:pt x="247863" y="81561"/>
                  <a:pt x="248636" y="80198"/>
                  <a:pt x="248636" y="79198"/>
                </a:cubicBezTo>
                <a:close/>
                <a:moveTo>
                  <a:pt x="273581" y="93103"/>
                </a:moveTo>
                <a:lnTo>
                  <a:pt x="273581" y="91058"/>
                </a:lnTo>
                <a:cubicBezTo>
                  <a:pt x="276672" y="90876"/>
                  <a:pt x="278967" y="90513"/>
                  <a:pt x="280466" y="89968"/>
                </a:cubicBezTo>
                <a:cubicBezTo>
                  <a:pt x="281965" y="89422"/>
                  <a:pt x="282964" y="88331"/>
                  <a:pt x="283463" y="86696"/>
                </a:cubicBezTo>
                <a:cubicBezTo>
                  <a:pt x="283964" y="85060"/>
                  <a:pt x="284260" y="82561"/>
                  <a:pt x="284351" y="79198"/>
                </a:cubicBezTo>
                <a:lnTo>
                  <a:pt x="284351" y="47574"/>
                </a:lnTo>
                <a:cubicBezTo>
                  <a:pt x="284351" y="44574"/>
                  <a:pt x="284010" y="42462"/>
                  <a:pt x="283328" y="41236"/>
                </a:cubicBezTo>
                <a:cubicBezTo>
                  <a:pt x="282647" y="40009"/>
                  <a:pt x="281488" y="39395"/>
                  <a:pt x="279852" y="39395"/>
                </a:cubicBezTo>
                <a:cubicBezTo>
                  <a:pt x="278398" y="39395"/>
                  <a:pt x="276853" y="39531"/>
                  <a:pt x="275218" y="39803"/>
                </a:cubicBezTo>
                <a:lnTo>
                  <a:pt x="274126" y="39940"/>
                </a:lnTo>
                <a:lnTo>
                  <a:pt x="274126" y="37895"/>
                </a:lnTo>
                <a:lnTo>
                  <a:pt x="295257" y="30397"/>
                </a:lnTo>
                <a:lnTo>
                  <a:pt x="295802" y="30807"/>
                </a:lnTo>
                <a:lnTo>
                  <a:pt x="295802" y="79198"/>
                </a:lnTo>
                <a:cubicBezTo>
                  <a:pt x="295892" y="82470"/>
                  <a:pt x="296141" y="84925"/>
                  <a:pt x="296550" y="86561"/>
                </a:cubicBezTo>
                <a:cubicBezTo>
                  <a:pt x="296959" y="88196"/>
                  <a:pt x="297868" y="89286"/>
                  <a:pt x="299277" y="89831"/>
                </a:cubicBezTo>
                <a:cubicBezTo>
                  <a:pt x="300686" y="90376"/>
                  <a:pt x="302890" y="90785"/>
                  <a:pt x="305887" y="91058"/>
                </a:cubicBezTo>
                <a:lnTo>
                  <a:pt x="305887" y="93103"/>
                </a:lnTo>
                <a:lnTo>
                  <a:pt x="273581" y="93103"/>
                </a:lnTo>
                <a:moveTo>
                  <a:pt x="288848" y="0"/>
                </a:moveTo>
                <a:cubicBezTo>
                  <a:pt x="290848" y="0"/>
                  <a:pt x="292529" y="659"/>
                  <a:pt x="293892" y="1976"/>
                </a:cubicBezTo>
                <a:cubicBezTo>
                  <a:pt x="295255" y="3293"/>
                  <a:pt x="295937" y="4952"/>
                  <a:pt x="295937" y="6951"/>
                </a:cubicBezTo>
                <a:cubicBezTo>
                  <a:pt x="295937" y="8951"/>
                  <a:pt x="295278" y="10610"/>
                  <a:pt x="293961" y="11929"/>
                </a:cubicBezTo>
                <a:cubicBezTo>
                  <a:pt x="292643" y="13246"/>
                  <a:pt x="290939" y="13905"/>
                  <a:pt x="288848" y="13905"/>
                </a:cubicBezTo>
                <a:cubicBezTo>
                  <a:pt x="286940" y="13905"/>
                  <a:pt x="285327" y="13246"/>
                  <a:pt x="284010" y="11929"/>
                </a:cubicBezTo>
                <a:cubicBezTo>
                  <a:pt x="282693" y="10610"/>
                  <a:pt x="282034" y="8951"/>
                  <a:pt x="282034" y="6951"/>
                </a:cubicBezTo>
                <a:cubicBezTo>
                  <a:pt x="282034" y="5043"/>
                  <a:pt x="282716" y="3408"/>
                  <a:pt x="284079" y="2045"/>
                </a:cubicBezTo>
                <a:cubicBezTo>
                  <a:pt x="285442" y="682"/>
                  <a:pt x="287032" y="0"/>
                  <a:pt x="288848" y="0"/>
                </a:cubicBezTo>
                <a:close/>
                <a:moveTo>
                  <a:pt x="309842" y="93103"/>
                </a:moveTo>
                <a:lnTo>
                  <a:pt x="309842" y="91058"/>
                </a:lnTo>
                <a:cubicBezTo>
                  <a:pt x="313295" y="90876"/>
                  <a:pt x="315544" y="90127"/>
                  <a:pt x="316588" y="88810"/>
                </a:cubicBezTo>
                <a:cubicBezTo>
                  <a:pt x="317633" y="87491"/>
                  <a:pt x="318202" y="84833"/>
                  <a:pt x="318293" y="80835"/>
                </a:cubicBezTo>
                <a:lnTo>
                  <a:pt x="318293" y="47029"/>
                </a:lnTo>
                <a:cubicBezTo>
                  <a:pt x="318293" y="43666"/>
                  <a:pt x="317929" y="41372"/>
                  <a:pt x="317201" y="40146"/>
                </a:cubicBezTo>
                <a:cubicBezTo>
                  <a:pt x="316475" y="38919"/>
                  <a:pt x="315157" y="38305"/>
                  <a:pt x="313249" y="38305"/>
                </a:cubicBezTo>
                <a:cubicBezTo>
                  <a:pt x="311523" y="38305"/>
                  <a:pt x="310296" y="38487"/>
                  <a:pt x="309570" y="38850"/>
                </a:cubicBezTo>
                <a:lnTo>
                  <a:pt x="309570" y="36533"/>
                </a:lnTo>
                <a:cubicBezTo>
                  <a:pt x="313296" y="35442"/>
                  <a:pt x="316522" y="34442"/>
                  <a:pt x="319248" y="33534"/>
                </a:cubicBezTo>
                <a:cubicBezTo>
                  <a:pt x="321974" y="32624"/>
                  <a:pt x="325019" y="31578"/>
                  <a:pt x="328381" y="30397"/>
                </a:cubicBezTo>
                <a:lnTo>
                  <a:pt x="329334" y="30672"/>
                </a:lnTo>
                <a:lnTo>
                  <a:pt x="329334" y="41440"/>
                </a:lnTo>
                <a:cubicBezTo>
                  <a:pt x="332425" y="38532"/>
                  <a:pt x="335060" y="36283"/>
                  <a:pt x="337240" y="34692"/>
                </a:cubicBezTo>
                <a:cubicBezTo>
                  <a:pt x="339421" y="33102"/>
                  <a:pt x="341421" y="31988"/>
                  <a:pt x="343239" y="31352"/>
                </a:cubicBezTo>
                <a:cubicBezTo>
                  <a:pt x="345057" y="30715"/>
                  <a:pt x="347010" y="30397"/>
                  <a:pt x="349100" y="30397"/>
                </a:cubicBezTo>
                <a:cubicBezTo>
                  <a:pt x="354189" y="30397"/>
                  <a:pt x="358142" y="32192"/>
                  <a:pt x="360958" y="35782"/>
                </a:cubicBezTo>
                <a:cubicBezTo>
                  <a:pt x="363776" y="39372"/>
                  <a:pt x="365185" y="44393"/>
                  <a:pt x="365185" y="50845"/>
                </a:cubicBezTo>
                <a:lnTo>
                  <a:pt x="365185" y="82062"/>
                </a:lnTo>
                <a:cubicBezTo>
                  <a:pt x="365276" y="85423"/>
                  <a:pt x="365844" y="87672"/>
                  <a:pt x="366888" y="88810"/>
                </a:cubicBezTo>
                <a:cubicBezTo>
                  <a:pt x="367934" y="89945"/>
                  <a:pt x="370138" y="90695"/>
                  <a:pt x="373501" y="91058"/>
                </a:cubicBezTo>
                <a:lnTo>
                  <a:pt x="373501" y="93103"/>
                </a:lnTo>
                <a:lnTo>
                  <a:pt x="345146" y="93103"/>
                </a:lnTo>
                <a:lnTo>
                  <a:pt x="345146" y="91058"/>
                </a:lnTo>
                <a:cubicBezTo>
                  <a:pt x="348509" y="90876"/>
                  <a:pt x="350758" y="90036"/>
                  <a:pt x="351894" y="88537"/>
                </a:cubicBezTo>
                <a:cubicBezTo>
                  <a:pt x="353031" y="87037"/>
                  <a:pt x="353644" y="84060"/>
                  <a:pt x="353734" y="79608"/>
                </a:cubicBezTo>
                <a:lnTo>
                  <a:pt x="353734" y="51118"/>
                </a:lnTo>
                <a:cubicBezTo>
                  <a:pt x="353734" y="42303"/>
                  <a:pt x="350417" y="37895"/>
                  <a:pt x="343784" y="37895"/>
                </a:cubicBezTo>
                <a:cubicBezTo>
                  <a:pt x="341512" y="37895"/>
                  <a:pt x="339400" y="38418"/>
                  <a:pt x="337446" y="39464"/>
                </a:cubicBezTo>
                <a:cubicBezTo>
                  <a:pt x="335492" y="40508"/>
                  <a:pt x="332925" y="42575"/>
                  <a:pt x="329744" y="45664"/>
                </a:cubicBezTo>
                <a:lnTo>
                  <a:pt x="329744" y="83969"/>
                </a:lnTo>
                <a:cubicBezTo>
                  <a:pt x="329744" y="86424"/>
                  <a:pt x="330402" y="88174"/>
                  <a:pt x="331720" y="89219"/>
                </a:cubicBezTo>
                <a:cubicBezTo>
                  <a:pt x="333037" y="90263"/>
                  <a:pt x="335377" y="90876"/>
                  <a:pt x="338740" y="91058"/>
                </a:cubicBezTo>
                <a:lnTo>
                  <a:pt x="338740" y="93103"/>
                </a:lnTo>
                <a:lnTo>
                  <a:pt x="309842" y="93103"/>
                </a:lnTo>
                <a:close/>
                <a:moveTo>
                  <a:pt x="439613" y="40213"/>
                </a:moveTo>
                <a:lnTo>
                  <a:pt x="428298" y="40213"/>
                </a:lnTo>
                <a:cubicBezTo>
                  <a:pt x="429297" y="42394"/>
                  <a:pt x="429979" y="44348"/>
                  <a:pt x="430342" y="46074"/>
                </a:cubicBezTo>
                <a:cubicBezTo>
                  <a:pt x="430707" y="47800"/>
                  <a:pt x="430889" y="49663"/>
                  <a:pt x="430889" y="51663"/>
                </a:cubicBezTo>
                <a:cubicBezTo>
                  <a:pt x="430889" y="58207"/>
                  <a:pt x="428708" y="63341"/>
                  <a:pt x="424346" y="67067"/>
                </a:cubicBezTo>
                <a:cubicBezTo>
                  <a:pt x="422256" y="68884"/>
                  <a:pt x="419916" y="70292"/>
                  <a:pt x="417326" y="71292"/>
                </a:cubicBezTo>
                <a:cubicBezTo>
                  <a:pt x="414735" y="72292"/>
                  <a:pt x="412168" y="72791"/>
                  <a:pt x="409623" y="72791"/>
                </a:cubicBezTo>
                <a:cubicBezTo>
                  <a:pt x="409532" y="72791"/>
                  <a:pt x="408827" y="72724"/>
                  <a:pt x="407510" y="72588"/>
                </a:cubicBezTo>
                <a:cubicBezTo>
                  <a:pt x="406193" y="72452"/>
                  <a:pt x="404307" y="72292"/>
                  <a:pt x="401852" y="72109"/>
                </a:cubicBezTo>
                <a:cubicBezTo>
                  <a:pt x="400671" y="72474"/>
                  <a:pt x="399444" y="73156"/>
                  <a:pt x="398171" y="74156"/>
                </a:cubicBezTo>
                <a:cubicBezTo>
                  <a:pt x="396899" y="75154"/>
                  <a:pt x="395832" y="76267"/>
                  <a:pt x="394968" y="77494"/>
                </a:cubicBezTo>
                <a:cubicBezTo>
                  <a:pt x="394105" y="78722"/>
                  <a:pt x="393674" y="79789"/>
                  <a:pt x="393674" y="80698"/>
                </a:cubicBezTo>
                <a:cubicBezTo>
                  <a:pt x="393674" y="82879"/>
                  <a:pt x="397218" y="84106"/>
                  <a:pt x="404307" y="84379"/>
                </a:cubicBezTo>
                <a:lnTo>
                  <a:pt x="421891" y="85197"/>
                </a:lnTo>
                <a:cubicBezTo>
                  <a:pt x="426980" y="85378"/>
                  <a:pt x="431002" y="86787"/>
                  <a:pt x="433955" y="89423"/>
                </a:cubicBezTo>
                <a:cubicBezTo>
                  <a:pt x="436909" y="92058"/>
                  <a:pt x="438386" y="95511"/>
                  <a:pt x="438386" y="99781"/>
                </a:cubicBezTo>
                <a:cubicBezTo>
                  <a:pt x="438386" y="104871"/>
                  <a:pt x="435887" y="109460"/>
                  <a:pt x="430889" y="113549"/>
                </a:cubicBezTo>
                <a:cubicBezTo>
                  <a:pt x="427345" y="116367"/>
                  <a:pt x="423073" y="118616"/>
                  <a:pt x="418074" y="120296"/>
                </a:cubicBezTo>
                <a:cubicBezTo>
                  <a:pt x="413077" y="121979"/>
                  <a:pt x="408034" y="122820"/>
                  <a:pt x="402944" y="122820"/>
                </a:cubicBezTo>
                <a:cubicBezTo>
                  <a:pt x="398582" y="122820"/>
                  <a:pt x="394629" y="122229"/>
                  <a:pt x="391084" y="121047"/>
                </a:cubicBezTo>
                <a:cubicBezTo>
                  <a:pt x="387540" y="119866"/>
                  <a:pt x="384700" y="118253"/>
                  <a:pt x="382565" y="116207"/>
                </a:cubicBezTo>
                <a:cubicBezTo>
                  <a:pt x="380429" y="114163"/>
                  <a:pt x="379362" y="111960"/>
                  <a:pt x="379362" y="109597"/>
                </a:cubicBezTo>
                <a:cubicBezTo>
                  <a:pt x="379362" y="107052"/>
                  <a:pt x="380361" y="104530"/>
                  <a:pt x="382361" y="102030"/>
                </a:cubicBezTo>
                <a:cubicBezTo>
                  <a:pt x="384360" y="99531"/>
                  <a:pt x="387814" y="96510"/>
                  <a:pt x="392721" y="92965"/>
                </a:cubicBezTo>
                <a:cubicBezTo>
                  <a:pt x="389904" y="91602"/>
                  <a:pt x="387995" y="90422"/>
                  <a:pt x="386995" y="89423"/>
                </a:cubicBezTo>
                <a:cubicBezTo>
                  <a:pt x="385995" y="88423"/>
                  <a:pt x="385495" y="87196"/>
                  <a:pt x="385495" y="85742"/>
                </a:cubicBezTo>
                <a:cubicBezTo>
                  <a:pt x="385495" y="84560"/>
                  <a:pt x="385745" y="83492"/>
                  <a:pt x="386244" y="82538"/>
                </a:cubicBezTo>
                <a:cubicBezTo>
                  <a:pt x="386745" y="81584"/>
                  <a:pt x="387722" y="80380"/>
                  <a:pt x="389177" y="78925"/>
                </a:cubicBezTo>
                <a:cubicBezTo>
                  <a:pt x="389359" y="78654"/>
                  <a:pt x="389858" y="78132"/>
                  <a:pt x="390675" y="77359"/>
                </a:cubicBezTo>
                <a:cubicBezTo>
                  <a:pt x="391493" y="76587"/>
                  <a:pt x="392629" y="75518"/>
                  <a:pt x="394084" y="74154"/>
                </a:cubicBezTo>
                <a:lnTo>
                  <a:pt x="397628" y="70884"/>
                </a:lnTo>
                <a:cubicBezTo>
                  <a:pt x="393084" y="68611"/>
                  <a:pt x="389835" y="66067"/>
                  <a:pt x="387881" y="63251"/>
                </a:cubicBezTo>
                <a:cubicBezTo>
                  <a:pt x="385927" y="60433"/>
                  <a:pt x="384950" y="56889"/>
                  <a:pt x="384950" y="52618"/>
                </a:cubicBezTo>
                <a:cubicBezTo>
                  <a:pt x="384950" y="48437"/>
                  <a:pt x="385972" y="44665"/>
                  <a:pt x="388016" y="41302"/>
                </a:cubicBezTo>
                <a:cubicBezTo>
                  <a:pt x="390062" y="37940"/>
                  <a:pt x="392811" y="35282"/>
                  <a:pt x="396264" y="33328"/>
                </a:cubicBezTo>
                <a:cubicBezTo>
                  <a:pt x="399718" y="31374"/>
                  <a:pt x="403535" y="30397"/>
                  <a:pt x="407714" y="30397"/>
                </a:cubicBezTo>
                <a:cubicBezTo>
                  <a:pt x="411350" y="30397"/>
                  <a:pt x="414985" y="31079"/>
                  <a:pt x="418619" y="32442"/>
                </a:cubicBezTo>
                <a:lnTo>
                  <a:pt x="421619" y="33534"/>
                </a:lnTo>
                <a:cubicBezTo>
                  <a:pt x="422982" y="33987"/>
                  <a:pt x="424208" y="34328"/>
                  <a:pt x="425298" y="34555"/>
                </a:cubicBezTo>
                <a:cubicBezTo>
                  <a:pt x="426389" y="34782"/>
                  <a:pt x="427662" y="34896"/>
                  <a:pt x="429117" y="34896"/>
                </a:cubicBezTo>
                <a:lnTo>
                  <a:pt x="439613" y="34896"/>
                </a:lnTo>
                <a:lnTo>
                  <a:pt x="439613" y="40213"/>
                </a:lnTo>
                <a:moveTo>
                  <a:pt x="395583" y="93375"/>
                </a:moveTo>
                <a:cubicBezTo>
                  <a:pt x="392857" y="96646"/>
                  <a:pt x="391062" y="99031"/>
                  <a:pt x="390198" y="100530"/>
                </a:cubicBezTo>
                <a:cubicBezTo>
                  <a:pt x="389336" y="102031"/>
                  <a:pt x="388905" y="103553"/>
                  <a:pt x="388905" y="105098"/>
                </a:cubicBezTo>
                <a:cubicBezTo>
                  <a:pt x="388905" y="108097"/>
                  <a:pt x="390699" y="110505"/>
                  <a:pt x="394288" y="112322"/>
                </a:cubicBezTo>
                <a:cubicBezTo>
                  <a:pt x="397878" y="114140"/>
                  <a:pt x="402717" y="115049"/>
                  <a:pt x="408806" y="115049"/>
                </a:cubicBezTo>
                <a:cubicBezTo>
                  <a:pt x="416530" y="115049"/>
                  <a:pt x="422754" y="113821"/>
                  <a:pt x="427480" y="111367"/>
                </a:cubicBezTo>
                <a:cubicBezTo>
                  <a:pt x="432206" y="108914"/>
                  <a:pt x="434569" y="105734"/>
                  <a:pt x="434569" y="101826"/>
                </a:cubicBezTo>
                <a:cubicBezTo>
                  <a:pt x="434569" y="99373"/>
                  <a:pt x="433296" y="97647"/>
                  <a:pt x="430752" y="96647"/>
                </a:cubicBezTo>
                <a:cubicBezTo>
                  <a:pt x="428207" y="95647"/>
                  <a:pt x="423846" y="95147"/>
                  <a:pt x="417667" y="95147"/>
                </a:cubicBezTo>
                <a:cubicBezTo>
                  <a:pt x="415485" y="95147"/>
                  <a:pt x="412963" y="95056"/>
                  <a:pt x="410100" y="94875"/>
                </a:cubicBezTo>
                <a:cubicBezTo>
                  <a:pt x="407238" y="94693"/>
                  <a:pt x="404489" y="94466"/>
                  <a:pt x="401852" y="94193"/>
                </a:cubicBezTo>
                <a:cubicBezTo>
                  <a:pt x="399218" y="93921"/>
                  <a:pt x="397128" y="93648"/>
                  <a:pt x="395583" y="93375"/>
                </a:cubicBezTo>
                <a:moveTo>
                  <a:pt x="396264" y="47029"/>
                </a:moveTo>
                <a:lnTo>
                  <a:pt x="396264" y="47436"/>
                </a:lnTo>
                <a:cubicBezTo>
                  <a:pt x="396264" y="53980"/>
                  <a:pt x="397559" y="59274"/>
                  <a:pt x="400149" y="63319"/>
                </a:cubicBezTo>
                <a:cubicBezTo>
                  <a:pt x="402739" y="67363"/>
                  <a:pt x="406125" y="69384"/>
                  <a:pt x="410306" y="69384"/>
                </a:cubicBezTo>
                <a:cubicBezTo>
                  <a:pt x="413485" y="69384"/>
                  <a:pt x="415961" y="68271"/>
                  <a:pt x="417733" y="66044"/>
                </a:cubicBezTo>
                <a:cubicBezTo>
                  <a:pt x="419505" y="63817"/>
                  <a:pt x="420391" y="60795"/>
                  <a:pt x="420391" y="56979"/>
                </a:cubicBezTo>
                <a:cubicBezTo>
                  <a:pt x="420391" y="54253"/>
                  <a:pt x="420028" y="51436"/>
                  <a:pt x="419302" y="48528"/>
                </a:cubicBezTo>
                <a:cubicBezTo>
                  <a:pt x="418575" y="45621"/>
                  <a:pt x="417575" y="42985"/>
                  <a:pt x="416302" y="40622"/>
                </a:cubicBezTo>
                <a:cubicBezTo>
                  <a:pt x="414031" y="36350"/>
                  <a:pt x="410714" y="34214"/>
                  <a:pt x="406352" y="34214"/>
                </a:cubicBezTo>
                <a:cubicBezTo>
                  <a:pt x="403262" y="34214"/>
                  <a:pt x="400808" y="35350"/>
                  <a:pt x="398990" y="37623"/>
                </a:cubicBezTo>
                <a:cubicBezTo>
                  <a:pt x="397173" y="39894"/>
                  <a:pt x="396264" y="43030"/>
                  <a:pt x="396264" y="470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CA6108-7B05-4EDB-A4BD-E1FEAD9F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162" y="4211543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B6746-8320-4B30-B5E9-233DE03E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162" y="4211543"/>
            <a:ext cx="905888" cy="317300"/>
          </a:xfrm>
          <a:custGeom xmlns:a="http://schemas.openxmlformats.org/drawingml/2006/main">
            <a:pathLst>
              <a:path w="905888" h="317300" fill="none">
                <a:moveTo>
                  <a:pt x="0" y="317300"/>
                </a:moveTo>
                <a:lnTo>
                  <a:pt x="905888" y="317300"/>
                </a:lnTo>
                <a:lnTo>
                  <a:pt x="905888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205" name="Text Sequence">
            <a:extLst xmlns:a="http://schemas.openxmlformats.org/drawingml/2006/main">
              <a:ext uri="{FF2B5EF4-FFF2-40B4-BE49-F238E27FC236}">
                <a16:creationId xmlns:a16="http://schemas.microsoft.com/office/drawing/2014/main" id="{4BED6B44-67B7-486D-ABFB-FBADB0C8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986" y="4240868"/>
            <a:ext cx="513998" cy="121556"/>
          </a:xfrm>
          <a:custGeom xmlns:a="http://schemas.openxmlformats.org/drawingml/2006/main">
            <a:pathLst>
              <a:path w="513998" h="121556">
                <a:moveTo>
                  <a:pt x="55130" y="0"/>
                </a:moveTo>
                <a:lnTo>
                  <a:pt x="58123" y="28994"/>
                </a:lnTo>
                <a:lnTo>
                  <a:pt x="54720" y="28994"/>
                </a:lnTo>
                <a:cubicBezTo>
                  <a:pt x="53632" y="25000"/>
                  <a:pt x="52498" y="21892"/>
                  <a:pt x="51318" y="19670"/>
                </a:cubicBezTo>
                <a:cubicBezTo>
                  <a:pt x="50138" y="17446"/>
                  <a:pt x="48504" y="15245"/>
                  <a:pt x="46416" y="13067"/>
                </a:cubicBezTo>
                <a:cubicBezTo>
                  <a:pt x="41607" y="8076"/>
                  <a:pt x="36072" y="5581"/>
                  <a:pt x="29810" y="5581"/>
                </a:cubicBezTo>
                <a:cubicBezTo>
                  <a:pt x="25635" y="5581"/>
                  <a:pt x="22232" y="6738"/>
                  <a:pt x="19599" y="9052"/>
                </a:cubicBezTo>
                <a:cubicBezTo>
                  <a:pt x="16968" y="11366"/>
                  <a:pt x="15653" y="14383"/>
                  <a:pt x="15653" y="18104"/>
                </a:cubicBezTo>
                <a:cubicBezTo>
                  <a:pt x="15653" y="21824"/>
                  <a:pt x="17195" y="25319"/>
                  <a:pt x="20281" y="28587"/>
                </a:cubicBezTo>
                <a:cubicBezTo>
                  <a:pt x="23367" y="31853"/>
                  <a:pt x="28495" y="35438"/>
                  <a:pt x="35663" y="39340"/>
                </a:cubicBezTo>
                <a:cubicBezTo>
                  <a:pt x="44647" y="44240"/>
                  <a:pt x="51135" y="49027"/>
                  <a:pt x="55127" y="53701"/>
                </a:cubicBezTo>
                <a:cubicBezTo>
                  <a:pt x="59121" y="58374"/>
                  <a:pt x="61118" y="63524"/>
                  <a:pt x="61118" y="69150"/>
                </a:cubicBezTo>
                <a:cubicBezTo>
                  <a:pt x="61118" y="73869"/>
                  <a:pt x="59892" y="78089"/>
                  <a:pt x="57441" y="81810"/>
                </a:cubicBezTo>
                <a:cubicBezTo>
                  <a:pt x="54992" y="85530"/>
                  <a:pt x="51680" y="88480"/>
                  <a:pt x="47505" y="90658"/>
                </a:cubicBezTo>
                <a:cubicBezTo>
                  <a:pt x="43331" y="92836"/>
                  <a:pt x="38613" y="93925"/>
                  <a:pt x="33349" y="93925"/>
                </a:cubicBezTo>
                <a:cubicBezTo>
                  <a:pt x="27905" y="93925"/>
                  <a:pt x="22551" y="92881"/>
                  <a:pt x="17287" y="90793"/>
                </a:cubicBezTo>
                <a:cubicBezTo>
                  <a:pt x="14565" y="89794"/>
                  <a:pt x="12432" y="89295"/>
                  <a:pt x="10888" y="89295"/>
                </a:cubicBezTo>
                <a:cubicBezTo>
                  <a:pt x="9890" y="89295"/>
                  <a:pt x="9028" y="89727"/>
                  <a:pt x="8302" y="90589"/>
                </a:cubicBezTo>
                <a:cubicBezTo>
                  <a:pt x="7576" y="91451"/>
                  <a:pt x="7168" y="92517"/>
                  <a:pt x="7077" y="93788"/>
                </a:cubicBezTo>
                <a:lnTo>
                  <a:pt x="4084" y="93788"/>
                </a:lnTo>
                <a:lnTo>
                  <a:pt x="0" y="64929"/>
                </a:lnTo>
                <a:lnTo>
                  <a:pt x="3130" y="64929"/>
                </a:lnTo>
                <a:cubicBezTo>
                  <a:pt x="6578" y="73188"/>
                  <a:pt x="10502" y="79268"/>
                  <a:pt x="14903" y="83170"/>
                </a:cubicBezTo>
                <a:cubicBezTo>
                  <a:pt x="19305" y="87072"/>
                  <a:pt x="24546" y="89023"/>
                  <a:pt x="30626" y="89023"/>
                </a:cubicBezTo>
                <a:cubicBezTo>
                  <a:pt x="35618" y="89023"/>
                  <a:pt x="39657" y="87594"/>
                  <a:pt x="42742" y="84736"/>
                </a:cubicBezTo>
                <a:cubicBezTo>
                  <a:pt x="45827" y="81877"/>
                  <a:pt x="47370" y="78224"/>
                  <a:pt x="47370" y="73778"/>
                </a:cubicBezTo>
                <a:cubicBezTo>
                  <a:pt x="47370" y="70238"/>
                  <a:pt x="46735" y="67562"/>
                  <a:pt x="45465" y="65748"/>
                </a:cubicBezTo>
                <a:cubicBezTo>
                  <a:pt x="43740" y="63115"/>
                  <a:pt x="41153" y="60461"/>
                  <a:pt x="37705" y="57784"/>
                </a:cubicBezTo>
                <a:cubicBezTo>
                  <a:pt x="34257" y="55106"/>
                  <a:pt x="30083" y="52452"/>
                  <a:pt x="25182" y="49821"/>
                </a:cubicBezTo>
                <a:cubicBezTo>
                  <a:pt x="17560" y="45827"/>
                  <a:pt x="12114" y="41766"/>
                  <a:pt x="8846" y="37636"/>
                </a:cubicBezTo>
                <a:cubicBezTo>
                  <a:pt x="5580" y="33507"/>
                  <a:pt x="3946" y="28720"/>
                  <a:pt x="3946" y="23276"/>
                </a:cubicBezTo>
                <a:cubicBezTo>
                  <a:pt x="3946" y="16198"/>
                  <a:pt x="6351" y="10527"/>
                  <a:pt x="11160" y="6260"/>
                </a:cubicBezTo>
                <a:cubicBezTo>
                  <a:pt x="15879" y="2087"/>
                  <a:pt x="21279" y="0"/>
                  <a:pt x="27359" y="0"/>
                </a:cubicBezTo>
                <a:cubicBezTo>
                  <a:pt x="31807" y="0"/>
                  <a:pt x="36662" y="998"/>
                  <a:pt x="41926" y="2993"/>
                </a:cubicBezTo>
                <a:cubicBezTo>
                  <a:pt x="43105" y="3539"/>
                  <a:pt x="44239" y="3948"/>
                  <a:pt x="45328" y="4221"/>
                </a:cubicBezTo>
                <a:cubicBezTo>
                  <a:pt x="46416" y="4492"/>
                  <a:pt x="47278" y="4628"/>
                  <a:pt x="47914" y="4628"/>
                </a:cubicBezTo>
                <a:cubicBezTo>
                  <a:pt x="50273" y="4628"/>
                  <a:pt x="51725" y="3085"/>
                  <a:pt x="52269" y="0"/>
                </a:cubicBezTo>
                <a:lnTo>
                  <a:pt x="55130" y="0"/>
                </a:lnTo>
                <a:close/>
                <a:moveTo>
                  <a:pt x="126322" y="69694"/>
                </a:moveTo>
                <a:lnTo>
                  <a:pt x="128499" y="70647"/>
                </a:lnTo>
                <a:cubicBezTo>
                  <a:pt x="125686" y="77997"/>
                  <a:pt x="121807" y="83624"/>
                  <a:pt x="116861" y="87526"/>
                </a:cubicBezTo>
                <a:cubicBezTo>
                  <a:pt x="111915" y="91428"/>
                  <a:pt x="106175" y="93379"/>
                  <a:pt x="99642" y="93379"/>
                </a:cubicBezTo>
                <a:cubicBezTo>
                  <a:pt x="91838" y="93379"/>
                  <a:pt x="85644" y="90634"/>
                  <a:pt x="81060" y="85145"/>
                </a:cubicBezTo>
                <a:cubicBezTo>
                  <a:pt x="76478" y="79655"/>
                  <a:pt x="74187" y="72236"/>
                  <a:pt x="74187" y="62887"/>
                </a:cubicBezTo>
                <a:cubicBezTo>
                  <a:pt x="74187" y="57261"/>
                  <a:pt x="75072" y="52157"/>
                  <a:pt x="76842" y="47575"/>
                </a:cubicBezTo>
                <a:cubicBezTo>
                  <a:pt x="78611" y="42992"/>
                  <a:pt x="81084" y="39293"/>
                  <a:pt x="84259" y="36480"/>
                </a:cubicBezTo>
                <a:cubicBezTo>
                  <a:pt x="89522" y="31760"/>
                  <a:pt x="95648" y="29401"/>
                  <a:pt x="102637" y="29401"/>
                </a:cubicBezTo>
                <a:cubicBezTo>
                  <a:pt x="109987" y="29401"/>
                  <a:pt x="115794" y="31988"/>
                  <a:pt x="120059" y="37161"/>
                </a:cubicBezTo>
                <a:cubicBezTo>
                  <a:pt x="121783" y="39339"/>
                  <a:pt x="123054" y="41631"/>
                  <a:pt x="123871" y="44036"/>
                </a:cubicBezTo>
                <a:cubicBezTo>
                  <a:pt x="124688" y="46440"/>
                  <a:pt x="125368" y="49866"/>
                  <a:pt x="125913" y="54313"/>
                </a:cubicBezTo>
                <a:lnTo>
                  <a:pt x="83987" y="54313"/>
                </a:lnTo>
                <a:cubicBezTo>
                  <a:pt x="84168" y="58487"/>
                  <a:pt x="84531" y="61867"/>
                  <a:pt x="85075" y="64454"/>
                </a:cubicBezTo>
                <a:cubicBezTo>
                  <a:pt x="85621" y="67040"/>
                  <a:pt x="86484" y="69649"/>
                  <a:pt x="87663" y="72280"/>
                </a:cubicBezTo>
                <a:cubicBezTo>
                  <a:pt x="91655" y="80084"/>
                  <a:pt x="97509" y="83986"/>
                  <a:pt x="105223" y="83986"/>
                </a:cubicBezTo>
                <a:cubicBezTo>
                  <a:pt x="109579" y="83986"/>
                  <a:pt x="113368" y="82898"/>
                  <a:pt x="116589" y="80721"/>
                </a:cubicBezTo>
                <a:cubicBezTo>
                  <a:pt x="119811" y="78543"/>
                  <a:pt x="123055" y="74867"/>
                  <a:pt x="126322" y="69694"/>
                </a:cubicBezTo>
                <a:moveTo>
                  <a:pt x="84259" y="49956"/>
                </a:moveTo>
                <a:lnTo>
                  <a:pt x="112029" y="49956"/>
                </a:lnTo>
                <a:cubicBezTo>
                  <a:pt x="111121" y="44058"/>
                  <a:pt x="109714" y="39975"/>
                  <a:pt x="107809" y="37707"/>
                </a:cubicBezTo>
                <a:cubicBezTo>
                  <a:pt x="105903" y="35438"/>
                  <a:pt x="102863" y="34303"/>
                  <a:pt x="98688" y="34303"/>
                </a:cubicBezTo>
                <a:cubicBezTo>
                  <a:pt x="94514" y="34303"/>
                  <a:pt x="91246" y="35573"/>
                  <a:pt x="88887" y="38114"/>
                </a:cubicBezTo>
                <a:cubicBezTo>
                  <a:pt x="86529" y="40655"/>
                  <a:pt x="84986" y="44602"/>
                  <a:pt x="84259" y="49956"/>
                </a:cubicBezTo>
                <a:close/>
                <a:moveTo>
                  <a:pt x="179409" y="34166"/>
                </a:moveTo>
                <a:lnTo>
                  <a:pt x="186760" y="29810"/>
                </a:lnTo>
                <a:lnTo>
                  <a:pt x="188257" y="29947"/>
                </a:lnTo>
                <a:lnTo>
                  <a:pt x="188257" y="111213"/>
                </a:lnTo>
                <a:cubicBezTo>
                  <a:pt x="188347" y="113118"/>
                  <a:pt x="188596" y="114592"/>
                  <a:pt x="189005" y="115635"/>
                </a:cubicBezTo>
                <a:cubicBezTo>
                  <a:pt x="189413" y="116679"/>
                  <a:pt x="190208" y="117473"/>
                  <a:pt x="191387" y="118017"/>
                </a:cubicBezTo>
                <a:cubicBezTo>
                  <a:pt x="192567" y="118563"/>
                  <a:pt x="194382" y="119107"/>
                  <a:pt x="196833" y="119652"/>
                </a:cubicBezTo>
                <a:lnTo>
                  <a:pt x="196833" y="121556"/>
                </a:lnTo>
                <a:lnTo>
                  <a:pt x="164707" y="121556"/>
                </a:lnTo>
                <a:lnTo>
                  <a:pt x="164707" y="119242"/>
                </a:lnTo>
                <a:cubicBezTo>
                  <a:pt x="169516" y="118971"/>
                  <a:pt x="172715" y="118132"/>
                  <a:pt x="174303" y="116725"/>
                </a:cubicBezTo>
                <a:cubicBezTo>
                  <a:pt x="175892" y="115318"/>
                  <a:pt x="176732" y="112709"/>
                  <a:pt x="176823" y="108897"/>
                </a:cubicBezTo>
                <a:lnTo>
                  <a:pt x="176823" y="83307"/>
                </a:lnTo>
                <a:cubicBezTo>
                  <a:pt x="170651" y="90022"/>
                  <a:pt x="163528" y="93379"/>
                  <a:pt x="155452" y="93379"/>
                </a:cubicBezTo>
                <a:cubicBezTo>
                  <a:pt x="151186" y="93379"/>
                  <a:pt x="147419" y="92131"/>
                  <a:pt x="144153" y="89636"/>
                </a:cubicBezTo>
                <a:cubicBezTo>
                  <a:pt x="140886" y="87141"/>
                  <a:pt x="138322" y="83693"/>
                  <a:pt x="136461" y="79292"/>
                </a:cubicBezTo>
                <a:cubicBezTo>
                  <a:pt x="134602" y="74890"/>
                  <a:pt x="133672" y="69876"/>
                  <a:pt x="133672" y="64250"/>
                </a:cubicBezTo>
                <a:cubicBezTo>
                  <a:pt x="133672" y="57626"/>
                  <a:pt x="134987" y="51704"/>
                  <a:pt x="137618" y="46487"/>
                </a:cubicBezTo>
                <a:cubicBezTo>
                  <a:pt x="140251" y="41268"/>
                  <a:pt x="143836" y="37116"/>
                  <a:pt x="148373" y="34031"/>
                </a:cubicBezTo>
                <a:cubicBezTo>
                  <a:pt x="152911" y="30944"/>
                  <a:pt x="158038" y="29401"/>
                  <a:pt x="163754" y="29401"/>
                </a:cubicBezTo>
                <a:cubicBezTo>
                  <a:pt x="166476" y="29401"/>
                  <a:pt x="168994" y="29742"/>
                  <a:pt x="171308" y="30423"/>
                </a:cubicBezTo>
                <a:cubicBezTo>
                  <a:pt x="173624" y="31103"/>
                  <a:pt x="176324" y="32350"/>
                  <a:pt x="179409" y="34166"/>
                </a:cubicBezTo>
                <a:moveTo>
                  <a:pt x="176823" y="74731"/>
                </a:moveTo>
                <a:lnTo>
                  <a:pt x="176823" y="46690"/>
                </a:lnTo>
                <a:cubicBezTo>
                  <a:pt x="176823" y="37705"/>
                  <a:pt x="172603" y="33212"/>
                  <a:pt x="164163" y="33212"/>
                </a:cubicBezTo>
                <a:cubicBezTo>
                  <a:pt x="158356" y="33212"/>
                  <a:pt x="153773" y="35527"/>
                  <a:pt x="150415" y="40156"/>
                </a:cubicBezTo>
                <a:cubicBezTo>
                  <a:pt x="147057" y="44784"/>
                  <a:pt x="145378" y="51136"/>
                  <a:pt x="145378" y="59213"/>
                </a:cubicBezTo>
                <a:cubicBezTo>
                  <a:pt x="145378" y="63751"/>
                  <a:pt x="146036" y="68016"/>
                  <a:pt x="147351" y="72010"/>
                </a:cubicBezTo>
                <a:cubicBezTo>
                  <a:pt x="148668" y="76002"/>
                  <a:pt x="150415" y="79041"/>
                  <a:pt x="152592" y="81128"/>
                </a:cubicBezTo>
                <a:cubicBezTo>
                  <a:pt x="155406" y="83761"/>
                  <a:pt x="158945" y="85077"/>
                  <a:pt x="163210" y="85077"/>
                </a:cubicBezTo>
                <a:cubicBezTo>
                  <a:pt x="165298" y="85077"/>
                  <a:pt x="167408" y="84691"/>
                  <a:pt x="169541" y="83920"/>
                </a:cubicBezTo>
                <a:cubicBezTo>
                  <a:pt x="171673" y="83149"/>
                  <a:pt x="173465" y="82173"/>
                  <a:pt x="174916" y="80993"/>
                </a:cubicBezTo>
                <a:cubicBezTo>
                  <a:pt x="176187" y="79813"/>
                  <a:pt x="176823" y="77726"/>
                  <a:pt x="176823" y="74731"/>
                </a:cubicBezTo>
                <a:close/>
                <a:moveTo>
                  <a:pt x="264896" y="85212"/>
                </a:moveTo>
                <a:lnTo>
                  <a:pt x="264896" y="87119"/>
                </a:lnTo>
                <a:cubicBezTo>
                  <a:pt x="261446" y="88026"/>
                  <a:pt x="258338" y="88933"/>
                  <a:pt x="255570" y="89842"/>
                </a:cubicBezTo>
                <a:cubicBezTo>
                  <a:pt x="252803" y="90749"/>
                  <a:pt x="249695" y="91883"/>
                  <a:pt x="246246" y="93244"/>
                </a:cubicBezTo>
                <a:lnTo>
                  <a:pt x="245701" y="92972"/>
                </a:lnTo>
                <a:lnTo>
                  <a:pt x="245701" y="81672"/>
                </a:lnTo>
                <a:lnTo>
                  <a:pt x="239848" y="87526"/>
                </a:lnTo>
                <a:cubicBezTo>
                  <a:pt x="238033" y="89341"/>
                  <a:pt x="235878" y="90771"/>
                  <a:pt x="233382" y="91815"/>
                </a:cubicBezTo>
                <a:cubicBezTo>
                  <a:pt x="230887" y="92857"/>
                  <a:pt x="228369" y="93379"/>
                  <a:pt x="225828" y="93379"/>
                </a:cubicBezTo>
                <a:cubicBezTo>
                  <a:pt x="220836" y="93379"/>
                  <a:pt x="216843" y="91768"/>
                  <a:pt x="213847" y="88548"/>
                </a:cubicBezTo>
                <a:cubicBezTo>
                  <a:pt x="210854" y="85325"/>
                  <a:pt x="209357" y="81038"/>
                  <a:pt x="209357" y="75684"/>
                </a:cubicBezTo>
                <a:lnTo>
                  <a:pt x="209357" y="41381"/>
                </a:lnTo>
                <a:cubicBezTo>
                  <a:pt x="209265" y="38114"/>
                  <a:pt x="208630" y="35868"/>
                  <a:pt x="207450" y="34643"/>
                </a:cubicBezTo>
                <a:cubicBezTo>
                  <a:pt x="206270" y="33418"/>
                  <a:pt x="204093" y="32760"/>
                  <a:pt x="200918" y="32668"/>
                </a:cubicBezTo>
                <a:lnTo>
                  <a:pt x="200918" y="30763"/>
                </a:lnTo>
                <a:lnTo>
                  <a:pt x="220791" y="30763"/>
                </a:lnTo>
                <a:lnTo>
                  <a:pt x="220791" y="75140"/>
                </a:lnTo>
                <a:cubicBezTo>
                  <a:pt x="220791" y="77952"/>
                  <a:pt x="221744" y="80380"/>
                  <a:pt x="223649" y="82422"/>
                </a:cubicBezTo>
                <a:cubicBezTo>
                  <a:pt x="225555" y="84463"/>
                  <a:pt x="227823" y="85484"/>
                  <a:pt x="230456" y="85484"/>
                </a:cubicBezTo>
                <a:cubicBezTo>
                  <a:pt x="234631" y="85484"/>
                  <a:pt x="238623" y="83941"/>
                  <a:pt x="242434" y="80856"/>
                </a:cubicBezTo>
                <a:cubicBezTo>
                  <a:pt x="244158" y="79495"/>
                  <a:pt x="245020" y="77090"/>
                  <a:pt x="245020" y="73642"/>
                </a:cubicBezTo>
                <a:lnTo>
                  <a:pt x="245020" y="41654"/>
                </a:lnTo>
                <a:cubicBezTo>
                  <a:pt x="245020" y="38204"/>
                  <a:pt x="244407" y="35958"/>
                  <a:pt x="243182" y="34916"/>
                </a:cubicBezTo>
                <a:cubicBezTo>
                  <a:pt x="241958" y="33871"/>
                  <a:pt x="239213" y="33259"/>
                  <a:pt x="234948" y="33077"/>
                </a:cubicBezTo>
                <a:lnTo>
                  <a:pt x="234948" y="30763"/>
                </a:lnTo>
                <a:lnTo>
                  <a:pt x="256454" y="30763"/>
                </a:lnTo>
                <a:lnTo>
                  <a:pt x="256454" y="77454"/>
                </a:lnTo>
                <a:cubicBezTo>
                  <a:pt x="256546" y="80629"/>
                  <a:pt x="257022" y="82671"/>
                  <a:pt x="257883" y="83579"/>
                </a:cubicBezTo>
                <a:cubicBezTo>
                  <a:pt x="258746" y="84486"/>
                  <a:pt x="260856" y="85030"/>
                  <a:pt x="264214" y="85212"/>
                </a:cubicBezTo>
                <a:lnTo>
                  <a:pt x="264896" y="85212"/>
                </a:lnTo>
                <a:close/>
                <a:moveTo>
                  <a:pt x="322882" y="69694"/>
                </a:moveTo>
                <a:lnTo>
                  <a:pt x="325059" y="70647"/>
                </a:lnTo>
                <a:cubicBezTo>
                  <a:pt x="322247" y="77997"/>
                  <a:pt x="318367" y="83624"/>
                  <a:pt x="313421" y="87526"/>
                </a:cubicBezTo>
                <a:cubicBezTo>
                  <a:pt x="308475" y="91428"/>
                  <a:pt x="302735" y="93379"/>
                  <a:pt x="296202" y="93379"/>
                </a:cubicBezTo>
                <a:cubicBezTo>
                  <a:pt x="288398" y="93379"/>
                  <a:pt x="282204" y="90634"/>
                  <a:pt x="277621" y="85145"/>
                </a:cubicBezTo>
                <a:cubicBezTo>
                  <a:pt x="273039" y="79655"/>
                  <a:pt x="270748" y="72236"/>
                  <a:pt x="270748" y="62887"/>
                </a:cubicBezTo>
                <a:cubicBezTo>
                  <a:pt x="270748" y="57261"/>
                  <a:pt x="271633" y="52157"/>
                  <a:pt x="273402" y="47575"/>
                </a:cubicBezTo>
                <a:cubicBezTo>
                  <a:pt x="275172" y="42992"/>
                  <a:pt x="277644" y="39293"/>
                  <a:pt x="280820" y="36480"/>
                </a:cubicBezTo>
                <a:cubicBezTo>
                  <a:pt x="286083" y="31760"/>
                  <a:pt x="292209" y="29401"/>
                  <a:pt x="299198" y="29401"/>
                </a:cubicBezTo>
                <a:cubicBezTo>
                  <a:pt x="306548" y="29401"/>
                  <a:pt x="312355" y="31988"/>
                  <a:pt x="316620" y="37161"/>
                </a:cubicBezTo>
                <a:cubicBezTo>
                  <a:pt x="318344" y="39339"/>
                  <a:pt x="319614" y="41631"/>
                  <a:pt x="320431" y="44036"/>
                </a:cubicBezTo>
                <a:cubicBezTo>
                  <a:pt x="321248" y="46440"/>
                  <a:pt x="321929" y="49866"/>
                  <a:pt x="322473" y="54313"/>
                </a:cubicBezTo>
                <a:lnTo>
                  <a:pt x="280548" y="54313"/>
                </a:lnTo>
                <a:cubicBezTo>
                  <a:pt x="280729" y="58487"/>
                  <a:pt x="281092" y="61867"/>
                  <a:pt x="281636" y="64454"/>
                </a:cubicBezTo>
                <a:cubicBezTo>
                  <a:pt x="282181" y="67040"/>
                  <a:pt x="283044" y="69649"/>
                  <a:pt x="284224" y="72280"/>
                </a:cubicBezTo>
                <a:cubicBezTo>
                  <a:pt x="288216" y="80084"/>
                  <a:pt x="294069" y="83986"/>
                  <a:pt x="301783" y="83986"/>
                </a:cubicBezTo>
                <a:cubicBezTo>
                  <a:pt x="306140" y="83986"/>
                  <a:pt x="309928" y="82898"/>
                  <a:pt x="313149" y="80721"/>
                </a:cubicBezTo>
                <a:cubicBezTo>
                  <a:pt x="316371" y="78543"/>
                  <a:pt x="319616" y="74867"/>
                  <a:pt x="322882" y="69694"/>
                </a:cubicBezTo>
                <a:moveTo>
                  <a:pt x="280820" y="49956"/>
                </a:moveTo>
                <a:lnTo>
                  <a:pt x="308590" y="49956"/>
                </a:lnTo>
                <a:cubicBezTo>
                  <a:pt x="307682" y="44058"/>
                  <a:pt x="306275" y="39975"/>
                  <a:pt x="304369" y="37707"/>
                </a:cubicBezTo>
                <a:cubicBezTo>
                  <a:pt x="302464" y="35438"/>
                  <a:pt x="299424" y="34303"/>
                  <a:pt x="295249" y="34303"/>
                </a:cubicBezTo>
                <a:cubicBezTo>
                  <a:pt x="291074" y="34303"/>
                  <a:pt x="287807" y="35573"/>
                  <a:pt x="285447" y="38114"/>
                </a:cubicBezTo>
                <a:cubicBezTo>
                  <a:pt x="283089" y="40655"/>
                  <a:pt x="281547" y="44602"/>
                  <a:pt x="280820" y="49956"/>
                </a:cubicBezTo>
                <a:close/>
                <a:moveTo>
                  <a:pt x="329417" y="92018"/>
                </a:moveTo>
                <a:lnTo>
                  <a:pt x="329417" y="89977"/>
                </a:lnTo>
                <a:cubicBezTo>
                  <a:pt x="332865" y="89795"/>
                  <a:pt x="335110" y="89047"/>
                  <a:pt x="336153" y="87731"/>
                </a:cubicBezTo>
                <a:cubicBezTo>
                  <a:pt x="337197" y="86414"/>
                  <a:pt x="337765" y="83760"/>
                  <a:pt x="337856" y="79768"/>
                </a:cubicBezTo>
                <a:lnTo>
                  <a:pt x="337856" y="46009"/>
                </a:lnTo>
                <a:cubicBezTo>
                  <a:pt x="337856" y="42651"/>
                  <a:pt x="337493" y="40360"/>
                  <a:pt x="336766" y="39136"/>
                </a:cubicBezTo>
                <a:cubicBezTo>
                  <a:pt x="336040" y="37911"/>
                  <a:pt x="334725" y="37298"/>
                  <a:pt x="332819" y="37298"/>
                </a:cubicBezTo>
                <a:cubicBezTo>
                  <a:pt x="331095" y="37298"/>
                  <a:pt x="329871" y="37479"/>
                  <a:pt x="329145" y="37842"/>
                </a:cubicBezTo>
                <a:lnTo>
                  <a:pt x="329145" y="35528"/>
                </a:lnTo>
                <a:cubicBezTo>
                  <a:pt x="332866" y="34439"/>
                  <a:pt x="336087" y="33440"/>
                  <a:pt x="338810" y="32533"/>
                </a:cubicBezTo>
                <a:cubicBezTo>
                  <a:pt x="341532" y="31625"/>
                  <a:pt x="344572" y="30581"/>
                  <a:pt x="347930" y="29401"/>
                </a:cubicBezTo>
                <a:lnTo>
                  <a:pt x="348881" y="29675"/>
                </a:lnTo>
                <a:lnTo>
                  <a:pt x="348881" y="40428"/>
                </a:lnTo>
                <a:cubicBezTo>
                  <a:pt x="351968" y="37524"/>
                  <a:pt x="354600" y="35278"/>
                  <a:pt x="356776" y="33690"/>
                </a:cubicBezTo>
                <a:cubicBezTo>
                  <a:pt x="358955" y="32102"/>
                  <a:pt x="360951" y="30990"/>
                  <a:pt x="362767" y="30354"/>
                </a:cubicBezTo>
                <a:cubicBezTo>
                  <a:pt x="364582" y="29719"/>
                  <a:pt x="366533" y="29401"/>
                  <a:pt x="368620" y="29401"/>
                </a:cubicBezTo>
                <a:cubicBezTo>
                  <a:pt x="373702" y="29401"/>
                  <a:pt x="377649" y="31193"/>
                  <a:pt x="380461" y="34778"/>
                </a:cubicBezTo>
                <a:cubicBezTo>
                  <a:pt x="383275" y="38363"/>
                  <a:pt x="384682" y="43378"/>
                  <a:pt x="384682" y="49821"/>
                </a:cubicBezTo>
                <a:lnTo>
                  <a:pt x="384682" y="80993"/>
                </a:lnTo>
                <a:cubicBezTo>
                  <a:pt x="384773" y="84350"/>
                  <a:pt x="385340" y="86596"/>
                  <a:pt x="386383" y="87731"/>
                </a:cubicBezTo>
                <a:cubicBezTo>
                  <a:pt x="387427" y="88865"/>
                  <a:pt x="389628" y="89614"/>
                  <a:pt x="392986" y="89977"/>
                </a:cubicBezTo>
                <a:lnTo>
                  <a:pt x="392986" y="92018"/>
                </a:lnTo>
                <a:lnTo>
                  <a:pt x="364671" y="92018"/>
                </a:lnTo>
                <a:lnTo>
                  <a:pt x="364671" y="89977"/>
                </a:lnTo>
                <a:cubicBezTo>
                  <a:pt x="368029" y="89795"/>
                  <a:pt x="370275" y="88956"/>
                  <a:pt x="371409" y="87459"/>
                </a:cubicBezTo>
                <a:cubicBezTo>
                  <a:pt x="372545" y="85961"/>
                  <a:pt x="373158" y="82989"/>
                  <a:pt x="373248" y="78542"/>
                </a:cubicBezTo>
                <a:lnTo>
                  <a:pt x="373248" y="50093"/>
                </a:lnTo>
                <a:cubicBezTo>
                  <a:pt x="373248" y="41290"/>
                  <a:pt x="369935" y="36889"/>
                  <a:pt x="363311" y="36889"/>
                </a:cubicBezTo>
                <a:cubicBezTo>
                  <a:pt x="361043" y="36889"/>
                  <a:pt x="358933" y="37411"/>
                  <a:pt x="356982" y="38455"/>
                </a:cubicBezTo>
                <a:cubicBezTo>
                  <a:pt x="355031" y="39498"/>
                  <a:pt x="352467" y="41561"/>
                  <a:pt x="349291" y="44647"/>
                </a:cubicBezTo>
                <a:lnTo>
                  <a:pt x="349291" y="82898"/>
                </a:lnTo>
                <a:cubicBezTo>
                  <a:pt x="349291" y="85349"/>
                  <a:pt x="349948" y="87096"/>
                  <a:pt x="351264" y="88140"/>
                </a:cubicBezTo>
                <a:cubicBezTo>
                  <a:pt x="352579" y="89183"/>
                  <a:pt x="354916" y="89795"/>
                  <a:pt x="358274" y="89977"/>
                </a:cubicBezTo>
                <a:lnTo>
                  <a:pt x="358274" y="92018"/>
                </a:lnTo>
                <a:lnTo>
                  <a:pt x="329417" y="92018"/>
                </a:lnTo>
                <a:close/>
                <a:moveTo>
                  <a:pt x="449204" y="70782"/>
                </a:moveTo>
                <a:lnTo>
                  <a:pt x="451111" y="72008"/>
                </a:lnTo>
                <a:cubicBezTo>
                  <a:pt x="449114" y="76001"/>
                  <a:pt x="447345" y="79110"/>
                  <a:pt x="445802" y="81334"/>
                </a:cubicBezTo>
                <a:cubicBezTo>
                  <a:pt x="444260" y="83556"/>
                  <a:pt x="442581" y="85439"/>
                  <a:pt x="440765" y="86981"/>
                </a:cubicBezTo>
                <a:cubicBezTo>
                  <a:pt x="435775" y="91246"/>
                  <a:pt x="430284" y="93379"/>
                  <a:pt x="424294" y="93379"/>
                </a:cubicBezTo>
                <a:cubicBezTo>
                  <a:pt x="419304" y="93379"/>
                  <a:pt x="414857" y="92086"/>
                  <a:pt x="410955" y="89501"/>
                </a:cubicBezTo>
                <a:cubicBezTo>
                  <a:pt x="407053" y="86914"/>
                  <a:pt x="403990" y="83330"/>
                  <a:pt x="401766" y="78748"/>
                </a:cubicBezTo>
                <a:cubicBezTo>
                  <a:pt x="399542" y="74165"/>
                  <a:pt x="398430" y="68968"/>
                  <a:pt x="398430" y="63160"/>
                </a:cubicBezTo>
                <a:cubicBezTo>
                  <a:pt x="398430" y="51997"/>
                  <a:pt x="401970" y="43285"/>
                  <a:pt x="409048" y="37024"/>
                </a:cubicBezTo>
                <a:cubicBezTo>
                  <a:pt x="414857" y="31942"/>
                  <a:pt x="421255" y="29401"/>
                  <a:pt x="428243" y="29401"/>
                </a:cubicBezTo>
                <a:cubicBezTo>
                  <a:pt x="432053" y="29401"/>
                  <a:pt x="435547" y="30037"/>
                  <a:pt x="438724" y="31308"/>
                </a:cubicBezTo>
                <a:cubicBezTo>
                  <a:pt x="441900" y="32577"/>
                  <a:pt x="444441" y="34279"/>
                  <a:pt x="446346" y="36413"/>
                </a:cubicBezTo>
                <a:cubicBezTo>
                  <a:pt x="448252" y="38546"/>
                  <a:pt x="449204" y="40882"/>
                  <a:pt x="449204" y="43423"/>
                </a:cubicBezTo>
                <a:cubicBezTo>
                  <a:pt x="449204" y="44966"/>
                  <a:pt x="448592" y="46304"/>
                  <a:pt x="447366" y="47438"/>
                </a:cubicBezTo>
                <a:cubicBezTo>
                  <a:pt x="446142" y="48572"/>
                  <a:pt x="444622" y="49139"/>
                  <a:pt x="442807" y="49139"/>
                </a:cubicBezTo>
                <a:cubicBezTo>
                  <a:pt x="439630" y="49139"/>
                  <a:pt x="437452" y="47053"/>
                  <a:pt x="436273" y="42879"/>
                </a:cubicBezTo>
                <a:lnTo>
                  <a:pt x="435456" y="39884"/>
                </a:lnTo>
                <a:cubicBezTo>
                  <a:pt x="434821" y="37343"/>
                  <a:pt x="433936" y="35619"/>
                  <a:pt x="432802" y="34712"/>
                </a:cubicBezTo>
                <a:cubicBezTo>
                  <a:pt x="431668" y="33804"/>
                  <a:pt x="429876" y="33349"/>
                  <a:pt x="427426" y="33349"/>
                </a:cubicBezTo>
                <a:cubicBezTo>
                  <a:pt x="421890" y="33349"/>
                  <a:pt x="417420" y="35528"/>
                  <a:pt x="414017" y="39884"/>
                </a:cubicBezTo>
                <a:cubicBezTo>
                  <a:pt x="410615" y="44239"/>
                  <a:pt x="408913" y="49956"/>
                  <a:pt x="408913" y="57034"/>
                </a:cubicBezTo>
                <a:cubicBezTo>
                  <a:pt x="408913" y="62208"/>
                  <a:pt x="409798" y="66791"/>
                  <a:pt x="411568" y="70784"/>
                </a:cubicBezTo>
                <a:cubicBezTo>
                  <a:pt x="413338" y="74777"/>
                  <a:pt x="415810" y="77907"/>
                  <a:pt x="418985" y="80177"/>
                </a:cubicBezTo>
                <a:cubicBezTo>
                  <a:pt x="422162" y="82445"/>
                  <a:pt x="425837" y="83579"/>
                  <a:pt x="430012" y="83579"/>
                </a:cubicBezTo>
                <a:cubicBezTo>
                  <a:pt x="433914" y="83579"/>
                  <a:pt x="437272" y="82627"/>
                  <a:pt x="440084" y="80721"/>
                </a:cubicBezTo>
                <a:cubicBezTo>
                  <a:pt x="442898" y="78814"/>
                  <a:pt x="445938" y="75501"/>
                  <a:pt x="449204" y="70782"/>
                </a:cubicBezTo>
                <a:close/>
                <a:moveTo>
                  <a:pt x="511822" y="69694"/>
                </a:moveTo>
                <a:lnTo>
                  <a:pt x="513998" y="70647"/>
                </a:lnTo>
                <a:cubicBezTo>
                  <a:pt x="511186" y="77997"/>
                  <a:pt x="507307" y="83624"/>
                  <a:pt x="502361" y="87526"/>
                </a:cubicBezTo>
                <a:cubicBezTo>
                  <a:pt x="497414" y="91428"/>
                  <a:pt x="491675" y="93379"/>
                  <a:pt x="485142" y="93379"/>
                </a:cubicBezTo>
                <a:cubicBezTo>
                  <a:pt x="477337" y="93379"/>
                  <a:pt x="471144" y="90634"/>
                  <a:pt x="466560" y="85145"/>
                </a:cubicBezTo>
                <a:cubicBezTo>
                  <a:pt x="461978" y="79655"/>
                  <a:pt x="459687" y="72236"/>
                  <a:pt x="459687" y="62887"/>
                </a:cubicBezTo>
                <a:cubicBezTo>
                  <a:pt x="459687" y="57261"/>
                  <a:pt x="460572" y="52157"/>
                  <a:pt x="462342" y="47575"/>
                </a:cubicBezTo>
                <a:cubicBezTo>
                  <a:pt x="464111" y="42992"/>
                  <a:pt x="466584" y="39293"/>
                  <a:pt x="469759" y="36480"/>
                </a:cubicBezTo>
                <a:cubicBezTo>
                  <a:pt x="475022" y="31760"/>
                  <a:pt x="481148" y="29401"/>
                  <a:pt x="488137" y="29401"/>
                </a:cubicBezTo>
                <a:cubicBezTo>
                  <a:pt x="495487" y="29401"/>
                  <a:pt x="501294" y="31988"/>
                  <a:pt x="505559" y="37161"/>
                </a:cubicBezTo>
                <a:cubicBezTo>
                  <a:pt x="507283" y="39339"/>
                  <a:pt x="508554" y="41631"/>
                  <a:pt x="509371" y="44036"/>
                </a:cubicBezTo>
                <a:cubicBezTo>
                  <a:pt x="510188" y="46440"/>
                  <a:pt x="510868" y="49866"/>
                  <a:pt x="511412" y="54313"/>
                </a:cubicBezTo>
                <a:lnTo>
                  <a:pt x="469487" y="54313"/>
                </a:lnTo>
                <a:cubicBezTo>
                  <a:pt x="469668" y="58487"/>
                  <a:pt x="470031" y="61867"/>
                  <a:pt x="470575" y="64454"/>
                </a:cubicBezTo>
                <a:cubicBezTo>
                  <a:pt x="471121" y="67040"/>
                  <a:pt x="471983" y="69649"/>
                  <a:pt x="473163" y="72280"/>
                </a:cubicBezTo>
                <a:cubicBezTo>
                  <a:pt x="477155" y="80084"/>
                  <a:pt x="483009" y="83986"/>
                  <a:pt x="490723" y="83986"/>
                </a:cubicBezTo>
                <a:cubicBezTo>
                  <a:pt x="495079" y="83986"/>
                  <a:pt x="498868" y="82898"/>
                  <a:pt x="502089" y="80721"/>
                </a:cubicBezTo>
                <a:cubicBezTo>
                  <a:pt x="505311" y="78543"/>
                  <a:pt x="508555" y="74867"/>
                  <a:pt x="511822" y="69694"/>
                </a:cubicBezTo>
                <a:moveTo>
                  <a:pt x="469759" y="49956"/>
                </a:moveTo>
                <a:lnTo>
                  <a:pt x="497529" y="49956"/>
                </a:lnTo>
                <a:cubicBezTo>
                  <a:pt x="496621" y="44058"/>
                  <a:pt x="495214" y="39975"/>
                  <a:pt x="493309" y="37707"/>
                </a:cubicBezTo>
                <a:cubicBezTo>
                  <a:pt x="491403" y="35438"/>
                  <a:pt x="488363" y="34303"/>
                  <a:pt x="484188" y="34303"/>
                </a:cubicBezTo>
                <a:cubicBezTo>
                  <a:pt x="480013" y="34303"/>
                  <a:pt x="476746" y="35573"/>
                  <a:pt x="474387" y="38114"/>
                </a:cubicBezTo>
                <a:cubicBezTo>
                  <a:pt x="472028" y="40655"/>
                  <a:pt x="470486" y="44602"/>
                  <a:pt x="469759" y="49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Number">
            <a:extLst xmlns:a="http://schemas.openxmlformats.org/drawingml/2006/main">
              <a:ext uri="{FF2B5EF4-FFF2-40B4-BE49-F238E27FC236}">
                <a16:creationId xmlns:a16="http://schemas.microsoft.com/office/drawing/2014/main" id="{8B9A79B3-FD1B-480C-8DE1-AF6D364E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289" y="4402748"/>
            <a:ext cx="444797" cy="94602"/>
          </a:xfrm>
          <a:custGeom xmlns:a="http://schemas.openxmlformats.org/drawingml/2006/main">
            <a:pathLst>
              <a:path w="444797" h="94602">
                <a:moveTo>
                  <a:pt x="94740" y="2862"/>
                </a:moveTo>
                <a:lnTo>
                  <a:pt x="94740" y="5452"/>
                </a:lnTo>
                <a:cubicBezTo>
                  <a:pt x="91195" y="5725"/>
                  <a:pt x="88514" y="6338"/>
                  <a:pt x="86696" y="7292"/>
                </a:cubicBezTo>
                <a:cubicBezTo>
                  <a:pt x="84880" y="8246"/>
                  <a:pt x="83653" y="9905"/>
                  <a:pt x="83017" y="12268"/>
                </a:cubicBezTo>
                <a:cubicBezTo>
                  <a:pt x="82380" y="14631"/>
                  <a:pt x="81971" y="18175"/>
                  <a:pt x="81790" y="22901"/>
                </a:cubicBezTo>
                <a:lnTo>
                  <a:pt x="81790" y="94602"/>
                </a:lnTo>
                <a:lnTo>
                  <a:pt x="79472" y="94602"/>
                </a:lnTo>
                <a:lnTo>
                  <a:pt x="19221" y="19629"/>
                </a:lnTo>
                <a:lnTo>
                  <a:pt x="19221" y="73064"/>
                </a:lnTo>
                <a:cubicBezTo>
                  <a:pt x="19313" y="77700"/>
                  <a:pt x="19699" y="81244"/>
                  <a:pt x="20380" y="83697"/>
                </a:cubicBezTo>
                <a:cubicBezTo>
                  <a:pt x="21062" y="86150"/>
                  <a:pt x="22311" y="87854"/>
                  <a:pt x="24128" y="88810"/>
                </a:cubicBezTo>
                <a:cubicBezTo>
                  <a:pt x="25946" y="89764"/>
                  <a:pt x="28581" y="90331"/>
                  <a:pt x="32034" y="90513"/>
                </a:cubicBezTo>
                <a:lnTo>
                  <a:pt x="32034" y="93103"/>
                </a:lnTo>
                <a:lnTo>
                  <a:pt x="0" y="93103"/>
                </a:lnTo>
                <a:lnTo>
                  <a:pt x="0" y="90513"/>
                </a:lnTo>
                <a:cubicBezTo>
                  <a:pt x="3726" y="90240"/>
                  <a:pt x="6520" y="89672"/>
                  <a:pt x="8382" y="88810"/>
                </a:cubicBezTo>
                <a:cubicBezTo>
                  <a:pt x="10246" y="87946"/>
                  <a:pt x="11496" y="86310"/>
                  <a:pt x="12133" y="83903"/>
                </a:cubicBezTo>
                <a:cubicBezTo>
                  <a:pt x="12769" y="81494"/>
                  <a:pt x="13132" y="77881"/>
                  <a:pt x="13223" y="73064"/>
                </a:cubicBezTo>
                <a:lnTo>
                  <a:pt x="13223" y="12950"/>
                </a:lnTo>
                <a:cubicBezTo>
                  <a:pt x="11406" y="10769"/>
                  <a:pt x="9884" y="9156"/>
                  <a:pt x="8657" y="8112"/>
                </a:cubicBezTo>
                <a:cubicBezTo>
                  <a:pt x="7430" y="7066"/>
                  <a:pt x="6180" y="6362"/>
                  <a:pt x="4907" y="5999"/>
                </a:cubicBezTo>
                <a:cubicBezTo>
                  <a:pt x="3635" y="5634"/>
                  <a:pt x="2000" y="5452"/>
                  <a:pt x="0" y="5452"/>
                </a:cubicBezTo>
                <a:lnTo>
                  <a:pt x="0" y="2862"/>
                </a:lnTo>
                <a:lnTo>
                  <a:pt x="23310" y="2862"/>
                </a:lnTo>
                <a:lnTo>
                  <a:pt x="75791" y="68839"/>
                </a:lnTo>
                <a:lnTo>
                  <a:pt x="75791" y="22901"/>
                </a:lnTo>
                <a:cubicBezTo>
                  <a:pt x="75701" y="18085"/>
                  <a:pt x="75315" y="14473"/>
                  <a:pt x="74632" y="12064"/>
                </a:cubicBezTo>
                <a:cubicBezTo>
                  <a:pt x="73951" y="9655"/>
                  <a:pt x="72702" y="7997"/>
                  <a:pt x="70884" y="7089"/>
                </a:cubicBezTo>
                <a:cubicBezTo>
                  <a:pt x="69066" y="6179"/>
                  <a:pt x="66340" y="5633"/>
                  <a:pt x="62706" y="5452"/>
                </a:cubicBezTo>
                <a:lnTo>
                  <a:pt x="62706" y="2862"/>
                </a:lnTo>
                <a:lnTo>
                  <a:pt x="94740" y="2862"/>
                </a:lnTo>
                <a:close/>
                <a:moveTo>
                  <a:pt x="163307" y="86286"/>
                </a:moveTo>
                <a:lnTo>
                  <a:pt x="163307" y="88196"/>
                </a:lnTo>
                <a:cubicBezTo>
                  <a:pt x="159852" y="89104"/>
                  <a:pt x="156739" y="90013"/>
                  <a:pt x="153967" y="90923"/>
                </a:cubicBezTo>
                <a:cubicBezTo>
                  <a:pt x="151197" y="91831"/>
                  <a:pt x="148085" y="92967"/>
                  <a:pt x="144630" y="94330"/>
                </a:cubicBezTo>
                <a:lnTo>
                  <a:pt x="144085" y="94057"/>
                </a:lnTo>
                <a:lnTo>
                  <a:pt x="144085" y="82742"/>
                </a:lnTo>
                <a:lnTo>
                  <a:pt x="138224" y="88604"/>
                </a:lnTo>
                <a:cubicBezTo>
                  <a:pt x="136406" y="90422"/>
                  <a:pt x="134248" y="91853"/>
                  <a:pt x="131749" y="92899"/>
                </a:cubicBezTo>
                <a:cubicBezTo>
                  <a:pt x="129250" y="93943"/>
                  <a:pt x="126729" y="94465"/>
                  <a:pt x="124184" y="94465"/>
                </a:cubicBezTo>
                <a:cubicBezTo>
                  <a:pt x="119185" y="94465"/>
                  <a:pt x="115186" y="92852"/>
                  <a:pt x="112187" y="89627"/>
                </a:cubicBezTo>
                <a:cubicBezTo>
                  <a:pt x="109189" y="86400"/>
                  <a:pt x="107690" y="82106"/>
                  <a:pt x="107690" y="76746"/>
                </a:cubicBezTo>
                <a:lnTo>
                  <a:pt x="107690" y="42394"/>
                </a:lnTo>
                <a:cubicBezTo>
                  <a:pt x="107598" y="39122"/>
                  <a:pt x="106962" y="36873"/>
                  <a:pt x="105780" y="35647"/>
                </a:cubicBezTo>
                <a:cubicBezTo>
                  <a:pt x="104599" y="34420"/>
                  <a:pt x="102418" y="33760"/>
                  <a:pt x="99239" y="33669"/>
                </a:cubicBezTo>
                <a:lnTo>
                  <a:pt x="99239" y="31762"/>
                </a:lnTo>
                <a:lnTo>
                  <a:pt x="119140" y="31762"/>
                </a:lnTo>
                <a:lnTo>
                  <a:pt x="119140" y="76201"/>
                </a:lnTo>
                <a:cubicBezTo>
                  <a:pt x="119140" y="79017"/>
                  <a:pt x="120094" y="81448"/>
                  <a:pt x="122002" y="83493"/>
                </a:cubicBezTo>
                <a:cubicBezTo>
                  <a:pt x="123910" y="85537"/>
                  <a:pt x="126182" y="86559"/>
                  <a:pt x="128818" y="86559"/>
                </a:cubicBezTo>
                <a:cubicBezTo>
                  <a:pt x="132999" y="86559"/>
                  <a:pt x="136998" y="85014"/>
                  <a:pt x="140814" y="81925"/>
                </a:cubicBezTo>
                <a:cubicBezTo>
                  <a:pt x="142540" y="80562"/>
                  <a:pt x="143403" y="78154"/>
                  <a:pt x="143403" y="74701"/>
                </a:cubicBezTo>
                <a:lnTo>
                  <a:pt x="143403" y="42667"/>
                </a:lnTo>
                <a:cubicBezTo>
                  <a:pt x="143403" y="39213"/>
                  <a:pt x="142790" y="36964"/>
                  <a:pt x="141562" y="35919"/>
                </a:cubicBezTo>
                <a:cubicBezTo>
                  <a:pt x="140337" y="34874"/>
                  <a:pt x="137588" y="34260"/>
                  <a:pt x="133317" y="34079"/>
                </a:cubicBezTo>
                <a:lnTo>
                  <a:pt x="133317" y="31762"/>
                </a:lnTo>
                <a:lnTo>
                  <a:pt x="154854" y="31762"/>
                </a:lnTo>
                <a:lnTo>
                  <a:pt x="154854" y="78518"/>
                </a:lnTo>
                <a:cubicBezTo>
                  <a:pt x="154945" y="81697"/>
                  <a:pt x="155422" y="83742"/>
                  <a:pt x="156285" y="84652"/>
                </a:cubicBezTo>
                <a:cubicBezTo>
                  <a:pt x="157148" y="85560"/>
                  <a:pt x="159262" y="86105"/>
                  <a:pt x="162624" y="86286"/>
                </a:cubicBezTo>
                <a:lnTo>
                  <a:pt x="163307" y="86286"/>
                </a:lnTo>
                <a:close/>
                <a:moveTo>
                  <a:pt x="167123" y="93103"/>
                </a:moveTo>
                <a:lnTo>
                  <a:pt x="167123" y="91058"/>
                </a:lnTo>
                <a:cubicBezTo>
                  <a:pt x="170849" y="91058"/>
                  <a:pt x="173348" y="90422"/>
                  <a:pt x="174620" y="89151"/>
                </a:cubicBezTo>
                <a:cubicBezTo>
                  <a:pt x="175893" y="87878"/>
                  <a:pt x="176574" y="85332"/>
                  <a:pt x="176664" y="81515"/>
                </a:cubicBezTo>
                <a:lnTo>
                  <a:pt x="176664" y="47029"/>
                </a:lnTo>
                <a:cubicBezTo>
                  <a:pt x="176664" y="43758"/>
                  <a:pt x="176323" y="41486"/>
                  <a:pt x="175641" y="40215"/>
                </a:cubicBezTo>
                <a:cubicBezTo>
                  <a:pt x="174960" y="38942"/>
                  <a:pt x="173711" y="38305"/>
                  <a:pt x="171893" y="38305"/>
                </a:cubicBezTo>
                <a:cubicBezTo>
                  <a:pt x="170530" y="38305"/>
                  <a:pt x="169076" y="38487"/>
                  <a:pt x="167531" y="38850"/>
                </a:cubicBezTo>
                <a:lnTo>
                  <a:pt x="167531" y="36533"/>
                </a:lnTo>
                <a:cubicBezTo>
                  <a:pt x="171257" y="35533"/>
                  <a:pt x="174506" y="34579"/>
                  <a:pt x="177278" y="33671"/>
                </a:cubicBezTo>
                <a:cubicBezTo>
                  <a:pt x="180050" y="32761"/>
                  <a:pt x="183162" y="31670"/>
                  <a:pt x="186615" y="30397"/>
                </a:cubicBezTo>
                <a:lnTo>
                  <a:pt x="187570" y="30672"/>
                </a:lnTo>
                <a:lnTo>
                  <a:pt x="187570" y="40895"/>
                </a:lnTo>
                <a:cubicBezTo>
                  <a:pt x="191386" y="37987"/>
                  <a:pt x="194475" y="35784"/>
                  <a:pt x="196838" y="34285"/>
                </a:cubicBezTo>
                <a:cubicBezTo>
                  <a:pt x="199201" y="32784"/>
                  <a:pt x="201268" y="31762"/>
                  <a:pt x="203041" y="31217"/>
                </a:cubicBezTo>
                <a:cubicBezTo>
                  <a:pt x="204813" y="30670"/>
                  <a:pt x="206699" y="30397"/>
                  <a:pt x="208698" y="30397"/>
                </a:cubicBezTo>
                <a:cubicBezTo>
                  <a:pt x="215877" y="30397"/>
                  <a:pt x="220694" y="34214"/>
                  <a:pt x="223148" y="41847"/>
                </a:cubicBezTo>
                <a:cubicBezTo>
                  <a:pt x="230237" y="34214"/>
                  <a:pt x="237643" y="30397"/>
                  <a:pt x="245366" y="30397"/>
                </a:cubicBezTo>
                <a:cubicBezTo>
                  <a:pt x="255908" y="30397"/>
                  <a:pt x="261179" y="38485"/>
                  <a:pt x="261179" y="54662"/>
                </a:cubicBezTo>
                <a:lnTo>
                  <a:pt x="261179" y="82742"/>
                </a:lnTo>
                <a:cubicBezTo>
                  <a:pt x="261179" y="85378"/>
                  <a:pt x="261611" y="87287"/>
                  <a:pt x="262474" y="88468"/>
                </a:cubicBezTo>
                <a:cubicBezTo>
                  <a:pt x="263338" y="89650"/>
                  <a:pt x="264860" y="90422"/>
                  <a:pt x="267040" y="90786"/>
                </a:cubicBezTo>
                <a:lnTo>
                  <a:pt x="270584" y="91058"/>
                </a:lnTo>
                <a:lnTo>
                  <a:pt x="270584" y="93103"/>
                </a:lnTo>
                <a:lnTo>
                  <a:pt x="240732" y="93103"/>
                </a:lnTo>
                <a:lnTo>
                  <a:pt x="240732" y="91058"/>
                </a:lnTo>
                <a:cubicBezTo>
                  <a:pt x="243368" y="90785"/>
                  <a:pt x="245299" y="90399"/>
                  <a:pt x="246525" y="89899"/>
                </a:cubicBezTo>
                <a:cubicBezTo>
                  <a:pt x="247752" y="89399"/>
                  <a:pt x="248570" y="88513"/>
                  <a:pt x="248979" y="87241"/>
                </a:cubicBezTo>
                <a:cubicBezTo>
                  <a:pt x="249388" y="85968"/>
                  <a:pt x="249638" y="83969"/>
                  <a:pt x="249728" y="81243"/>
                </a:cubicBezTo>
                <a:lnTo>
                  <a:pt x="249728" y="52480"/>
                </a:lnTo>
                <a:cubicBezTo>
                  <a:pt x="249728" y="46846"/>
                  <a:pt x="249001" y="42939"/>
                  <a:pt x="247546" y="40757"/>
                </a:cubicBezTo>
                <a:cubicBezTo>
                  <a:pt x="246093" y="38576"/>
                  <a:pt x="243413" y="37486"/>
                  <a:pt x="239505" y="37486"/>
                </a:cubicBezTo>
                <a:cubicBezTo>
                  <a:pt x="236324" y="37486"/>
                  <a:pt x="233575" y="38145"/>
                  <a:pt x="231258" y="39464"/>
                </a:cubicBezTo>
                <a:cubicBezTo>
                  <a:pt x="228941" y="40781"/>
                  <a:pt x="226737" y="42894"/>
                  <a:pt x="224648" y="45801"/>
                </a:cubicBezTo>
                <a:lnTo>
                  <a:pt x="224648" y="80153"/>
                </a:lnTo>
                <a:cubicBezTo>
                  <a:pt x="224829" y="84515"/>
                  <a:pt x="225556" y="87424"/>
                  <a:pt x="226827" y="88878"/>
                </a:cubicBezTo>
                <a:cubicBezTo>
                  <a:pt x="228100" y="90331"/>
                  <a:pt x="230645" y="91058"/>
                  <a:pt x="234461" y="91058"/>
                </a:cubicBezTo>
                <a:lnTo>
                  <a:pt x="234461" y="93103"/>
                </a:lnTo>
                <a:lnTo>
                  <a:pt x="203927" y="93103"/>
                </a:lnTo>
                <a:lnTo>
                  <a:pt x="203927" y="91058"/>
                </a:lnTo>
                <a:cubicBezTo>
                  <a:pt x="207744" y="90876"/>
                  <a:pt x="210221" y="90195"/>
                  <a:pt x="211356" y="89013"/>
                </a:cubicBezTo>
                <a:cubicBezTo>
                  <a:pt x="212492" y="87832"/>
                  <a:pt x="213106" y="85287"/>
                  <a:pt x="213197" y="81380"/>
                </a:cubicBezTo>
                <a:lnTo>
                  <a:pt x="213197" y="51800"/>
                </a:lnTo>
                <a:cubicBezTo>
                  <a:pt x="213197" y="42257"/>
                  <a:pt x="210198" y="37486"/>
                  <a:pt x="204199" y="37486"/>
                </a:cubicBezTo>
                <a:cubicBezTo>
                  <a:pt x="201836" y="37486"/>
                  <a:pt x="199337" y="38008"/>
                  <a:pt x="196701" y="39054"/>
                </a:cubicBezTo>
                <a:cubicBezTo>
                  <a:pt x="194066" y="40100"/>
                  <a:pt x="191886" y="41395"/>
                  <a:pt x="190159" y="42939"/>
                </a:cubicBezTo>
                <a:cubicBezTo>
                  <a:pt x="189704" y="43393"/>
                  <a:pt x="189250" y="43893"/>
                  <a:pt x="188795" y="44439"/>
                </a:cubicBezTo>
                <a:cubicBezTo>
                  <a:pt x="188341" y="44984"/>
                  <a:pt x="188115" y="45347"/>
                  <a:pt x="188115" y="45529"/>
                </a:cubicBezTo>
                <a:lnTo>
                  <a:pt x="188115" y="83969"/>
                </a:lnTo>
                <a:cubicBezTo>
                  <a:pt x="188206" y="86696"/>
                  <a:pt x="188911" y="88536"/>
                  <a:pt x="190228" y="89490"/>
                </a:cubicBezTo>
                <a:cubicBezTo>
                  <a:pt x="191545" y="90444"/>
                  <a:pt x="193931" y="90966"/>
                  <a:pt x="197385" y="91058"/>
                </a:cubicBezTo>
                <a:lnTo>
                  <a:pt x="197385" y="93103"/>
                </a:lnTo>
                <a:lnTo>
                  <a:pt x="167123" y="93103"/>
                </a:lnTo>
                <a:close/>
                <a:moveTo>
                  <a:pt x="291851" y="272"/>
                </a:moveTo>
                <a:lnTo>
                  <a:pt x="291851" y="41985"/>
                </a:lnTo>
                <a:cubicBezTo>
                  <a:pt x="293214" y="38532"/>
                  <a:pt x="295668" y="35738"/>
                  <a:pt x="299212" y="33602"/>
                </a:cubicBezTo>
                <a:cubicBezTo>
                  <a:pt x="302756" y="31465"/>
                  <a:pt x="306619" y="30397"/>
                  <a:pt x="310799" y="30397"/>
                </a:cubicBezTo>
                <a:cubicBezTo>
                  <a:pt x="315342" y="30397"/>
                  <a:pt x="319431" y="31692"/>
                  <a:pt x="323065" y="34282"/>
                </a:cubicBezTo>
                <a:cubicBezTo>
                  <a:pt x="326701" y="36873"/>
                  <a:pt x="329564" y="40395"/>
                  <a:pt x="331654" y="44849"/>
                </a:cubicBezTo>
                <a:cubicBezTo>
                  <a:pt x="333745" y="49301"/>
                  <a:pt x="334790" y="54345"/>
                  <a:pt x="334790" y="59979"/>
                </a:cubicBezTo>
                <a:cubicBezTo>
                  <a:pt x="334790" y="66431"/>
                  <a:pt x="333381" y="72269"/>
                  <a:pt x="330564" y="77494"/>
                </a:cubicBezTo>
                <a:cubicBezTo>
                  <a:pt x="327747" y="82719"/>
                  <a:pt x="323930" y="86854"/>
                  <a:pt x="319113" y="89899"/>
                </a:cubicBezTo>
                <a:cubicBezTo>
                  <a:pt x="314297" y="92943"/>
                  <a:pt x="308890" y="94465"/>
                  <a:pt x="302891" y="94465"/>
                </a:cubicBezTo>
                <a:cubicBezTo>
                  <a:pt x="299257" y="94465"/>
                  <a:pt x="295713" y="94033"/>
                  <a:pt x="292258" y="93169"/>
                </a:cubicBezTo>
                <a:cubicBezTo>
                  <a:pt x="288806" y="92307"/>
                  <a:pt x="285966" y="91194"/>
                  <a:pt x="283739" y="89831"/>
                </a:cubicBezTo>
                <a:cubicBezTo>
                  <a:pt x="281513" y="88468"/>
                  <a:pt x="280400" y="87105"/>
                  <a:pt x="280400" y="85742"/>
                </a:cubicBezTo>
                <a:lnTo>
                  <a:pt x="280400" y="14995"/>
                </a:lnTo>
                <a:cubicBezTo>
                  <a:pt x="280400" y="12087"/>
                  <a:pt x="279991" y="10202"/>
                  <a:pt x="279173" y="9339"/>
                </a:cubicBezTo>
                <a:cubicBezTo>
                  <a:pt x="278355" y="8475"/>
                  <a:pt x="276538" y="8043"/>
                  <a:pt x="273722" y="8043"/>
                </a:cubicBezTo>
                <a:cubicBezTo>
                  <a:pt x="272722" y="8043"/>
                  <a:pt x="271949" y="8088"/>
                  <a:pt x="271404" y="8179"/>
                </a:cubicBezTo>
                <a:lnTo>
                  <a:pt x="271404" y="5997"/>
                </a:lnTo>
                <a:lnTo>
                  <a:pt x="275356" y="4907"/>
                </a:lnTo>
                <a:cubicBezTo>
                  <a:pt x="278537" y="3998"/>
                  <a:pt x="281264" y="3204"/>
                  <a:pt x="283535" y="2523"/>
                </a:cubicBezTo>
                <a:cubicBezTo>
                  <a:pt x="285808" y="1841"/>
                  <a:pt x="288352" y="1000"/>
                  <a:pt x="291168" y="0"/>
                </a:cubicBezTo>
                <a:lnTo>
                  <a:pt x="291851" y="272"/>
                </a:lnTo>
                <a:moveTo>
                  <a:pt x="291851" y="49209"/>
                </a:moveTo>
                <a:lnTo>
                  <a:pt x="291851" y="83560"/>
                </a:lnTo>
                <a:cubicBezTo>
                  <a:pt x="291851" y="85287"/>
                  <a:pt x="293168" y="86810"/>
                  <a:pt x="295803" y="88127"/>
                </a:cubicBezTo>
                <a:cubicBezTo>
                  <a:pt x="298439" y="89445"/>
                  <a:pt x="301529" y="90103"/>
                  <a:pt x="305073" y="90103"/>
                </a:cubicBezTo>
                <a:cubicBezTo>
                  <a:pt x="310707" y="90103"/>
                  <a:pt x="315069" y="88014"/>
                  <a:pt x="318159" y="83834"/>
                </a:cubicBezTo>
                <a:cubicBezTo>
                  <a:pt x="321249" y="79653"/>
                  <a:pt x="322795" y="73791"/>
                  <a:pt x="322795" y="66248"/>
                </a:cubicBezTo>
                <a:cubicBezTo>
                  <a:pt x="322795" y="61340"/>
                  <a:pt x="322113" y="56751"/>
                  <a:pt x="320750" y="52480"/>
                </a:cubicBezTo>
                <a:cubicBezTo>
                  <a:pt x="319387" y="48209"/>
                  <a:pt x="317615" y="45029"/>
                  <a:pt x="315434" y="42939"/>
                </a:cubicBezTo>
                <a:cubicBezTo>
                  <a:pt x="312526" y="40303"/>
                  <a:pt x="309163" y="38985"/>
                  <a:pt x="305346" y="38985"/>
                </a:cubicBezTo>
                <a:cubicBezTo>
                  <a:pt x="301801" y="38985"/>
                  <a:pt x="298666" y="40031"/>
                  <a:pt x="295940" y="42122"/>
                </a:cubicBezTo>
                <a:cubicBezTo>
                  <a:pt x="293214" y="44212"/>
                  <a:pt x="291851" y="46574"/>
                  <a:pt x="291851" y="49209"/>
                </a:cubicBezTo>
                <a:close/>
                <a:moveTo>
                  <a:pt x="395040" y="70747"/>
                </a:moveTo>
                <a:lnTo>
                  <a:pt x="397220" y="71702"/>
                </a:lnTo>
                <a:cubicBezTo>
                  <a:pt x="394404" y="79062"/>
                  <a:pt x="390519" y="84696"/>
                  <a:pt x="385566" y="88604"/>
                </a:cubicBezTo>
                <a:cubicBezTo>
                  <a:pt x="380613" y="92511"/>
                  <a:pt x="374865" y="94465"/>
                  <a:pt x="368323" y="94465"/>
                </a:cubicBezTo>
                <a:cubicBezTo>
                  <a:pt x="360508" y="94465"/>
                  <a:pt x="354305" y="91717"/>
                  <a:pt x="349715" y="86220"/>
                </a:cubicBezTo>
                <a:cubicBezTo>
                  <a:pt x="345127" y="80722"/>
                  <a:pt x="342832" y="73292"/>
                  <a:pt x="342832" y="63931"/>
                </a:cubicBezTo>
                <a:cubicBezTo>
                  <a:pt x="342832" y="58297"/>
                  <a:pt x="343719" y="53185"/>
                  <a:pt x="345491" y="48597"/>
                </a:cubicBezTo>
                <a:cubicBezTo>
                  <a:pt x="347263" y="44007"/>
                  <a:pt x="349739" y="40303"/>
                  <a:pt x="352918" y="37486"/>
                </a:cubicBezTo>
                <a:cubicBezTo>
                  <a:pt x="358189" y="32760"/>
                  <a:pt x="364324" y="30397"/>
                  <a:pt x="371322" y="30397"/>
                </a:cubicBezTo>
                <a:cubicBezTo>
                  <a:pt x="378683" y="30397"/>
                  <a:pt x="384498" y="32987"/>
                  <a:pt x="388769" y="38168"/>
                </a:cubicBezTo>
                <a:cubicBezTo>
                  <a:pt x="390496" y="40349"/>
                  <a:pt x="391768" y="42644"/>
                  <a:pt x="392586" y="45053"/>
                </a:cubicBezTo>
                <a:cubicBezTo>
                  <a:pt x="393404" y="47460"/>
                  <a:pt x="394086" y="50891"/>
                  <a:pt x="394631" y="55344"/>
                </a:cubicBezTo>
                <a:lnTo>
                  <a:pt x="352646" y="55344"/>
                </a:lnTo>
                <a:cubicBezTo>
                  <a:pt x="352828" y="59524"/>
                  <a:pt x="353191" y="62909"/>
                  <a:pt x="353736" y="65499"/>
                </a:cubicBezTo>
                <a:cubicBezTo>
                  <a:pt x="354282" y="68089"/>
                  <a:pt x="355146" y="70702"/>
                  <a:pt x="356327" y="73336"/>
                </a:cubicBezTo>
                <a:cubicBezTo>
                  <a:pt x="360325" y="81152"/>
                  <a:pt x="366187" y="85059"/>
                  <a:pt x="373912" y="85059"/>
                </a:cubicBezTo>
                <a:cubicBezTo>
                  <a:pt x="378274" y="85059"/>
                  <a:pt x="382068" y="83969"/>
                  <a:pt x="385293" y="81790"/>
                </a:cubicBezTo>
                <a:cubicBezTo>
                  <a:pt x="388520" y="79608"/>
                  <a:pt x="391769" y="75927"/>
                  <a:pt x="395040" y="70747"/>
                </a:cubicBezTo>
                <a:moveTo>
                  <a:pt x="352918" y="50981"/>
                </a:moveTo>
                <a:lnTo>
                  <a:pt x="380728" y="50981"/>
                </a:lnTo>
                <a:cubicBezTo>
                  <a:pt x="379818" y="45075"/>
                  <a:pt x="378409" y="40986"/>
                  <a:pt x="376501" y="38715"/>
                </a:cubicBezTo>
                <a:cubicBezTo>
                  <a:pt x="374593" y="36442"/>
                  <a:pt x="371549" y="35306"/>
                  <a:pt x="367368" y="35306"/>
                </a:cubicBezTo>
                <a:cubicBezTo>
                  <a:pt x="363187" y="35306"/>
                  <a:pt x="359915" y="36578"/>
                  <a:pt x="357553" y="39123"/>
                </a:cubicBezTo>
                <a:cubicBezTo>
                  <a:pt x="355191" y="41667"/>
                  <a:pt x="353646" y="45620"/>
                  <a:pt x="352918" y="50981"/>
                </a:cubicBezTo>
                <a:close/>
                <a:moveTo>
                  <a:pt x="399813" y="93103"/>
                </a:moveTo>
                <a:lnTo>
                  <a:pt x="399813" y="91058"/>
                </a:lnTo>
                <a:cubicBezTo>
                  <a:pt x="402720" y="90513"/>
                  <a:pt x="404833" y="89991"/>
                  <a:pt x="406150" y="89492"/>
                </a:cubicBezTo>
                <a:cubicBezTo>
                  <a:pt x="407468" y="88991"/>
                  <a:pt x="408331" y="88150"/>
                  <a:pt x="408740" y="86969"/>
                </a:cubicBezTo>
                <a:cubicBezTo>
                  <a:pt x="409149" y="85787"/>
                  <a:pt x="409399" y="84015"/>
                  <a:pt x="409491" y="81652"/>
                </a:cubicBezTo>
                <a:lnTo>
                  <a:pt x="409491" y="47574"/>
                </a:lnTo>
                <a:cubicBezTo>
                  <a:pt x="409491" y="44574"/>
                  <a:pt x="409150" y="42462"/>
                  <a:pt x="408467" y="41236"/>
                </a:cubicBezTo>
                <a:cubicBezTo>
                  <a:pt x="407787" y="40009"/>
                  <a:pt x="406583" y="39395"/>
                  <a:pt x="404857" y="39395"/>
                </a:cubicBezTo>
                <a:cubicBezTo>
                  <a:pt x="403402" y="39395"/>
                  <a:pt x="401811" y="39577"/>
                  <a:pt x="400085" y="39940"/>
                </a:cubicBezTo>
                <a:lnTo>
                  <a:pt x="400085" y="37758"/>
                </a:lnTo>
                <a:cubicBezTo>
                  <a:pt x="404083" y="36487"/>
                  <a:pt x="407536" y="35306"/>
                  <a:pt x="410443" y="34216"/>
                </a:cubicBezTo>
                <a:cubicBezTo>
                  <a:pt x="413353" y="33125"/>
                  <a:pt x="416624" y="31852"/>
                  <a:pt x="420259" y="30397"/>
                </a:cubicBezTo>
                <a:lnTo>
                  <a:pt x="420941" y="30672"/>
                </a:lnTo>
                <a:lnTo>
                  <a:pt x="420941" y="43212"/>
                </a:lnTo>
                <a:cubicBezTo>
                  <a:pt x="424304" y="38304"/>
                  <a:pt x="427166" y="34942"/>
                  <a:pt x="429527" y="33124"/>
                </a:cubicBezTo>
                <a:cubicBezTo>
                  <a:pt x="431890" y="31306"/>
                  <a:pt x="434481" y="30397"/>
                  <a:pt x="437298" y="30397"/>
                </a:cubicBezTo>
                <a:cubicBezTo>
                  <a:pt x="439661" y="30397"/>
                  <a:pt x="441501" y="31034"/>
                  <a:pt x="442819" y="32306"/>
                </a:cubicBezTo>
                <a:cubicBezTo>
                  <a:pt x="444137" y="33578"/>
                  <a:pt x="444797" y="35350"/>
                  <a:pt x="444797" y="37623"/>
                </a:cubicBezTo>
                <a:cubicBezTo>
                  <a:pt x="444797" y="39531"/>
                  <a:pt x="444319" y="41031"/>
                  <a:pt x="443364" y="42122"/>
                </a:cubicBezTo>
                <a:cubicBezTo>
                  <a:pt x="442409" y="43212"/>
                  <a:pt x="441115" y="43757"/>
                  <a:pt x="439480" y="43757"/>
                </a:cubicBezTo>
                <a:cubicBezTo>
                  <a:pt x="438571" y="43757"/>
                  <a:pt x="437707" y="43552"/>
                  <a:pt x="436888" y="43143"/>
                </a:cubicBezTo>
                <a:cubicBezTo>
                  <a:pt x="436072" y="42734"/>
                  <a:pt x="435118" y="42030"/>
                  <a:pt x="434026" y="41030"/>
                </a:cubicBezTo>
                <a:cubicBezTo>
                  <a:pt x="432573" y="39667"/>
                  <a:pt x="431392" y="38985"/>
                  <a:pt x="430482" y="38985"/>
                </a:cubicBezTo>
                <a:cubicBezTo>
                  <a:pt x="429211" y="38985"/>
                  <a:pt x="427825" y="39622"/>
                  <a:pt x="426324" y="40895"/>
                </a:cubicBezTo>
                <a:cubicBezTo>
                  <a:pt x="424825" y="42166"/>
                  <a:pt x="423553" y="43666"/>
                  <a:pt x="422507" y="45394"/>
                </a:cubicBezTo>
                <a:cubicBezTo>
                  <a:pt x="421463" y="47120"/>
                  <a:pt x="420941" y="48710"/>
                  <a:pt x="420941" y="50163"/>
                </a:cubicBezTo>
                <a:lnTo>
                  <a:pt x="420941" y="80835"/>
                </a:lnTo>
                <a:cubicBezTo>
                  <a:pt x="421123" y="84833"/>
                  <a:pt x="421963" y="87491"/>
                  <a:pt x="423462" y="88810"/>
                </a:cubicBezTo>
                <a:cubicBezTo>
                  <a:pt x="424963" y="90127"/>
                  <a:pt x="427984" y="90876"/>
                  <a:pt x="432527" y="91058"/>
                </a:cubicBezTo>
                <a:lnTo>
                  <a:pt x="432527" y="93103"/>
                </a:lnTo>
                <a:lnTo>
                  <a:pt x="399813" y="931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8D408-A21A-43E0-A793-F03825D1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162" y="3883698"/>
            <a:ext cx="905888" cy="316342"/>
          </a:xfrm>
          <a:custGeom xmlns:a="http://schemas.openxmlformats.org/drawingml/2006/main">
            <a:pathLst>
              <a:path w="905888" h="316342">
                <a:moveTo>
                  <a:pt x="0" y="316342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6342"/>
                </a:lnTo>
                <a:lnTo>
                  <a:pt x="0" y="3163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4Bytes">
            <a:extLst xmlns:a="http://schemas.openxmlformats.org/drawingml/2006/main">
              <a:ext uri="{FF2B5EF4-FFF2-40B4-BE49-F238E27FC236}">
                <a16:creationId xmlns:a16="http://schemas.microsoft.com/office/drawing/2014/main" id="{2EFBEF2A-E396-4B1F-B1BC-C5184E52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541" y="3993946"/>
            <a:ext cx="404423" cy="121693"/>
          </a:xfrm>
          <a:custGeom xmlns:a="http://schemas.openxmlformats.org/drawingml/2006/main">
            <a:pathLst>
              <a:path w="404423" h="121693">
                <a:moveTo>
                  <a:pt x="62617" y="60574"/>
                </a:moveTo>
                <a:lnTo>
                  <a:pt x="62617" y="69285"/>
                </a:lnTo>
                <a:lnTo>
                  <a:pt x="48732" y="69285"/>
                </a:lnTo>
                <a:lnTo>
                  <a:pt x="48732" y="92018"/>
                </a:lnTo>
                <a:lnTo>
                  <a:pt x="38251" y="92018"/>
                </a:lnTo>
                <a:lnTo>
                  <a:pt x="38251" y="69285"/>
                </a:lnTo>
                <a:lnTo>
                  <a:pt x="0" y="69285"/>
                </a:lnTo>
                <a:lnTo>
                  <a:pt x="0" y="60574"/>
                </a:lnTo>
                <a:lnTo>
                  <a:pt x="42744" y="0"/>
                </a:lnTo>
                <a:lnTo>
                  <a:pt x="48732" y="0"/>
                </a:lnTo>
                <a:lnTo>
                  <a:pt x="48732" y="60574"/>
                </a:lnTo>
                <a:lnTo>
                  <a:pt x="62617" y="60574"/>
                </a:lnTo>
                <a:moveTo>
                  <a:pt x="38116" y="60574"/>
                </a:moveTo>
                <a:lnTo>
                  <a:pt x="38116" y="13883"/>
                </a:lnTo>
                <a:lnTo>
                  <a:pt x="5446" y="60574"/>
                </a:lnTo>
                <a:lnTo>
                  <a:pt x="38116" y="60574"/>
                </a:lnTo>
                <a:close/>
                <a:moveTo>
                  <a:pt x="102229" y="4491"/>
                </a:moveTo>
                <a:lnTo>
                  <a:pt x="102229" y="1905"/>
                </a:lnTo>
                <a:lnTo>
                  <a:pt x="140343" y="1905"/>
                </a:lnTo>
                <a:cubicBezTo>
                  <a:pt x="152050" y="1905"/>
                  <a:pt x="160920" y="3856"/>
                  <a:pt x="166955" y="7758"/>
                </a:cubicBezTo>
                <a:cubicBezTo>
                  <a:pt x="172991" y="11660"/>
                  <a:pt x="176009" y="17422"/>
                  <a:pt x="176009" y="25045"/>
                </a:cubicBezTo>
                <a:cubicBezTo>
                  <a:pt x="176009" y="30944"/>
                  <a:pt x="174193" y="35482"/>
                  <a:pt x="170563" y="38658"/>
                </a:cubicBezTo>
                <a:cubicBezTo>
                  <a:pt x="168930" y="40110"/>
                  <a:pt x="167206" y="41244"/>
                  <a:pt x="165391" y="42061"/>
                </a:cubicBezTo>
                <a:cubicBezTo>
                  <a:pt x="163575" y="42878"/>
                  <a:pt x="160898" y="43740"/>
                  <a:pt x="157359" y="44647"/>
                </a:cubicBezTo>
                <a:cubicBezTo>
                  <a:pt x="161805" y="45736"/>
                  <a:pt x="165185" y="46803"/>
                  <a:pt x="167499" y="47847"/>
                </a:cubicBezTo>
                <a:cubicBezTo>
                  <a:pt x="169814" y="48890"/>
                  <a:pt x="171970" y="50319"/>
                  <a:pt x="173967" y="52134"/>
                </a:cubicBezTo>
                <a:cubicBezTo>
                  <a:pt x="178413" y="56128"/>
                  <a:pt x="180636" y="61256"/>
                  <a:pt x="180636" y="67517"/>
                </a:cubicBezTo>
                <a:cubicBezTo>
                  <a:pt x="180636" y="74323"/>
                  <a:pt x="178095" y="79995"/>
                  <a:pt x="173014" y="84533"/>
                </a:cubicBezTo>
                <a:cubicBezTo>
                  <a:pt x="170473" y="86801"/>
                  <a:pt x="166933" y="88615"/>
                  <a:pt x="162396" y="89977"/>
                </a:cubicBezTo>
                <a:cubicBezTo>
                  <a:pt x="157858" y="91338"/>
                  <a:pt x="152957" y="92018"/>
                  <a:pt x="147694" y="92018"/>
                </a:cubicBezTo>
                <a:lnTo>
                  <a:pt x="102229" y="92018"/>
                </a:lnTo>
                <a:lnTo>
                  <a:pt x="102229" y="89432"/>
                </a:lnTo>
                <a:cubicBezTo>
                  <a:pt x="105950" y="89251"/>
                  <a:pt x="108740" y="88865"/>
                  <a:pt x="110600" y="88275"/>
                </a:cubicBezTo>
                <a:cubicBezTo>
                  <a:pt x="112461" y="87686"/>
                  <a:pt x="113709" y="86529"/>
                  <a:pt x="114345" y="84805"/>
                </a:cubicBezTo>
                <a:cubicBezTo>
                  <a:pt x="114980" y="83079"/>
                  <a:pt x="115298" y="80538"/>
                  <a:pt x="115298" y="77182"/>
                </a:cubicBezTo>
                <a:lnTo>
                  <a:pt x="115298" y="16743"/>
                </a:lnTo>
                <a:cubicBezTo>
                  <a:pt x="115298" y="13294"/>
                  <a:pt x="115003" y="10753"/>
                  <a:pt x="114413" y="9120"/>
                </a:cubicBezTo>
                <a:cubicBezTo>
                  <a:pt x="113823" y="7486"/>
                  <a:pt x="112598" y="6352"/>
                  <a:pt x="110737" y="5716"/>
                </a:cubicBezTo>
                <a:cubicBezTo>
                  <a:pt x="108877" y="5081"/>
                  <a:pt x="106041" y="4672"/>
                  <a:pt x="102229" y="4491"/>
                </a:cubicBezTo>
                <a:moveTo>
                  <a:pt x="129181" y="47642"/>
                </a:moveTo>
                <a:lnTo>
                  <a:pt x="129181" y="81400"/>
                </a:lnTo>
                <a:cubicBezTo>
                  <a:pt x="129181" y="83579"/>
                  <a:pt x="129771" y="85053"/>
                  <a:pt x="130951" y="85825"/>
                </a:cubicBezTo>
                <a:cubicBezTo>
                  <a:pt x="132131" y="86596"/>
                  <a:pt x="134399" y="86981"/>
                  <a:pt x="137757" y="86981"/>
                </a:cubicBezTo>
                <a:cubicBezTo>
                  <a:pt x="142295" y="86981"/>
                  <a:pt x="146039" y="86686"/>
                  <a:pt x="148988" y="86097"/>
                </a:cubicBezTo>
                <a:cubicBezTo>
                  <a:pt x="151938" y="85507"/>
                  <a:pt x="154501" y="84622"/>
                  <a:pt x="156679" y="83442"/>
                </a:cubicBezTo>
                <a:cubicBezTo>
                  <a:pt x="162214" y="80266"/>
                  <a:pt x="164982" y="75002"/>
                  <a:pt x="164982" y="67652"/>
                </a:cubicBezTo>
                <a:cubicBezTo>
                  <a:pt x="164982" y="59304"/>
                  <a:pt x="161170" y="53587"/>
                  <a:pt x="153547" y="50502"/>
                </a:cubicBezTo>
                <a:cubicBezTo>
                  <a:pt x="151098" y="49503"/>
                  <a:pt x="148080" y="48777"/>
                  <a:pt x="144495" y="48323"/>
                </a:cubicBezTo>
                <a:cubicBezTo>
                  <a:pt x="140910" y="47869"/>
                  <a:pt x="135806" y="47642"/>
                  <a:pt x="129181" y="47642"/>
                </a:cubicBezTo>
                <a:moveTo>
                  <a:pt x="129181" y="42333"/>
                </a:moveTo>
                <a:lnTo>
                  <a:pt x="142113" y="42198"/>
                </a:lnTo>
                <a:cubicBezTo>
                  <a:pt x="155453" y="42016"/>
                  <a:pt x="162123" y="36480"/>
                  <a:pt x="162123" y="25589"/>
                </a:cubicBezTo>
                <a:cubicBezTo>
                  <a:pt x="162123" y="19511"/>
                  <a:pt x="160013" y="14838"/>
                  <a:pt x="155793" y="11571"/>
                </a:cubicBezTo>
                <a:cubicBezTo>
                  <a:pt x="151573" y="8303"/>
                  <a:pt x="145698" y="6760"/>
                  <a:pt x="138167" y="6942"/>
                </a:cubicBezTo>
                <a:lnTo>
                  <a:pt x="132176" y="7079"/>
                </a:lnTo>
                <a:cubicBezTo>
                  <a:pt x="130997" y="7169"/>
                  <a:pt x="130225" y="7464"/>
                  <a:pt x="129862" y="7963"/>
                </a:cubicBezTo>
                <a:cubicBezTo>
                  <a:pt x="129500" y="8462"/>
                  <a:pt x="129273" y="9483"/>
                  <a:pt x="129181" y="11025"/>
                </a:cubicBezTo>
                <a:lnTo>
                  <a:pt x="129181" y="42333"/>
                </a:lnTo>
                <a:close/>
                <a:moveTo>
                  <a:pt x="255368" y="30763"/>
                </a:moveTo>
                <a:lnTo>
                  <a:pt x="255368" y="32805"/>
                </a:lnTo>
                <a:cubicBezTo>
                  <a:pt x="253734" y="32987"/>
                  <a:pt x="252463" y="33509"/>
                  <a:pt x="251554" y="34371"/>
                </a:cubicBezTo>
                <a:cubicBezTo>
                  <a:pt x="250647" y="35233"/>
                  <a:pt x="249740" y="36752"/>
                  <a:pt x="248833" y="38931"/>
                </a:cubicBezTo>
                <a:lnTo>
                  <a:pt x="227869" y="94469"/>
                </a:lnTo>
                <a:cubicBezTo>
                  <a:pt x="224149" y="104360"/>
                  <a:pt x="220542" y="111370"/>
                  <a:pt x="217048" y="115500"/>
                </a:cubicBezTo>
                <a:cubicBezTo>
                  <a:pt x="213554" y="119629"/>
                  <a:pt x="209494" y="121693"/>
                  <a:pt x="204866" y="121693"/>
                </a:cubicBezTo>
                <a:cubicBezTo>
                  <a:pt x="201962" y="121693"/>
                  <a:pt x="199557" y="120944"/>
                  <a:pt x="197650" y="119446"/>
                </a:cubicBezTo>
                <a:cubicBezTo>
                  <a:pt x="195745" y="117949"/>
                  <a:pt x="194792" y="116067"/>
                  <a:pt x="194792" y="113798"/>
                </a:cubicBezTo>
                <a:cubicBezTo>
                  <a:pt x="194792" y="112075"/>
                  <a:pt x="195359" y="110645"/>
                  <a:pt x="196493" y="109509"/>
                </a:cubicBezTo>
                <a:cubicBezTo>
                  <a:pt x="197627" y="108375"/>
                  <a:pt x="199011" y="107808"/>
                  <a:pt x="200645" y="107808"/>
                </a:cubicBezTo>
                <a:cubicBezTo>
                  <a:pt x="202823" y="107808"/>
                  <a:pt x="205183" y="108307"/>
                  <a:pt x="207724" y="109306"/>
                </a:cubicBezTo>
                <a:cubicBezTo>
                  <a:pt x="209085" y="109941"/>
                  <a:pt x="210265" y="110259"/>
                  <a:pt x="211263" y="110259"/>
                </a:cubicBezTo>
                <a:cubicBezTo>
                  <a:pt x="212262" y="110259"/>
                  <a:pt x="213396" y="109691"/>
                  <a:pt x="214666" y="108556"/>
                </a:cubicBezTo>
                <a:cubicBezTo>
                  <a:pt x="215937" y="107422"/>
                  <a:pt x="217071" y="105993"/>
                  <a:pt x="218070" y="104269"/>
                </a:cubicBezTo>
                <a:cubicBezTo>
                  <a:pt x="218887" y="102818"/>
                  <a:pt x="219703" y="101094"/>
                  <a:pt x="220519" y="99097"/>
                </a:cubicBezTo>
                <a:cubicBezTo>
                  <a:pt x="221336" y="97100"/>
                  <a:pt x="222039" y="95194"/>
                  <a:pt x="222629" y="93379"/>
                </a:cubicBezTo>
                <a:cubicBezTo>
                  <a:pt x="223219" y="91565"/>
                  <a:pt x="223514" y="90294"/>
                  <a:pt x="223514" y="89567"/>
                </a:cubicBezTo>
                <a:cubicBezTo>
                  <a:pt x="223514" y="88569"/>
                  <a:pt x="222992" y="86845"/>
                  <a:pt x="221948" y="84395"/>
                </a:cubicBezTo>
                <a:cubicBezTo>
                  <a:pt x="220905" y="81946"/>
                  <a:pt x="219431" y="79042"/>
                  <a:pt x="217526" y="75684"/>
                </a:cubicBezTo>
                <a:cubicBezTo>
                  <a:pt x="217161" y="74957"/>
                  <a:pt x="216866" y="74367"/>
                  <a:pt x="216639" y="73915"/>
                </a:cubicBezTo>
                <a:cubicBezTo>
                  <a:pt x="216413" y="73460"/>
                  <a:pt x="215892" y="72326"/>
                  <a:pt x="215075" y="70510"/>
                </a:cubicBezTo>
                <a:lnTo>
                  <a:pt x="199557" y="37024"/>
                </a:lnTo>
                <a:cubicBezTo>
                  <a:pt x="198467" y="34666"/>
                  <a:pt x="196153" y="33214"/>
                  <a:pt x="192615" y="32668"/>
                </a:cubicBezTo>
                <a:lnTo>
                  <a:pt x="192615" y="30763"/>
                </a:lnTo>
                <a:lnTo>
                  <a:pt x="220656" y="30763"/>
                </a:lnTo>
                <a:lnTo>
                  <a:pt x="220656" y="32805"/>
                </a:lnTo>
                <a:cubicBezTo>
                  <a:pt x="217752" y="32895"/>
                  <a:pt x="215710" y="33213"/>
                  <a:pt x="214531" y="33759"/>
                </a:cubicBezTo>
                <a:cubicBezTo>
                  <a:pt x="213351" y="34303"/>
                  <a:pt x="212761" y="35210"/>
                  <a:pt x="212761" y="36480"/>
                </a:cubicBezTo>
                <a:cubicBezTo>
                  <a:pt x="212761" y="37841"/>
                  <a:pt x="213214" y="39565"/>
                  <a:pt x="214121" y="41654"/>
                </a:cubicBezTo>
                <a:lnTo>
                  <a:pt x="229776" y="76091"/>
                </a:lnTo>
                <a:lnTo>
                  <a:pt x="242980" y="38521"/>
                </a:lnTo>
                <a:cubicBezTo>
                  <a:pt x="243343" y="37706"/>
                  <a:pt x="243524" y="36934"/>
                  <a:pt x="243524" y="36207"/>
                </a:cubicBezTo>
                <a:cubicBezTo>
                  <a:pt x="243524" y="33939"/>
                  <a:pt x="241346" y="32805"/>
                  <a:pt x="236990" y="32805"/>
                </a:cubicBezTo>
                <a:lnTo>
                  <a:pt x="236990" y="30763"/>
                </a:lnTo>
                <a:lnTo>
                  <a:pt x="255368" y="30763"/>
                </a:lnTo>
                <a:close/>
                <a:moveTo>
                  <a:pt x="294026" y="30763"/>
                </a:moveTo>
                <a:lnTo>
                  <a:pt x="294026" y="35119"/>
                </a:lnTo>
                <a:lnTo>
                  <a:pt x="280278" y="35119"/>
                </a:lnTo>
                <a:lnTo>
                  <a:pt x="280278" y="74050"/>
                </a:lnTo>
                <a:cubicBezTo>
                  <a:pt x="280278" y="78315"/>
                  <a:pt x="280823" y="81423"/>
                  <a:pt x="281911" y="83374"/>
                </a:cubicBezTo>
                <a:cubicBezTo>
                  <a:pt x="283001" y="85325"/>
                  <a:pt x="284816" y="86300"/>
                  <a:pt x="287357" y="86300"/>
                </a:cubicBezTo>
                <a:cubicBezTo>
                  <a:pt x="288900" y="86300"/>
                  <a:pt x="290283" y="85937"/>
                  <a:pt x="291507" y="85212"/>
                </a:cubicBezTo>
                <a:cubicBezTo>
                  <a:pt x="292732" y="84486"/>
                  <a:pt x="294071" y="83261"/>
                  <a:pt x="295524" y="81537"/>
                </a:cubicBezTo>
                <a:lnTo>
                  <a:pt x="297294" y="83035"/>
                </a:lnTo>
                <a:cubicBezTo>
                  <a:pt x="292937" y="89931"/>
                  <a:pt x="287492" y="93379"/>
                  <a:pt x="280958" y="93379"/>
                </a:cubicBezTo>
                <a:cubicBezTo>
                  <a:pt x="272882" y="93379"/>
                  <a:pt x="268844" y="87616"/>
                  <a:pt x="268844" y="76091"/>
                </a:cubicBezTo>
                <a:lnTo>
                  <a:pt x="268844" y="35119"/>
                </a:lnTo>
                <a:lnTo>
                  <a:pt x="261628" y="35119"/>
                </a:lnTo>
                <a:cubicBezTo>
                  <a:pt x="261266" y="34846"/>
                  <a:pt x="261084" y="34529"/>
                  <a:pt x="261084" y="34166"/>
                </a:cubicBezTo>
                <a:cubicBezTo>
                  <a:pt x="261084" y="33440"/>
                  <a:pt x="261855" y="32578"/>
                  <a:pt x="263398" y="31580"/>
                </a:cubicBezTo>
                <a:cubicBezTo>
                  <a:pt x="265395" y="30400"/>
                  <a:pt x="267573" y="28472"/>
                  <a:pt x="269932" y="25795"/>
                </a:cubicBezTo>
                <a:cubicBezTo>
                  <a:pt x="272292" y="23117"/>
                  <a:pt x="275423" y="18920"/>
                  <a:pt x="279325" y="13204"/>
                </a:cubicBezTo>
                <a:cubicBezTo>
                  <a:pt x="279961" y="13204"/>
                  <a:pt x="280278" y="13794"/>
                  <a:pt x="280278" y="14974"/>
                </a:cubicBezTo>
                <a:lnTo>
                  <a:pt x="280278" y="30763"/>
                </a:lnTo>
                <a:lnTo>
                  <a:pt x="294026" y="30763"/>
                </a:lnTo>
                <a:close/>
                <a:moveTo>
                  <a:pt x="352967" y="69694"/>
                </a:moveTo>
                <a:lnTo>
                  <a:pt x="355144" y="70647"/>
                </a:lnTo>
                <a:cubicBezTo>
                  <a:pt x="352332" y="77997"/>
                  <a:pt x="348453" y="83624"/>
                  <a:pt x="343506" y="87526"/>
                </a:cubicBezTo>
                <a:cubicBezTo>
                  <a:pt x="338560" y="91428"/>
                  <a:pt x="332821" y="93379"/>
                  <a:pt x="326288" y="93379"/>
                </a:cubicBezTo>
                <a:cubicBezTo>
                  <a:pt x="318483" y="93379"/>
                  <a:pt x="312289" y="90634"/>
                  <a:pt x="307706" y="85145"/>
                </a:cubicBezTo>
                <a:cubicBezTo>
                  <a:pt x="303124" y="79655"/>
                  <a:pt x="300833" y="72236"/>
                  <a:pt x="300833" y="62887"/>
                </a:cubicBezTo>
                <a:cubicBezTo>
                  <a:pt x="300833" y="57261"/>
                  <a:pt x="301718" y="52157"/>
                  <a:pt x="303488" y="47575"/>
                </a:cubicBezTo>
                <a:cubicBezTo>
                  <a:pt x="305257" y="42992"/>
                  <a:pt x="307730" y="39293"/>
                  <a:pt x="310905" y="36480"/>
                </a:cubicBezTo>
                <a:cubicBezTo>
                  <a:pt x="316168" y="31760"/>
                  <a:pt x="322294" y="29401"/>
                  <a:pt x="329283" y="29401"/>
                </a:cubicBezTo>
                <a:cubicBezTo>
                  <a:pt x="336633" y="29401"/>
                  <a:pt x="342440" y="31988"/>
                  <a:pt x="346705" y="37161"/>
                </a:cubicBezTo>
                <a:cubicBezTo>
                  <a:pt x="348429" y="39339"/>
                  <a:pt x="349700" y="41631"/>
                  <a:pt x="350517" y="44036"/>
                </a:cubicBezTo>
                <a:cubicBezTo>
                  <a:pt x="351333" y="46440"/>
                  <a:pt x="352014" y="49866"/>
                  <a:pt x="352558" y="54313"/>
                </a:cubicBezTo>
                <a:lnTo>
                  <a:pt x="310633" y="54313"/>
                </a:lnTo>
                <a:cubicBezTo>
                  <a:pt x="310814" y="58487"/>
                  <a:pt x="311177" y="61867"/>
                  <a:pt x="311721" y="64454"/>
                </a:cubicBezTo>
                <a:cubicBezTo>
                  <a:pt x="312267" y="67040"/>
                  <a:pt x="313129" y="69649"/>
                  <a:pt x="314309" y="72280"/>
                </a:cubicBezTo>
                <a:cubicBezTo>
                  <a:pt x="318301" y="80084"/>
                  <a:pt x="324154" y="83986"/>
                  <a:pt x="331869" y="83986"/>
                </a:cubicBezTo>
                <a:cubicBezTo>
                  <a:pt x="336225" y="83986"/>
                  <a:pt x="340013" y="82898"/>
                  <a:pt x="343234" y="80721"/>
                </a:cubicBezTo>
                <a:cubicBezTo>
                  <a:pt x="346457" y="78543"/>
                  <a:pt x="349701" y="74867"/>
                  <a:pt x="352967" y="69694"/>
                </a:cubicBezTo>
                <a:moveTo>
                  <a:pt x="310905" y="49956"/>
                </a:moveTo>
                <a:lnTo>
                  <a:pt x="338675" y="49956"/>
                </a:lnTo>
                <a:cubicBezTo>
                  <a:pt x="337767" y="44058"/>
                  <a:pt x="336360" y="39975"/>
                  <a:pt x="334455" y="37707"/>
                </a:cubicBezTo>
                <a:cubicBezTo>
                  <a:pt x="332549" y="35438"/>
                  <a:pt x="329509" y="34303"/>
                  <a:pt x="325334" y="34303"/>
                </a:cubicBezTo>
                <a:cubicBezTo>
                  <a:pt x="321159" y="34303"/>
                  <a:pt x="317892" y="35573"/>
                  <a:pt x="315532" y="38114"/>
                </a:cubicBezTo>
                <a:cubicBezTo>
                  <a:pt x="313174" y="40655"/>
                  <a:pt x="311632" y="44602"/>
                  <a:pt x="310905" y="49956"/>
                </a:cubicBezTo>
                <a:close/>
                <a:moveTo>
                  <a:pt x="399930" y="49276"/>
                </a:moveTo>
                <a:lnTo>
                  <a:pt x="397888" y="49276"/>
                </a:lnTo>
                <a:cubicBezTo>
                  <a:pt x="396346" y="43105"/>
                  <a:pt x="394439" y="38771"/>
                  <a:pt x="392170" y="36276"/>
                </a:cubicBezTo>
                <a:cubicBezTo>
                  <a:pt x="389902" y="33781"/>
                  <a:pt x="386817" y="32533"/>
                  <a:pt x="382914" y="32533"/>
                </a:cubicBezTo>
                <a:cubicBezTo>
                  <a:pt x="379829" y="32533"/>
                  <a:pt x="377311" y="33373"/>
                  <a:pt x="375360" y="35053"/>
                </a:cubicBezTo>
                <a:cubicBezTo>
                  <a:pt x="373409" y="36731"/>
                  <a:pt x="372434" y="38976"/>
                  <a:pt x="372434" y="41789"/>
                </a:cubicBezTo>
                <a:cubicBezTo>
                  <a:pt x="372434" y="45691"/>
                  <a:pt x="374385" y="48777"/>
                  <a:pt x="378287" y="51046"/>
                </a:cubicBezTo>
                <a:lnTo>
                  <a:pt x="392988" y="59757"/>
                </a:lnTo>
                <a:cubicBezTo>
                  <a:pt x="397162" y="62207"/>
                  <a:pt x="400111" y="64657"/>
                  <a:pt x="401835" y="67108"/>
                </a:cubicBezTo>
                <a:cubicBezTo>
                  <a:pt x="403560" y="69558"/>
                  <a:pt x="404423" y="72507"/>
                  <a:pt x="404423" y="75956"/>
                </a:cubicBezTo>
                <a:cubicBezTo>
                  <a:pt x="404423" y="79133"/>
                  <a:pt x="403560" y="82037"/>
                  <a:pt x="401835" y="84670"/>
                </a:cubicBezTo>
                <a:cubicBezTo>
                  <a:pt x="400111" y="87301"/>
                  <a:pt x="397797" y="89410"/>
                  <a:pt x="394893" y="90998"/>
                </a:cubicBezTo>
                <a:cubicBezTo>
                  <a:pt x="391989" y="92585"/>
                  <a:pt x="388768" y="93379"/>
                  <a:pt x="385228" y="93379"/>
                </a:cubicBezTo>
                <a:cubicBezTo>
                  <a:pt x="383867" y="93379"/>
                  <a:pt x="382325" y="93242"/>
                  <a:pt x="380601" y="92970"/>
                </a:cubicBezTo>
                <a:cubicBezTo>
                  <a:pt x="378877" y="92698"/>
                  <a:pt x="377107" y="92381"/>
                  <a:pt x="375292" y="92018"/>
                </a:cubicBezTo>
                <a:cubicBezTo>
                  <a:pt x="373749" y="91564"/>
                  <a:pt x="372501" y="91269"/>
                  <a:pt x="371547" y="91133"/>
                </a:cubicBezTo>
                <a:cubicBezTo>
                  <a:pt x="370594" y="90998"/>
                  <a:pt x="369755" y="90930"/>
                  <a:pt x="369029" y="90930"/>
                </a:cubicBezTo>
                <a:cubicBezTo>
                  <a:pt x="367668" y="90930"/>
                  <a:pt x="366625" y="91474"/>
                  <a:pt x="365899" y="92563"/>
                </a:cubicBezTo>
                <a:lnTo>
                  <a:pt x="364129" y="92563"/>
                </a:lnTo>
                <a:lnTo>
                  <a:pt x="364129" y="71329"/>
                </a:lnTo>
                <a:lnTo>
                  <a:pt x="366306" y="71329"/>
                </a:lnTo>
                <a:cubicBezTo>
                  <a:pt x="367850" y="78225"/>
                  <a:pt x="369938" y="83125"/>
                  <a:pt x="372569" y="86030"/>
                </a:cubicBezTo>
                <a:cubicBezTo>
                  <a:pt x="375201" y="88934"/>
                  <a:pt x="378877" y="90386"/>
                  <a:pt x="383596" y="90386"/>
                </a:cubicBezTo>
                <a:cubicBezTo>
                  <a:pt x="387044" y="90386"/>
                  <a:pt x="389788" y="89501"/>
                  <a:pt x="391829" y="87731"/>
                </a:cubicBezTo>
                <a:cubicBezTo>
                  <a:pt x="393872" y="85962"/>
                  <a:pt x="394893" y="83579"/>
                  <a:pt x="394893" y="80584"/>
                </a:cubicBezTo>
                <a:cubicBezTo>
                  <a:pt x="394893" y="76501"/>
                  <a:pt x="392533" y="73098"/>
                  <a:pt x="387814" y="70375"/>
                </a:cubicBezTo>
                <a:lnTo>
                  <a:pt x="379919" y="65883"/>
                </a:lnTo>
                <a:cubicBezTo>
                  <a:pt x="374112" y="62616"/>
                  <a:pt x="370006" y="59485"/>
                  <a:pt x="367600" y="56490"/>
                </a:cubicBezTo>
                <a:cubicBezTo>
                  <a:pt x="365195" y="53495"/>
                  <a:pt x="363992" y="50092"/>
                  <a:pt x="363992" y="46281"/>
                </a:cubicBezTo>
                <a:cubicBezTo>
                  <a:pt x="363992" y="41381"/>
                  <a:pt x="365739" y="37342"/>
                  <a:pt x="369233" y="34166"/>
                </a:cubicBezTo>
                <a:cubicBezTo>
                  <a:pt x="372728" y="30989"/>
                  <a:pt x="377152" y="29401"/>
                  <a:pt x="382505" y="29401"/>
                </a:cubicBezTo>
                <a:cubicBezTo>
                  <a:pt x="384139" y="29401"/>
                  <a:pt x="385750" y="29560"/>
                  <a:pt x="387339" y="29879"/>
                </a:cubicBezTo>
                <a:cubicBezTo>
                  <a:pt x="388927" y="30196"/>
                  <a:pt x="390492" y="30626"/>
                  <a:pt x="392035" y="31171"/>
                </a:cubicBezTo>
                <a:cubicBezTo>
                  <a:pt x="393396" y="31806"/>
                  <a:pt x="394621" y="32124"/>
                  <a:pt x="395709" y="32124"/>
                </a:cubicBezTo>
                <a:cubicBezTo>
                  <a:pt x="396436" y="32124"/>
                  <a:pt x="397162" y="31625"/>
                  <a:pt x="397888" y="30626"/>
                </a:cubicBezTo>
                <a:lnTo>
                  <a:pt x="399386" y="30626"/>
                </a:lnTo>
                <a:lnTo>
                  <a:pt x="399930" y="492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B1CA63-A506-4484-A063-A3733181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221" y="3883698"/>
            <a:ext cx="905888" cy="316342"/>
          </a:xfrm>
          <a:custGeom xmlns:a="http://schemas.openxmlformats.org/drawingml/2006/main">
            <a:pathLst>
              <a:path w="905888" h="316342">
                <a:moveTo>
                  <a:pt x="0" y="316342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6342"/>
                </a:lnTo>
                <a:lnTo>
                  <a:pt x="0" y="3163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4Bytes">
            <a:extLst xmlns:a="http://schemas.openxmlformats.org/drawingml/2006/main">
              <a:ext uri="{FF2B5EF4-FFF2-40B4-BE49-F238E27FC236}">
                <a16:creationId xmlns:a16="http://schemas.microsoft.com/office/drawing/2014/main" id="{BA3494C2-5E91-4707-84FC-03690D5E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7016" y="3993946"/>
            <a:ext cx="404423" cy="121693"/>
          </a:xfrm>
          <a:custGeom xmlns:a="http://schemas.openxmlformats.org/drawingml/2006/main">
            <a:pathLst>
              <a:path w="404423" h="121693">
                <a:moveTo>
                  <a:pt x="62617" y="60574"/>
                </a:moveTo>
                <a:lnTo>
                  <a:pt x="62617" y="69285"/>
                </a:lnTo>
                <a:lnTo>
                  <a:pt x="48732" y="69285"/>
                </a:lnTo>
                <a:lnTo>
                  <a:pt x="48732" y="92018"/>
                </a:lnTo>
                <a:lnTo>
                  <a:pt x="38251" y="92018"/>
                </a:lnTo>
                <a:lnTo>
                  <a:pt x="38251" y="69285"/>
                </a:lnTo>
                <a:lnTo>
                  <a:pt x="0" y="69285"/>
                </a:lnTo>
                <a:lnTo>
                  <a:pt x="0" y="60574"/>
                </a:lnTo>
                <a:lnTo>
                  <a:pt x="42744" y="0"/>
                </a:lnTo>
                <a:lnTo>
                  <a:pt x="48732" y="0"/>
                </a:lnTo>
                <a:lnTo>
                  <a:pt x="48732" y="60574"/>
                </a:lnTo>
                <a:lnTo>
                  <a:pt x="62617" y="60574"/>
                </a:lnTo>
                <a:moveTo>
                  <a:pt x="38116" y="60574"/>
                </a:moveTo>
                <a:lnTo>
                  <a:pt x="38116" y="13883"/>
                </a:lnTo>
                <a:lnTo>
                  <a:pt x="5446" y="60574"/>
                </a:lnTo>
                <a:lnTo>
                  <a:pt x="38116" y="60574"/>
                </a:lnTo>
                <a:close/>
                <a:moveTo>
                  <a:pt x="102229" y="4491"/>
                </a:moveTo>
                <a:lnTo>
                  <a:pt x="102229" y="1905"/>
                </a:lnTo>
                <a:lnTo>
                  <a:pt x="140343" y="1905"/>
                </a:lnTo>
                <a:cubicBezTo>
                  <a:pt x="152049" y="1905"/>
                  <a:pt x="160920" y="3856"/>
                  <a:pt x="166954" y="7758"/>
                </a:cubicBezTo>
                <a:cubicBezTo>
                  <a:pt x="172990" y="11660"/>
                  <a:pt x="176008" y="17422"/>
                  <a:pt x="176008" y="25045"/>
                </a:cubicBezTo>
                <a:cubicBezTo>
                  <a:pt x="176008" y="30944"/>
                  <a:pt x="174193" y="35482"/>
                  <a:pt x="170562" y="38658"/>
                </a:cubicBezTo>
                <a:cubicBezTo>
                  <a:pt x="168929" y="40110"/>
                  <a:pt x="167206" y="41244"/>
                  <a:pt x="165390" y="42061"/>
                </a:cubicBezTo>
                <a:cubicBezTo>
                  <a:pt x="163575" y="42878"/>
                  <a:pt x="160897" y="43740"/>
                  <a:pt x="157358" y="44647"/>
                </a:cubicBezTo>
                <a:cubicBezTo>
                  <a:pt x="161804" y="45736"/>
                  <a:pt x="165185" y="46803"/>
                  <a:pt x="167498" y="47847"/>
                </a:cubicBezTo>
                <a:cubicBezTo>
                  <a:pt x="169814" y="48890"/>
                  <a:pt x="171970" y="50319"/>
                  <a:pt x="173966" y="52134"/>
                </a:cubicBezTo>
                <a:cubicBezTo>
                  <a:pt x="178413" y="56128"/>
                  <a:pt x="180636" y="61256"/>
                  <a:pt x="180636" y="67517"/>
                </a:cubicBezTo>
                <a:cubicBezTo>
                  <a:pt x="180636" y="74323"/>
                  <a:pt x="178095" y="79995"/>
                  <a:pt x="173013" y="84533"/>
                </a:cubicBezTo>
                <a:cubicBezTo>
                  <a:pt x="170472" y="86801"/>
                  <a:pt x="166933" y="88615"/>
                  <a:pt x="162395" y="89977"/>
                </a:cubicBezTo>
                <a:cubicBezTo>
                  <a:pt x="157857" y="91338"/>
                  <a:pt x="152957" y="92018"/>
                  <a:pt x="147694" y="92018"/>
                </a:cubicBezTo>
                <a:lnTo>
                  <a:pt x="102229" y="92018"/>
                </a:lnTo>
                <a:lnTo>
                  <a:pt x="102229" y="89432"/>
                </a:lnTo>
                <a:cubicBezTo>
                  <a:pt x="105949" y="89251"/>
                  <a:pt x="108739" y="88865"/>
                  <a:pt x="110599" y="88275"/>
                </a:cubicBezTo>
                <a:cubicBezTo>
                  <a:pt x="112460" y="87686"/>
                  <a:pt x="113709" y="86529"/>
                  <a:pt x="114344" y="84805"/>
                </a:cubicBezTo>
                <a:cubicBezTo>
                  <a:pt x="114980" y="83079"/>
                  <a:pt x="115297" y="80538"/>
                  <a:pt x="115297" y="77182"/>
                </a:cubicBezTo>
                <a:lnTo>
                  <a:pt x="115297" y="16743"/>
                </a:lnTo>
                <a:cubicBezTo>
                  <a:pt x="115297" y="13294"/>
                  <a:pt x="115003" y="10753"/>
                  <a:pt x="114413" y="9120"/>
                </a:cubicBezTo>
                <a:cubicBezTo>
                  <a:pt x="113823" y="7486"/>
                  <a:pt x="112597" y="6352"/>
                  <a:pt x="110736" y="5716"/>
                </a:cubicBezTo>
                <a:cubicBezTo>
                  <a:pt x="108877" y="5081"/>
                  <a:pt x="106041" y="4672"/>
                  <a:pt x="102229" y="4491"/>
                </a:cubicBezTo>
                <a:moveTo>
                  <a:pt x="129181" y="47642"/>
                </a:moveTo>
                <a:lnTo>
                  <a:pt x="129181" y="81400"/>
                </a:lnTo>
                <a:cubicBezTo>
                  <a:pt x="129181" y="83579"/>
                  <a:pt x="129770" y="85053"/>
                  <a:pt x="130950" y="85825"/>
                </a:cubicBezTo>
                <a:cubicBezTo>
                  <a:pt x="132130" y="86596"/>
                  <a:pt x="134399" y="86981"/>
                  <a:pt x="137757" y="86981"/>
                </a:cubicBezTo>
                <a:cubicBezTo>
                  <a:pt x="142295" y="86981"/>
                  <a:pt x="146038" y="86686"/>
                  <a:pt x="148988" y="86097"/>
                </a:cubicBezTo>
                <a:cubicBezTo>
                  <a:pt x="151937" y="85507"/>
                  <a:pt x="154501" y="84622"/>
                  <a:pt x="156679" y="83442"/>
                </a:cubicBezTo>
                <a:cubicBezTo>
                  <a:pt x="162214" y="80266"/>
                  <a:pt x="164981" y="75002"/>
                  <a:pt x="164981" y="67652"/>
                </a:cubicBezTo>
                <a:cubicBezTo>
                  <a:pt x="164981" y="59304"/>
                  <a:pt x="161170" y="53587"/>
                  <a:pt x="153547" y="50502"/>
                </a:cubicBezTo>
                <a:cubicBezTo>
                  <a:pt x="151097" y="49503"/>
                  <a:pt x="148080" y="48777"/>
                  <a:pt x="144495" y="48323"/>
                </a:cubicBezTo>
                <a:cubicBezTo>
                  <a:pt x="140910" y="47869"/>
                  <a:pt x="135805" y="47642"/>
                  <a:pt x="129181" y="47642"/>
                </a:cubicBezTo>
                <a:moveTo>
                  <a:pt x="129181" y="42333"/>
                </a:moveTo>
                <a:lnTo>
                  <a:pt x="142112" y="42198"/>
                </a:lnTo>
                <a:cubicBezTo>
                  <a:pt x="155453" y="42016"/>
                  <a:pt x="162123" y="36480"/>
                  <a:pt x="162123" y="25589"/>
                </a:cubicBezTo>
                <a:cubicBezTo>
                  <a:pt x="162123" y="19511"/>
                  <a:pt x="160013" y="14838"/>
                  <a:pt x="155792" y="11571"/>
                </a:cubicBezTo>
                <a:cubicBezTo>
                  <a:pt x="151573" y="8303"/>
                  <a:pt x="145697" y="6760"/>
                  <a:pt x="138166" y="6942"/>
                </a:cubicBezTo>
                <a:lnTo>
                  <a:pt x="132176" y="7079"/>
                </a:lnTo>
                <a:cubicBezTo>
                  <a:pt x="130996" y="7169"/>
                  <a:pt x="130225" y="7464"/>
                  <a:pt x="129862" y="7963"/>
                </a:cubicBezTo>
                <a:cubicBezTo>
                  <a:pt x="129499" y="8462"/>
                  <a:pt x="129272" y="9483"/>
                  <a:pt x="129181" y="11025"/>
                </a:cubicBezTo>
                <a:lnTo>
                  <a:pt x="129181" y="42333"/>
                </a:lnTo>
                <a:close/>
                <a:moveTo>
                  <a:pt x="255368" y="30763"/>
                </a:moveTo>
                <a:lnTo>
                  <a:pt x="255368" y="32805"/>
                </a:lnTo>
                <a:cubicBezTo>
                  <a:pt x="253734" y="32987"/>
                  <a:pt x="252463" y="33509"/>
                  <a:pt x="251555" y="34371"/>
                </a:cubicBezTo>
                <a:cubicBezTo>
                  <a:pt x="250648" y="35233"/>
                  <a:pt x="249741" y="36752"/>
                  <a:pt x="248834" y="38931"/>
                </a:cubicBezTo>
                <a:lnTo>
                  <a:pt x="227870" y="94469"/>
                </a:lnTo>
                <a:cubicBezTo>
                  <a:pt x="224149" y="104360"/>
                  <a:pt x="220542" y="111370"/>
                  <a:pt x="217048" y="115500"/>
                </a:cubicBezTo>
                <a:cubicBezTo>
                  <a:pt x="213555" y="119629"/>
                  <a:pt x="209494" y="121693"/>
                  <a:pt x="204866" y="121693"/>
                </a:cubicBezTo>
                <a:cubicBezTo>
                  <a:pt x="201962" y="121693"/>
                  <a:pt x="199557" y="120944"/>
                  <a:pt x="197650" y="119446"/>
                </a:cubicBezTo>
                <a:cubicBezTo>
                  <a:pt x="195745" y="117949"/>
                  <a:pt x="194792" y="116067"/>
                  <a:pt x="194792" y="113798"/>
                </a:cubicBezTo>
                <a:cubicBezTo>
                  <a:pt x="194792" y="112075"/>
                  <a:pt x="195359" y="110645"/>
                  <a:pt x="196494" y="109509"/>
                </a:cubicBezTo>
                <a:cubicBezTo>
                  <a:pt x="197628" y="108375"/>
                  <a:pt x="199012" y="107808"/>
                  <a:pt x="200646" y="107808"/>
                </a:cubicBezTo>
                <a:cubicBezTo>
                  <a:pt x="202824" y="107808"/>
                  <a:pt x="205183" y="108307"/>
                  <a:pt x="207724" y="109306"/>
                </a:cubicBezTo>
                <a:cubicBezTo>
                  <a:pt x="209085" y="109941"/>
                  <a:pt x="210265" y="110259"/>
                  <a:pt x="211264" y="110259"/>
                </a:cubicBezTo>
                <a:cubicBezTo>
                  <a:pt x="212262" y="110259"/>
                  <a:pt x="213396" y="109691"/>
                  <a:pt x="214666" y="108556"/>
                </a:cubicBezTo>
                <a:cubicBezTo>
                  <a:pt x="215937" y="107422"/>
                  <a:pt x="217072" y="105993"/>
                  <a:pt x="218070" y="104269"/>
                </a:cubicBezTo>
                <a:cubicBezTo>
                  <a:pt x="218887" y="102818"/>
                  <a:pt x="219703" y="101094"/>
                  <a:pt x="220519" y="99097"/>
                </a:cubicBezTo>
                <a:cubicBezTo>
                  <a:pt x="221336" y="97100"/>
                  <a:pt x="222039" y="95194"/>
                  <a:pt x="222629" y="93379"/>
                </a:cubicBezTo>
                <a:cubicBezTo>
                  <a:pt x="223219" y="91565"/>
                  <a:pt x="223514" y="90294"/>
                  <a:pt x="223514" y="89567"/>
                </a:cubicBezTo>
                <a:cubicBezTo>
                  <a:pt x="223514" y="88569"/>
                  <a:pt x="222992" y="86845"/>
                  <a:pt x="221948" y="84395"/>
                </a:cubicBezTo>
                <a:cubicBezTo>
                  <a:pt x="220905" y="81946"/>
                  <a:pt x="219431" y="79042"/>
                  <a:pt x="217526" y="75684"/>
                </a:cubicBezTo>
                <a:cubicBezTo>
                  <a:pt x="217162" y="74957"/>
                  <a:pt x="216866" y="74367"/>
                  <a:pt x="216639" y="73915"/>
                </a:cubicBezTo>
                <a:cubicBezTo>
                  <a:pt x="216413" y="73460"/>
                  <a:pt x="215892" y="72326"/>
                  <a:pt x="215075" y="70510"/>
                </a:cubicBezTo>
                <a:lnTo>
                  <a:pt x="199557" y="37024"/>
                </a:lnTo>
                <a:cubicBezTo>
                  <a:pt x="198467" y="34666"/>
                  <a:pt x="196154" y="33214"/>
                  <a:pt x="192616" y="32668"/>
                </a:cubicBezTo>
                <a:lnTo>
                  <a:pt x="192616" y="30763"/>
                </a:lnTo>
                <a:lnTo>
                  <a:pt x="220656" y="30763"/>
                </a:lnTo>
                <a:lnTo>
                  <a:pt x="220656" y="32805"/>
                </a:lnTo>
                <a:cubicBezTo>
                  <a:pt x="217752" y="32895"/>
                  <a:pt x="215711" y="33213"/>
                  <a:pt x="214531" y="33759"/>
                </a:cubicBezTo>
                <a:cubicBezTo>
                  <a:pt x="213351" y="34303"/>
                  <a:pt x="212761" y="35210"/>
                  <a:pt x="212761" y="36480"/>
                </a:cubicBezTo>
                <a:cubicBezTo>
                  <a:pt x="212761" y="37841"/>
                  <a:pt x="213215" y="39565"/>
                  <a:pt x="214122" y="41654"/>
                </a:cubicBezTo>
                <a:lnTo>
                  <a:pt x="229776" y="76091"/>
                </a:lnTo>
                <a:lnTo>
                  <a:pt x="242980" y="38521"/>
                </a:lnTo>
                <a:cubicBezTo>
                  <a:pt x="243343" y="37706"/>
                  <a:pt x="243525" y="36934"/>
                  <a:pt x="243525" y="36207"/>
                </a:cubicBezTo>
                <a:cubicBezTo>
                  <a:pt x="243525" y="33939"/>
                  <a:pt x="241346" y="32805"/>
                  <a:pt x="236990" y="32805"/>
                </a:cubicBezTo>
                <a:lnTo>
                  <a:pt x="236990" y="30763"/>
                </a:lnTo>
                <a:lnTo>
                  <a:pt x="255368" y="30763"/>
                </a:lnTo>
                <a:close/>
                <a:moveTo>
                  <a:pt x="294026" y="30763"/>
                </a:moveTo>
                <a:lnTo>
                  <a:pt x="294026" y="35119"/>
                </a:lnTo>
                <a:lnTo>
                  <a:pt x="280278" y="35119"/>
                </a:lnTo>
                <a:lnTo>
                  <a:pt x="280278" y="74050"/>
                </a:lnTo>
                <a:cubicBezTo>
                  <a:pt x="280278" y="78315"/>
                  <a:pt x="280823" y="81423"/>
                  <a:pt x="281911" y="83374"/>
                </a:cubicBezTo>
                <a:cubicBezTo>
                  <a:pt x="283001" y="85325"/>
                  <a:pt x="284816" y="86300"/>
                  <a:pt x="287357" y="86300"/>
                </a:cubicBezTo>
                <a:cubicBezTo>
                  <a:pt x="288900" y="86300"/>
                  <a:pt x="290283" y="85937"/>
                  <a:pt x="291507" y="85212"/>
                </a:cubicBezTo>
                <a:cubicBezTo>
                  <a:pt x="292732" y="84486"/>
                  <a:pt x="294071" y="83261"/>
                  <a:pt x="295524" y="81537"/>
                </a:cubicBezTo>
                <a:lnTo>
                  <a:pt x="297294" y="83035"/>
                </a:lnTo>
                <a:cubicBezTo>
                  <a:pt x="292937" y="89931"/>
                  <a:pt x="287492" y="93379"/>
                  <a:pt x="280958" y="93379"/>
                </a:cubicBezTo>
                <a:cubicBezTo>
                  <a:pt x="272882" y="93379"/>
                  <a:pt x="268844" y="87616"/>
                  <a:pt x="268844" y="76091"/>
                </a:cubicBezTo>
                <a:lnTo>
                  <a:pt x="268844" y="35119"/>
                </a:lnTo>
                <a:lnTo>
                  <a:pt x="261628" y="35119"/>
                </a:lnTo>
                <a:cubicBezTo>
                  <a:pt x="261266" y="34846"/>
                  <a:pt x="261084" y="34529"/>
                  <a:pt x="261084" y="34166"/>
                </a:cubicBezTo>
                <a:cubicBezTo>
                  <a:pt x="261084" y="33440"/>
                  <a:pt x="261855" y="32578"/>
                  <a:pt x="263398" y="31580"/>
                </a:cubicBezTo>
                <a:cubicBezTo>
                  <a:pt x="265395" y="30400"/>
                  <a:pt x="267573" y="28472"/>
                  <a:pt x="269932" y="25795"/>
                </a:cubicBezTo>
                <a:cubicBezTo>
                  <a:pt x="272292" y="23117"/>
                  <a:pt x="275423" y="18920"/>
                  <a:pt x="279325" y="13204"/>
                </a:cubicBezTo>
                <a:cubicBezTo>
                  <a:pt x="279961" y="13204"/>
                  <a:pt x="280278" y="13794"/>
                  <a:pt x="280278" y="14974"/>
                </a:cubicBezTo>
                <a:lnTo>
                  <a:pt x="280278" y="30763"/>
                </a:lnTo>
                <a:lnTo>
                  <a:pt x="294026" y="30763"/>
                </a:lnTo>
                <a:close/>
                <a:moveTo>
                  <a:pt x="352967" y="69694"/>
                </a:moveTo>
                <a:lnTo>
                  <a:pt x="355144" y="70647"/>
                </a:lnTo>
                <a:cubicBezTo>
                  <a:pt x="352332" y="77997"/>
                  <a:pt x="348452" y="83624"/>
                  <a:pt x="343506" y="87526"/>
                </a:cubicBezTo>
                <a:cubicBezTo>
                  <a:pt x="338560" y="91428"/>
                  <a:pt x="332820" y="93379"/>
                  <a:pt x="326287" y="93379"/>
                </a:cubicBezTo>
                <a:cubicBezTo>
                  <a:pt x="318483" y="93379"/>
                  <a:pt x="312289" y="90634"/>
                  <a:pt x="307706" y="85145"/>
                </a:cubicBezTo>
                <a:cubicBezTo>
                  <a:pt x="303124" y="79655"/>
                  <a:pt x="300833" y="72236"/>
                  <a:pt x="300833" y="62887"/>
                </a:cubicBezTo>
                <a:cubicBezTo>
                  <a:pt x="300833" y="57261"/>
                  <a:pt x="301718" y="52157"/>
                  <a:pt x="303487" y="47575"/>
                </a:cubicBezTo>
                <a:cubicBezTo>
                  <a:pt x="305257" y="42992"/>
                  <a:pt x="307729" y="39293"/>
                  <a:pt x="310904" y="36480"/>
                </a:cubicBezTo>
                <a:cubicBezTo>
                  <a:pt x="316168" y="31760"/>
                  <a:pt x="322294" y="29401"/>
                  <a:pt x="329282" y="29401"/>
                </a:cubicBezTo>
                <a:cubicBezTo>
                  <a:pt x="336632" y="29401"/>
                  <a:pt x="342440" y="31988"/>
                  <a:pt x="346705" y="37161"/>
                </a:cubicBezTo>
                <a:cubicBezTo>
                  <a:pt x="348429" y="39339"/>
                  <a:pt x="349699" y="41631"/>
                  <a:pt x="350516" y="44036"/>
                </a:cubicBezTo>
                <a:cubicBezTo>
                  <a:pt x="351333" y="46440"/>
                  <a:pt x="352014" y="49866"/>
                  <a:pt x="352558" y="54313"/>
                </a:cubicBezTo>
                <a:lnTo>
                  <a:pt x="310632" y="54313"/>
                </a:lnTo>
                <a:cubicBezTo>
                  <a:pt x="310814" y="58487"/>
                  <a:pt x="311177" y="61867"/>
                  <a:pt x="311721" y="64454"/>
                </a:cubicBezTo>
                <a:cubicBezTo>
                  <a:pt x="312266" y="67040"/>
                  <a:pt x="313129" y="69649"/>
                  <a:pt x="314309" y="72280"/>
                </a:cubicBezTo>
                <a:cubicBezTo>
                  <a:pt x="318301" y="80084"/>
                  <a:pt x="324154" y="83986"/>
                  <a:pt x="331868" y="83986"/>
                </a:cubicBezTo>
                <a:cubicBezTo>
                  <a:pt x="336225" y="83986"/>
                  <a:pt x="340013" y="82898"/>
                  <a:pt x="343234" y="80721"/>
                </a:cubicBezTo>
                <a:cubicBezTo>
                  <a:pt x="346456" y="78543"/>
                  <a:pt x="349701" y="74867"/>
                  <a:pt x="352967" y="69694"/>
                </a:cubicBezTo>
                <a:moveTo>
                  <a:pt x="310904" y="49956"/>
                </a:moveTo>
                <a:lnTo>
                  <a:pt x="338675" y="49956"/>
                </a:lnTo>
                <a:cubicBezTo>
                  <a:pt x="337766" y="44058"/>
                  <a:pt x="336360" y="39975"/>
                  <a:pt x="334454" y="37707"/>
                </a:cubicBezTo>
                <a:cubicBezTo>
                  <a:pt x="332549" y="35438"/>
                  <a:pt x="329509" y="34303"/>
                  <a:pt x="325334" y="34303"/>
                </a:cubicBezTo>
                <a:cubicBezTo>
                  <a:pt x="321159" y="34303"/>
                  <a:pt x="317892" y="35573"/>
                  <a:pt x="315532" y="38114"/>
                </a:cubicBezTo>
                <a:cubicBezTo>
                  <a:pt x="313174" y="40655"/>
                  <a:pt x="311631" y="44602"/>
                  <a:pt x="310904" y="49956"/>
                </a:cubicBezTo>
                <a:close/>
                <a:moveTo>
                  <a:pt x="399930" y="49276"/>
                </a:moveTo>
                <a:lnTo>
                  <a:pt x="397888" y="49276"/>
                </a:lnTo>
                <a:cubicBezTo>
                  <a:pt x="396346" y="43105"/>
                  <a:pt x="394440" y="38771"/>
                  <a:pt x="392170" y="36276"/>
                </a:cubicBezTo>
                <a:cubicBezTo>
                  <a:pt x="389902" y="33781"/>
                  <a:pt x="386817" y="32533"/>
                  <a:pt x="382915" y="32533"/>
                </a:cubicBezTo>
                <a:cubicBezTo>
                  <a:pt x="379830" y="32533"/>
                  <a:pt x="377312" y="33373"/>
                  <a:pt x="375360" y="35053"/>
                </a:cubicBezTo>
                <a:cubicBezTo>
                  <a:pt x="373409" y="36731"/>
                  <a:pt x="372434" y="38976"/>
                  <a:pt x="372434" y="41789"/>
                </a:cubicBezTo>
                <a:cubicBezTo>
                  <a:pt x="372434" y="45691"/>
                  <a:pt x="374385" y="48777"/>
                  <a:pt x="378287" y="51046"/>
                </a:cubicBezTo>
                <a:lnTo>
                  <a:pt x="392989" y="59757"/>
                </a:lnTo>
                <a:cubicBezTo>
                  <a:pt x="397162" y="62207"/>
                  <a:pt x="400111" y="64657"/>
                  <a:pt x="401835" y="67108"/>
                </a:cubicBezTo>
                <a:cubicBezTo>
                  <a:pt x="403560" y="69558"/>
                  <a:pt x="404423" y="72507"/>
                  <a:pt x="404423" y="75956"/>
                </a:cubicBezTo>
                <a:cubicBezTo>
                  <a:pt x="404423" y="79133"/>
                  <a:pt x="403560" y="82037"/>
                  <a:pt x="401835" y="84670"/>
                </a:cubicBezTo>
                <a:cubicBezTo>
                  <a:pt x="400111" y="87301"/>
                  <a:pt x="397797" y="89410"/>
                  <a:pt x="394893" y="90998"/>
                </a:cubicBezTo>
                <a:cubicBezTo>
                  <a:pt x="391989" y="92585"/>
                  <a:pt x="388768" y="93379"/>
                  <a:pt x="385229" y="93379"/>
                </a:cubicBezTo>
                <a:cubicBezTo>
                  <a:pt x="383867" y="93379"/>
                  <a:pt x="382325" y="93242"/>
                  <a:pt x="380601" y="92970"/>
                </a:cubicBezTo>
                <a:cubicBezTo>
                  <a:pt x="378877" y="92698"/>
                  <a:pt x="377107" y="92381"/>
                  <a:pt x="375292" y="92018"/>
                </a:cubicBezTo>
                <a:cubicBezTo>
                  <a:pt x="373749" y="91564"/>
                  <a:pt x="372501" y="91269"/>
                  <a:pt x="371547" y="91133"/>
                </a:cubicBezTo>
                <a:cubicBezTo>
                  <a:pt x="370594" y="90998"/>
                  <a:pt x="369755" y="90930"/>
                  <a:pt x="369030" y="90930"/>
                </a:cubicBezTo>
                <a:cubicBezTo>
                  <a:pt x="367668" y="90930"/>
                  <a:pt x="366625" y="91474"/>
                  <a:pt x="365899" y="92563"/>
                </a:cubicBezTo>
                <a:lnTo>
                  <a:pt x="364130" y="92563"/>
                </a:lnTo>
                <a:lnTo>
                  <a:pt x="364130" y="71329"/>
                </a:lnTo>
                <a:lnTo>
                  <a:pt x="366307" y="71329"/>
                </a:lnTo>
                <a:cubicBezTo>
                  <a:pt x="367850" y="78225"/>
                  <a:pt x="369938" y="83125"/>
                  <a:pt x="372569" y="86030"/>
                </a:cubicBezTo>
                <a:cubicBezTo>
                  <a:pt x="375201" y="88934"/>
                  <a:pt x="378877" y="90386"/>
                  <a:pt x="383596" y="90386"/>
                </a:cubicBezTo>
                <a:cubicBezTo>
                  <a:pt x="387044" y="90386"/>
                  <a:pt x="389788" y="89501"/>
                  <a:pt x="391830" y="87731"/>
                </a:cubicBezTo>
                <a:cubicBezTo>
                  <a:pt x="393872" y="85962"/>
                  <a:pt x="394893" y="83579"/>
                  <a:pt x="394893" y="80584"/>
                </a:cubicBezTo>
                <a:cubicBezTo>
                  <a:pt x="394893" y="76501"/>
                  <a:pt x="392534" y="73098"/>
                  <a:pt x="387815" y="70375"/>
                </a:cubicBezTo>
                <a:lnTo>
                  <a:pt x="379920" y="65883"/>
                </a:lnTo>
                <a:cubicBezTo>
                  <a:pt x="374112" y="62616"/>
                  <a:pt x="370006" y="59485"/>
                  <a:pt x="367601" y="56490"/>
                </a:cubicBezTo>
                <a:cubicBezTo>
                  <a:pt x="365195" y="53495"/>
                  <a:pt x="363993" y="50092"/>
                  <a:pt x="363993" y="46281"/>
                </a:cubicBezTo>
                <a:cubicBezTo>
                  <a:pt x="363993" y="41381"/>
                  <a:pt x="365739" y="37342"/>
                  <a:pt x="369233" y="34166"/>
                </a:cubicBezTo>
                <a:cubicBezTo>
                  <a:pt x="372728" y="30989"/>
                  <a:pt x="377152" y="29401"/>
                  <a:pt x="382506" y="29401"/>
                </a:cubicBezTo>
                <a:cubicBezTo>
                  <a:pt x="384140" y="29401"/>
                  <a:pt x="385751" y="29560"/>
                  <a:pt x="387339" y="29879"/>
                </a:cubicBezTo>
                <a:cubicBezTo>
                  <a:pt x="388927" y="30196"/>
                  <a:pt x="390493" y="30626"/>
                  <a:pt x="392035" y="31171"/>
                </a:cubicBezTo>
                <a:cubicBezTo>
                  <a:pt x="393396" y="31806"/>
                  <a:pt x="394621" y="32124"/>
                  <a:pt x="395710" y="32124"/>
                </a:cubicBezTo>
                <a:cubicBezTo>
                  <a:pt x="396437" y="32124"/>
                  <a:pt x="397163" y="31625"/>
                  <a:pt x="397888" y="30626"/>
                </a:cubicBezTo>
                <a:lnTo>
                  <a:pt x="399386" y="30626"/>
                </a:lnTo>
                <a:lnTo>
                  <a:pt x="399930" y="492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231B8-2938-43AD-877E-5D3AD6C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108" y="3883698"/>
            <a:ext cx="679655" cy="316342"/>
          </a:xfrm>
          <a:custGeom xmlns:a="http://schemas.openxmlformats.org/drawingml/2006/main">
            <a:pathLst>
              <a:path w="679655" h="316342">
                <a:moveTo>
                  <a:pt x="0" y="316342"/>
                </a:moveTo>
                <a:lnTo>
                  <a:pt x="0" y="0"/>
                </a:lnTo>
                <a:lnTo>
                  <a:pt x="679655" y="0"/>
                </a:lnTo>
                <a:lnTo>
                  <a:pt x="679655" y="316342"/>
                </a:lnTo>
                <a:lnTo>
                  <a:pt x="0" y="3163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1Byte">
            <a:extLst xmlns:a="http://schemas.openxmlformats.org/drawingml/2006/main">
              <a:ext uri="{FF2B5EF4-FFF2-40B4-BE49-F238E27FC236}">
                <a16:creationId xmlns:a16="http://schemas.microsoft.com/office/drawing/2014/main" id="{192CA27A-ECE0-46DE-8622-5DAA129A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264" y="3993946"/>
            <a:ext cx="341669" cy="121693"/>
          </a:xfrm>
          <a:custGeom xmlns:a="http://schemas.openxmlformats.org/drawingml/2006/main">
            <a:pathLst>
              <a:path w="341669" h="121693">
                <a:moveTo>
                  <a:pt x="953" y="92018"/>
                </a:moveTo>
                <a:lnTo>
                  <a:pt x="953" y="89977"/>
                </a:lnTo>
                <a:cubicBezTo>
                  <a:pt x="4403" y="89885"/>
                  <a:pt x="7034" y="89567"/>
                  <a:pt x="8848" y="89023"/>
                </a:cubicBezTo>
                <a:cubicBezTo>
                  <a:pt x="10664" y="88479"/>
                  <a:pt x="11934" y="87436"/>
                  <a:pt x="12660" y="85893"/>
                </a:cubicBezTo>
                <a:cubicBezTo>
                  <a:pt x="13387" y="84350"/>
                  <a:pt x="13795" y="82172"/>
                  <a:pt x="13885" y="79359"/>
                </a:cubicBezTo>
                <a:lnTo>
                  <a:pt x="13885" y="17695"/>
                </a:lnTo>
                <a:cubicBezTo>
                  <a:pt x="13885" y="13430"/>
                  <a:pt x="12524" y="11297"/>
                  <a:pt x="9802" y="11297"/>
                </a:cubicBezTo>
                <a:cubicBezTo>
                  <a:pt x="8441" y="11297"/>
                  <a:pt x="5173" y="12296"/>
                  <a:pt x="0" y="14292"/>
                </a:cubicBezTo>
                <a:lnTo>
                  <a:pt x="0" y="12386"/>
                </a:lnTo>
                <a:lnTo>
                  <a:pt x="24503" y="0"/>
                </a:lnTo>
                <a:lnTo>
                  <a:pt x="25592" y="272"/>
                </a:lnTo>
                <a:lnTo>
                  <a:pt x="25592" y="81945"/>
                </a:lnTo>
                <a:cubicBezTo>
                  <a:pt x="25683" y="85212"/>
                  <a:pt x="26545" y="87368"/>
                  <a:pt x="28178" y="88413"/>
                </a:cubicBezTo>
                <a:cubicBezTo>
                  <a:pt x="29811" y="89455"/>
                  <a:pt x="33260" y="89977"/>
                  <a:pt x="38523" y="89977"/>
                </a:cubicBezTo>
                <a:lnTo>
                  <a:pt x="38523" y="92018"/>
                </a:lnTo>
                <a:lnTo>
                  <a:pt x="953" y="92018"/>
                </a:lnTo>
                <a:close/>
                <a:moveTo>
                  <a:pt x="88754" y="4491"/>
                </a:moveTo>
                <a:lnTo>
                  <a:pt x="88754" y="1905"/>
                </a:lnTo>
                <a:lnTo>
                  <a:pt x="126868" y="1905"/>
                </a:lnTo>
                <a:cubicBezTo>
                  <a:pt x="138574" y="1905"/>
                  <a:pt x="147445" y="3856"/>
                  <a:pt x="153479" y="7758"/>
                </a:cubicBezTo>
                <a:cubicBezTo>
                  <a:pt x="159515" y="11660"/>
                  <a:pt x="162533" y="17422"/>
                  <a:pt x="162533" y="25045"/>
                </a:cubicBezTo>
                <a:cubicBezTo>
                  <a:pt x="162533" y="30944"/>
                  <a:pt x="160718" y="35482"/>
                  <a:pt x="157087" y="38658"/>
                </a:cubicBezTo>
                <a:cubicBezTo>
                  <a:pt x="155455" y="40110"/>
                  <a:pt x="153731" y="41244"/>
                  <a:pt x="151915" y="42061"/>
                </a:cubicBezTo>
                <a:cubicBezTo>
                  <a:pt x="150100" y="42878"/>
                  <a:pt x="147423" y="43740"/>
                  <a:pt x="143883" y="44647"/>
                </a:cubicBezTo>
                <a:cubicBezTo>
                  <a:pt x="148330" y="45736"/>
                  <a:pt x="151710" y="46803"/>
                  <a:pt x="154023" y="47847"/>
                </a:cubicBezTo>
                <a:cubicBezTo>
                  <a:pt x="156339" y="48890"/>
                  <a:pt x="158495" y="50319"/>
                  <a:pt x="160491" y="52134"/>
                </a:cubicBezTo>
                <a:cubicBezTo>
                  <a:pt x="164938" y="56128"/>
                  <a:pt x="167161" y="61256"/>
                  <a:pt x="167161" y="67517"/>
                </a:cubicBezTo>
                <a:cubicBezTo>
                  <a:pt x="167161" y="74323"/>
                  <a:pt x="164620" y="79995"/>
                  <a:pt x="159538" y="84533"/>
                </a:cubicBezTo>
                <a:cubicBezTo>
                  <a:pt x="156997" y="86801"/>
                  <a:pt x="153458" y="88615"/>
                  <a:pt x="148920" y="89977"/>
                </a:cubicBezTo>
                <a:cubicBezTo>
                  <a:pt x="144382" y="91338"/>
                  <a:pt x="139482" y="92018"/>
                  <a:pt x="134219" y="92018"/>
                </a:cubicBezTo>
                <a:lnTo>
                  <a:pt x="88754" y="92018"/>
                </a:lnTo>
                <a:lnTo>
                  <a:pt x="88754" y="89432"/>
                </a:lnTo>
                <a:cubicBezTo>
                  <a:pt x="92474" y="89251"/>
                  <a:pt x="95265" y="88865"/>
                  <a:pt x="97124" y="88275"/>
                </a:cubicBezTo>
                <a:cubicBezTo>
                  <a:pt x="98985" y="87686"/>
                  <a:pt x="100234" y="86529"/>
                  <a:pt x="100869" y="84805"/>
                </a:cubicBezTo>
                <a:cubicBezTo>
                  <a:pt x="101505" y="83079"/>
                  <a:pt x="101823" y="80538"/>
                  <a:pt x="101823" y="77182"/>
                </a:cubicBezTo>
                <a:lnTo>
                  <a:pt x="101823" y="16743"/>
                </a:lnTo>
                <a:cubicBezTo>
                  <a:pt x="101823" y="13294"/>
                  <a:pt x="101528" y="10753"/>
                  <a:pt x="100938" y="9120"/>
                </a:cubicBezTo>
                <a:cubicBezTo>
                  <a:pt x="100348" y="7486"/>
                  <a:pt x="99122" y="6352"/>
                  <a:pt x="97261" y="5716"/>
                </a:cubicBezTo>
                <a:cubicBezTo>
                  <a:pt x="95402" y="5081"/>
                  <a:pt x="92566" y="4672"/>
                  <a:pt x="88754" y="4491"/>
                </a:cubicBezTo>
                <a:moveTo>
                  <a:pt x="115706" y="47642"/>
                </a:moveTo>
                <a:lnTo>
                  <a:pt x="115706" y="81400"/>
                </a:lnTo>
                <a:cubicBezTo>
                  <a:pt x="115706" y="83579"/>
                  <a:pt x="116296" y="85053"/>
                  <a:pt x="117475" y="85825"/>
                </a:cubicBezTo>
                <a:cubicBezTo>
                  <a:pt x="118655" y="86596"/>
                  <a:pt x="120924" y="86981"/>
                  <a:pt x="124282" y="86981"/>
                </a:cubicBezTo>
                <a:cubicBezTo>
                  <a:pt x="128820" y="86981"/>
                  <a:pt x="132563" y="86686"/>
                  <a:pt x="135513" y="86097"/>
                </a:cubicBezTo>
                <a:cubicBezTo>
                  <a:pt x="138462" y="85507"/>
                  <a:pt x="141026" y="84622"/>
                  <a:pt x="143204" y="83442"/>
                </a:cubicBezTo>
                <a:cubicBezTo>
                  <a:pt x="148739" y="80266"/>
                  <a:pt x="151506" y="75002"/>
                  <a:pt x="151506" y="67652"/>
                </a:cubicBezTo>
                <a:cubicBezTo>
                  <a:pt x="151506" y="59304"/>
                  <a:pt x="147695" y="53587"/>
                  <a:pt x="140072" y="50502"/>
                </a:cubicBezTo>
                <a:cubicBezTo>
                  <a:pt x="137622" y="49503"/>
                  <a:pt x="134605" y="48777"/>
                  <a:pt x="131020" y="48323"/>
                </a:cubicBezTo>
                <a:cubicBezTo>
                  <a:pt x="127435" y="47869"/>
                  <a:pt x="122330" y="47642"/>
                  <a:pt x="115706" y="47642"/>
                </a:cubicBezTo>
                <a:moveTo>
                  <a:pt x="115706" y="42333"/>
                </a:moveTo>
                <a:lnTo>
                  <a:pt x="128638" y="42198"/>
                </a:lnTo>
                <a:cubicBezTo>
                  <a:pt x="141978" y="42016"/>
                  <a:pt x="148648" y="36480"/>
                  <a:pt x="148648" y="25589"/>
                </a:cubicBezTo>
                <a:cubicBezTo>
                  <a:pt x="148648" y="19511"/>
                  <a:pt x="146538" y="14838"/>
                  <a:pt x="142317" y="11571"/>
                </a:cubicBezTo>
                <a:cubicBezTo>
                  <a:pt x="138098" y="8303"/>
                  <a:pt x="132223" y="6760"/>
                  <a:pt x="124691" y="6942"/>
                </a:cubicBezTo>
                <a:lnTo>
                  <a:pt x="118701" y="7079"/>
                </a:lnTo>
                <a:cubicBezTo>
                  <a:pt x="117521" y="7169"/>
                  <a:pt x="116750" y="7464"/>
                  <a:pt x="116387" y="7963"/>
                </a:cubicBezTo>
                <a:cubicBezTo>
                  <a:pt x="116024" y="8462"/>
                  <a:pt x="115797" y="9483"/>
                  <a:pt x="115706" y="11025"/>
                </a:cubicBezTo>
                <a:lnTo>
                  <a:pt x="115706" y="42333"/>
                </a:lnTo>
                <a:close/>
                <a:moveTo>
                  <a:pt x="241892" y="30763"/>
                </a:moveTo>
                <a:lnTo>
                  <a:pt x="241892" y="32805"/>
                </a:lnTo>
                <a:cubicBezTo>
                  <a:pt x="240258" y="32987"/>
                  <a:pt x="238987" y="33509"/>
                  <a:pt x="238079" y="34371"/>
                </a:cubicBezTo>
                <a:cubicBezTo>
                  <a:pt x="237172" y="35233"/>
                  <a:pt x="236265" y="36752"/>
                  <a:pt x="235358" y="38931"/>
                </a:cubicBezTo>
                <a:lnTo>
                  <a:pt x="214394" y="94469"/>
                </a:lnTo>
                <a:cubicBezTo>
                  <a:pt x="210673" y="104360"/>
                  <a:pt x="207066" y="111370"/>
                  <a:pt x="203572" y="115500"/>
                </a:cubicBezTo>
                <a:cubicBezTo>
                  <a:pt x="200079" y="119629"/>
                  <a:pt x="196018" y="121693"/>
                  <a:pt x="191390" y="121693"/>
                </a:cubicBezTo>
                <a:cubicBezTo>
                  <a:pt x="188486" y="121693"/>
                  <a:pt x="186081" y="120944"/>
                  <a:pt x="184174" y="119446"/>
                </a:cubicBezTo>
                <a:cubicBezTo>
                  <a:pt x="182269" y="117949"/>
                  <a:pt x="181316" y="116067"/>
                  <a:pt x="181316" y="113798"/>
                </a:cubicBezTo>
                <a:cubicBezTo>
                  <a:pt x="181316" y="112075"/>
                  <a:pt x="181883" y="110645"/>
                  <a:pt x="183018" y="109509"/>
                </a:cubicBezTo>
                <a:cubicBezTo>
                  <a:pt x="184152" y="108375"/>
                  <a:pt x="185536" y="107808"/>
                  <a:pt x="187170" y="107808"/>
                </a:cubicBezTo>
                <a:cubicBezTo>
                  <a:pt x="189348" y="107808"/>
                  <a:pt x="191707" y="108307"/>
                  <a:pt x="194248" y="109306"/>
                </a:cubicBezTo>
                <a:cubicBezTo>
                  <a:pt x="195609" y="109941"/>
                  <a:pt x="196789" y="110259"/>
                  <a:pt x="197788" y="110259"/>
                </a:cubicBezTo>
                <a:cubicBezTo>
                  <a:pt x="198786" y="110259"/>
                  <a:pt x="199920" y="109691"/>
                  <a:pt x="201190" y="108556"/>
                </a:cubicBezTo>
                <a:cubicBezTo>
                  <a:pt x="202461" y="107422"/>
                  <a:pt x="203596" y="105993"/>
                  <a:pt x="204594" y="104269"/>
                </a:cubicBezTo>
                <a:cubicBezTo>
                  <a:pt x="205411" y="102818"/>
                  <a:pt x="206227" y="101094"/>
                  <a:pt x="207043" y="99097"/>
                </a:cubicBezTo>
                <a:cubicBezTo>
                  <a:pt x="207860" y="97100"/>
                  <a:pt x="208563" y="95194"/>
                  <a:pt x="209153" y="93379"/>
                </a:cubicBezTo>
                <a:cubicBezTo>
                  <a:pt x="209743" y="91565"/>
                  <a:pt x="210038" y="90294"/>
                  <a:pt x="210038" y="89567"/>
                </a:cubicBezTo>
                <a:cubicBezTo>
                  <a:pt x="210038" y="88569"/>
                  <a:pt x="209516" y="86845"/>
                  <a:pt x="208472" y="84395"/>
                </a:cubicBezTo>
                <a:cubicBezTo>
                  <a:pt x="207429" y="81946"/>
                  <a:pt x="205955" y="79042"/>
                  <a:pt x="204050" y="75684"/>
                </a:cubicBezTo>
                <a:cubicBezTo>
                  <a:pt x="203686" y="74957"/>
                  <a:pt x="203390" y="74367"/>
                  <a:pt x="203163" y="73915"/>
                </a:cubicBezTo>
                <a:cubicBezTo>
                  <a:pt x="202937" y="73460"/>
                  <a:pt x="202416" y="72326"/>
                  <a:pt x="201599" y="70510"/>
                </a:cubicBezTo>
                <a:lnTo>
                  <a:pt x="186081" y="37024"/>
                </a:lnTo>
                <a:cubicBezTo>
                  <a:pt x="184991" y="34666"/>
                  <a:pt x="182678" y="33214"/>
                  <a:pt x="179140" y="32668"/>
                </a:cubicBezTo>
                <a:lnTo>
                  <a:pt x="179140" y="30763"/>
                </a:lnTo>
                <a:lnTo>
                  <a:pt x="207180" y="30763"/>
                </a:lnTo>
                <a:lnTo>
                  <a:pt x="207180" y="32805"/>
                </a:lnTo>
                <a:cubicBezTo>
                  <a:pt x="204276" y="32895"/>
                  <a:pt x="202235" y="33213"/>
                  <a:pt x="201055" y="33759"/>
                </a:cubicBezTo>
                <a:cubicBezTo>
                  <a:pt x="199875" y="34303"/>
                  <a:pt x="199285" y="35210"/>
                  <a:pt x="199285" y="36480"/>
                </a:cubicBezTo>
                <a:cubicBezTo>
                  <a:pt x="199285" y="37841"/>
                  <a:pt x="199739" y="39565"/>
                  <a:pt x="200646" y="41654"/>
                </a:cubicBezTo>
                <a:lnTo>
                  <a:pt x="216300" y="76091"/>
                </a:lnTo>
                <a:lnTo>
                  <a:pt x="229504" y="38521"/>
                </a:lnTo>
                <a:cubicBezTo>
                  <a:pt x="229867" y="37706"/>
                  <a:pt x="230049" y="36934"/>
                  <a:pt x="230049" y="36207"/>
                </a:cubicBezTo>
                <a:cubicBezTo>
                  <a:pt x="230049" y="33939"/>
                  <a:pt x="227870" y="32805"/>
                  <a:pt x="223514" y="32805"/>
                </a:cubicBezTo>
                <a:lnTo>
                  <a:pt x="223514" y="30763"/>
                </a:lnTo>
                <a:lnTo>
                  <a:pt x="241892" y="30763"/>
                </a:lnTo>
                <a:close/>
                <a:moveTo>
                  <a:pt x="280551" y="30763"/>
                </a:moveTo>
                <a:lnTo>
                  <a:pt x="280551" y="35119"/>
                </a:lnTo>
                <a:lnTo>
                  <a:pt x="266803" y="35119"/>
                </a:lnTo>
                <a:lnTo>
                  <a:pt x="266803" y="74050"/>
                </a:lnTo>
                <a:cubicBezTo>
                  <a:pt x="266803" y="78315"/>
                  <a:pt x="267347" y="81423"/>
                  <a:pt x="268435" y="83374"/>
                </a:cubicBezTo>
                <a:cubicBezTo>
                  <a:pt x="269525" y="85325"/>
                  <a:pt x="271341" y="86300"/>
                  <a:pt x="273882" y="86300"/>
                </a:cubicBezTo>
                <a:cubicBezTo>
                  <a:pt x="275424" y="86300"/>
                  <a:pt x="276807" y="85937"/>
                  <a:pt x="278031" y="85212"/>
                </a:cubicBezTo>
                <a:cubicBezTo>
                  <a:pt x="279257" y="84486"/>
                  <a:pt x="280596" y="83261"/>
                  <a:pt x="282049" y="81537"/>
                </a:cubicBezTo>
                <a:lnTo>
                  <a:pt x="283818" y="83035"/>
                </a:lnTo>
                <a:cubicBezTo>
                  <a:pt x="279462" y="89931"/>
                  <a:pt x="274017" y="93379"/>
                  <a:pt x="267482" y="93379"/>
                </a:cubicBezTo>
                <a:cubicBezTo>
                  <a:pt x="259406" y="93379"/>
                  <a:pt x="255369" y="87616"/>
                  <a:pt x="255369" y="76091"/>
                </a:cubicBezTo>
                <a:lnTo>
                  <a:pt x="255369" y="35119"/>
                </a:lnTo>
                <a:lnTo>
                  <a:pt x="248153" y="35119"/>
                </a:lnTo>
                <a:cubicBezTo>
                  <a:pt x="247790" y="34846"/>
                  <a:pt x="247609" y="34529"/>
                  <a:pt x="247609" y="34166"/>
                </a:cubicBezTo>
                <a:cubicBezTo>
                  <a:pt x="247609" y="33440"/>
                  <a:pt x="248380" y="32578"/>
                  <a:pt x="249923" y="31580"/>
                </a:cubicBezTo>
                <a:cubicBezTo>
                  <a:pt x="251919" y="30400"/>
                  <a:pt x="254097" y="28472"/>
                  <a:pt x="256457" y="25795"/>
                </a:cubicBezTo>
                <a:cubicBezTo>
                  <a:pt x="258817" y="23117"/>
                  <a:pt x="261947" y="18920"/>
                  <a:pt x="265849" y="13204"/>
                </a:cubicBezTo>
                <a:cubicBezTo>
                  <a:pt x="266485" y="13204"/>
                  <a:pt x="266803" y="13794"/>
                  <a:pt x="266803" y="14974"/>
                </a:cubicBezTo>
                <a:lnTo>
                  <a:pt x="266803" y="30763"/>
                </a:lnTo>
                <a:lnTo>
                  <a:pt x="280551" y="30763"/>
                </a:lnTo>
                <a:close/>
                <a:moveTo>
                  <a:pt x="339492" y="69694"/>
                </a:moveTo>
                <a:lnTo>
                  <a:pt x="341669" y="70647"/>
                </a:lnTo>
                <a:cubicBezTo>
                  <a:pt x="338856" y="77997"/>
                  <a:pt x="334977" y="83624"/>
                  <a:pt x="330031" y="87526"/>
                </a:cubicBezTo>
                <a:cubicBezTo>
                  <a:pt x="325085" y="91428"/>
                  <a:pt x="319345" y="93379"/>
                  <a:pt x="312812" y="93379"/>
                </a:cubicBezTo>
                <a:cubicBezTo>
                  <a:pt x="305008" y="93379"/>
                  <a:pt x="298814" y="90634"/>
                  <a:pt x="294231" y="85145"/>
                </a:cubicBezTo>
                <a:cubicBezTo>
                  <a:pt x="289649" y="79655"/>
                  <a:pt x="287358" y="72236"/>
                  <a:pt x="287358" y="62887"/>
                </a:cubicBezTo>
                <a:cubicBezTo>
                  <a:pt x="287358" y="57261"/>
                  <a:pt x="288242" y="52157"/>
                  <a:pt x="290012" y="47575"/>
                </a:cubicBezTo>
                <a:cubicBezTo>
                  <a:pt x="291782" y="42992"/>
                  <a:pt x="294254" y="39293"/>
                  <a:pt x="297429" y="36480"/>
                </a:cubicBezTo>
                <a:cubicBezTo>
                  <a:pt x="302693" y="31760"/>
                  <a:pt x="308819" y="29401"/>
                  <a:pt x="315807" y="29401"/>
                </a:cubicBezTo>
                <a:cubicBezTo>
                  <a:pt x="323157" y="29401"/>
                  <a:pt x="328965" y="31988"/>
                  <a:pt x="333230" y="37161"/>
                </a:cubicBezTo>
                <a:cubicBezTo>
                  <a:pt x="334954" y="39339"/>
                  <a:pt x="336224" y="41631"/>
                  <a:pt x="337041" y="44036"/>
                </a:cubicBezTo>
                <a:cubicBezTo>
                  <a:pt x="337858" y="46440"/>
                  <a:pt x="338539" y="49866"/>
                  <a:pt x="339083" y="54313"/>
                </a:cubicBezTo>
                <a:lnTo>
                  <a:pt x="297157" y="54313"/>
                </a:lnTo>
                <a:cubicBezTo>
                  <a:pt x="297339" y="58487"/>
                  <a:pt x="297701" y="61867"/>
                  <a:pt x="298246" y="64454"/>
                </a:cubicBezTo>
                <a:cubicBezTo>
                  <a:pt x="298791" y="67040"/>
                  <a:pt x="299654" y="69649"/>
                  <a:pt x="300834" y="72280"/>
                </a:cubicBezTo>
                <a:cubicBezTo>
                  <a:pt x="304826" y="80084"/>
                  <a:pt x="310679" y="83986"/>
                  <a:pt x="318393" y="83986"/>
                </a:cubicBezTo>
                <a:cubicBezTo>
                  <a:pt x="322749" y="83986"/>
                  <a:pt x="326538" y="82898"/>
                  <a:pt x="329759" y="80721"/>
                </a:cubicBezTo>
                <a:cubicBezTo>
                  <a:pt x="332981" y="78543"/>
                  <a:pt x="336225" y="74867"/>
                  <a:pt x="339492" y="69694"/>
                </a:cubicBezTo>
                <a:moveTo>
                  <a:pt x="297429" y="49956"/>
                </a:moveTo>
                <a:lnTo>
                  <a:pt x="325200" y="49956"/>
                </a:lnTo>
                <a:cubicBezTo>
                  <a:pt x="324291" y="44058"/>
                  <a:pt x="322884" y="39975"/>
                  <a:pt x="320979" y="37707"/>
                </a:cubicBezTo>
                <a:cubicBezTo>
                  <a:pt x="319074" y="35438"/>
                  <a:pt x="316034" y="34303"/>
                  <a:pt x="311859" y="34303"/>
                </a:cubicBezTo>
                <a:cubicBezTo>
                  <a:pt x="307684" y="34303"/>
                  <a:pt x="304417" y="35573"/>
                  <a:pt x="302057" y="38114"/>
                </a:cubicBezTo>
                <a:cubicBezTo>
                  <a:pt x="299699" y="40655"/>
                  <a:pt x="298156" y="44602"/>
                  <a:pt x="297429" y="499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BC5301-1BC4-4710-AC53-D6B9B108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108" y="4211543"/>
            <a:ext cx="679655" cy="317300"/>
          </a:xfrm>
          <a:custGeom xmlns:a="http://schemas.openxmlformats.org/drawingml/2006/main">
            <a:pathLst>
              <a:path w="679655" h="317300">
                <a:moveTo>
                  <a:pt x="0" y="317300"/>
                </a:moveTo>
                <a:lnTo>
                  <a:pt x="0" y="0"/>
                </a:lnTo>
                <a:lnTo>
                  <a:pt x="679655" y="0"/>
                </a:lnTo>
                <a:lnTo>
                  <a:pt x="679655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25091-8533-42C4-909D-C3883BDF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108" y="4211543"/>
            <a:ext cx="679655" cy="317300"/>
          </a:xfrm>
          <a:custGeom xmlns:a="http://schemas.openxmlformats.org/drawingml/2006/main">
            <a:pathLst>
              <a:path w="679655" h="317300" fill="none">
                <a:moveTo>
                  <a:pt x="0" y="317300"/>
                </a:moveTo>
                <a:lnTo>
                  <a:pt x="679655" y="317300"/>
                </a:lnTo>
                <a:lnTo>
                  <a:pt x="679655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215" name="Text Padding">
            <a:extLst xmlns:a="http://schemas.openxmlformats.org/drawingml/2006/main">
              <a:ext uri="{FF2B5EF4-FFF2-40B4-BE49-F238E27FC236}">
                <a16:creationId xmlns:a16="http://schemas.microsoft.com/office/drawing/2014/main" id="{7CFB229F-6105-4C27-BB5B-39DC6250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078" y="4239915"/>
            <a:ext cx="439540" cy="122647"/>
          </a:xfrm>
          <a:custGeom xmlns:a="http://schemas.openxmlformats.org/drawingml/2006/main">
            <a:pathLst>
              <a:path w="439540" h="122647">
                <a:moveTo>
                  <a:pt x="0" y="5444"/>
                </a:moveTo>
                <a:lnTo>
                  <a:pt x="0" y="2858"/>
                </a:lnTo>
                <a:lnTo>
                  <a:pt x="35935" y="2858"/>
                </a:lnTo>
                <a:cubicBezTo>
                  <a:pt x="42378" y="2858"/>
                  <a:pt x="48322" y="3743"/>
                  <a:pt x="53767" y="5513"/>
                </a:cubicBezTo>
                <a:cubicBezTo>
                  <a:pt x="59212" y="7282"/>
                  <a:pt x="63296" y="9665"/>
                  <a:pt x="66020" y="12660"/>
                </a:cubicBezTo>
                <a:cubicBezTo>
                  <a:pt x="69740" y="16652"/>
                  <a:pt x="71601" y="21597"/>
                  <a:pt x="71601" y="27496"/>
                </a:cubicBezTo>
                <a:cubicBezTo>
                  <a:pt x="71601" y="31943"/>
                  <a:pt x="70443" y="36117"/>
                  <a:pt x="68128" y="40021"/>
                </a:cubicBezTo>
                <a:cubicBezTo>
                  <a:pt x="65814" y="43923"/>
                  <a:pt x="62615" y="46963"/>
                  <a:pt x="58532" y="49139"/>
                </a:cubicBezTo>
                <a:cubicBezTo>
                  <a:pt x="52996" y="52226"/>
                  <a:pt x="45055" y="53769"/>
                  <a:pt x="34710" y="53769"/>
                </a:cubicBezTo>
                <a:cubicBezTo>
                  <a:pt x="32986" y="53769"/>
                  <a:pt x="31443" y="53724"/>
                  <a:pt x="30082" y="53634"/>
                </a:cubicBezTo>
                <a:cubicBezTo>
                  <a:pt x="28721" y="53543"/>
                  <a:pt x="27133" y="53451"/>
                  <a:pt x="25317" y="53360"/>
                </a:cubicBezTo>
                <a:lnTo>
                  <a:pt x="25317" y="78135"/>
                </a:lnTo>
                <a:cubicBezTo>
                  <a:pt x="25409" y="81492"/>
                  <a:pt x="25772" y="84033"/>
                  <a:pt x="26406" y="85758"/>
                </a:cubicBezTo>
                <a:cubicBezTo>
                  <a:pt x="27041" y="87482"/>
                  <a:pt x="28267" y="88662"/>
                  <a:pt x="30082" y="89297"/>
                </a:cubicBezTo>
                <a:cubicBezTo>
                  <a:pt x="31898" y="89932"/>
                  <a:pt x="34575" y="90294"/>
                  <a:pt x="38114" y="90386"/>
                </a:cubicBezTo>
                <a:lnTo>
                  <a:pt x="38114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8" y="90023"/>
                  <a:pt x="5966" y="89524"/>
                  <a:pt x="7554" y="88888"/>
                </a:cubicBezTo>
                <a:cubicBezTo>
                  <a:pt x="9143" y="88253"/>
                  <a:pt x="10186" y="87005"/>
                  <a:pt x="10684" y="85145"/>
                </a:cubicBezTo>
                <a:cubicBezTo>
                  <a:pt x="11184" y="83284"/>
                  <a:pt x="11434" y="80448"/>
                  <a:pt x="11434" y="76638"/>
                </a:cubicBezTo>
                <a:lnTo>
                  <a:pt x="11434" y="17697"/>
                </a:lnTo>
                <a:cubicBezTo>
                  <a:pt x="11434" y="14339"/>
                  <a:pt x="11161" y="11866"/>
                  <a:pt x="10616" y="10277"/>
                </a:cubicBezTo>
                <a:cubicBezTo>
                  <a:pt x="10072" y="8689"/>
                  <a:pt x="9005" y="7577"/>
                  <a:pt x="7417" y="6942"/>
                </a:cubicBezTo>
                <a:cubicBezTo>
                  <a:pt x="5829" y="6306"/>
                  <a:pt x="3357" y="5807"/>
                  <a:pt x="0" y="5444"/>
                </a:cubicBezTo>
                <a:moveTo>
                  <a:pt x="25317" y="12523"/>
                </a:moveTo>
                <a:lnTo>
                  <a:pt x="25317" y="47916"/>
                </a:lnTo>
                <a:cubicBezTo>
                  <a:pt x="26860" y="48006"/>
                  <a:pt x="28198" y="48097"/>
                  <a:pt x="29332" y="48188"/>
                </a:cubicBezTo>
                <a:cubicBezTo>
                  <a:pt x="30468" y="48278"/>
                  <a:pt x="31716" y="48323"/>
                  <a:pt x="33077" y="48323"/>
                </a:cubicBezTo>
                <a:cubicBezTo>
                  <a:pt x="48867" y="48323"/>
                  <a:pt x="56762" y="41653"/>
                  <a:pt x="56762" y="28313"/>
                </a:cubicBezTo>
                <a:cubicBezTo>
                  <a:pt x="56762" y="21325"/>
                  <a:pt x="54584" y="16176"/>
                  <a:pt x="50228" y="12863"/>
                </a:cubicBezTo>
                <a:cubicBezTo>
                  <a:pt x="45873" y="9551"/>
                  <a:pt x="39112" y="7895"/>
                  <a:pt x="29945" y="7895"/>
                </a:cubicBezTo>
                <a:cubicBezTo>
                  <a:pt x="28131" y="7895"/>
                  <a:pt x="26906" y="8213"/>
                  <a:pt x="26271" y="8848"/>
                </a:cubicBezTo>
                <a:cubicBezTo>
                  <a:pt x="25635" y="9484"/>
                  <a:pt x="25317" y="10709"/>
                  <a:pt x="25317" y="12523"/>
                </a:cubicBezTo>
                <a:close/>
                <a:moveTo>
                  <a:pt x="133673" y="83988"/>
                </a:moveTo>
                <a:lnTo>
                  <a:pt x="133673" y="87528"/>
                </a:lnTo>
                <a:cubicBezTo>
                  <a:pt x="131313" y="90069"/>
                  <a:pt x="129271" y="91838"/>
                  <a:pt x="127547" y="92837"/>
                </a:cubicBezTo>
                <a:cubicBezTo>
                  <a:pt x="125823" y="93834"/>
                  <a:pt x="123782" y="94332"/>
                  <a:pt x="121422" y="94332"/>
                </a:cubicBezTo>
                <a:cubicBezTo>
                  <a:pt x="118608" y="94332"/>
                  <a:pt x="116544" y="93584"/>
                  <a:pt x="115228" y="92087"/>
                </a:cubicBezTo>
                <a:cubicBezTo>
                  <a:pt x="113913" y="90590"/>
                  <a:pt x="113073" y="88026"/>
                  <a:pt x="112709" y="84395"/>
                </a:cubicBezTo>
                <a:cubicBezTo>
                  <a:pt x="108535" y="87935"/>
                  <a:pt x="104928" y="90476"/>
                  <a:pt x="101887" y="92018"/>
                </a:cubicBezTo>
                <a:cubicBezTo>
                  <a:pt x="98848" y="93561"/>
                  <a:pt x="95830" y="94332"/>
                  <a:pt x="92835" y="94332"/>
                </a:cubicBezTo>
                <a:cubicBezTo>
                  <a:pt x="88660" y="94332"/>
                  <a:pt x="85235" y="92971"/>
                  <a:pt x="82558" y="90249"/>
                </a:cubicBezTo>
                <a:cubicBezTo>
                  <a:pt x="79881" y="87526"/>
                  <a:pt x="78543" y="84033"/>
                  <a:pt x="78543" y="79768"/>
                </a:cubicBezTo>
                <a:cubicBezTo>
                  <a:pt x="78543" y="77500"/>
                  <a:pt x="78996" y="75299"/>
                  <a:pt x="79903" y="73167"/>
                </a:cubicBezTo>
                <a:cubicBezTo>
                  <a:pt x="80812" y="71033"/>
                  <a:pt x="81992" y="69285"/>
                  <a:pt x="83443" y="67924"/>
                </a:cubicBezTo>
                <a:cubicBezTo>
                  <a:pt x="84895" y="66655"/>
                  <a:pt x="86279" y="65543"/>
                  <a:pt x="87595" y="64591"/>
                </a:cubicBezTo>
                <a:cubicBezTo>
                  <a:pt x="88910" y="63638"/>
                  <a:pt x="90498" y="62708"/>
                  <a:pt x="92358" y="61801"/>
                </a:cubicBezTo>
                <a:cubicBezTo>
                  <a:pt x="94219" y="60893"/>
                  <a:pt x="96737" y="59758"/>
                  <a:pt x="99914" y="58397"/>
                </a:cubicBezTo>
                <a:cubicBezTo>
                  <a:pt x="103090" y="57036"/>
                  <a:pt x="107310" y="55311"/>
                  <a:pt x="112574" y="53223"/>
                </a:cubicBezTo>
                <a:lnTo>
                  <a:pt x="112574" y="44921"/>
                </a:lnTo>
                <a:cubicBezTo>
                  <a:pt x="112574" y="37388"/>
                  <a:pt x="109125" y="33622"/>
                  <a:pt x="102228" y="33622"/>
                </a:cubicBezTo>
                <a:cubicBezTo>
                  <a:pt x="99505" y="33622"/>
                  <a:pt x="97192" y="34280"/>
                  <a:pt x="95286" y="35597"/>
                </a:cubicBezTo>
                <a:cubicBezTo>
                  <a:pt x="93381" y="36912"/>
                  <a:pt x="92428" y="38478"/>
                  <a:pt x="92428" y="40293"/>
                </a:cubicBezTo>
                <a:cubicBezTo>
                  <a:pt x="92428" y="41200"/>
                  <a:pt x="92564" y="42288"/>
                  <a:pt x="92835" y="43558"/>
                </a:cubicBezTo>
                <a:cubicBezTo>
                  <a:pt x="92927" y="44012"/>
                  <a:pt x="92994" y="44421"/>
                  <a:pt x="93039" y="44784"/>
                </a:cubicBezTo>
                <a:cubicBezTo>
                  <a:pt x="93084" y="45146"/>
                  <a:pt x="93107" y="45464"/>
                  <a:pt x="93107" y="45737"/>
                </a:cubicBezTo>
                <a:cubicBezTo>
                  <a:pt x="93107" y="47190"/>
                  <a:pt x="92495" y="48506"/>
                  <a:pt x="91269" y="49686"/>
                </a:cubicBezTo>
                <a:cubicBezTo>
                  <a:pt x="90045" y="50865"/>
                  <a:pt x="88616" y="51455"/>
                  <a:pt x="86982" y="51455"/>
                </a:cubicBezTo>
                <a:cubicBezTo>
                  <a:pt x="85348" y="51455"/>
                  <a:pt x="83964" y="50865"/>
                  <a:pt x="82830" y="49686"/>
                </a:cubicBezTo>
                <a:cubicBezTo>
                  <a:pt x="81696" y="48506"/>
                  <a:pt x="81129" y="47144"/>
                  <a:pt x="81129" y="45600"/>
                </a:cubicBezTo>
                <a:cubicBezTo>
                  <a:pt x="81129" y="42696"/>
                  <a:pt x="82149" y="40110"/>
                  <a:pt x="84190" y="37842"/>
                </a:cubicBezTo>
                <a:cubicBezTo>
                  <a:pt x="86233" y="35574"/>
                  <a:pt x="88978" y="33759"/>
                  <a:pt x="92426" y="32398"/>
                </a:cubicBezTo>
                <a:cubicBezTo>
                  <a:pt x="95875" y="31036"/>
                  <a:pt x="99733" y="30354"/>
                  <a:pt x="103997" y="30354"/>
                </a:cubicBezTo>
                <a:cubicBezTo>
                  <a:pt x="112164" y="30354"/>
                  <a:pt x="117791" y="32850"/>
                  <a:pt x="120878" y="37842"/>
                </a:cubicBezTo>
                <a:cubicBezTo>
                  <a:pt x="121875" y="39476"/>
                  <a:pt x="122577" y="41382"/>
                  <a:pt x="122986" y="43560"/>
                </a:cubicBezTo>
                <a:cubicBezTo>
                  <a:pt x="123394" y="45737"/>
                  <a:pt x="123599" y="48595"/>
                  <a:pt x="123599" y="52134"/>
                </a:cubicBezTo>
                <a:lnTo>
                  <a:pt x="123599" y="78679"/>
                </a:lnTo>
                <a:cubicBezTo>
                  <a:pt x="123599" y="81673"/>
                  <a:pt x="123894" y="83738"/>
                  <a:pt x="124484" y="84873"/>
                </a:cubicBezTo>
                <a:cubicBezTo>
                  <a:pt x="125073" y="86007"/>
                  <a:pt x="126140" y="86574"/>
                  <a:pt x="127682" y="86574"/>
                </a:cubicBezTo>
                <a:cubicBezTo>
                  <a:pt x="129589" y="86574"/>
                  <a:pt x="131586" y="85712"/>
                  <a:pt x="133673" y="83988"/>
                </a:cubicBezTo>
                <a:moveTo>
                  <a:pt x="112574" y="76228"/>
                </a:moveTo>
                <a:lnTo>
                  <a:pt x="112574" y="56490"/>
                </a:lnTo>
                <a:cubicBezTo>
                  <a:pt x="104588" y="59304"/>
                  <a:pt x="98939" y="62140"/>
                  <a:pt x="95627" y="65000"/>
                </a:cubicBezTo>
                <a:cubicBezTo>
                  <a:pt x="92315" y="67858"/>
                  <a:pt x="90613" y="71329"/>
                  <a:pt x="90521" y="75412"/>
                </a:cubicBezTo>
                <a:lnTo>
                  <a:pt x="90521" y="75956"/>
                </a:lnTo>
                <a:cubicBezTo>
                  <a:pt x="90521" y="78860"/>
                  <a:pt x="91361" y="81333"/>
                  <a:pt x="93039" y="83376"/>
                </a:cubicBezTo>
                <a:cubicBezTo>
                  <a:pt x="94718" y="85417"/>
                  <a:pt x="96738" y="86437"/>
                  <a:pt x="99098" y="86437"/>
                </a:cubicBezTo>
                <a:cubicBezTo>
                  <a:pt x="102183" y="86437"/>
                  <a:pt x="105495" y="85439"/>
                  <a:pt x="109034" y="83442"/>
                </a:cubicBezTo>
                <a:cubicBezTo>
                  <a:pt x="110485" y="82627"/>
                  <a:pt x="111438" y="81720"/>
                  <a:pt x="111892" y="80721"/>
                </a:cubicBezTo>
                <a:cubicBezTo>
                  <a:pt x="112347" y="79723"/>
                  <a:pt x="112574" y="78225"/>
                  <a:pt x="112574" y="76228"/>
                </a:cubicBezTo>
                <a:close/>
                <a:moveTo>
                  <a:pt x="200780" y="85077"/>
                </a:moveTo>
                <a:lnTo>
                  <a:pt x="200780" y="87254"/>
                </a:lnTo>
                <a:lnTo>
                  <a:pt x="180769" y="94332"/>
                </a:lnTo>
                <a:lnTo>
                  <a:pt x="180225" y="93925"/>
                </a:lnTo>
                <a:lnTo>
                  <a:pt x="180225" y="85212"/>
                </a:lnTo>
                <a:cubicBezTo>
                  <a:pt x="177957" y="88388"/>
                  <a:pt x="175439" y="90703"/>
                  <a:pt x="172671" y="92155"/>
                </a:cubicBezTo>
                <a:cubicBezTo>
                  <a:pt x="169903" y="93607"/>
                  <a:pt x="166613" y="94332"/>
                  <a:pt x="162803" y="94332"/>
                </a:cubicBezTo>
                <a:cubicBezTo>
                  <a:pt x="157811" y="94332"/>
                  <a:pt x="153409" y="93107"/>
                  <a:pt x="149597" y="90658"/>
                </a:cubicBezTo>
                <a:cubicBezTo>
                  <a:pt x="145786" y="88207"/>
                  <a:pt x="142837" y="84781"/>
                  <a:pt x="140748" y="80381"/>
                </a:cubicBezTo>
                <a:cubicBezTo>
                  <a:pt x="138662" y="75979"/>
                  <a:pt x="137618" y="70874"/>
                  <a:pt x="137618" y="65066"/>
                </a:cubicBezTo>
                <a:cubicBezTo>
                  <a:pt x="137618" y="58623"/>
                  <a:pt x="138889" y="52770"/>
                  <a:pt x="141430" y="47507"/>
                </a:cubicBezTo>
                <a:cubicBezTo>
                  <a:pt x="143971" y="42243"/>
                  <a:pt x="147396" y="38069"/>
                  <a:pt x="151707" y="34984"/>
                </a:cubicBezTo>
                <a:cubicBezTo>
                  <a:pt x="156018" y="31898"/>
                  <a:pt x="160760" y="30354"/>
                  <a:pt x="165933" y="30354"/>
                </a:cubicBezTo>
                <a:cubicBezTo>
                  <a:pt x="168655" y="30354"/>
                  <a:pt x="171083" y="30786"/>
                  <a:pt x="173215" y="31648"/>
                </a:cubicBezTo>
                <a:cubicBezTo>
                  <a:pt x="175347" y="32511"/>
                  <a:pt x="177684" y="34031"/>
                  <a:pt x="180225" y="36207"/>
                </a:cubicBezTo>
                <a:lnTo>
                  <a:pt x="180225" y="14974"/>
                </a:lnTo>
                <a:cubicBezTo>
                  <a:pt x="180225" y="12160"/>
                  <a:pt x="179817" y="10299"/>
                  <a:pt x="179000" y="9393"/>
                </a:cubicBezTo>
                <a:cubicBezTo>
                  <a:pt x="178184" y="8486"/>
                  <a:pt x="176506" y="8032"/>
                  <a:pt x="173965" y="8032"/>
                </a:cubicBezTo>
                <a:cubicBezTo>
                  <a:pt x="173419" y="8032"/>
                  <a:pt x="172919" y="8032"/>
                  <a:pt x="172465" y="8032"/>
                </a:cubicBezTo>
                <a:cubicBezTo>
                  <a:pt x="172012" y="8032"/>
                  <a:pt x="171514" y="8077"/>
                  <a:pt x="170970" y="8167"/>
                </a:cubicBezTo>
                <a:lnTo>
                  <a:pt x="170970" y="5988"/>
                </a:lnTo>
                <a:cubicBezTo>
                  <a:pt x="175326" y="4810"/>
                  <a:pt x="178933" y="3812"/>
                  <a:pt x="181791" y="2995"/>
                </a:cubicBezTo>
                <a:cubicBezTo>
                  <a:pt x="184649" y="2178"/>
                  <a:pt x="187712" y="1180"/>
                  <a:pt x="190980" y="0"/>
                </a:cubicBezTo>
                <a:lnTo>
                  <a:pt x="191659" y="272"/>
                </a:lnTo>
                <a:lnTo>
                  <a:pt x="191659" y="77454"/>
                </a:lnTo>
                <a:cubicBezTo>
                  <a:pt x="191659" y="80539"/>
                  <a:pt x="192045" y="82604"/>
                  <a:pt x="192816" y="83648"/>
                </a:cubicBezTo>
                <a:cubicBezTo>
                  <a:pt x="193588" y="84690"/>
                  <a:pt x="195199" y="85212"/>
                  <a:pt x="197650" y="85212"/>
                </a:cubicBezTo>
                <a:cubicBezTo>
                  <a:pt x="197921" y="85212"/>
                  <a:pt x="198284" y="85212"/>
                  <a:pt x="198738" y="85212"/>
                </a:cubicBezTo>
                <a:cubicBezTo>
                  <a:pt x="199192" y="85212"/>
                  <a:pt x="199873" y="85167"/>
                  <a:pt x="200780" y="85077"/>
                </a:cubicBezTo>
                <a:moveTo>
                  <a:pt x="180225" y="79086"/>
                </a:moveTo>
                <a:lnTo>
                  <a:pt x="180225" y="47779"/>
                </a:lnTo>
                <a:cubicBezTo>
                  <a:pt x="180225" y="45329"/>
                  <a:pt x="179590" y="43083"/>
                  <a:pt x="178318" y="41041"/>
                </a:cubicBezTo>
                <a:cubicBezTo>
                  <a:pt x="177049" y="38998"/>
                  <a:pt x="175347" y="37342"/>
                  <a:pt x="173215" y="36072"/>
                </a:cubicBezTo>
                <a:cubicBezTo>
                  <a:pt x="171083" y="34801"/>
                  <a:pt x="168792" y="34166"/>
                  <a:pt x="166342" y="34166"/>
                </a:cubicBezTo>
                <a:cubicBezTo>
                  <a:pt x="161169" y="34166"/>
                  <a:pt x="157040" y="36480"/>
                  <a:pt x="153954" y="41109"/>
                </a:cubicBezTo>
                <a:cubicBezTo>
                  <a:pt x="150869" y="45737"/>
                  <a:pt x="149327" y="51908"/>
                  <a:pt x="149327" y="59622"/>
                </a:cubicBezTo>
                <a:cubicBezTo>
                  <a:pt x="149327" y="67971"/>
                  <a:pt x="151051" y="74663"/>
                  <a:pt x="154499" y="79699"/>
                </a:cubicBezTo>
                <a:cubicBezTo>
                  <a:pt x="157946" y="84735"/>
                  <a:pt x="162484" y="87254"/>
                  <a:pt x="168112" y="87254"/>
                </a:cubicBezTo>
                <a:cubicBezTo>
                  <a:pt x="172377" y="87254"/>
                  <a:pt x="175643" y="85892"/>
                  <a:pt x="177911" y="83170"/>
                </a:cubicBezTo>
                <a:cubicBezTo>
                  <a:pt x="179454" y="81446"/>
                  <a:pt x="180225" y="80085"/>
                  <a:pt x="180225" y="79086"/>
                </a:cubicBezTo>
                <a:close/>
                <a:moveTo>
                  <a:pt x="268841" y="85077"/>
                </a:moveTo>
                <a:lnTo>
                  <a:pt x="268841" y="87254"/>
                </a:lnTo>
                <a:lnTo>
                  <a:pt x="248831" y="94332"/>
                </a:lnTo>
                <a:lnTo>
                  <a:pt x="248287" y="93925"/>
                </a:lnTo>
                <a:lnTo>
                  <a:pt x="248287" y="85212"/>
                </a:lnTo>
                <a:cubicBezTo>
                  <a:pt x="246019" y="88388"/>
                  <a:pt x="243501" y="90703"/>
                  <a:pt x="240732" y="92155"/>
                </a:cubicBezTo>
                <a:cubicBezTo>
                  <a:pt x="237964" y="93607"/>
                  <a:pt x="234675" y="94332"/>
                  <a:pt x="230864" y="94332"/>
                </a:cubicBezTo>
                <a:cubicBezTo>
                  <a:pt x="225872" y="94332"/>
                  <a:pt x="221470" y="93107"/>
                  <a:pt x="217658" y="90658"/>
                </a:cubicBezTo>
                <a:cubicBezTo>
                  <a:pt x="213848" y="88207"/>
                  <a:pt x="210898" y="84781"/>
                  <a:pt x="208810" y="80381"/>
                </a:cubicBezTo>
                <a:cubicBezTo>
                  <a:pt x="206723" y="75979"/>
                  <a:pt x="205680" y="70874"/>
                  <a:pt x="205680" y="65066"/>
                </a:cubicBezTo>
                <a:cubicBezTo>
                  <a:pt x="205680" y="58623"/>
                  <a:pt x="206950" y="52770"/>
                  <a:pt x="209491" y="47507"/>
                </a:cubicBezTo>
                <a:cubicBezTo>
                  <a:pt x="212032" y="42243"/>
                  <a:pt x="215458" y="38069"/>
                  <a:pt x="219769" y="34984"/>
                </a:cubicBezTo>
                <a:cubicBezTo>
                  <a:pt x="224079" y="31898"/>
                  <a:pt x="228821" y="30354"/>
                  <a:pt x="233994" y="30354"/>
                </a:cubicBezTo>
                <a:cubicBezTo>
                  <a:pt x="236717" y="30354"/>
                  <a:pt x="239144" y="30786"/>
                  <a:pt x="241277" y="31648"/>
                </a:cubicBezTo>
                <a:cubicBezTo>
                  <a:pt x="243409" y="32511"/>
                  <a:pt x="245746" y="34031"/>
                  <a:pt x="248287" y="36207"/>
                </a:cubicBezTo>
                <a:lnTo>
                  <a:pt x="248287" y="14974"/>
                </a:lnTo>
                <a:cubicBezTo>
                  <a:pt x="248287" y="12160"/>
                  <a:pt x="247878" y="10299"/>
                  <a:pt x="247061" y="9393"/>
                </a:cubicBezTo>
                <a:cubicBezTo>
                  <a:pt x="246246" y="8486"/>
                  <a:pt x="244567" y="8032"/>
                  <a:pt x="242027" y="8032"/>
                </a:cubicBezTo>
                <a:cubicBezTo>
                  <a:pt x="241481" y="8032"/>
                  <a:pt x="240981" y="8032"/>
                  <a:pt x="240527" y="8032"/>
                </a:cubicBezTo>
                <a:cubicBezTo>
                  <a:pt x="240074" y="8032"/>
                  <a:pt x="239576" y="8077"/>
                  <a:pt x="239031" y="8167"/>
                </a:cubicBezTo>
                <a:lnTo>
                  <a:pt x="239031" y="5988"/>
                </a:lnTo>
                <a:cubicBezTo>
                  <a:pt x="243388" y="4810"/>
                  <a:pt x="246995" y="3812"/>
                  <a:pt x="249853" y="2995"/>
                </a:cubicBezTo>
                <a:cubicBezTo>
                  <a:pt x="252711" y="2178"/>
                  <a:pt x="255774" y="1180"/>
                  <a:pt x="259042" y="0"/>
                </a:cubicBezTo>
                <a:lnTo>
                  <a:pt x="259721" y="272"/>
                </a:lnTo>
                <a:lnTo>
                  <a:pt x="259721" y="77454"/>
                </a:lnTo>
                <a:cubicBezTo>
                  <a:pt x="259721" y="80539"/>
                  <a:pt x="260107" y="82604"/>
                  <a:pt x="260878" y="83648"/>
                </a:cubicBezTo>
                <a:cubicBezTo>
                  <a:pt x="261649" y="84690"/>
                  <a:pt x="263260" y="85212"/>
                  <a:pt x="265711" y="85212"/>
                </a:cubicBezTo>
                <a:cubicBezTo>
                  <a:pt x="265983" y="85212"/>
                  <a:pt x="266346" y="85212"/>
                  <a:pt x="266800" y="85212"/>
                </a:cubicBezTo>
                <a:cubicBezTo>
                  <a:pt x="267254" y="85212"/>
                  <a:pt x="267934" y="85167"/>
                  <a:pt x="268841" y="85077"/>
                </a:cubicBezTo>
                <a:moveTo>
                  <a:pt x="248287" y="79086"/>
                </a:moveTo>
                <a:lnTo>
                  <a:pt x="248287" y="47779"/>
                </a:lnTo>
                <a:cubicBezTo>
                  <a:pt x="248287" y="45329"/>
                  <a:pt x="247651" y="43083"/>
                  <a:pt x="246380" y="41041"/>
                </a:cubicBezTo>
                <a:cubicBezTo>
                  <a:pt x="245110" y="38998"/>
                  <a:pt x="243409" y="37342"/>
                  <a:pt x="241277" y="36072"/>
                </a:cubicBezTo>
                <a:cubicBezTo>
                  <a:pt x="239144" y="34801"/>
                  <a:pt x="236853" y="34166"/>
                  <a:pt x="234404" y="34166"/>
                </a:cubicBezTo>
                <a:cubicBezTo>
                  <a:pt x="229230" y="34166"/>
                  <a:pt x="225101" y="36480"/>
                  <a:pt x="222016" y="41109"/>
                </a:cubicBezTo>
                <a:cubicBezTo>
                  <a:pt x="218931" y="45737"/>
                  <a:pt x="217388" y="51908"/>
                  <a:pt x="217388" y="59622"/>
                </a:cubicBezTo>
                <a:cubicBezTo>
                  <a:pt x="217388" y="67971"/>
                  <a:pt x="219112" y="74663"/>
                  <a:pt x="222560" y="79699"/>
                </a:cubicBezTo>
                <a:cubicBezTo>
                  <a:pt x="226008" y="84735"/>
                  <a:pt x="230546" y="87254"/>
                  <a:pt x="236173" y="87254"/>
                </a:cubicBezTo>
                <a:cubicBezTo>
                  <a:pt x="240438" y="87254"/>
                  <a:pt x="243705" y="85892"/>
                  <a:pt x="245973" y="83170"/>
                </a:cubicBezTo>
                <a:cubicBezTo>
                  <a:pt x="247516" y="81446"/>
                  <a:pt x="248287" y="80085"/>
                  <a:pt x="248287" y="79086"/>
                </a:cubicBezTo>
                <a:close/>
                <a:moveTo>
                  <a:pt x="273197" y="92972"/>
                </a:moveTo>
                <a:lnTo>
                  <a:pt x="273197" y="90930"/>
                </a:lnTo>
                <a:cubicBezTo>
                  <a:pt x="276283" y="90749"/>
                  <a:pt x="278575" y="90386"/>
                  <a:pt x="280072" y="89842"/>
                </a:cubicBezTo>
                <a:cubicBezTo>
                  <a:pt x="281569" y="89296"/>
                  <a:pt x="282566" y="88207"/>
                  <a:pt x="283065" y="86574"/>
                </a:cubicBezTo>
                <a:cubicBezTo>
                  <a:pt x="283565" y="84940"/>
                  <a:pt x="283860" y="82444"/>
                  <a:pt x="283952" y="79086"/>
                </a:cubicBezTo>
                <a:lnTo>
                  <a:pt x="283952" y="47507"/>
                </a:lnTo>
                <a:cubicBezTo>
                  <a:pt x="283952" y="44512"/>
                  <a:pt x="283611" y="42402"/>
                  <a:pt x="282930" y="41178"/>
                </a:cubicBezTo>
                <a:cubicBezTo>
                  <a:pt x="282250" y="39952"/>
                  <a:pt x="281093" y="39340"/>
                  <a:pt x="279459" y="39340"/>
                </a:cubicBezTo>
                <a:cubicBezTo>
                  <a:pt x="278007" y="39340"/>
                  <a:pt x="276464" y="39475"/>
                  <a:pt x="274831" y="39747"/>
                </a:cubicBezTo>
                <a:lnTo>
                  <a:pt x="273741" y="39884"/>
                </a:lnTo>
                <a:lnTo>
                  <a:pt x="273741" y="37842"/>
                </a:lnTo>
                <a:lnTo>
                  <a:pt x="294842" y="30354"/>
                </a:lnTo>
                <a:lnTo>
                  <a:pt x="295386" y="30763"/>
                </a:lnTo>
                <a:lnTo>
                  <a:pt x="295386" y="79086"/>
                </a:lnTo>
                <a:cubicBezTo>
                  <a:pt x="295476" y="82354"/>
                  <a:pt x="295725" y="84805"/>
                  <a:pt x="296134" y="86439"/>
                </a:cubicBezTo>
                <a:cubicBezTo>
                  <a:pt x="296542" y="88072"/>
                  <a:pt x="297450" y="89160"/>
                  <a:pt x="298857" y="89704"/>
                </a:cubicBezTo>
                <a:cubicBezTo>
                  <a:pt x="300264" y="90249"/>
                  <a:pt x="302464" y="90657"/>
                  <a:pt x="305458" y="90930"/>
                </a:cubicBezTo>
                <a:lnTo>
                  <a:pt x="305458" y="92972"/>
                </a:lnTo>
                <a:lnTo>
                  <a:pt x="273197" y="92972"/>
                </a:lnTo>
                <a:moveTo>
                  <a:pt x="288442" y="0"/>
                </a:moveTo>
                <a:cubicBezTo>
                  <a:pt x="290439" y="0"/>
                  <a:pt x="292118" y="658"/>
                  <a:pt x="293479" y="1973"/>
                </a:cubicBezTo>
                <a:cubicBezTo>
                  <a:pt x="294841" y="3289"/>
                  <a:pt x="295521" y="4945"/>
                  <a:pt x="295521" y="6942"/>
                </a:cubicBezTo>
                <a:cubicBezTo>
                  <a:pt x="295521" y="8938"/>
                  <a:pt x="294863" y="10595"/>
                  <a:pt x="293548" y="11912"/>
                </a:cubicBezTo>
                <a:cubicBezTo>
                  <a:pt x="292232" y="13227"/>
                  <a:pt x="290531" y="13885"/>
                  <a:pt x="288442" y="13885"/>
                </a:cubicBezTo>
                <a:cubicBezTo>
                  <a:pt x="286537" y="13885"/>
                  <a:pt x="284927" y="13227"/>
                  <a:pt x="283611" y="11912"/>
                </a:cubicBezTo>
                <a:cubicBezTo>
                  <a:pt x="282296" y="10595"/>
                  <a:pt x="281638" y="8938"/>
                  <a:pt x="281638" y="6942"/>
                </a:cubicBezTo>
                <a:cubicBezTo>
                  <a:pt x="281638" y="5036"/>
                  <a:pt x="282319" y="3403"/>
                  <a:pt x="283680" y="2042"/>
                </a:cubicBezTo>
                <a:cubicBezTo>
                  <a:pt x="285041" y="681"/>
                  <a:pt x="286628" y="0"/>
                  <a:pt x="288442" y="0"/>
                </a:cubicBezTo>
                <a:close/>
                <a:moveTo>
                  <a:pt x="309952" y="92972"/>
                </a:moveTo>
                <a:lnTo>
                  <a:pt x="309952" y="90930"/>
                </a:lnTo>
                <a:cubicBezTo>
                  <a:pt x="313400" y="90749"/>
                  <a:pt x="315645" y="90000"/>
                  <a:pt x="316688" y="88685"/>
                </a:cubicBezTo>
                <a:cubicBezTo>
                  <a:pt x="317732" y="87368"/>
                  <a:pt x="318300" y="84713"/>
                  <a:pt x="318391" y="80721"/>
                </a:cubicBezTo>
                <a:lnTo>
                  <a:pt x="318391" y="46963"/>
                </a:lnTo>
                <a:cubicBezTo>
                  <a:pt x="318391" y="43605"/>
                  <a:pt x="318028" y="41314"/>
                  <a:pt x="317301" y="40090"/>
                </a:cubicBezTo>
                <a:cubicBezTo>
                  <a:pt x="316575" y="38864"/>
                  <a:pt x="315260" y="38251"/>
                  <a:pt x="313354" y="38251"/>
                </a:cubicBezTo>
                <a:cubicBezTo>
                  <a:pt x="311631" y="38251"/>
                  <a:pt x="310406" y="38433"/>
                  <a:pt x="309680" y="38796"/>
                </a:cubicBezTo>
                <a:lnTo>
                  <a:pt x="309680" y="36482"/>
                </a:lnTo>
                <a:cubicBezTo>
                  <a:pt x="313401" y="35392"/>
                  <a:pt x="316622" y="34393"/>
                  <a:pt x="319345" y="33487"/>
                </a:cubicBezTo>
                <a:cubicBezTo>
                  <a:pt x="322067" y="32578"/>
                  <a:pt x="325107" y="31534"/>
                  <a:pt x="328465" y="30354"/>
                </a:cubicBezTo>
                <a:lnTo>
                  <a:pt x="329416" y="30628"/>
                </a:lnTo>
                <a:lnTo>
                  <a:pt x="329416" y="41381"/>
                </a:lnTo>
                <a:cubicBezTo>
                  <a:pt x="332503" y="38478"/>
                  <a:pt x="335135" y="36232"/>
                  <a:pt x="337311" y="34643"/>
                </a:cubicBezTo>
                <a:cubicBezTo>
                  <a:pt x="339490" y="33055"/>
                  <a:pt x="341486" y="31943"/>
                  <a:pt x="343302" y="31308"/>
                </a:cubicBezTo>
                <a:cubicBezTo>
                  <a:pt x="345117" y="30672"/>
                  <a:pt x="347068" y="30354"/>
                  <a:pt x="349155" y="30354"/>
                </a:cubicBezTo>
                <a:cubicBezTo>
                  <a:pt x="354237" y="30354"/>
                  <a:pt x="358184" y="32147"/>
                  <a:pt x="360996" y="35732"/>
                </a:cubicBezTo>
                <a:cubicBezTo>
                  <a:pt x="363810" y="39317"/>
                  <a:pt x="365217" y="44331"/>
                  <a:pt x="365217" y="50774"/>
                </a:cubicBezTo>
                <a:lnTo>
                  <a:pt x="365217" y="81947"/>
                </a:lnTo>
                <a:cubicBezTo>
                  <a:pt x="365308" y="85303"/>
                  <a:pt x="365875" y="87549"/>
                  <a:pt x="366918" y="88685"/>
                </a:cubicBezTo>
                <a:cubicBezTo>
                  <a:pt x="367962" y="89819"/>
                  <a:pt x="370163" y="90567"/>
                  <a:pt x="373521" y="90930"/>
                </a:cubicBezTo>
                <a:lnTo>
                  <a:pt x="373521" y="92972"/>
                </a:lnTo>
                <a:lnTo>
                  <a:pt x="345206" y="92972"/>
                </a:lnTo>
                <a:lnTo>
                  <a:pt x="345206" y="90930"/>
                </a:lnTo>
                <a:cubicBezTo>
                  <a:pt x="348564" y="90749"/>
                  <a:pt x="350810" y="89909"/>
                  <a:pt x="351944" y="88413"/>
                </a:cubicBezTo>
                <a:cubicBezTo>
                  <a:pt x="353080" y="86914"/>
                  <a:pt x="353693" y="83942"/>
                  <a:pt x="353783" y="79496"/>
                </a:cubicBezTo>
                <a:lnTo>
                  <a:pt x="353783" y="51046"/>
                </a:lnTo>
                <a:cubicBezTo>
                  <a:pt x="353783" y="42243"/>
                  <a:pt x="350470" y="37842"/>
                  <a:pt x="343846" y="37842"/>
                </a:cubicBezTo>
                <a:cubicBezTo>
                  <a:pt x="341578" y="37842"/>
                  <a:pt x="339468" y="38364"/>
                  <a:pt x="337517" y="39408"/>
                </a:cubicBezTo>
                <a:cubicBezTo>
                  <a:pt x="335566" y="40451"/>
                  <a:pt x="333002" y="42515"/>
                  <a:pt x="329826" y="45600"/>
                </a:cubicBezTo>
                <a:lnTo>
                  <a:pt x="329826" y="83851"/>
                </a:lnTo>
                <a:cubicBezTo>
                  <a:pt x="329826" y="86302"/>
                  <a:pt x="330483" y="88050"/>
                  <a:pt x="331799" y="89094"/>
                </a:cubicBezTo>
                <a:cubicBezTo>
                  <a:pt x="333114" y="90137"/>
                  <a:pt x="335451" y="90749"/>
                  <a:pt x="338809" y="90930"/>
                </a:cubicBezTo>
                <a:lnTo>
                  <a:pt x="338809" y="92972"/>
                </a:lnTo>
                <a:lnTo>
                  <a:pt x="309952" y="92972"/>
                </a:lnTo>
                <a:close/>
                <a:moveTo>
                  <a:pt x="439540" y="40156"/>
                </a:moveTo>
                <a:lnTo>
                  <a:pt x="428241" y="40156"/>
                </a:lnTo>
                <a:cubicBezTo>
                  <a:pt x="429239" y="42334"/>
                  <a:pt x="429920" y="44285"/>
                  <a:pt x="430283" y="46009"/>
                </a:cubicBezTo>
                <a:cubicBezTo>
                  <a:pt x="430647" y="47733"/>
                  <a:pt x="430829" y="49593"/>
                  <a:pt x="430829" y="51590"/>
                </a:cubicBezTo>
                <a:cubicBezTo>
                  <a:pt x="430829" y="58125"/>
                  <a:pt x="428651" y="63252"/>
                  <a:pt x="424295" y="66973"/>
                </a:cubicBezTo>
                <a:cubicBezTo>
                  <a:pt x="422208" y="68787"/>
                  <a:pt x="419871" y="70193"/>
                  <a:pt x="417284" y="71192"/>
                </a:cubicBezTo>
                <a:cubicBezTo>
                  <a:pt x="414698" y="72190"/>
                  <a:pt x="412134" y="72689"/>
                  <a:pt x="409593" y="72689"/>
                </a:cubicBezTo>
                <a:cubicBezTo>
                  <a:pt x="409502" y="72689"/>
                  <a:pt x="408798" y="72621"/>
                  <a:pt x="407483" y="72486"/>
                </a:cubicBezTo>
                <a:cubicBezTo>
                  <a:pt x="406167" y="72350"/>
                  <a:pt x="404284" y="72191"/>
                  <a:pt x="401833" y="72008"/>
                </a:cubicBezTo>
                <a:cubicBezTo>
                  <a:pt x="400653" y="72372"/>
                  <a:pt x="399428" y="73053"/>
                  <a:pt x="398157" y="74052"/>
                </a:cubicBezTo>
                <a:cubicBezTo>
                  <a:pt x="396887" y="75049"/>
                  <a:pt x="395821" y="76160"/>
                  <a:pt x="394958" y="77385"/>
                </a:cubicBezTo>
                <a:cubicBezTo>
                  <a:pt x="394097" y="78611"/>
                  <a:pt x="393666" y="79677"/>
                  <a:pt x="393666" y="80584"/>
                </a:cubicBezTo>
                <a:cubicBezTo>
                  <a:pt x="393666" y="82762"/>
                  <a:pt x="397205" y="83988"/>
                  <a:pt x="404284" y="84260"/>
                </a:cubicBezTo>
                <a:lnTo>
                  <a:pt x="421844" y="85077"/>
                </a:lnTo>
                <a:cubicBezTo>
                  <a:pt x="426926" y="85258"/>
                  <a:pt x="430941" y="86665"/>
                  <a:pt x="433891" y="89297"/>
                </a:cubicBezTo>
                <a:cubicBezTo>
                  <a:pt x="436840" y="91928"/>
                  <a:pt x="438315" y="95376"/>
                  <a:pt x="438315" y="99641"/>
                </a:cubicBezTo>
                <a:cubicBezTo>
                  <a:pt x="438315" y="104723"/>
                  <a:pt x="435820" y="109306"/>
                  <a:pt x="430829" y="113389"/>
                </a:cubicBezTo>
                <a:cubicBezTo>
                  <a:pt x="427290" y="116203"/>
                  <a:pt x="423024" y="118449"/>
                  <a:pt x="418032" y="120127"/>
                </a:cubicBezTo>
                <a:cubicBezTo>
                  <a:pt x="413042" y="121807"/>
                  <a:pt x="408005" y="122647"/>
                  <a:pt x="402924" y="122647"/>
                </a:cubicBezTo>
                <a:cubicBezTo>
                  <a:pt x="398567" y="122647"/>
                  <a:pt x="394619" y="122057"/>
                  <a:pt x="391080" y="120877"/>
                </a:cubicBezTo>
                <a:cubicBezTo>
                  <a:pt x="387541" y="119697"/>
                  <a:pt x="384705" y="118086"/>
                  <a:pt x="382572" y="116044"/>
                </a:cubicBezTo>
                <a:cubicBezTo>
                  <a:pt x="380440" y="114003"/>
                  <a:pt x="379374" y="111802"/>
                  <a:pt x="379374" y="109443"/>
                </a:cubicBezTo>
                <a:cubicBezTo>
                  <a:pt x="379374" y="106902"/>
                  <a:pt x="380372" y="104383"/>
                  <a:pt x="382369" y="101886"/>
                </a:cubicBezTo>
                <a:cubicBezTo>
                  <a:pt x="384366" y="99391"/>
                  <a:pt x="387814" y="96374"/>
                  <a:pt x="392715" y="92835"/>
                </a:cubicBezTo>
                <a:cubicBezTo>
                  <a:pt x="389901" y="91473"/>
                  <a:pt x="387995" y="90294"/>
                  <a:pt x="386997" y="89297"/>
                </a:cubicBezTo>
                <a:cubicBezTo>
                  <a:pt x="385998" y="88299"/>
                  <a:pt x="385499" y="87074"/>
                  <a:pt x="385499" y="85621"/>
                </a:cubicBezTo>
                <a:cubicBezTo>
                  <a:pt x="385499" y="84441"/>
                  <a:pt x="385748" y="83375"/>
                  <a:pt x="386247" y="82422"/>
                </a:cubicBezTo>
                <a:cubicBezTo>
                  <a:pt x="386747" y="81470"/>
                  <a:pt x="387723" y="80267"/>
                  <a:pt x="389175" y="78814"/>
                </a:cubicBezTo>
                <a:cubicBezTo>
                  <a:pt x="389357" y="78543"/>
                  <a:pt x="389855" y="78022"/>
                  <a:pt x="390671" y="77250"/>
                </a:cubicBezTo>
                <a:cubicBezTo>
                  <a:pt x="391488" y="76479"/>
                  <a:pt x="392623" y="75412"/>
                  <a:pt x="394075" y="74050"/>
                </a:cubicBezTo>
                <a:lnTo>
                  <a:pt x="397615" y="70784"/>
                </a:lnTo>
                <a:cubicBezTo>
                  <a:pt x="393077" y="68515"/>
                  <a:pt x="389833" y="65974"/>
                  <a:pt x="387881" y="63162"/>
                </a:cubicBezTo>
                <a:cubicBezTo>
                  <a:pt x="385930" y="60348"/>
                  <a:pt x="384955" y="56809"/>
                  <a:pt x="384955" y="52544"/>
                </a:cubicBezTo>
                <a:cubicBezTo>
                  <a:pt x="384955" y="48369"/>
                  <a:pt x="385975" y="44602"/>
                  <a:pt x="388016" y="41244"/>
                </a:cubicBezTo>
                <a:cubicBezTo>
                  <a:pt x="390059" y="37886"/>
                  <a:pt x="392804" y="35232"/>
                  <a:pt x="396252" y="33281"/>
                </a:cubicBezTo>
                <a:cubicBezTo>
                  <a:pt x="399701" y="31330"/>
                  <a:pt x="403513" y="30354"/>
                  <a:pt x="407686" y="30354"/>
                </a:cubicBezTo>
                <a:cubicBezTo>
                  <a:pt x="411317" y="30354"/>
                  <a:pt x="414947" y="31035"/>
                  <a:pt x="418576" y="32396"/>
                </a:cubicBezTo>
                <a:lnTo>
                  <a:pt x="421572" y="33487"/>
                </a:lnTo>
                <a:cubicBezTo>
                  <a:pt x="422933" y="33939"/>
                  <a:pt x="424157" y="34279"/>
                  <a:pt x="425246" y="34506"/>
                </a:cubicBezTo>
                <a:cubicBezTo>
                  <a:pt x="426336" y="34733"/>
                  <a:pt x="427607" y="34847"/>
                  <a:pt x="429059" y="34847"/>
                </a:cubicBezTo>
                <a:lnTo>
                  <a:pt x="439540" y="34847"/>
                </a:lnTo>
                <a:lnTo>
                  <a:pt x="439540" y="40156"/>
                </a:lnTo>
                <a:moveTo>
                  <a:pt x="395573" y="93244"/>
                </a:moveTo>
                <a:cubicBezTo>
                  <a:pt x="392851" y="96510"/>
                  <a:pt x="391058" y="98892"/>
                  <a:pt x="390195" y="100389"/>
                </a:cubicBezTo>
                <a:cubicBezTo>
                  <a:pt x="389334" y="101887"/>
                  <a:pt x="388903" y="103408"/>
                  <a:pt x="388903" y="104950"/>
                </a:cubicBezTo>
                <a:cubicBezTo>
                  <a:pt x="388903" y="107945"/>
                  <a:pt x="390695" y="110350"/>
                  <a:pt x="394279" y="112164"/>
                </a:cubicBezTo>
                <a:cubicBezTo>
                  <a:pt x="397864" y="113979"/>
                  <a:pt x="402697" y="114887"/>
                  <a:pt x="408777" y="114887"/>
                </a:cubicBezTo>
                <a:cubicBezTo>
                  <a:pt x="416490" y="114887"/>
                  <a:pt x="422706" y="113661"/>
                  <a:pt x="427425" y="111210"/>
                </a:cubicBezTo>
                <a:cubicBezTo>
                  <a:pt x="432144" y="108761"/>
                  <a:pt x="434503" y="105585"/>
                  <a:pt x="434503" y="101683"/>
                </a:cubicBezTo>
                <a:cubicBezTo>
                  <a:pt x="434503" y="99233"/>
                  <a:pt x="433233" y="97509"/>
                  <a:pt x="430692" y="96511"/>
                </a:cubicBezTo>
                <a:cubicBezTo>
                  <a:pt x="428151" y="95513"/>
                  <a:pt x="423795" y="95013"/>
                  <a:pt x="417625" y="95013"/>
                </a:cubicBezTo>
                <a:cubicBezTo>
                  <a:pt x="415447" y="95013"/>
                  <a:pt x="412928" y="94923"/>
                  <a:pt x="410069" y="94741"/>
                </a:cubicBezTo>
                <a:cubicBezTo>
                  <a:pt x="407211" y="94560"/>
                  <a:pt x="404465" y="94333"/>
                  <a:pt x="401833" y="94060"/>
                </a:cubicBezTo>
                <a:cubicBezTo>
                  <a:pt x="399202" y="93789"/>
                  <a:pt x="397115" y="93517"/>
                  <a:pt x="395573" y="93244"/>
                </a:cubicBezTo>
                <a:moveTo>
                  <a:pt x="396252" y="46963"/>
                </a:moveTo>
                <a:lnTo>
                  <a:pt x="396252" y="47370"/>
                </a:lnTo>
                <a:cubicBezTo>
                  <a:pt x="396252" y="53904"/>
                  <a:pt x="397545" y="59191"/>
                  <a:pt x="400132" y="63230"/>
                </a:cubicBezTo>
                <a:cubicBezTo>
                  <a:pt x="402719" y="67268"/>
                  <a:pt x="406099" y="69287"/>
                  <a:pt x="410274" y="69287"/>
                </a:cubicBezTo>
                <a:cubicBezTo>
                  <a:pt x="413449" y="69287"/>
                  <a:pt x="415922" y="68175"/>
                  <a:pt x="417692" y="65951"/>
                </a:cubicBezTo>
                <a:cubicBezTo>
                  <a:pt x="419461" y="63727"/>
                  <a:pt x="420346" y="60710"/>
                  <a:pt x="420346" y="56899"/>
                </a:cubicBezTo>
                <a:cubicBezTo>
                  <a:pt x="420346" y="54177"/>
                  <a:pt x="419983" y="51364"/>
                  <a:pt x="419258" y="48460"/>
                </a:cubicBezTo>
                <a:cubicBezTo>
                  <a:pt x="418532" y="45556"/>
                  <a:pt x="417534" y="42925"/>
                  <a:pt x="416263" y="40565"/>
                </a:cubicBezTo>
                <a:cubicBezTo>
                  <a:pt x="413994" y="36299"/>
                  <a:pt x="410682" y="34166"/>
                  <a:pt x="406326" y="34166"/>
                </a:cubicBezTo>
                <a:cubicBezTo>
                  <a:pt x="403241" y="34166"/>
                  <a:pt x="400790" y="35300"/>
                  <a:pt x="398975" y="37570"/>
                </a:cubicBezTo>
                <a:cubicBezTo>
                  <a:pt x="397160" y="39838"/>
                  <a:pt x="396252" y="42969"/>
                  <a:pt x="396252" y="469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Length">
            <a:extLst xmlns:a="http://schemas.openxmlformats.org/drawingml/2006/main">
              <a:ext uri="{FF2B5EF4-FFF2-40B4-BE49-F238E27FC236}">
                <a16:creationId xmlns:a16="http://schemas.microsoft.com/office/drawing/2014/main" id="{9E617DE4-0EC1-42FC-9F78-41119590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210" y="4402748"/>
            <a:ext cx="382636" cy="122820"/>
          </a:xfrm>
          <a:custGeom xmlns:a="http://schemas.openxmlformats.org/drawingml/2006/main">
            <a:pathLst>
              <a:path w="382636" h="122820">
                <a:moveTo>
                  <a:pt x="38442" y="2862"/>
                </a:moveTo>
                <a:lnTo>
                  <a:pt x="38442" y="5452"/>
                </a:lnTo>
                <a:cubicBezTo>
                  <a:pt x="34898" y="5633"/>
                  <a:pt x="32240" y="6042"/>
                  <a:pt x="30468" y="6679"/>
                </a:cubicBezTo>
                <a:cubicBezTo>
                  <a:pt x="28696" y="7315"/>
                  <a:pt x="27491" y="8475"/>
                  <a:pt x="26855" y="10157"/>
                </a:cubicBezTo>
                <a:cubicBezTo>
                  <a:pt x="26218" y="11837"/>
                  <a:pt x="25855" y="14359"/>
                  <a:pt x="25765" y="17722"/>
                </a:cubicBezTo>
                <a:lnTo>
                  <a:pt x="25765" y="82197"/>
                </a:lnTo>
                <a:cubicBezTo>
                  <a:pt x="25855" y="83833"/>
                  <a:pt x="26128" y="85038"/>
                  <a:pt x="26582" y="85810"/>
                </a:cubicBezTo>
                <a:cubicBezTo>
                  <a:pt x="27037" y="86583"/>
                  <a:pt x="28082" y="87082"/>
                  <a:pt x="29717" y="87310"/>
                </a:cubicBezTo>
                <a:cubicBezTo>
                  <a:pt x="31353" y="87537"/>
                  <a:pt x="33943" y="87696"/>
                  <a:pt x="37488" y="87786"/>
                </a:cubicBezTo>
                <a:lnTo>
                  <a:pt x="46621" y="87786"/>
                </a:lnTo>
                <a:cubicBezTo>
                  <a:pt x="52528" y="87605"/>
                  <a:pt x="57276" y="86992"/>
                  <a:pt x="60865" y="85947"/>
                </a:cubicBezTo>
                <a:cubicBezTo>
                  <a:pt x="64455" y="84902"/>
                  <a:pt x="67431" y="83062"/>
                  <a:pt x="69794" y="80427"/>
                </a:cubicBezTo>
                <a:cubicBezTo>
                  <a:pt x="72157" y="77791"/>
                  <a:pt x="74383" y="74110"/>
                  <a:pt x="76473" y="69384"/>
                </a:cubicBezTo>
                <a:lnTo>
                  <a:pt x="79882" y="69384"/>
                </a:lnTo>
                <a:lnTo>
                  <a:pt x="73339" y="93103"/>
                </a:lnTo>
                <a:lnTo>
                  <a:pt x="0" y="93103"/>
                </a:lnTo>
                <a:lnTo>
                  <a:pt x="0" y="90513"/>
                </a:lnTo>
                <a:cubicBezTo>
                  <a:pt x="3273" y="90331"/>
                  <a:pt x="5749" y="89900"/>
                  <a:pt x="7430" y="89219"/>
                </a:cubicBezTo>
                <a:cubicBezTo>
                  <a:pt x="9112" y="88537"/>
                  <a:pt x="10248" y="87356"/>
                  <a:pt x="10839" y="85675"/>
                </a:cubicBezTo>
                <a:cubicBezTo>
                  <a:pt x="11430" y="83993"/>
                  <a:pt x="11770" y="81516"/>
                  <a:pt x="11860" y="78245"/>
                </a:cubicBezTo>
                <a:lnTo>
                  <a:pt x="11860" y="17722"/>
                </a:lnTo>
                <a:cubicBezTo>
                  <a:pt x="11770" y="14449"/>
                  <a:pt x="11430" y="11972"/>
                  <a:pt x="10839" y="10292"/>
                </a:cubicBezTo>
                <a:cubicBezTo>
                  <a:pt x="10248" y="8610"/>
                  <a:pt x="9135" y="7428"/>
                  <a:pt x="7498" y="6748"/>
                </a:cubicBezTo>
                <a:cubicBezTo>
                  <a:pt x="5862" y="6065"/>
                  <a:pt x="3363" y="5633"/>
                  <a:pt x="0" y="5452"/>
                </a:cubicBezTo>
                <a:lnTo>
                  <a:pt x="0" y="2862"/>
                </a:lnTo>
                <a:lnTo>
                  <a:pt x="38442" y="2862"/>
                </a:lnTo>
                <a:close/>
                <a:moveTo>
                  <a:pt x="138088" y="70747"/>
                </a:moveTo>
                <a:lnTo>
                  <a:pt x="140268" y="71702"/>
                </a:lnTo>
                <a:cubicBezTo>
                  <a:pt x="137452" y="79062"/>
                  <a:pt x="133567" y="84696"/>
                  <a:pt x="128614" y="88604"/>
                </a:cubicBezTo>
                <a:cubicBezTo>
                  <a:pt x="123661" y="92511"/>
                  <a:pt x="117913" y="94465"/>
                  <a:pt x="111371" y="94465"/>
                </a:cubicBezTo>
                <a:cubicBezTo>
                  <a:pt x="103555" y="94465"/>
                  <a:pt x="97353" y="91717"/>
                  <a:pt x="92763" y="86220"/>
                </a:cubicBezTo>
                <a:cubicBezTo>
                  <a:pt x="88175" y="80722"/>
                  <a:pt x="85880" y="73292"/>
                  <a:pt x="85880" y="63931"/>
                </a:cubicBezTo>
                <a:cubicBezTo>
                  <a:pt x="85880" y="58297"/>
                  <a:pt x="86766" y="53185"/>
                  <a:pt x="88539" y="48597"/>
                </a:cubicBezTo>
                <a:cubicBezTo>
                  <a:pt x="90311" y="44007"/>
                  <a:pt x="92787" y="40303"/>
                  <a:pt x="95966" y="37486"/>
                </a:cubicBezTo>
                <a:cubicBezTo>
                  <a:pt x="101237" y="32760"/>
                  <a:pt x="107372" y="30397"/>
                  <a:pt x="114370" y="30397"/>
                </a:cubicBezTo>
                <a:cubicBezTo>
                  <a:pt x="121730" y="30397"/>
                  <a:pt x="127546" y="32987"/>
                  <a:pt x="131817" y="38168"/>
                </a:cubicBezTo>
                <a:cubicBezTo>
                  <a:pt x="133543" y="40349"/>
                  <a:pt x="134816" y="42644"/>
                  <a:pt x="135634" y="45053"/>
                </a:cubicBezTo>
                <a:cubicBezTo>
                  <a:pt x="136452" y="47460"/>
                  <a:pt x="137134" y="50891"/>
                  <a:pt x="137678" y="55344"/>
                </a:cubicBezTo>
                <a:lnTo>
                  <a:pt x="95694" y="55344"/>
                </a:lnTo>
                <a:cubicBezTo>
                  <a:pt x="95875" y="59524"/>
                  <a:pt x="96239" y="62909"/>
                  <a:pt x="96784" y="65499"/>
                </a:cubicBezTo>
                <a:cubicBezTo>
                  <a:pt x="97330" y="68089"/>
                  <a:pt x="98194" y="70702"/>
                  <a:pt x="99375" y="73336"/>
                </a:cubicBezTo>
                <a:cubicBezTo>
                  <a:pt x="103373" y="81152"/>
                  <a:pt x="109235" y="85059"/>
                  <a:pt x="116960" y="85059"/>
                </a:cubicBezTo>
                <a:cubicBezTo>
                  <a:pt x="121322" y="85059"/>
                  <a:pt x="125116" y="83969"/>
                  <a:pt x="128341" y="81790"/>
                </a:cubicBezTo>
                <a:cubicBezTo>
                  <a:pt x="131568" y="79608"/>
                  <a:pt x="134817" y="75927"/>
                  <a:pt x="138088" y="70747"/>
                </a:cubicBezTo>
                <a:moveTo>
                  <a:pt x="95966" y="50981"/>
                </a:moveTo>
                <a:lnTo>
                  <a:pt x="123776" y="50981"/>
                </a:lnTo>
                <a:cubicBezTo>
                  <a:pt x="122866" y="45075"/>
                  <a:pt x="121457" y="40986"/>
                  <a:pt x="119549" y="38715"/>
                </a:cubicBezTo>
                <a:cubicBezTo>
                  <a:pt x="117641" y="36442"/>
                  <a:pt x="114597" y="35306"/>
                  <a:pt x="110416" y="35306"/>
                </a:cubicBezTo>
                <a:cubicBezTo>
                  <a:pt x="106235" y="35306"/>
                  <a:pt x="102963" y="36578"/>
                  <a:pt x="100600" y="39123"/>
                </a:cubicBezTo>
                <a:cubicBezTo>
                  <a:pt x="98239" y="41667"/>
                  <a:pt x="96694" y="45620"/>
                  <a:pt x="95966" y="50981"/>
                </a:cubicBezTo>
                <a:close/>
                <a:moveTo>
                  <a:pt x="144631" y="93103"/>
                </a:moveTo>
                <a:lnTo>
                  <a:pt x="144631" y="91058"/>
                </a:lnTo>
                <a:cubicBezTo>
                  <a:pt x="148084" y="90876"/>
                  <a:pt x="150332" y="90127"/>
                  <a:pt x="151376" y="88810"/>
                </a:cubicBezTo>
                <a:cubicBezTo>
                  <a:pt x="152422" y="87491"/>
                  <a:pt x="152990" y="84833"/>
                  <a:pt x="153082" y="80835"/>
                </a:cubicBezTo>
                <a:lnTo>
                  <a:pt x="153082" y="47029"/>
                </a:lnTo>
                <a:cubicBezTo>
                  <a:pt x="153082" y="43666"/>
                  <a:pt x="152718" y="41372"/>
                  <a:pt x="151990" y="40146"/>
                </a:cubicBezTo>
                <a:cubicBezTo>
                  <a:pt x="151263" y="38919"/>
                  <a:pt x="149946" y="38305"/>
                  <a:pt x="148038" y="38305"/>
                </a:cubicBezTo>
                <a:cubicBezTo>
                  <a:pt x="146312" y="38305"/>
                  <a:pt x="145085" y="38487"/>
                  <a:pt x="144358" y="38850"/>
                </a:cubicBezTo>
                <a:lnTo>
                  <a:pt x="144358" y="36533"/>
                </a:lnTo>
                <a:cubicBezTo>
                  <a:pt x="148084" y="35442"/>
                  <a:pt x="151310" y="34442"/>
                  <a:pt x="154037" y="33534"/>
                </a:cubicBezTo>
                <a:cubicBezTo>
                  <a:pt x="156763" y="32624"/>
                  <a:pt x="159807" y="31578"/>
                  <a:pt x="163170" y="30397"/>
                </a:cubicBezTo>
                <a:lnTo>
                  <a:pt x="164123" y="30672"/>
                </a:lnTo>
                <a:lnTo>
                  <a:pt x="164123" y="41440"/>
                </a:lnTo>
                <a:cubicBezTo>
                  <a:pt x="167213" y="38532"/>
                  <a:pt x="169849" y="36283"/>
                  <a:pt x="172029" y="34692"/>
                </a:cubicBezTo>
                <a:cubicBezTo>
                  <a:pt x="174210" y="33102"/>
                  <a:pt x="176209" y="31988"/>
                  <a:pt x="178027" y="31352"/>
                </a:cubicBezTo>
                <a:cubicBezTo>
                  <a:pt x="179845" y="30715"/>
                  <a:pt x="181799" y="30397"/>
                  <a:pt x="183889" y="30397"/>
                </a:cubicBezTo>
                <a:cubicBezTo>
                  <a:pt x="188978" y="30397"/>
                  <a:pt x="192930" y="32192"/>
                  <a:pt x="195747" y="35782"/>
                </a:cubicBezTo>
                <a:cubicBezTo>
                  <a:pt x="198564" y="39372"/>
                  <a:pt x="199973" y="44393"/>
                  <a:pt x="199973" y="50845"/>
                </a:cubicBezTo>
                <a:lnTo>
                  <a:pt x="199973" y="82062"/>
                </a:lnTo>
                <a:cubicBezTo>
                  <a:pt x="200065" y="85423"/>
                  <a:pt x="200633" y="87672"/>
                  <a:pt x="201677" y="88810"/>
                </a:cubicBezTo>
                <a:cubicBezTo>
                  <a:pt x="202722" y="89945"/>
                  <a:pt x="204926" y="90695"/>
                  <a:pt x="208289" y="91058"/>
                </a:cubicBezTo>
                <a:lnTo>
                  <a:pt x="208289" y="93103"/>
                </a:lnTo>
                <a:lnTo>
                  <a:pt x="179935" y="93103"/>
                </a:lnTo>
                <a:lnTo>
                  <a:pt x="179935" y="91058"/>
                </a:lnTo>
                <a:cubicBezTo>
                  <a:pt x="183297" y="90876"/>
                  <a:pt x="185546" y="90036"/>
                  <a:pt x="186682" y="88537"/>
                </a:cubicBezTo>
                <a:cubicBezTo>
                  <a:pt x="187819" y="87037"/>
                  <a:pt x="188433" y="84060"/>
                  <a:pt x="188523" y="79608"/>
                </a:cubicBezTo>
                <a:lnTo>
                  <a:pt x="188523" y="51118"/>
                </a:lnTo>
                <a:cubicBezTo>
                  <a:pt x="188523" y="42303"/>
                  <a:pt x="185206" y="37895"/>
                  <a:pt x="178572" y="37895"/>
                </a:cubicBezTo>
                <a:cubicBezTo>
                  <a:pt x="176301" y="37895"/>
                  <a:pt x="174188" y="38418"/>
                  <a:pt x="172235" y="39464"/>
                </a:cubicBezTo>
                <a:cubicBezTo>
                  <a:pt x="170281" y="40508"/>
                  <a:pt x="167713" y="42575"/>
                  <a:pt x="164532" y="45664"/>
                </a:cubicBezTo>
                <a:lnTo>
                  <a:pt x="164532" y="83969"/>
                </a:lnTo>
                <a:cubicBezTo>
                  <a:pt x="164532" y="86424"/>
                  <a:pt x="165191" y="88174"/>
                  <a:pt x="166508" y="89219"/>
                </a:cubicBezTo>
                <a:cubicBezTo>
                  <a:pt x="167826" y="90263"/>
                  <a:pt x="170166" y="90876"/>
                  <a:pt x="173528" y="91058"/>
                </a:cubicBezTo>
                <a:lnTo>
                  <a:pt x="173528" y="93103"/>
                </a:lnTo>
                <a:lnTo>
                  <a:pt x="144631" y="93103"/>
                </a:lnTo>
                <a:close/>
                <a:moveTo>
                  <a:pt x="274674" y="40213"/>
                </a:moveTo>
                <a:lnTo>
                  <a:pt x="263359" y="40213"/>
                </a:lnTo>
                <a:cubicBezTo>
                  <a:pt x="264359" y="42394"/>
                  <a:pt x="265041" y="44348"/>
                  <a:pt x="265404" y="46074"/>
                </a:cubicBezTo>
                <a:cubicBezTo>
                  <a:pt x="265769" y="47800"/>
                  <a:pt x="265951" y="49663"/>
                  <a:pt x="265951" y="51663"/>
                </a:cubicBezTo>
                <a:cubicBezTo>
                  <a:pt x="265951" y="58207"/>
                  <a:pt x="263770" y="63341"/>
                  <a:pt x="259407" y="67067"/>
                </a:cubicBezTo>
                <a:cubicBezTo>
                  <a:pt x="257318" y="68884"/>
                  <a:pt x="254978" y="70292"/>
                  <a:pt x="252387" y="71292"/>
                </a:cubicBezTo>
                <a:cubicBezTo>
                  <a:pt x="249797" y="72292"/>
                  <a:pt x="247230" y="72791"/>
                  <a:pt x="244685" y="72791"/>
                </a:cubicBezTo>
                <a:cubicBezTo>
                  <a:pt x="244594" y="72791"/>
                  <a:pt x="243889" y="72724"/>
                  <a:pt x="242572" y="72588"/>
                </a:cubicBezTo>
                <a:cubicBezTo>
                  <a:pt x="241255" y="72452"/>
                  <a:pt x="239369" y="72292"/>
                  <a:pt x="236914" y="72109"/>
                </a:cubicBezTo>
                <a:cubicBezTo>
                  <a:pt x="235733" y="72474"/>
                  <a:pt x="234506" y="73156"/>
                  <a:pt x="233233" y="74156"/>
                </a:cubicBezTo>
                <a:cubicBezTo>
                  <a:pt x="231961" y="75154"/>
                  <a:pt x="230893" y="76267"/>
                  <a:pt x="230029" y="77494"/>
                </a:cubicBezTo>
                <a:cubicBezTo>
                  <a:pt x="229167" y="78722"/>
                  <a:pt x="228736" y="79789"/>
                  <a:pt x="228736" y="80698"/>
                </a:cubicBezTo>
                <a:cubicBezTo>
                  <a:pt x="228736" y="82879"/>
                  <a:pt x="232280" y="84106"/>
                  <a:pt x="239369" y="84379"/>
                </a:cubicBezTo>
                <a:lnTo>
                  <a:pt x="256953" y="85197"/>
                </a:lnTo>
                <a:cubicBezTo>
                  <a:pt x="262042" y="85378"/>
                  <a:pt x="266063" y="86787"/>
                  <a:pt x="269017" y="89423"/>
                </a:cubicBezTo>
                <a:cubicBezTo>
                  <a:pt x="271971" y="92058"/>
                  <a:pt x="273447" y="95511"/>
                  <a:pt x="273447" y="99781"/>
                </a:cubicBezTo>
                <a:cubicBezTo>
                  <a:pt x="273447" y="104871"/>
                  <a:pt x="270949" y="109460"/>
                  <a:pt x="265951" y="113549"/>
                </a:cubicBezTo>
                <a:cubicBezTo>
                  <a:pt x="262407" y="116367"/>
                  <a:pt x="258135" y="118616"/>
                  <a:pt x="253136" y="120296"/>
                </a:cubicBezTo>
                <a:cubicBezTo>
                  <a:pt x="248139" y="121979"/>
                  <a:pt x="243095" y="122820"/>
                  <a:pt x="238006" y="122820"/>
                </a:cubicBezTo>
                <a:cubicBezTo>
                  <a:pt x="233644" y="122820"/>
                  <a:pt x="229690" y="122229"/>
                  <a:pt x="226146" y="121047"/>
                </a:cubicBezTo>
                <a:cubicBezTo>
                  <a:pt x="222602" y="119866"/>
                  <a:pt x="219762" y="118253"/>
                  <a:pt x="217626" y="116207"/>
                </a:cubicBezTo>
                <a:cubicBezTo>
                  <a:pt x="215491" y="114163"/>
                  <a:pt x="214423" y="111960"/>
                  <a:pt x="214423" y="109597"/>
                </a:cubicBezTo>
                <a:cubicBezTo>
                  <a:pt x="214423" y="107052"/>
                  <a:pt x="215423" y="104530"/>
                  <a:pt x="217423" y="102030"/>
                </a:cubicBezTo>
                <a:cubicBezTo>
                  <a:pt x="219422" y="99531"/>
                  <a:pt x="222876" y="96510"/>
                  <a:pt x="227783" y="92965"/>
                </a:cubicBezTo>
                <a:cubicBezTo>
                  <a:pt x="224965" y="91602"/>
                  <a:pt x="223057" y="90422"/>
                  <a:pt x="222057" y="89423"/>
                </a:cubicBezTo>
                <a:cubicBezTo>
                  <a:pt x="221057" y="88423"/>
                  <a:pt x="220557" y="87196"/>
                  <a:pt x="220557" y="85742"/>
                </a:cubicBezTo>
                <a:cubicBezTo>
                  <a:pt x="220557" y="84560"/>
                  <a:pt x="220807" y="83492"/>
                  <a:pt x="221306" y="82538"/>
                </a:cubicBezTo>
                <a:cubicBezTo>
                  <a:pt x="221807" y="81584"/>
                  <a:pt x="222784" y="80380"/>
                  <a:pt x="224239" y="78925"/>
                </a:cubicBezTo>
                <a:cubicBezTo>
                  <a:pt x="224420" y="78654"/>
                  <a:pt x="224920" y="78132"/>
                  <a:pt x="225736" y="77359"/>
                </a:cubicBezTo>
                <a:cubicBezTo>
                  <a:pt x="226555" y="76587"/>
                  <a:pt x="227691" y="75518"/>
                  <a:pt x="229145" y="74154"/>
                </a:cubicBezTo>
                <a:lnTo>
                  <a:pt x="232690" y="70884"/>
                </a:lnTo>
                <a:cubicBezTo>
                  <a:pt x="228146" y="68611"/>
                  <a:pt x="224897" y="66067"/>
                  <a:pt x="222943" y="63251"/>
                </a:cubicBezTo>
                <a:cubicBezTo>
                  <a:pt x="220989" y="60433"/>
                  <a:pt x="220012" y="56889"/>
                  <a:pt x="220012" y="52618"/>
                </a:cubicBezTo>
                <a:cubicBezTo>
                  <a:pt x="220012" y="48437"/>
                  <a:pt x="221034" y="44665"/>
                  <a:pt x="223078" y="41302"/>
                </a:cubicBezTo>
                <a:cubicBezTo>
                  <a:pt x="225123" y="37940"/>
                  <a:pt x="227873" y="35282"/>
                  <a:pt x="231325" y="33328"/>
                </a:cubicBezTo>
                <a:cubicBezTo>
                  <a:pt x="234780" y="31374"/>
                  <a:pt x="238596" y="30397"/>
                  <a:pt x="242776" y="30397"/>
                </a:cubicBezTo>
                <a:cubicBezTo>
                  <a:pt x="246412" y="30397"/>
                  <a:pt x="250047" y="31079"/>
                  <a:pt x="253681" y="32442"/>
                </a:cubicBezTo>
                <a:lnTo>
                  <a:pt x="256680" y="33534"/>
                </a:lnTo>
                <a:cubicBezTo>
                  <a:pt x="258044" y="33987"/>
                  <a:pt x="259270" y="34328"/>
                  <a:pt x="260360" y="34555"/>
                </a:cubicBezTo>
                <a:cubicBezTo>
                  <a:pt x="261451" y="34782"/>
                  <a:pt x="262724" y="34896"/>
                  <a:pt x="264179" y="34896"/>
                </a:cubicBezTo>
                <a:lnTo>
                  <a:pt x="274674" y="34896"/>
                </a:lnTo>
                <a:lnTo>
                  <a:pt x="274674" y="40213"/>
                </a:lnTo>
                <a:moveTo>
                  <a:pt x="230645" y="93375"/>
                </a:moveTo>
                <a:cubicBezTo>
                  <a:pt x="227919" y="96646"/>
                  <a:pt x="226124" y="99031"/>
                  <a:pt x="225260" y="100530"/>
                </a:cubicBezTo>
                <a:cubicBezTo>
                  <a:pt x="224398" y="102031"/>
                  <a:pt x="223966" y="103553"/>
                  <a:pt x="223966" y="105098"/>
                </a:cubicBezTo>
                <a:cubicBezTo>
                  <a:pt x="223966" y="108097"/>
                  <a:pt x="225761" y="110505"/>
                  <a:pt x="229349" y="112322"/>
                </a:cubicBezTo>
                <a:cubicBezTo>
                  <a:pt x="232939" y="114140"/>
                  <a:pt x="237779" y="115049"/>
                  <a:pt x="243868" y="115049"/>
                </a:cubicBezTo>
                <a:cubicBezTo>
                  <a:pt x="251591" y="115049"/>
                  <a:pt x="257816" y="113821"/>
                  <a:pt x="262542" y="111367"/>
                </a:cubicBezTo>
                <a:cubicBezTo>
                  <a:pt x="267268" y="108914"/>
                  <a:pt x="269631" y="105734"/>
                  <a:pt x="269631" y="101826"/>
                </a:cubicBezTo>
                <a:cubicBezTo>
                  <a:pt x="269631" y="99373"/>
                  <a:pt x="268358" y="97647"/>
                  <a:pt x="265814" y="96647"/>
                </a:cubicBezTo>
                <a:cubicBezTo>
                  <a:pt x="263269" y="95647"/>
                  <a:pt x="258907" y="95147"/>
                  <a:pt x="252728" y="95147"/>
                </a:cubicBezTo>
                <a:cubicBezTo>
                  <a:pt x="250547" y="95147"/>
                  <a:pt x="248025" y="95056"/>
                  <a:pt x="245161" y="94875"/>
                </a:cubicBezTo>
                <a:cubicBezTo>
                  <a:pt x="242299" y="94693"/>
                  <a:pt x="239550" y="94466"/>
                  <a:pt x="236914" y="94193"/>
                </a:cubicBezTo>
                <a:cubicBezTo>
                  <a:pt x="234280" y="93921"/>
                  <a:pt x="232190" y="93648"/>
                  <a:pt x="230645" y="93375"/>
                </a:cubicBezTo>
                <a:moveTo>
                  <a:pt x="231325" y="47029"/>
                </a:moveTo>
                <a:lnTo>
                  <a:pt x="231325" y="47436"/>
                </a:lnTo>
                <a:cubicBezTo>
                  <a:pt x="231325" y="53980"/>
                  <a:pt x="232620" y="59274"/>
                  <a:pt x="235211" y="63319"/>
                </a:cubicBezTo>
                <a:cubicBezTo>
                  <a:pt x="237801" y="67363"/>
                  <a:pt x="241187" y="69384"/>
                  <a:pt x="245367" y="69384"/>
                </a:cubicBezTo>
                <a:cubicBezTo>
                  <a:pt x="248547" y="69384"/>
                  <a:pt x="251023" y="68271"/>
                  <a:pt x="252795" y="66044"/>
                </a:cubicBezTo>
                <a:cubicBezTo>
                  <a:pt x="254567" y="63817"/>
                  <a:pt x="255453" y="60795"/>
                  <a:pt x="255453" y="56979"/>
                </a:cubicBezTo>
                <a:cubicBezTo>
                  <a:pt x="255453" y="54253"/>
                  <a:pt x="255090" y="51436"/>
                  <a:pt x="254363" y="48528"/>
                </a:cubicBezTo>
                <a:cubicBezTo>
                  <a:pt x="253637" y="45621"/>
                  <a:pt x="252637" y="42985"/>
                  <a:pt x="251364" y="40622"/>
                </a:cubicBezTo>
                <a:cubicBezTo>
                  <a:pt x="249093" y="36350"/>
                  <a:pt x="245776" y="34214"/>
                  <a:pt x="241413" y="34214"/>
                </a:cubicBezTo>
                <a:cubicBezTo>
                  <a:pt x="238324" y="34214"/>
                  <a:pt x="235870" y="35350"/>
                  <a:pt x="234052" y="37623"/>
                </a:cubicBezTo>
                <a:cubicBezTo>
                  <a:pt x="232234" y="39894"/>
                  <a:pt x="231325" y="43030"/>
                  <a:pt x="231325" y="47029"/>
                </a:cubicBezTo>
                <a:close/>
                <a:moveTo>
                  <a:pt x="314070" y="31762"/>
                </a:moveTo>
                <a:lnTo>
                  <a:pt x="314070" y="36123"/>
                </a:lnTo>
                <a:lnTo>
                  <a:pt x="300303" y="36123"/>
                </a:lnTo>
                <a:lnTo>
                  <a:pt x="300303" y="75109"/>
                </a:lnTo>
                <a:cubicBezTo>
                  <a:pt x="300303" y="79380"/>
                  <a:pt x="300848" y="82492"/>
                  <a:pt x="301938" y="84446"/>
                </a:cubicBezTo>
                <a:cubicBezTo>
                  <a:pt x="303029" y="86400"/>
                  <a:pt x="304847" y="87376"/>
                  <a:pt x="307391" y="87376"/>
                </a:cubicBezTo>
                <a:cubicBezTo>
                  <a:pt x="308936" y="87376"/>
                  <a:pt x="310321" y="87013"/>
                  <a:pt x="311547" y="86286"/>
                </a:cubicBezTo>
                <a:cubicBezTo>
                  <a:pt x="312774" y="85560"/>
                  <a:pt x="314115" y="84333"/>
                  <a:pt x="315570" y="82607"/>
                </a:cubicBezTo>
                <a:lnTo>
                  <a:pt x="317342" y="84107"/>
                </a:lnTo>
                <a:cubicBezTo>
                  <a:pt x="312980" y="91012"/>
                  <a:pt x="307527" y="94465"/>
                  <a:pt x="300983" y="94465"/>
                </a:cubicBezTo>
                <a:cubicBezTo>
                  <a:pt x="292896" y="94465"/>
                  <a:pt x="288852" y="88694"/>
                  <a:pt x="288852" y="77153"/>
                </a:cubicBezTo>
                <a:lnTo>
                  <a:pt x="288852" y="36123"/>
                </a:lnTo>
                <a:lnTo>
                  <a:pt x="281627" y="36123"/>
                </a:lnTo>
                <a:cubicBezTo>
                  <a:pt x="281263" y="35850"/>
                  <a:pt x="281082" y="35532"/>
                  <a:pt x="281082" y="35169"/>
                </a:cubicBezTo>
                <a:cubicBezTo>
                  <a:pt x="281082" y="34442"/>
                  <a:pt x="281854" y="33579"/>
                  <a:pt x="283399" y="32579"/>
                </a:cubicBezTo>
                <a:cubicBezTo>
                  <a:pt x="285398" y="31398"/>
                  <a:pt x="287579" y="29467"/>
                  <a:pt x="289942" y="26786"/>
                </a:cubicBezTo>
                <a:cubicBezTo>
                  <a:pt x="292305" y="24104"/>
                  <a:pt x="295440" y="19901"/>
                  <a:pt x="299348" y="14177"/>
                </a:cubicBezTo>
                <a:cubicBezTo>
                  <a:pt x="299985" y="14177"/>
                  <a:pt x="300303" y="14768"/>
                  <a:pt x="300303" y="15949"/>
                </a:cubicBezTo>
                <a:lnTo>
                  <a:pt x="300303" y="31762"/>
                </a:lnTo>
                <a:lnTo>
                  <a:pt x="314070" y="31762"/>
                </a:lnTo>
                <a:close/>
                <a:moveTo>
                  <a:pt x="382636" y="91058"/>
                </a:moveTo>
                <a:lnTo>
                  <a:pt x="382636" y="93103"/>
                </a:lnTo>
                <a:lnTo>
                  <a:pt x="353737" y="93103"/>
                </a:lnTo>
                <a:lnTo>
                  <a:pt x="353737" y="91058"/>
                </a:lnTo>
                <a:cubicBezTo>
                  <a:pt x="356373" y="90785"/>
                  <a:pt x="358326" y="90353"/>
                  <a:pt x="359598" y="89762"/>
                </a:cubicBezTo>
                <a:cubicBezTo>
                  <a:pt x="360871" y="89171"/>
                  <a:pt x="361734" y="88059"/>
                  <a:pt x="362188" y="86424"/>
                </a:cubicBezTo>
                <a:cubicBezTo>
                  <a:pt x="362642" y="84788"/>
                  <a:pt x="362916" y="82379"/>
                  <a:pt x="363007" y="79198"/>
                </a:cubicBezTo>
                <a:lnTo>
                  <a:pt x="363007" y="52208"/>
                </a:lnTo>
                <a:cubicBezTo>
                  <a:pt x="363007" y="42575"/>
                  <a:pt x="359599" y="37758"/>
                  <a:pt x="352784" y="37758"/>
                </a:cubicBezTo>
                <a:cubicBezTo>
                  <a:pt x="350148" y="37758"/>
                  <a:pt x="347693" y="38395"/>
                  <a:pt x="345421" y="39668"/>
                </a:cubicBezTo>
                <a:cubicBezTo>
                  <a:pt x="343149" y="40939"/>
                  <a:pt x="340560" y="43165"/>
                  <a:pt x="337652" y="46346"/>
                </a:cubicBezTo>
                <a:lnTo>
                  <a:pt x="337652" y="79198"/>
                </a:lnTo>
                <a:cubicBezTo>
                  <a:pt x="337743" y="82379"/>
                  <a:pt x="338016" y="84788"/>
                  <a:pt x="338469" y="86424"/>
                </a:cubicBezTo>
                <a:cubicBezTo>
                  <a:pt x="338924" y="88059"/>
                  <a:pt x="339787" y="89171"/>
                  <a:pt x="341059" y="89762"/>
                </a:cubicBezTo>
                <a:cubicBezTo>
                  <a:pt x="342332" y="90353"/>
                  <a:pt x="344286" y="90785"/>
                  <a:pt x="346922" y="91058"/>
                </a:cubicBezTo>
                <a:lnTo>
                  <a:pt x="346922" y="93103"/>
                </a:lnTo>
                <a:lnTo>
                  <a:pt x="317478" y="93103"/>
                </a:lnTo>
                <a:lnTo>
                  <a:pt x="317478" y="91058"/>
                </a:lnTo>
                <a:cubicBezTo>
                  <a:pt x="320113" y="90695"/>
                  <a:pt x="322021" y="90241"/>
                  <a:pt x="323202" y="89696"/>
                </a:cubicBezTo>
                <a:cubicBezTo>
                  <a:pt x="324384" y="89149"/>
                  <a:pt x="325156" y="88082"/>
                  <a:pt x="325519" y="86492"/>
                </a:cubicBezTo>
                <a:cubicBezTo>
                  <a:pt x="325884" y="84902"/>
                  <a:pt x="326111" y="82470"/>
                  <a:pt x="326202" y="79198"/>
                </a:cubicBezTo>
                <a:lnTo>
                  <a:pt x="326202" y="14995"/>
                </a:lnTo>
                <a:cubicBezTo>
                  <a:pt x="326202" y="12087"/>
                  <a:pt x="325770" y="10202"/>
                  <a:pt x="324906" y="9339"/>
                </a:cubicBezTo>
                <a:cubicBezTo>
                  <a:pt x="324043" y="8475"/>
                  <a:pt x="322158" y="8043"/>
                  <a:pt x="319250" y="8043"/>
                </a:cubicBezTo>
                <a:cubicBezTo>
                  <a:pt x="318524" y="8043"/>
                  <a:pt x="317978" y="8088"/>
                  <a:pt x="317613" y="8179"/>
                </a:cubicBezTo>
                <a:lnTo>
                  <a:pt x="317613" y="5997"/>
                </a:lnTo>
                <a:lnTo>
                  <a:pt x="321295" y="4907"/>
                </a:lnTo>
                <a:cubicBezTo>
                  <a:pt x="325111" y="3817"/>
                  <a:pt x="328110" y="2931"/>
                  <a:pt x="330291" y="2251"/>
                </a:cubicBezTo>
                <a:cubicBezTo>
                  <a:pt x="332472" y="1568"/>
                  <a:pt x="334698" y="818"/>
                  <a:pt x="336970" y="0"/>
                </a:cubicBezTo>
                <a:lnTo>
                  <a:pt x="337652" y="410"/>
                </a:lnTo>
                <a:lnTo>
                  <a:pt x="337652" y="41847"/>
                </a:lnTo>
                <a:cubicBezTo>
                  <a:pt x="340833" y="37758"/>
                  <a:pt x="343968" y="34827"/>
                  <a:pt x="347058" y="33055"/>
                </a:cubicBezTo>
                <a:cubicBezTo>
                  <a:pt x="350147" y="31283"/>
                  <a:pt x="353691" y="30397"/>
                  <a:pt x="357691" y="30397"/>
                </a:cubicBezTo>
                <a:cubicBezTo>
                  <a:pt x="368868" y="30397"/>
                  <a:pt x="374457" y="37622"/>
                  <a:pt x="374457" y="52073"/>
                </a:cubicBezTo>
                <a:lnTo>
                  <a:pt x="374457" y="79198"/>
                </a:lnTo>
                <a:cubicBezTo>
                  <a:pt x="374548" y="82379"/>
                  <a:pt x="374751" y="84742"/>
                  <a:pt x="375069" y="86286"/>
                </a:cubicBezTo>
                <a:cubicBezTo>
                  <a:pt x="375388" y="87831"/>
                  <a:pt x="376115" y="88899"/>
                  <a:pt x="377251" y="89490"/>
                </a:cubicBezTo>
                <a:cubicBezTo>
                  <a:pt x="378388" y="90080"/>
                  <a:pt x="380183" y="90603"/>
                  <a:pt x="382636" y="910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06CF45-3FFF-4CBD-82C2-D41CA77A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1771" y="3883698"/>
            <a:ext cx="905888" cy="316342"/>
          </a:xfrm>
          <a:custGeom xmlns:a="http://schemas.openxmlformats.org/drawingml/2006/main">
            <a:pathLst>
              <a:path w="905888" h="316342">
                <a:moveTo>
                  <a:pt x="0" y="316342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6342"/>
                </a:lnTo>
                <a:lnTo>
                  <a:pt x="0" y="3163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≥4Bytes">
            <a:extLst xmlns:a="http://schemas.openxmlformats.org/drawingml/2006/main">
              <a:ext uri="{FF2B5EF4-FFF2-40B4-BE49-F238E27FC236}">
                <a16:creationId xmlns:a16="http://schemas.microsoft.com/office/drawing/2014/main" id="{2452434E-B19C-4A0F-9A6F-0EDE8AC1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7151" y="3993946"/>
            <a:ext cx="512367" cy="121693"/>
          </a:xfrm>
          <a:custGeom xmlns:a="http://schemas.openxmlformats.org/drawingml/2006/main">
            <a:pathLst>
              <a:path w="512367" h="121693">
                <a:moveTo>
                  <a:pt x="0" y="78133"/>
                </a:moveTo>
                <a:lnTo>
                  <a:pt x="0" y="68334"/>
                </a:lnTo>
                <a:lnTo>
                  <a:pt x="57171" y="42333"/>
                </a:lnTo>
                <a:lnTo>
                  <a:pt x="0" y="16334"/>
                </a:lnTo>
                <a:lnTo>
                  <a:pt x="0" y="6532"/>
                </a:lnTo>
                <a:lnTo>
                  <a:pt x="69152" y="37842"/>
                </a:lnTo>
                <a:lnTo>
                  <a:pt x="69152" y="46825"/>
                </a:lnTo>
                <a:lnTo>
                  <a:pt x="0" y="78133"/>
                </a:lnTo>
                <a:moveTo>
                  <a:pt x="0" y="92018"/>
                </a:moveTo>
                <a:lnTo>
                  <a:pt x="0" y="83035"/>
                </a:lnTo>
                <a:lnTo>
                  <a:pt x="69152" y="83035"/>
                </a:lnTo>
                <a:lnTo>
                  <a:pt x="69152" y="92018"/>
                </a:lnTo>
                <a:lnTo>
                  <a:pt x="0" y="92018"/>
                </a:lnTo>
                <a:close/>
                <a:moveTo>
                  <a:pt x="170562" y="60574"/>
                </a:moveTo>
                <a:lnTo>
                  <a:pt x="170562" y="69285"/>
                </a:lnTo>
                <a:lnTo>
                  <a:pt x="156677" y="69285"/>
                </a:lnTo>
                <a:lnTo>
                  <a:pt x="156677" y="92018"/>
                </a:lnTo>
                <a:lnTo>
                  <a:pt x="146196" y="92018"/>
                </a:lnTo>
                <a:lnTo>
                  <a:pt x="146196" y="69285"/>
                </a:lnTo>
                <a:lnTo>
                  <a:pt x="107945" y="69285"/>
                </a:lnTo>
                <a:lnTo>
                  <a:pt x="107945" y="60574"/>
                </a:lnTo>
                <a:lnTo>
                  <a:pt x="150689" y="0"/>
                </a:lnTo>
                <a:lnTo>
                  <a:pt x="156677" y="0"/>
                </a:lnTo>
                <a:lnTo>
                  <a:pt x="156677" y="60574"/>
                </a:lnTo>
                <a:lnTo>
                  <a:pt x="170562" y="60574"/>
                </a:lnTo>
                <a:moveTo>
                  <a:pt x="146061" y="60574"/>
                </a:moveTo>
                <a:lnTo>
                  <a:pt x="146061" y="13883"/>
                </a:lnTo>
                <a:lnTo>
                  <a:pt x="113391" y="60574"/>
                </a:lnTo>
                <a:lnTo>
                  <a:pt x="146061" y="60574"/>
                </a:lnTo>
                <a:close/>
                <a:moveTo>
                  <a:pt x="210174" y="4491"/>
                </a:moveTo>
                <a:lnTo>
                  <a:pt x="210174" y="1905"/>
                </a:lnTo>
                <a:lnTo>
                  <a:pt x="248288" y="1905"/>
                </a:lnTo>
                <a:cubicBezTo>
                  <a:pt x="259994" y="1905"/>
                  <a:pt x="268865" y="3856"/>
                  <a:pt x="274899" y="7758"/>
                </a:cubicBezTo>
                <a:cubicBezTo>
                  <a:pt x="280935" y="11660"/>
                  <a:pt x="283953" y="17422"/>
                  <a:pt x="283953" y="25045"/>
                </a:cubicBezTo>
                <a:cubicBezTo>
                  <a:pt x="283953" y="30944"/>
                  <a:pt x="282138" y="35482"/>
                  <a:pt x="278507" y="38658"/>
                </a:cubicBezTo>
                <a:cubicBezTo>
                  <a:pt x="276875" y="40110"/>
                  <a:pt x="275151" y="41244"/>
                  <a:pt x="273335" y="42061"/>
                </a:cubicBezTo>
                <a:cubicBezTo>
                  <a:pt x="271520" y="42878"/>
                  <a:pt x="268843" y="43740"/>
                  <a:pt x="265303" y="44647"/>
                </a:cubicBezTo>
                <a:cubicBezTo>
                  <a:pt x="269750" y="45736"/>
                  <a:pt x="273130" y="46803"/>
                  <a:pt x="275444" y="47847"/>
                </a:cubicBezTo>
                <a:cubicBezTo>
                  <a:pt x="277759" y="48890"/>
                  <a:pt x="279915" y="50319"/>
                  <a:pt x="281912" y="52134"/>
                </a:cubicBezTo>
                <a:cubicBezTo>
                  <a:pt x="286358" y="56128"/>
                  <a:pt x="288581" y="61256"/>
                  <a:pt x="288581" y="67517"/>
                </a:cubicBezTo>
                <a:cubicBezTo>
                  <a:pt x="288581" y="74323"/>
                  <a:pt x="286040" y="79995"/>
                  <a:pt x="280958" y="84533"/>
                </a:cubicBezTo>
                <a:cubicBezTo>
                  <a:pt x="278417" y="86801"/>
                  <a:pt x="274878" y="88615"/>
                  <a:pt x="270340" y="89977"/>
                </a:cubicBezTo>
                <a:cubicBezTo>
                  <a:pt x="265803" y="91338"/>
                  <a:pt x="260902" y="92018"/>
                  <a:pt x="255639" y="92018"/>
                </a:cubicBezTo>
                <a:lnTo>
                  <a:pt x="210174" y="92018"/>
                </a:lnTo>
                <a:lnTo>
                  <a:pt x="210174" y="89432"/>
                </a:lnTo>
                <a:cubicBezTo>
                  <a:pt x="213895" y="89251"/>
                  <a:pt x="216685" y="88865"/>
                  <a:pt x="218544" y="88275"/>
                </a:cubicBezTo>
                <a:cubicBezTo>
                  <a:pt x="220406" y="87686"/>
                  <a:pt x="221654" y="86529"/>
                  <a:pt x="222289" y="84805"/>
                </a:cubicBezTo>
                <a:cubicBezTo>
                  <a:pt x="222925" y="83079"/>
                  <a:pt x="223243" y="80538"/>
                  <a:pt x="223243" y="77182"/>
                </a:cubicBezTo>
                <a:lnTo>
                  <a:pt x="223243" y="16743"/>
                </a:lnTo>
                <a:cubicBezTo>
                  <a:pt x="223243" y="13294"/>
                  <a:pt x="222948" y="10753"/>
                  <a:pt x="222358" y="9120"/>
                </a:cubicBezTo>
                <a:cubicBezTo>
                  <a:pt x="221768" y="7486"/>
                  <a:pt x="220543" y="6352"/>
                  <a:pt x="218682" y="5716"/>
                </a:cubicBezTo>
                <a:cubicBezTo>
                  <a:pt x="216822" y="5081"/>
                  <a:pt x="213986" y="4672"/>
                  <a:pt x="210174" y="4491"/>
                </a:cubicBezTo>
                <a:moveTo>
                  <a:pt x="237126" y="47642"/>
                </a:moveTo>
                <a:lnTo>
                  <a:pt x="237126" y="81400"/>
                </a:lnTo>
                <a:cubicBezTo>
                  <a:pt x="237126" y="83579"/>
                  <a:pt x="237716" y="85053"/>
                  <a:pt x="238896" y="85825"/>
                </a:cubicBezTo>
                <a:cubicBezTo>
                  <a:pt x="240075" y="86596"/>
                  <a:pt x="242344" y="86981"/>
                  <a:pt x="245702" y="86981"/>
                </a:cubicBezTo>
                <a:cubicBezTo>
                  <a:pt x="250240" y="86981"/>
                  <a:pt x="253983" y="86686"/>
                  <a:pt x="256933" y="86097"/>
                </a:cubicBezTo>
                <a:cubicBezTo>
                  <a:pt x="259882" y="85507"/>
                  <a:pt x="262446" y="84622"/>
                  <a:pt x="264624" y="83442"/>
                </a:cubicBezTo>
                <a:cubicBezTo>
                  <a:pt x="270159" y="80266"/>
                  <a:pt x="272926" y="75002"/>
                  <a:pt x="272926" y="67652"/>
                </a:cubicBezTo>
                <a:cubicBezTo>
                  <a:pt x="272926" y="59304"/>
                  <a:pt x="269115" y="53587"/>
                  <a:pt x="261492" y="50502"/>
                </a:cubicBezTo>
                <a:cubicBezTo>
                  <a:pt x="259042" y="49503"/>
                  <a:pt x="256025" y="48777"/>
                  <a:pt x="252440" y="48323"/>
                </a:cubicBezTo>
                <a:cubicBezTo>
                  <a:pt x="248855" y="47869"/>
                  <a:pt x="243750" y="47642"/>
                  <a:pt x="237126" y="47642"/>
                </a:cubicBezTo>
                <a:moveTo>
                  <a:pt x="237126" y="42333"/>
                </a:moveTo>
                <a:lnTo>
                  <a:pt x="250058" y="42198"/>
                </a:lnTo>
                <a:cubicBezTo>
                  <a:pt x="263398" y="42016"/>
                  <a:pt x="270068" y="36480"/>
                  <a:pt x="270068" y="25589"/>
                </a:cubicBezTo>
                <a:cubicBezTo>
                  <a:pt x="270068" y="19511"/>
                  <a:pt x="267958" y="14838"/>
                  <a:pt x="263737" y="11571"/>
                </a:cubicBezTo>
                <a:cubicBezTo>
                  <a:pt x="259518" y="8303"/>
                  <a:pt x="253643" y="6760"/>
                  <a:pt x="246111" y="6942"/>
                </a:cubicBezTo>
                <a:lnTo>
                  <a:pt x="240121" y="7079"/>
                </a:lnTo>
                <a:cubicBezTo>
                  <a:pt x="238941" y="7169"/>
                  <a:pt x="238170" y="7464"/>
                  <a:pt x="237807" y="7963"/>
                </a:cubicBezTo>
                <a:cubicBezTo>
                  <a:pt x="237444" y="8462"/>
                  <a:pt x="237217" y="9483"/>
                  <a:pt x="237126" y="11025"/>
                </a:cubicBezTo>
                <a:lnTo>
                  <a:pt x="237126" y="42333"/>
                </a:lnTo>
                <a:close/>
                <a:moveTo>
                  <a:pt x="363312" y="30763"/>
                </a:moveTo>
                <a:lnTo>
                  <a:pt x="363312" y="32805"/>
                </a:lnTo>
                <a:cubicBezTo>
                  <a:pt x="361678" y="32987"/>
                  <a:pt x="360407" y="33509"/>
                  <a:pt x="359499" y="34371"/>
                </a:cubicBezTo>
                <a:cubicBezTo>
                  <a:pt x="358592" y="35233"/>
                  <a:pt x="357685" y="36752"/>
                  <a:pt x="356778" y="38931"/>
                </a:cubicBezTo>
                <a:lnTo>
                  <a:pt x="335814" y="94469"/>
                </a:lnTo>
                <a:cubicBezTo>
                  <a:pt x="332093" y="104360"/>
                  <a:pt x="328486" y="111370"/>
                  <a:pt x="324992" y="115500"/>
                </a:cubicBezTo>
                <a:cubicBezTo>
                  <a:pt x="321499" y="119629"/>
                  <a:pt x="317438" y="121693"/>
                  <a:pt x="312810" y="121693"/>
                </a:cubicBezTo>
                <a:cubicBezTo>
                  <a:pt x="309907" y="121693"/>
                  <a:pt x="307501" y="120944"/>
                  <a:pt x="305595" y="119446"/>
                </a:cubicBezTo>
                <a:cubicBezTo>
                  <a:pt x="303689" y="117949"/>
                  <a:pt x="302737" y="116067"/>
                  <a:pt x="302737" y="113798"/>
                </a:cubicBezTo>
                <a:cubicBezTo>
                  <a:pt x="302737" y="112075"/>
                  <a:pt x="303304" y="110645"/>
                  <a:pt x="304438" y="109509"/>
                </a:cubicBezTo>
                <a:cubicBezTo>
                  <a:pt x="305572" y="108375"/>
                  <a:pt x="306956" y="107808"/>
                  <a:pt x="308590" y="107808"/>
                </a:cubicBezTo>
                <a:cubicBezTo>
                  <a:pt x="310768" y="107808"/>
                  <a:pt x="313127" y="108307"/>
                  <a:pt x="315668" y="109306"/>
                </a:cubicBezTo>
                <a:cubicBezTo>
                  <a:pt x="317030" y="109941"/>
                  <a:pt x="318209" y="110259"/>
                  <a:pt x="319208" y="110259"/>
                </a:cubicBezTo>
                <a:cubicBezTo>
                  <a:pt x="320206" y="110259"/>
                  <a:pt x="321340" y="109691"/>
                  <a:pt x="322610" y="108556"/>
                </a:cubicBezTo>
                <a:cubicBezTo>
                  <a:pt x="323881" y="107422"/>
                  <a:pt x="325016" y="105993"/>
                  <a:pt x="326014" y="104269"/>
                </a:cubicBezTo>
                <a:cubicBezTo>
                  <a:pt x="326831" y="102818"/>
                  <a:pt x="327648" y="101094"/>
                  <a:pt x="328463" y="99097"/>
                </a:cubicBezTo>
                <a:cubicBezTo>
                  <a:pt x="329280" y="97100"/>
                  <a:pt x="329984" y="95194"/>
                  <a:pt x="330573" y="93379"/>
                </a:cubicBezTo>
                <a:cubicBezTo>
                  <a:pt x="331163" y="91565"/>
                  <a:pt x="331458" y="90294"/>
                  <a:pt x="331458" y="89567"/>
                </a:cubicBezTo>
                <a:cubicBezTo>
                  <a:pt x="331458" y="88569"/>
                  <a:pt x="330936" y="86845"/>
                  <a:pt x="329892" y="84395"/>
                </a:cubicBezTo>
                <a:cubicBezTo>
                  <a:pt x="328849" y="81946"/>
                  <a:pt x="327375" y="79042"/>
                  <a:pt x="325470" y="75684"/>
                </a:cubicBezTo>
                <a:cubicBezTo>
                  <a:pt x="325106" y="74957"/>
                  <a:pt x="324810" y="74367"/>
                  <a:pt x="324583" y="73915"/>
                </a:cubicBezTo>
                <a:cubicBezTo>
                  <a:pt x="324357" y="73460"/>
                  <a:pt x="323836" y="72326"/>
                  <a:pt x="323019" y="70510"/>
                </a:cubicBezTo>
                <a:lnTo>
                  <a:pt x="307501" y="37024"/>
                </a:lnTo>
                <a:cubicBezTo>
                  <a:pt x="306412" y="34666"/>
                  <a:pt x="304098" y="33214"/>
                  <a:pt x="300560" y="32668"/>
                </a:cubicBezTo>
                <a:lnTo>
                  <a:pt x="300560" y="30763"/>
                </a:lnTo>
                <a:lnTo>
                  <a:pt x="328600" y="30763"/>
                </a:lnTo>
                <a:lnTo>
                  <a:pt x="328600" y="32805"/>
                </a:lnTo>
                <a:cubicBezTo>
                  <a:pt x="325697" y="32895"/>
                  <a:pt x="323655" y="33213"/>
                  <a:pt x="322475" y="33759"/>
                </a:cubicBezTo>
                <a:cubicBezTo>
                  <a:pt x="321295" y="34303"/>
                  <a:pt x="320705" y="35210"/>
                  <a:pt x="320705" y="36480"/>
                </a:cubicBezTo>
                <a:cubicBezTo>
                  <a:pt x="320705" y="37841"/>
                  <a:pt x="321159" y="39565"/>
                  <a:pt x="322066" y="41654"/>
                </a:cubicBezTo>
                <a:lnTo>
                  <a:pt x="337721" y="76091"/>
                </a:lnTo>
                <a:lnTo>
                  <a:pt x="350925" y="38521"/>
                </a:lnTo>
                <a:cubicBezTo>
                  <a:pt x="351287" y="37706"/>
                  <a:pt x="351469" y="36934"/>
                  <a:pt x="351469" y="36207"/>
                </a:cubicBezTo>
                <a:cubicBezTo>
                  <a:pt x="351469" y="33939"/>
                  <a:pt x="349291" y="32805"/>
                  <a:pt x="344934" y="32805"/>
                </a:cubicBezTo>
                <a:lnTo>
                  <a:pt x="344934" y="30763"/>
                </a:lnTo>
                <a:lnTo>
                  <a:pt x="363312" y="30763"/>
                </a:lnTo>
                <a:close/>
                <a:moveTo>
                  <a:pt x="401972" y="30763"/>
                </a:moveTo>
                <a:lnTo>
                  <a:pt x="401972" y="35119"/>
                </a:lnTo>
                <a:lnTo>
                  <a:pt x="388224" y="35119"/>
                </a:lnTo>
                <a:lnTo>
                  <a:pt x="388224" y="74050"/>
                </a:lnTo>
                <a:cubicBezTo>
                  <a:pt x="388224" y="78315"/>
                  <a:pt x="388768" y="81423"/>
                  <a:pt x="389856" y="83374"/>
                </a:cubicBezTo>
                <a:cubicBezTo>
                  <a:pt x="390946" y="85325"/>
                  <a:pt x="392762" y="86300"/>
                  <a:pt x="395303" y="86300"/>
                </a:cubicBezTo>
                <a:cubicBezTo>
                  <a:pt x="396845" y="86300"/>
                  <a:pt x="398228" y="85937"/>
                  <a:pt x="399453" y="85212"/>
                </a:cubicBezTo>
                <a:cubicBezTo>
                  <a:pt x="400678" y="84486"/>
                  <a:pt x="402017" y="83261"/>
                  <a:pt x="403470" y="81537"/>
                </a:cubicBezTo>
                <a:lnTo>
                  <a:pt x="405239" y="83035"/>
                </a:lnTo>
                <a:cubicBezTo>
                  <a:pt x="400883" y="89931"/>
                  <a:pt x="395438" y="93379"/>
                  <a:pt x="388903" y="93379"/>
                </a:cubicBezTo>
                <a:cubicBezTo>
                  <a:pt x="380827" y="93379"/>
                  <a:pt x="376790" y="87616"/>
                  <a:pt x="376790" y="76091"/>
                </a:cubicBezTo>
                <a:lnTo>
                  <a:pt x="376790" y="35119"/>
                </a:lnTo>
                <a:lnTo>
                  <a:pt x="369574" y="35119"/>
                </a:lnTo>
                <a:cubicBezTo>
                  <a:pt x="369211" y="34846"/>
                  <a:pt x="369030" y="34529"/>
                  <a:pt x="369030" y="34166"/>
                </a:cubicBezTo>
                <a:cubicBezTo>
                  <a:pt x="369030" y="33440"/>
                  <a:pt x="369801" y="32578"/>
                  <a:pt x="371344" y="31580"/>
                </a:cubicBezTo>
                <a:cubicBezTo>
                  <a:pt x="373340" y="30400"/>
                  <a:pt x="375518" y="28472"/>
                  <a:pt x="377878" y="25795"/>
                </a:cubicBezTo>
                <a:cubicBezTo>
                  <a:pt x="380238" y="23117"/>
                  <a:pt x="383368" y="18920"/>
                  <a:pt x="387271" y="13204"/>
                </a:cubicBezTo>
                <a:cubicBezTo>
                  <a:pt x="387906" y="13204"/>
                  <a:pt x="388224" y="13794"/>
                  <a:pt x="388224" y="14974"/>
                </a:cubicBezTo>
                <a:lnTo>
                  <a:pt x="388224" y="30763"/>
                </a:lnTo>
                <a:lnTo>
                  <a:pt x="401972" y="30763"/>
                </a:lnTo>
                <a:close/>
                <a:moveTo>
                  <a:pt x="460912" y="69694"/>
                </a:moveTo>
                <a:lnTo>
                  <a:pt x="463089" y="70647"/>
                </a:lnTo>
                <a:cubicBezTo>
                  <a:pt x="460277" y="77997"/>
                  <a:pt x="456397" y="83624"/>
                  <a:pt x="451451" y="87526"/>
                </a:cubicBezTo>
                <a:cubicBezTo>
                  <a:pt x="446505" y="91428"/>
                  <a:pt x="440765" y="93379"/>
                  <a:pt x="434232" y="93379"/>
                </a:cubicBezTo>
                <a:cubicBezTo>
                  <a:pt x="426428" y="93379"/>
                  <a:pt x="420234" y="90634"/>
                  <a:pt x="415651" y="85145"/>
                </a:cubicBezTo>
                <a:cubicBezTo>
                  <a:pt x="411069" y="79655"/>
                  <a:pt x="408778" y="72236"/>
                  <a:pt x="408778" y="62887"/>
                </a:cubicBezTo>
                <a:cubicBezTo>
                  <a:pt x="408778" y="57261"/>
                  <a:pt x="409663" y="52157"/>
                  <a:pt x="411432" y="47575"/>
                </a:cubicBezTo>
                <a:cubicBezTo>
                  <a:pt x="413202" y="42992"/>
                  <a:pt x="415674" y="39293"/>
                  <a:pt x="418849" y="36480"/>
                </a:cubicBezTo>
                <a:cubicBezTo>
                  <a:pt x="424113" y="31760"/>
                  <a:pt x="430239" y="29401"/>
                  <a:pt x="437227" y="29401"/>
                </a:cubicBezTo>
                <a:cubicBezTo>
                  <a:pt x="444577" y="29401"/>
                  <a:pt x="450385" y="31988"/>
                  <a:pt x="454650" y="37161"/>
                </a:cubicBezTo>
                <a:cubicBezTo>
                  <a:pt x="456374" y="39339"/>
                  <a:pt x="457644" y="41631"/>
                  <a:pt x="458461" y="44036"/>
                </a:cubicBezTo>
                <a:cubicBezTo>
                  <a:pt x="459278" y="46440"/>
                  <a:pt x="459959" y="49866"/>
                  <a:pt x="460503" y="54313"/>
                </a:cubicBezTo>
                <a:lnTo>
                  <a:pt x="418577" y="54313"/>
                </a:lnTo>
                <a:cubicBezTo>
                  <a:pt x="418759" y="58487"/>
                  <a:pt x="419122" y="61867"/>
                  <a:pt x="419666" y="64454"/>
                </a:cubicBezTo>
                <a:cubicBezTo>
                  <a:pt x="420211" y="67040"/>
                  <a:pt x="421074" y="69649"/>
                  <a:pt x="422254" y="72280"/>
                </a:cubicBezTo>
                <a:cubicBezTo>
                  <a:pt x="426246" y="80084"/>
                  <a:pt x="432099" y="83986"/>
                  <a:pt x="439813" y="83986"/>
                </a:cubicBezTo>
                <a:cubicBezTo>
                  <a:pt x="444170" y="83986"/>
                  <a:pt x="447958" y="82898"/>
                  <a:pt x="451179" y="80721"/>
                </a:cubicBezTo>
                <a:cubicBezTo>
                  <a:pt x="454401" y="78543"/>
                  <a:pt x="457646" y="74867"/>
                  <a:pt x="460912" y="69694"/>
                </a:cubicBezTo>
                <a:moveTo>
                  <a:pt x="418849" y="49956"/>
                </a:moveTo>
                <a:lnTo>
                  <a:pt x="446620" y="49956"/>
                </a:lnTo>
                <a:cubicBezTo>
                  <a:pt x="445712" y="44058"/>
                  <a:pt x="444305" y="39975"/>
                  <a:pt x="442399" y="37707"/>
                </a:cubicBezTo>
                <a:cubicBezTo>
                  <a:pt x="440494" y="35438"/>
                  <a:pt x="437454" y="34303"/>
                  <a:pt x="433279" y="34303"/>
                </a:cubicBezTo>
                <a:cubicBezTo>
                  <a:pt x="429104" y="34303"/>
                  <a:pt x="425837" y="35573"/>
                  <a:pt x="423477" y="38114"/>
                </a:cubicBezTo>
                <a:cubicBezTo>
                  <a:pt x="421119" y="40655"/>
                  <a:pt x="419576" y="44602"/>
                  <a:pt x="418849" y="49956"/>
                </a:cubicBezTo>
                <a:close/>
                <a:moveTo>
                  <a:pt x="507874" y="49276"/>
                </a:moveTo>
                <a:lnTo>
                  <a:pt x="505833" y="49276"/>
                </a:lnTo>
                <a:cubicBezTo>
                  <a:pt x="504290" y="43105"/>
                  <a:pt x="502384" y="38771"/>
                  <a:pt x="500114" y="36276"/>
                </a:cubicBezTo>
                <a:cubicBezTo>
                  <a:pt x="497846" y="33781"/>
                  <a:pt x="494761" y="32533"/>
                  <a:pt x="490859" y="32533"/>
                </a:cubicBezTo>
                <a:cubicBezTo>
                  <a:pt x="487774" y="32533"/>
                  <a:pt x="485256" y="33373"/>
                  <a:pt x="483305" y="35053"/>
                </a:cubicBezTo>
                <a:cubicBezTo>
                  <a:pt x="481354" y="36731"/>
                  <a:pt x="480378" y="38976"/>
                  <a:pt x="480378" y="41789"/>
                </a:cubicBezTo>
                <a:cubicBezTo>
                  <a:pt x="480378" y="45691"/>
                  <a:pt x="482329" y="48777"/>
                  <a:pt x="486231" y="51046"/>
                </a:cubicBezTo>
                <a:lnTo>
                  <a:pt x="500933" y="59757"/>
                </a:lnTo>
                <a:cubicBezTo>
                  <a:pt x="505106" y="62207"/>
                  <a:pt x="508055" y="64657"/>
                  <a:pt x="509779" y="67108"/>
                </a:cubicBezTo>
                <a:cubicBezTo>
                  <a:pt x="511504" y="69558"/>
                  <a:pt x="512367" y="72507"/>
                  <a:pt x="512367" y="75956"/>
                </a:cubicBezTo>
                <a:cubicBezTo>
                  <a:pt x="512367" y="79133"/>
                  <a:pt x="511504" y="82037"/>
                  <a:pt x="509779" y="84670"/>
                </a:cubicBezTo>
                <a:cubicBezTo>
                  <a:pt x="508055" y="87301"/>
                  <a:pt x="505741" y="89410"/>
                  <a:pt x="502837" y="90998"/>
                </a:cubicBezTo>
                <a:cubicBezTo>
                  <a:pt x="499934" y="92585"/>
                  <a:pt x="496712" y="93379"/>
                  <a:pt x="493173" y="93379"/>
                </a:cubicBezTo>
                <a:cubicBezTo>
                  <a:pt x="491812" y="93379"/>
                  <a:pt x="490269" y="93242"/>
                  <a:pt x="488545" y="92970"/>
                </a:cubicBezTo>
                <a:cubicBezTo>
                  <a:pt x="486821" y="92698"/>
                  <a:pt x="485051" y="92381"/>
                  <a:pt x="483236" y="92018"/>
                </a:cubicBezTo>
                <a:cubicBezTo>
                  <a:pt x="481694" y="91564"/>
                  <a:pt x="480445" y="91269"/>
                  <a:pt x="479491" y="91133"/>
                </a:cubicBezTo>
                <a:cubicBezTo>
                  <a:pt x="478538" y="90998"/>
                  <a:pt x="477699" y="90930"/>
                  <a:pt x="476974" y="90930"/>
                </a:cubicBezTo>
                <a:cubicBezTo>
                  <a:pt x="475613" y="90930"/>
                  <a:pt x="474569" y="91474"/>
                  <a:pt x="473844" y="92563"/>
                </a:cubicBezTo>
                <a:lnTo>
                  <a:pt x="472074" y="92563"/>
                </a:lnTo>
                <a:lnTo>
                  <a:pt x="472074" y="71329"/>
                </a:lnTo>
                <a:lnTo>
                  <a:pt x="474251" y="71329"/>
                </a:lnTo>
                <a:cubicBezTo>
                  <a:pt x="475795" y="78225"/>
                  <a:pt x="477882" y="83125"/>
                  <a:pt x="480513" y="86030"/>
                </a:cubicBezTo>
                <a:cubicBezTo>
                  <a:pt x="483145" y="88934"/>
                  <a:pt x="486821" y="90386"/>
                  <a:pt x="491540" y="90386"/>
                </a:cubicBezTo>
                <a:cubicBezTo>
                  <a:pt x="494988" y="90386"/>
                  <a:pt x="497733" y="89501"/>
                  <a:pt x="499774" y="87731"/>
                </a:cubicBezTo>
                <a:cubicBezTo>
                  <a:pt x="501816" y="85962"/>
                  <a:pt x="502837" y="83579"/>
                  <a:pt x="502837" y="80584"/>
                </a:cubicBezTo>
                <a:cubicBezTo>
                  <a:pt x="502837" y="76501"/>
                  <a:pt x="500478" y="73098"/>
                  <a:pt x="495759" y="70375"/>
                </a:cubicBezTo>
                <a:lnTo>
                  <a:pt x="487864" y="65883"/>
                </a:lnTo>
                <a:cubicBezTo>
                  <a:pt x="482056" y="62616"/>
                  <a:pt x="477950" y="59485"/>
                  <a:pt x="475545" y="56490"/>
                </a:cubicBezTo>
                <a:cubicBezTo>
                  <a:pt x="473139" y="53495"/>
                  <a:pt x="471937" y="50092"/>
                  <a:pt x="471937" y="46281"/>
                </a:cubicBezTo>
                <a:cubicBezTo>
                  <a:pt x="471937" y="41381"/>
                  <a:pt x="473684" y="37342"/>
                  <a:pt x="477177" y="34166"/>
                </a:cubicBezTo>
                <a:cubicBezTo>
                  <a:pt x="480672" y="30989"/>
                  <a:pt x="485096" y="29401"/>
                  <a:pt x="490450" y="29401"/>
                </a:cubicBezTo>
                <a:cubicBezTo>
                  <a:pt x="492084" y="29401"/>
                  <a:pt x="493695" y="29560"/>
                  <a:pt x="495283" y="29879"/>
                </a:cubicBezTo>
                <a:cubicBezTo>
                  <a:pt x="496871" y="30196"/>
                  <a:pt x="498437" y="30626"/>
                  <a:pt x="499979" y="31171"/>
                </a:cubicBezTo>
                <a:cubicBezTo>
                  <a:pt x="501341" y="31806"/>
                  <a:pt x="502565" y="32124"/>
                  <a:pt x="503654" y="32124"/>
                </a:cubicBezTo>
                <a:cubicBezTo>
                  <a:pt x="504381" y="32124"/>
                  <a:pt x="505107" y="31625"/>
                  <a:pt x="505833" y="30626"/>
                </a:cubicBezTo>
                <a:lnTo>
                  <a:pt x="507330" y="30626"/>
                </a:lnTo>
                <a:lnTo>
                  <a:pt x="507874" y="492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1DACA-105B-49EC-A077-A4175956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33" y="5547847"/>
            <a:ext cx="3622592" cy="317300"/>
          </a:xfrm>
          <a:custGeom xmlns:a="http://schemas.openxmlformats.org/drawingml/2006/main">
            <a:pathLst>
              <a:path w="3622592" h="317300">
                <a:moveTo>
                  <a:pt x="0" y="317300"/>
                </a:moveTo>
                <a:lnTo>
                  <a:pt x="0" y="0"/>
                </a:lnTo>
                <a:lnTo>
                  <a:pt x="3622592" y="0"/>
                </a:lnTo>
                <a:lnTo>
                  <a:pt x="3622592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C4FBA-9414-4466-AF0B-13D2842A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33" y="5547847"/>
            <a:ext cx="3622592" cy="317300"/>
          </a:xfrm>
          <a:custGeom xmlns:a="http://schemas.openxmlformats.org/drawingml/2006/main">
            <a:pathLst>
              <a:path w="3622592" h="317300" fill="none">
                <a:moveTo>
                  <a:pt x="0" y="317300"/>
                </a:moveTo>
                <a:lnTo>
                  <a:pt x="3622592" y="317300"/>
                </a:lnTo>
                <a:lnTo>
                  <a:pt x="3622592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221" name="Text EncryptedPacket">
            <a:extLst xmlns:a="http://schemas.openxmlformats.org/drawingml/2006/main">
              <a:ext uri="{FF2B5EF4-FFF2-40B4-BE49-F238E27FC236}">
                <a16:creationId xmlns:a16="http://schemas.microsoft.com/office/drawing/2014/main" id="{7A0E75F3-B0AE-4AA2-9FEB-F442F1D9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853" y="5657941"/>
            <a:ext cx="953416" cy="122647"/>
          </a:xfrm>
          <a:custGeom xmlns:a="http://schemas.openxmlformats.org/drawingml/2006/main">
            <a:pathLst>
              <a:path w="953416" h="122647">
                <a:moveTo>
                  <a:pt x="79633" y="69966"/>
                </a:moveTo>
                <a:lnTo>
                  <a:pt x="73507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268" y="90204"/>
                  <a:pt x="5741" y="89774"/>
                  <a:pt x="7419" y="89094"/>
                </a:cubicBezTo>
                <a:cubicBezTo>
                  <a:pt x="9099" y="88413"/>
                  <a:pt x="10234" y="87233"/>
                  <a:pt x="10824" y="85554"/>
                </a:cubicBezTo>
                <a:cubicBezTo>
                  <a:pt x="11413" y="83875"/>
                  <a:pt x="11753" y="81402"/>
                  <a:pt x="11843" y="78135"/>
                </a:cubicBezTo>
                <a:lnTo>
                  <a:pt x="11843" y="17697"/>
                </a:lnTo>
                <a:cubicBezTo>
                  <a:pt x="11753" y="14429"/>
                  <a:pt x="11413" y="11956"/>
                  <a:pt x="10824" y="10277"/>
                </a:cubicBezTo>
                <a:cubicBezTo>
                  <a:pt x="10234" y="8598"/>
                  <a:pt x="9122" y="7418"/>
                  <a:pt x="7488" y="6738"/>
                </a:cubicBezTo>
                <a:cubicBezTo>
                  <a:pt x="5854" y="6057"/>
                  <a:pt x="3358" y="5625"/>
                  <a:pt x="0" y="5444"/>
                </a:cubicBezTo>
                <a:lnTo>
                  <a:pt x="0" y="2858"/>
                </a:lnTo>
                <a:lnTo>
                  <a:pt x="72282" y="2858"/>
                </a:lnTo>
                <a:lnTo>
                  <a:pt x="72691" y="22324"/>
                </a:lnTo>
                <a:lnTo>
                  <a:pt x="69287" y="22324"/>
                </a:lnTo>
                <a:cubicBezTo>
                  <a:pt x="68561" y="18241"/>
                  <a:pt x="67609" y="15201"/>
                  <a:pt x="66429" y="13204"/>
                </a:cubicBezTo>
                <a:cubicBezTo>
                  <a:pt x="65249" y="11207"/>
                  <a:pt x="63298" y="9869"/>
                  <a:pt x="60576" y="9189"/>
                </a:cubicBezTo>
                <a:cubicBezTo>
                  <a:pt x="57853" y="8508"/>
                  <a:pt x="53860" y="8122"/>
                  <a:pt x="48597" y="8032"/>
                </a:cubicBezTo>
                <a:lnTo>
                  <a:pt x="30219" y="8032"/>
                </a:lnTo>
                <a:cubicBezTo>
                  <a:pt x="28314" y="8032"/>
                  <a:pt x="27111" y="8281"/>
                  <a:pt x="26611" y="8780"/>
                </a:cubicBezTo>
                <a:cubicBezTo>
                  <a:pt x="26113" y="9278"/>
                  <a:pt x="25819" y="10572"/>
                  <a:pt x="25729" y="12660"/>
                </a:cubicBezTo>
                <a:lnTo>
                  <a:pt x="25729" y="42879"/>
                </a:lnTo>
                <a:lnTo>
                  <a:pt x="46690" y="42879"/>
                </a:lnTo>
                <a:cubicBezTo>
                  <a:pt x="50503" y="42788"/>
                  <a:pt x="53384" y="42425"/>
                  <a:pt x="55335" y="41791"/>
                </a:cubicBezTo>
                <a:cubicBezTo>
                  <a:pt x="57286" y="41155"/>
                  <a:pt x="58692" y="39930"/>
                  <a:pt x="59554" y="38114"/>
                </a:cubicBezTo>
                <a:cubicBezTo>
                  <a:pt x="60416" y="36299"/>
                  <a:pt x="61120" y="33577"/>
                  <a:pt x="61664" y="29947"/>
                </a:cubicBezTo>
                <a:lnTo>
                  <a:pt x="64796" y="29947"/>
                </a:lnTo>
                <a:lnTo>
                  <a:pt x="64796" y="61527"/>
                </a:lnTo>
                <a:lnTo>
                  <a:pt x="61664" y="61527"/>
                </a:lnTo>
                <a:cubicBezTo>
                  <a:pt x="61120" y="57806"/>
                  <a:pt x="60416" y="55039"/>
                  <a:pt x="59554" y="53225"/>
                </a:cubicBezTo>
                <a:cubicBezTo>
                  <a:pt x="58692" y="51410"/>
                  <a:pt x="57286" y="50184"/>
                  <a:pt x="55335" y="49548"/>
                </a:cubicBezTo>
                <a:cubicBezTo>
                  <a:pt x="53384" y="48913"/>
                  <a:pt x="50503" y="48550"/>
                  <a:pt x="46690" y="48460"/>
                </a:cubicBezTo>
                <a:lnTo>
                  <a:pt x="25729" y="48460"/>
                </a:lnTo>
                <a:lnTo>
                  <a:pt x="25729" y="82082"/>
                </a:lnTo>
                <a:cubicBezTo>
                  <a:pt x="25729" y="83806"/>
                  <a:pt x="25933" y="85053"/>
                  <a:pt x="26341" y="85825"/>
                </a:cubicBezTo>
                <a:cubicBezTo>
                  <a:pt x="26750" y="86596"/>
                  <a:pt x="27952" y="87095"/>
                  <a:pt x="29947" y="87322"/>
                </a:cubicBezTo>
                <a:cubicBezTo>
                  <a:pt x="31944" y="87549"/>
                  <a:pt x="35302" y="87753"/>
                  <a:pt x="40021" y="87935"/>
                </a:cubicBezTo>
                <a:lnTo>
                  <a:pt x="43695" y="87935"/>
                </a:lnTo>
                <a:cubicBezTo>
                  <a:pt x="50230" y="87845"/>
                  <a:pt x="55448" y="87323"/>
                  <a:pt x="59350" y="86371"/>
                </a:cubicBezTo>
                <a:cubicBezTo>
                  <a:pt x="63252" y="85417"/>
                  <a:pt x="66428" y="83647"/>
                  <a:pt x="68878" y="81062"/>
                </a:cubicBezTo>
                <a:cubicBezTo>
                  <a:pt x="71329" y="78475"/>
                  <a:pt x="73643" y="74777"/>
                  <a:pt x="75821" y="69966"/>
                </a:cubicBezTo>
                <a:lnTo>
                  <a:pt x="79633" y="69966"/>
                </a:lnTo>
                <a:close/>
                <a:moveTo>
                  <a:pt x="83989" y="92972"/>
                </a:moveTo>
                <a:lnTo>
                  <a:pt x="83989" y="90930"/>
                </a:lnTo>
                <a:cubicBezTo>
                  <a:pt x="87437" y="90749"/>
                  <a:pt x="89682" y="90000"/>
                  <a:pt x="90725" y="88685"/>
                </a:cubicBezTo>
                <a:cubicBezTo>
                  <a:pt x="91769" y="87368"/>
                  <a:pt x="92337" y="84713"/>
                  <a:pt x="92428" y="80721"/>
                </a:cubicBezTo>
                <a:lnTo>
                  <a:pt x="92428" y="46963"/>
                </a:lnTo>
                <a:cubicBezTo>
                  <a:pt x="92428" y="43605"/>
                  <a:pt x="92065" y="41314"/>
                  <a:pt x="91338" y="40090"/>
                </a:cubicBezTo>
                <a:cubicBezTo>
                  <a:pt x="90612" y="38864"/>
                  <a:pt x="89297" y="38251"/>
                  <a:pt x="87391" y="38251"/>
                </a:cubicBezTo>
                <a:cubicBezTo>
                  <a:pt x="85667" y="38251"/>
                  <a:pt x="84443" y="38433"/>
                  <a:pt x="83717" y="38796"/>
                </a:cubicBezTo>
                <a:lnTo>
                  <a:pt x="83717" y="36482"/>
                </a:lnTo>
                <a:cubicBezTo>
                  <a:pt x="87438" y="35392"/>
                  <a:pt x="90659" y="34393"/>
                  <a:pt x="93382" y="33487"/>
                </a:cubicBezTo>
                <a:cubicBezTo>
                  <a:pt x="96104" y="32578"/>
                  <a:pt x="99144" y="31534"/>
                  <a:pt x="102502" y="30354"/>
                </a:cubicBezTo>
                <a:lnTo>
                  <a:pt x="103453" y="30628"/>
                </a:lnTo>
                <a:lnTo>
                  <a:pt x="103453" y="41381"/>
                </a:lnTo>
                <a:cubicBezTo>
                  <a:pt x="106540" y="38478"/>
                  <a:pt x="109171" y="36232"/>
                  <a:pt x="111348" y="34643"/>
                </a:cubicBezTo>
                <a:cubicBezTo>
                  <a:pt x="113526" y="33055"/>
                  <a:pt x="115523" y="31943"/>
                  <a:pt x="117338" y="31308"/>
                </a:cubicBezTo>
                <a:cubicBezTo>
                  <a:pt x="119154" y="30672"/>
                  <a:pt x="121105" y="30354"/>
                  <a:pt x="123192" y="30354"/>
                </a:cubicBezTo>
                <a:cubicBezTo>
                  <a:pt x="128274" y="30354"/>
                  <a:pt x="132221" y="32147"/>
                  <a:pt x="135033" y="35732"/>
                </a:cubicBezTo>
                <a:cubicBezTo>
                  <a:pt x="137847" y="39317"/>
                  <a:pt x="139254" y="44331"/>
                  <a:pt x="139254" y="50774"/>
                </a:cubicBezTo>
                <a:lnTo>
                  <a:pt x="139254" y="81947"/>
                </a:lnTo>
                <a:cubicBezTo>
                  <a:pt x="139345" y="85303"/>
                  <a:pt x="139912" y="87549"/>
                  <a:pt x="140955" y="88685"/>
                </a:cubicBezTo>
                <a:cubicBezTo>
                  <a:pt x="141999" y="89819"/>
                  <a:pt x="144200" y="90567"/>
                  <a:pt x="147558" y="90930"/>
                </a:cubicBezTo>
                <a:lnTo>
                  <a:pt x="147558" y="92972"/>
                </a:lnTo>
                <a:lnTo>
                  <a:pt x="119243" y="92972"/>
                </a:lnTo>
                <a:lnTo>
                  <a:pt x="119243" y="90930"/>
                </a:lnTo>
                <a:cubicBezTo>
                  <a:pt x="122601" y="90749"/>
                  <a:pt x="124847" y="89909"/>
                  <a:pt x="125981" y="88413"/>
                </a:cubicBezTo>
                <a:cubicBezTo>
                  <a:pt x="127117" y="86914"/>
                  <a:pt x="127729" y="83942"/>
                  <a:pt x="127819" y="79496"/>
                </a:cubicBezTo>
                <a:lnTo>
                  <a:pt x="127819" y="51046"/>
                </a:lnTo>
                <a:cubicBezTo>
                  <a:pt x="127819" y="42243"/>
                  <a:pt x="124507" y="37842"/>
                  <a:pt x="117883" y="37842"/>
                </a:cubicBezTo>
                <a:cubicBezTo>
                  <a:pt x="115615" y="37842"/>
                  <a:pt x="113505" y="38364"/>
                  <a:pt x="111554" y="39408"/>
                </a:cubicBezTo>
                <a:cubicBezTo>
                  <a:pt x="109603" y="40451"/>
                  <a:pt x="107039" y="42515"/>
                  <a:pt x="103862" y="45600"/>
                </a:cubicBezTo>
                <a:lnTo>
                  <a:pt x="103862" y="83851"/>
                </a:lnTo>
                <a:cubicBezTo>
                  <a:pt x="103862" y="86302"/>
                  <a:pt x="104520" y="88050"/>
                  <a:pt x="105836" y="89094"/>
                </a:cubicBezTo>
                <a:cubicBezTo>
                  <a:pt x="107151" y="90137"/>
                  <a:pt x="109488" y="90749"/>
                  <a:pt x="112846" y="90930"/>
                </a:cubicBezTo>
                <a:lnTo>
                  <a:pt x="112846" y="92972"/>
                </a:lnTo>
                <a:lnTo>
                  <a:pt x="83989" y="92972"/>
                </a:lnTo>
                <a:close/>
                <a:moveTo>
                  <a:pt x="203776" y="71736"/>
                </a:moveTo>
                <a:lnTo>
                  <a:pt x="205683" y="72961"/>
                </a:lnTo>
                <a:cubicBezTo>
                  <a:pt x="203686" y="76955"/>
                  <a:pt x="201916" y="80063"/>
                  <a:pt x="200374" y="82287"/>
                </a:cubicBezTo>
                <a:cubicBezTo>
                  <a:pt x="198831" y="84510"/>
                  <a:pt x="197152" y="86392"/>
                  <a:pt x="195337" y="87935"/>
                </a:cubicBezTo>
                <a:cubicBezTo>
                  <a:pt x="190346" y="92200"/>
                  <a:pt x="184856" y="94332"/>
                  <a:pt x="178866" y="94332"/>
                </a:cubicBezTo>
                <a:cubicBezTo>
                  <a:pt x="173875" y="94332"/>
                  <a:pt x="169429" y="93040"/>
                  <a:pt x="165527" y="90454"/>
                </a:cubicBezTo>
                <a:cubicBezTo>
                  <a:pt x="161625" y="87868"/>
                  <a:pt x="158562" y="84283"/>
                  <a:pt x="156338" y="79701"/>
                </a:cubicBezTo>
                <a:cubicBezTo>
                  <a:pt x="154114" y="75118"/>
                  <a:pt x="153002" y="69922"/>
                  <a:pt x="153002" y="64113"/>
                </a:cubicBezTo>
                <a:cubicBezTo>
                  <a:pt x="153002" y="52951"/>
                  <a:pt x="156541" y="44239"/>
                  <a:pt x="163620" y="37977"/>
                </a:cubicBezTo>
                <a:cubicBezTo>
                  <a:pt x="169429" y="32895"/>
                  <a:pt x="175827" y="30354"/>
                  <a:pt x="182814" y="30354"/>
                </a:cubicBezTo>
                <a:cubicBezTo>
                  <a:pt x="186625" y="30354"/>
                  <a:pt x="190119" y="30990"/>
                  <a:pt x="193295" y="32261"/>
                </a:cubicBezTo>
                <a:cubicBezTo>
                  <a:pt x="196472" y="33531"/>
                  <a:pt x="199013" y="35233"/>
                  <a:pt x="200918" y="37366"/>
                </a:cubicBezTo>
                <a:cubicBezTo>
                  <a:pt x="202823" y="39499"/>
                  <a:pt x="203776" y="41836"/>
                  <a:pt x="203776" y="44377"/>
                </a:cubicBezTo>
                <a:cubicBezTo>
                  <a:pt x="203776" y="45919"/>
                  <a:pt x="203163" y="47257"/>
                  <a:pt x="201938" y="48392"/>
                </a:cubicBezTo>
                <a:cubicBezTo>
                  <a:pt x="200714" y="49526"/>
                  <a:pt x="199194" y="50093"/>
                  <a:pt x="197379" y="50093"/>
                </a:cubicBezTo>
                <a:cubicBezTo>
                  <a:pt x="194202" y="50093"/>
                  <a:pt x="192024" y="48006"/>
                  <a:pt x="190844" y="43832"/>
                </a:cubicBezTo>
                <a:lnTo>
                  <a:pt x="190028" y="40837"/>
                </a:lnTo>
                <a:cubicBezTo>
                  <a:pt x="189392" y="38296"/>
                  <a:pt x="188507" y="36572"/>
                  <a:pt x="187373" y="35665"/>
                </a:cubicBezTo>
                <a:cubicBezTo>
                  <a:pt x="186239" y="34757"/>
                  <a:pt x="184447" y="34303"/>
                  <a:pt x="181998" y="34303"/>
                </a:cubicBezTo>
                <a:cubicBezTo>
                  <a:pt x="176462" y="34303"/>
                  <a:pt x="171992" y="36481"/>
                  <a:pt x="168588" y="40837"/>
                </a:cubicBezTo>
                <a:cubicBezTo>
                  <a:pt x="165186" y="45192"/>
                  <a:pt x="163485" y="50909"/>
                  <a:pt x="163485" y="57988"/>
                </a:cubicBezTo>
                <a:cubicBezTo>
                  <a:pt x="163485" y="63161"/>
                  <a:pt x="164370" y="67744"/>
                  <a:pt x="166139" y="71738"/>
                </a:cubicBezTo>
                <a:cubicBezTo>
                  <a:pt x="167909" y="75730"/>
                  <a:pt x="170382" y="78861"/>
                  <a:pt x="173557" y="81130"/>
                </a:cubicBezTo>
                <a:cubicBezTo>
                  <a:pt x="176733" y="83398"/>
                  <a:pt x="180409" y="84533"/>
                  <a:pt x="184584" y="84533"/>
                </a:cubicBezTo>
                <a:cubicBezTo>
                  <a:pt x="188486" y="84533"/>
                  <a:pt x="191843" y="83580"/>
                  <a:pt x="194656" y="81675"/>
                </a:cubicBezTo>
                <a:cubicBezTo>
                  <a:pt x="197469" y="79768"/>
                  <a:pt x="200509" y="76455"/>
                  <a:pt x="203776" y="71736"/>
                </a:cubicBezTo>
                <a:close/>
                <a:moveTo>
                  <a:pt x="210720" y="92972"/>
                </a:moveTo>
                <a:lnTo>
                  <a:pt x="210720" y="90930"/>
                </a:lnTo>
                <a:cubicBezTo>
                  <a:pt x="213623" y="90386"/>
                  <a:pt x="215733" y="89864"/>
                  <a:pt x="217049" y="89366"/>
                </a:cubicBezTo>
                <a:cubicBezTo>
                  <a:pt x="218364" y="88866"/>
                  <a:pt x="219226" y="88026"/>
                  <a:pt x="219635" y="86846"/>
                </a:cubicBezTo>
                <a:cubicBezTo>
                  <a:pt x="220043" y="85667"/>
                  <a:pt x="220293" y="83897"/>
                  <a:pt x="220384" y="81537"/>
                </a:cubicBezTo>
                <a:lnTo>
                  <a:pt x="220384" y="47507"/>
                </a:lnTo>
                <a:cubicBezTo>
                  <a:pt x="220384" y="44512"/>
                  <a:pt x="220044" y="42402"/>
                  <a:pt x="219362" y="41178"/>
                </a:cubicBezTo>
                <a:cubicBezTo>
                  <a:pt x="218683" y="39952"/>
                  <a:pt x="217481" y="39340"/>
                  <a:pt x="215757" y="39340"/>
                </a:cubicBezTo>
                <a:cubicBezTo>
                  <a:pt x="214304" y="39340"/>
                  <a:pt x="212716" y="39521"/>
                  <a:pt x="210992" y="39884"/>
                </a:cubicBezTo>
                <a:lnTo>
                  <a:pt x="210992" y="37705"/>
                </a:lnTo>
                <a:cubicBezTo>
                  <a:pt x="214984" y="36435"/>
                  <a:pt x="218432" y="35256"/>
                  <a:pt x="221336" y="34168"/>
                </a:cubicBezTo>
                <a:cubicBezTo>
                  <a:pt x="224241" y="33078"/>
                  <a:pt x="227508" y="31807"/>
                  <a:pt x="231137" y="30354"/>
                </a:cubicBezTo>
                <a:lnTo>
                  <a:pt x="231819" y="30628"/>
                </a:lnTo>
                <a:lnTo>
                  <a:pt x="231819" y="43151"/>
                </a:lnTo>
                <a:cubicBezTo>
                  <a:pt x="235177" y="38251"/>
                  <a:pt x="238035" y="34893"/>
                  <a:pt x="240393" y="33077"/>
                </a:cubicBezTo>
                <a:cubicBezTo>
                  <a:pt x="242752" y="31262"/>
                  <a:pt x="245339" y="30354"/>
                  <a:pt x="248153" y="30354"/>
                </a:cubicBezTo>
                <a:cubicBezTo>
                  <a:pt x="250512" y="30354"/>
                  <a:pt x="252350" y="30990"/>
                  <a:pt x="253665" y="32261"/>
                </a:cubicBezTo>
                <a:cubicBezTo>
                  <a:pt x="254982" y="33531"/>
                  <a:pt x="255641" y="35300"/>
                  <a:pt x="255641" y="37570"/>
                </a:cubicBezTo>
                <a:cubicBezTo>
                  <a:pt x="255641" y="39475"/>
                  <a:pt x="255163" y="40973"/>
                  <a:pt x="254209" y="42063"/>
                </a:cubicBezTo>
                <a:cubicBezTo>
                  <a:pt x="253257" y="43151"/>
                  <a:pt x="251964" y="43695"/>
                  <a:pt x="250332" y="43695"/>
                </a:cubicBezTo>
                <a:cubicBezTo>
                  <a:pt x="249423" y="43695"/>
                  <a:pt x="248560" y="43491"/>
                  <a:pt x="247743" y="43083"/>
                </a:cubicBezTo>
                <a:cubicBezTo>
                  <a:pt x="246928" y="42674"/>
                  <a:pt x="245975" y="41971"/>
                  <a:pt x="244885" y="40972"/>
                </a:cubicBezTo>
                <a:cubicBezTo>
                  <a:pt x="243434" y="39611"/>
                  <a:pt x="242254" y="38931"/>
                  <a:pt x="241346" y="38931"/>
                </a:cubicBezTo>
                <a:cubicBezTo>
                  <a:pt x="240076" y="38931"/>
                  <a:pt x="238692" y="39566"/>
                  <a:pt x="237194" y="40837"/>
                </a:cubicBezTo>
                <a:cubicBezTo>
                  <a:pt x="235697" y="42107"/>
                  <a:pt x="234427" y="43605"/>
                  <a:pt x="233383" y="45330"/>
                </a:cubicBezTo>
                <a:cubicBezTo>
                  <a:pt x="232340" y="47054"/>
                  <a:pt x="231819" y="48642"/>
                  <a:pt x="231819" y="50093"/>
                </a:cubicBezTo>
                <a:lnTo>
                  <a:pt x="231819" y="80721"/>
                </a:lnTo>
                <a:cubicBezTo>
                  <a:pt x="232000" y="84713"/>
                  <a:pt x="232839" y="87368"/>
                  <a:pt x="234336" y="88685"/>
                </a:cubicBezTo>
                <a:cubicBezTo>
                  <a:pt x="235834" y="90000"/>
                  <a:pt x="238852" y="90749"/>
                  <a:pt x="243388" y="90930"/>
                </a:cubicBezTo>
                <a:lnTo>
                  <a:pt x="243388" y="92972"/>
                </a:lnTo>
                <a:lnTo>
                  <a:pt x="210720" y="92972"/>
                </a:lnTo>
                <a:close/>
                <a:moveTo>
                  <a:pt x="320026" y="31717"/>
                </a:moveTo>
                <a:lnTo>
                  <a:pt x="320026" y="33759"/>
                </a:lnTo>
                <a:cubicBezTo>
                  <a:pt x="318392" y="33940"/>
                  <a:pt x="317121" y="34462"/>
                  <a:pt x="316213" y="35325"/>
                </a:cubicBezTo>
                <a:cubicBezTo>
                  <a:pt x="315306" y="36186"/>
                  <a:pt x="314399" y="37706"/>
                  <a:pt x="313492" y="39884"/>
                </a:cubicBezTo>
                <a:lnTo>
                  <a:pt x="292528" y="95423"/>
                </a:lnTo>
                <a:cubicBezTo>
                  <a:pt x="288807" y="105314"/>
                  <a:pt x="285200" y="112324"/>
                  <a:pt x="281706" y="116453"/>
                </a:cubicBezTo>
                <a:cubicBezTo>
                  <a:pt x="278213" y="120582"/>
                  <a:pt x="274152" y="122647"/>
                  <a:pt x="269524" y="122647"/>
                </a:cubicBezTo>
                <a:cubicBezTo>
                  <a:pt x="266621" y="122647"/>
                  <a:pt x="264215" y="121898"/>
                  <a:pt x="262309" y="120399"/>
                </a:cubicBezTo>
                <a:cubicBezTo>
                  <a:pt x="260403" y="118903"/>
                  <a:pt x="259450" y="117020"/>
                  <a:pt x="259450" y="114752"/>
                </a:cubicBezTo>
                <a:cubicBezTo>
                  <a:pt x="259450" y="113028"/>
                  <a:pt x="260018" y="111598"/>
                  <a:pt x="261152" y="110463"/>
                </a:cubicBezTo>
                <a:cubicBezTo>
                  <a:pt x="262286" y="109329"/>
                  <a:pt x="263670" y="108762"/>
                  <a:pt x="265304" y="108762"/>
                </a:cubicBezTo>
                <a:cubicBezTo>
                  <a:pt x="267482" y="108762"/>
                  <a:pt x="269841" y="109261"/>
                  <a:pt x="272382" y="110259"/>
                </a:cubicBezTo>
                <a:cubicBezTo>
                  <a:pt x="273743" y="110895"/>
                  <a:pt x="274923" y="111213"/>
                  <a:pt x="275922" y="111213"/>
                </a:cubicBezTo>
                <a:cubicBezTo>
                  <a:pt x="276920" y="111213"/>
                  <a:pt x="278054" y="110645"/>
                  <a:pt x="279324" y="109509"/>
                </a:cubicBezTo>
                <a:cubicBezTo>
                  <a:pt x="280595" y="108375"/>
                  <a:pt x="281730" y="106946"/>
                  <a:pt x="282728" y="105222"/>
                </a:cubicBezTo>
                <a:cubicBezTo>
                  <a:pt x="283545" y="103771"/>
                  <a:pt x="284361" y="102047"/>
                  <a:pt x="285177" y="100050"/>
                </a:cubicBezTo>
                <a:cubicBezTo>
                  <a:pt x="285994" y="98054"/>
                  <a:pt x="286697" y="96148"/>
                  <a:pt x="287287" y="94332"/>
                </a:cubicBezTo>
                <a:cubicBezTo>
                  <a:pt x="287877" y="92518"/>
                  <a:pt x="288172" y="91248"/>
                  <a:pt x="288172" y="90521"/>
                </a:cubicBezTo>
                <a:cubicBezTo>
                  <a:pt x="288172" y="89522"/>
                  <a:pt x="287650" y="87798"/>
                  <a:pt x="286606" y="85349"/>
                </a:cubicBezTo>
                <a:cubicBezTo>
                  <a:pt x="285563" y="82899"/>
                  <a:pt x="284089" y="79996"/>
                  <a:pt x="282184" y="76638"/>
                </a:cubicBezTo>
                <a:cubicBezTo>
                  <a:pt x="281820" y="75911"/>
                  <a:pt x="281524" y="75321"/>
                  <a:pt x="281297" y="74868"/>
                </a:cubicBezTo>
                <a:cubicBezTo>
                  <a:pt x="281071" y="74414"/>
                  <a:pt x="280550" y="73279"/>
                  <a:pt x="279733" y="71464"/>
                </a:cubicBezTo>
                <a:lnTo>
                  <a:pt x="264215" y="37977"/>
                </a:lnTo>
                <a:cubicBezTo>
                  <a:pt x="263126" y="35619"/>
                  <a:pt x="260812" y="34167"/>
                  <a:pt x="257274" y="33622"/>
                </a:cubicBezTo>
                <a:lnTo>
                  <a:pt x="257274" y="31717"/>
                </a:lnTo>
                <a:lnTo>
                  <a:pt x="285314" y="31717"/>
                </a:lnTo>
                <a:lnTo>
                  <a:pt x="285314" y="33759"/>
                </a:lnTo>
                <a:cubicBezTo>
                  <a:pt x="282410" y="33849"/>
                  <a:pt x="280369" y="34166"/>
                  <a:pt x="279189" y="34712"/>
                </a:cubicBezTo>
                <a:cubicBezTo>
                  <a:pt x="278009" y="35256"/>
                  <a:pt x="277419" y="36163"/>
                  <a:pt x="277419" y="37433"/>
                </a:cubicBezTo>
                <a:cubicBezTo>
                  <a:pt x="277419" y="38794"/>
                  <a:pt x="277873" y="40519"/>
                  <a:pt x="278780" y="42607"/>
                </a:cubicBezTo>
                <a:lnTo>
                  <a:pt x="294435" y="77045"/>
                </a:lnTo>
                <a:lnTo>
                  <a:pt x="307639" y="39475"/>
                </a:lnTo>
                <a:cubicBezTo>
                  <a:pt x="308001" y="38659"/>
                  <a:pt x="308183" y="37888"/>
                  <a:pt x="308183" y="37161"/>
                </a:cubicBezTo>
                <a:cubicBezTo>
                  <a:pt x="308183" y="34893"/>
                  <a:pt x="306005" y="33759"/>
                  <a:pt x="301648" y="33759"/>
                </a:cubicBezTo>
                <a:lnTo>
                  <a:pt x="301648" y="31717"/>
                </a:lnTo>
                <a:lnTo>
                  <a:pt x="320026" y="31717"/>
                </a:lnTo>
                <a:close/>
                <a:moveTo>
                  <a:pt x="324110" y="122510"/>
                </a:moveTo>
                <a:lnTo>
                  <a:pt x="324110" y="120196"/>
                </a:lnTo>
                <a:cubicBezTo>
                  <a:pt x="328102" y="119743"/>
                  <a:pt x="330688" y="118972"/>
                  <a:pt x="331868" y="117882"/>
                </a:cubicBezTo>
                <a:cubicBezTo>
                  <a:pt x="333048" y="116794"/>
                  <a:pt x="333638" y="114434"/>
                  <a:pt x="333638" y="110803"/>
                </a:cubicBezTo>
                <a:lnTo>
                  <a:pt x="333638" y="47098"/>
                </a:lnTo>
                <a:cubicBezTo>
                  <a:pt x="333638" y="43922"/>
                  <a:pt x="333297" y="41836"/>
                  <a:pt x="332616" y="40837"/>
                </a:cubicBezTo>
                <a:cubicBezTo>
                  <a:pt x="331936" y="39839"/>
                  <a:pt x="330416" y="39340"/>
                  <a:pt x="328057" y="39340"/>
                </a:cubicBezTo>
                <a:cubicBezTo>
                  <a:pt x="327421" y="39340"/>
                  <a:pt x="326854" y="39340"/>
                  <a:pt x="326355" y="39340"/>
                </a:cubicBezTo>
                <a:cubicBezTo>
                  <a:pt x="325857" y="39340"/>
                  <a:pt x="325290" y="39385"/>
                  <a:pt x="324654" y="39475"/>
                </a:cubicBezTo>
                <a:lnTo>
                  <a:pt x="324654" y="37298"/>
                </a:lnTo>
                <a:cubicBezTo>
                  <a:pt x="328375" y="36118"/>
                  <a:pt x="331664" y="35029"/>
                  <a:pt x="334523" y="34031"/>
                </a:cubicBezTo>
                <a:cubicBezTo>
                  <a:pt x="337382" y="33032"/>
                  <a:pt x="340626" y="31807"/>
                  <a:pt x="344256" y="30354"/>
                </a:cubicBezTo>
                <a:lnTo>
                  <a:pt x="345072" y="30628"/>
                </a:lnTo>
                <a:lnTo>
                  <a:pt x="345072" y="41109"/>
                </a:lnTo>
                <a:cubicBezTo>
                  <a:pt x="348067" y="37389"/>
                  <a:pt x="351130" y="34666"/>
                  <a:pt x="354261" y="32942"/>
                </a:cubicBezTo>
                <a:cubicBezTo>
                  <a:pt x="357392" y="31217"/>
                  <a:pt x="360863" y="30354"/>
                  <a:pt x="364673" y="30354"/>
                </a:cubicBezTo>
                <a:cubicBezTo>
                  <a:pt x="369121" y="30354"/>
                  <a:pt x="373046" y="31603"/>
                  <a:pt x="376448" y="34099"/>
                </a:cubicBezTo>
                <a:cubicBezTo>
                  <a:pt x="379852" y="36595"/>
                  <a:pt x="382529" y="40020"/>
                  <a:pt x="384480" y="44377"/>
                </a:cubicBezTo>
                <a:cubicBezTo>
                  <a:pt x="386431" y="48732"/>
                  <a:pt x="387407" y="53723"/>
                  <a:pt x="387407" y="59350"/>
                </a:cubicBezTo>
                <a:cubicBezTo>
                  <a:pt x="387407" y="65883"/>
                  <a:pt x="386158" y="71804"/>
                  <a:pt x="383662" y="77113"/>
                </a:cubicBezTo>
                <a:cubicBezTo>
                  <a:pt x="381167" y="82422"/>
                  <a:pt x="377764" y="86619"/>
                  <a:pt x="373453" y="89704"/>
                </a:cubicBezTo>
                <a:cubicBezTo>
                  <a:pt x="369144" y="92790"/>
                  <a:pt x="364266" y="94332"/>
                  <a:pt x="358820" y="94332"/>
                </a:cubicBezTo>
                <a:cubicBezTo>
                  <a:pt x="356008" y="94332"/>
                  <a:pt x="353626" y="93924"/>
                  <a:pt x="351675" y="93107"/>
                </a:cubicBezTo>
                <a:cubicBezTo>
                  <a:pt x="349724" y="92291"/>
                  <a:pt x="347523" y="90749"/>
                  <a:pt x="345072" y="88479"/>
                </a:cubicBezTo>
                <a:lnTo>
                  <a:pt x="345072" y="109850"/>
                </a:lnTo>
                <a:cubicBezTo>
                  <a:pt x="345163" y="112755"/>
                  <a:pt x="345481" y="114933"/>
                  <a:pt x="346025" y="116384"/>
                </a:cubicBezTo>
                <a:cubicBezTo>
                  <a:pt x="346570" y="117837"/>
                  <a:pt x="347704" y="118790"/>
                  <a:pt x="349428" y="119242"/>
                </a:cubicBezTo>
                <a:cubicBezTo>
                  <a:pt x="351153" y="119697"/>
                  <a:pt x="353694" y="119969"/>
                  <a:pt x="357050" y="120061"/>
                </a:cubicBezTo>
                <a:lnTo>
                  <a:pt x="357050" y="122510"/>
                </a:lnTo>
                <a:lnTo>
                  <a:pt x="324110" y="122510"/>
                </a:lnTo>
                <a:moveTo>
                  <a:pt x="345072" y="47507"/>
                </a:moveTo>
                <a:lnTo>
                  <a:pt x="345072" y="80993"/>
                </a:lnTo>
                <a:cubicBezTo>
                  <a:pt x="345072" y="82354"/>
                  <a:pt x="345798" y="83716"/>
                  <a:pt x="347249" y="85077"/>
                </a:cubicBezTo>
                <a:cubicBezTo>
                  <a:pt x="348701" y="86438"/>
                  <a:pt x="350540" y="87595"/>
                  <a:pt x="352763" y="88548"/>
                </a:cubicBezTo>
                <a:cubicBezTo>
                  <a:pt x="354987" y="89500"/>
                  <a:pt x="357143" y="89977"/>
                  <a:pt x="359229" y="89977"/>
                </a:cubicBezTo>
                <a:cubicBezTo>
                  <a:pt x="364130" y="89977"/>
                  <a:pt x="368100" y="87640"/>
                  <a:pt x="371139" y="82966"/>
                </a:cubicBezTo>
                <a:cubicBezTo>
                  <a:pt x="374180" y="78293"/>
                  <a:pt x="375700" y="72236"/>
                  <a:pt x="375700" y="64794"/>
                </a:cubicBezTo>
                <a:cubicBezTo>
                  <a:pt x="375700" y="56809"/>
                  <a:pt x="374180" y="50434"/>
                  <a:pt x="371139" y="45671"/>
                </a:cubicBezTo>
                <a:cubicBezTo>
                  <a:pt x="368100" y="40906"/>
                  <a:pt x="364039" y="38523"/>
                  <a:pt x="358957" y="38523"/>
                </a:cubicBezTo>
                <a:cubicBezTo>
                  <a:pt x="356870" y="38523"/>
                  <a:pt x="354760" y="38977"/>
                  <a:pt x="352626" y="39884"/>
                </a:cubicBezTo>
                <a:cubicBezTo>
                  <a:pt x="350494" y="40791"/>
                  <a:pt x="348701" y="41948"/>
                  <a:pt x="347249" y="43355"/>
                </a:cubicBezTo>
                <a:cubicBezTo>
                  <a:pt x="345798" y="44762"/>
                  <a:pt x="345072" y="46146"/>
                  <a:pt x="345072" y="47507"/>
                </a:cubicBezTo>
                <a:close/>
                <a:moveTo>
                  <a:pt x="426746" y="31717"/>
                </a:moveTo>
                <a:lnTo>
                  <a:pt x="426746" y="36072"/>
                </a:lnTo>
                <a:lnTo>
                  <a:pt x="412998" y="36072"/>
                </a:lnTo>
                <a:lnTo>
                  <a:pt x="412998" y="75003"/>
                </a:lnTo>
                <a:cubicBezTo>
                  <a:pt x="412998" y="79268"/>
                  <a:pt x="413542" y="82376"/>
                  <a:pt x="414631" y="84327"/>
                </a:cubicBezTo>
                <a:cubicBezTo>
                  <a:pt x="415720" y="86278"/>
                  <a:pt x="417536" y="87254"/>
                  <a:pt x="420077" y="87254"/>
                </a:cubicBezTo>
                <a:cubicBezTo>
                  <a:pt x="421619" y="87254"/>
                  <a:pt x="423003" y="86891"/>
                  <a:pt x="424227" y="86165"/>
                </a:cubicBezTo>
                <a:cubicBezTo>
                  <a:pt x="425452" y="85440"/>
                  <a:pt x="426791" y="84215"/>
                  <a:pt x="428244" y="82491"/>
                </a:cubicBezTo>
                <a:lnTo>
                  <a:pt x="430013" y="83988"/>
                </a:lnTo>
                <a:cubicBezTo>
                  <a:pt x="425657" y="90884"/>
                  <a:pt x="420212" y="94332"/>
                  <a:pt x="413677" y="94332"/>
                </a:cubicBezTo>
                <a:cubicBezTo>
                  <a:pt x="405602" y="94332"/>
                  <a:pt x="401564" y="88570"/>
                  <a:pt x="401564" y="77045"/>
                </a:cubicBezTo>
                <a:lnTo>
                  <a:pt x="401564" y="36072"/>
                </a:lnTo>
                <a:lnTo>
                  <a:pt x="394348" y="36072"/>
                </a:lnTo>
                <a:cubicBezTo>
                  <a:pt x="393985" y="35800"/>
                  <a:pt x="393804" y="35482"/>
                  <a:pt x="393804" y="35119"/>
                </a:cubicBezTo>
                <a:cubicBezTo>
                  <a:pt x="393804" y="34393"/>
                  <a:pt x="394575" y="33532"/>
                  <a:pt x="396118" y="32533"/>
                </a:cubicBezTo>
                <a:cubicBezTo>
                  <a:pt x="398114" y="31353"/>
                  <a:pt x="400293" y="29425"/>
                  <a:pt x="402652" y="26749"/>
                </a:cubicBezTo>
                <a:cubicBezTo>
                  <a:pt x="405012" y="24070"/>
                  <a:pt x="408143" y="19873"/>
                  <a:pt x="412045" y="14157"/>
                </a:cubicBezTo>
                <a:cubicBezTo>
                  <a:pt x="412680" y="14157"/>
                  <a:pt x="412998" y="14747"/>
                  <a:pt x="412998" y="15927"/>
                </a:cubicBezTo>
                <a:lnTo>
                  <a:pt x="412998" y="31717"/>
                </a:lnTo>
                <a:lnTo>
                  <a:pt x="426746" y="31717"/>
                </a:lnTo>
                <a:close/>
                <a:moveTo>
                  <a:pt x="485143" y="70647"/>
                </a:moveTo>
                <a:lnTo>
                  <a:pt x="487320" y="71601"/>
                </a:lnTo>
                <a:cubicBezTo>
                  <a:pt x="484507" y="78951"/>
                  <a:pt x="480628" y="84577"/>
                  <a:pt x="475682" y="88479"/>
                </a:cubicBezTo>
                <a:cubicBezTo>
                  <a:pt x="470736" y="92381"/>
                  <a:pt x="464996" y="94332"/>
                  <a:pt x="458463" y="94332"/>
                </a:cubicBezTo>
                <a:cubicBezTo>
                  <a:pt x="450659" y="94332"/>
                  <a:pt x="444465" y="91588"/>
                  <a:pt x="439881" y="86099"/>
                </a:cubicBezTo>
                <a:cubicBezTo>
                  <a:pt x="435299" y="80608"/>
                  <a:pt x="433008" y="73189"/>
                  <a:pt x="433008" y="63841"/>
                </a:cubicBezTo>
                <a:cubicBezTo>
                  <a:pt x="433008" y="58215"/>
                  <a:pt x="433893" y="53111"/>
                  <a:pt x="435663" y="48529"/>
                </a:cubicBezTo>
                <a:cubicBezTo>
                  <a:pt x="437433" y="43945"/>
                  <a:pt x="439905" y="40247"/>
                  <a:pt x="443080" y="37433"/>
                </a:cubicBezTo>
                <a:cubicBezTo>
                  <a:pt x="448343" y="32714"/>
                  <a:pt x="454469" y="30354"/>
                  <a:pt x="461458" y="30354"/>
                </a:cubicBezTo>
                <a:cubicBezTo>
                  <a:pt x="468808" y="30354"/>
                  <a:pt x="474616" y="32941"/>
                  <a:pt x="478880" y="38114"/>
                </a:cubicBezTo>
                <a:cubicBezTo>
                  <a:pt x="480604" y="40292"/>
                  <a:pt x="481875" y="42584"/>
                  <a:pt x="482692" y="44989"/>
                </a:cubicBezTo>
                <a:cubicBezTo>
                  <a:pt x="483509" y="47393"/>
                  <a:pt x="484189" y="50819"/>
                  <a:pt x="484734" y="55267"/>
                </a:cubicBezTo>
                <a:lnTo>
                  <a:pt x="442808" y="55267"/>
                </a:lnTo>
                <a:cubicBezTo>
                  <a:pt x="442989" y="59440"/>
                  <a:pt x="443352" y="62820"/>
                  <a:pt x="443896" y="65407"/>
                </a:cubicBezTo>
                <a:cubicBezTo>
                  <a:pt x="444442" y="67994"/>
                  <a:pt x="445305" y="70602"/>
                  <a:pt x="446484" y="73233"/>
                </a:cubicBezTo>
                <a:cubicBezTo>
                  <a:pt x="450477" y="81038"/>
                  <a:pt x="456330" y="84940"/>
                  <a:pt x="464044" y="84940"/>
                </a:cubicBezTo>
                <a:cubicBezTo>
                  <a:pt x="468400" y="84940"/>
                  <a:pt x="472189" y="83851"/>
                  <a:pt x="475410" y="81675"/>
                </a:cubicBezTo>
                <a:cubicBezTo>
                  <a:pt x="478632" y="79496"/>
                  <a:pt x="481876" y="75821"/>
                  <a:pt x="485143" y="70647"/>
                </a:cubicBezTo>
                <a:moveTo>
                  <a:pt x="443080" y="50909"/>
                </a:moveTo>
                <a:lnTo>
                  <a:pt x="470851" y="50909"/>
                </a:lnTo>
                <a:cubicBezTo>
                  <a:pt x="469942" y="45011"/>
                  <a:pt x="468535" y="40929"/>
                  <a:pt x="466630" y="38660"/>
                </a:cubicBezTo>
                <a:cubicBezTo>
                  <a:pt x="464725" y="36391"/>
                  <a:pt x="461684" y="35256"/>
                  <a:pt x="457510" y="35256"/>
                </a:cubicBezTo>
                <a:cubicBezTo>
                  <a:pt x="453335" y="35256"/>
                  <a:pt x="450067" y="36527"/>
                  <a:pt x="447708" y="39068"/>
                </a:cubicBezTo>
                <a:cubicBezTo>
                  <a:pt x="445350" y="41609"/>
                  <a:pt x="443807" y="45556"/>
                  <a:pt x="443080" y="50909"/>
                </a:cubicBezTo>
                <a:close/>
                <a:moveTo>
                  <a:pt x="556062" y="85077"/>
                </a:moveTo>
                <a:lnTo>
                  <a:pt x="556062" y="87254"/>
                </a:lnTo>
                <a:lnTo>
                  <a:pt x="536052" y="94332"/>
                </a:lnTo>
                <a:lnTo>
                  <a:pt x="535508" y="93925"/>
                </a:lnTo>
                <a:lnTo>
                  <a:pt x="535508" y="85212"/>
                </a:lnTo>
                <a:cubicBezTo>
                  <a:pt x="533240" y="88388"/>
                  <a:pt x="530721" y="90703"/>
                  <a:pt x="527953" y="92155"/>
                </a:cubicBezTo>
                <a:cubicBezTo>
                  <a:pt x="525185" y="93607"/>
                  <a:pt x="521896" y="94332"/>
                  <a:pt x="518085" y="94332"/>
                </a:cubicBezTo>
                <a:cubicBezTo>
                  <a:pt x="513093" y="94332"/>
                  <a:pt x="508691" y="93107"/>
                  <a:pt x="504879" y="90658"/>
                </a:cubicBezTo>
                <a:cubicBezTo>
                  <a:pt x="501069" y="88207"/>
                  <a:pt x="498119" y="84781"/>
                  <a:pt x="496031" y="80381"/>
                </a:cubicBezTo>
                <a:cubicBezTo>
                  <a:pt x="493944" y="75979"/>
                  <a:pt x="492901" y="70874"/>
                  <a:pt x="492901" y="65066"/>
                </a:cubicBezTo>
                <a:cubicBezTo>
                  <a:pt x="492901" y="58623"/>
                  <a:pt x="494171" y="52770"/>
                  <a:pt x="496712" y="47507"/>
                </a:cubicBezTo>
                <a:cubicBezTo>
                  <a:pt x="499253" y="42243"/>
                  <a:pt x="502679" y="38069"/>
                  <a:pt x="506990" y="34984"/>
                </a:cubicBezTo>
                <a:cubicBezTo>
                  <a:pt x="511300" y="31898"/>
                  <a:pt x="516042" y="30354"/>
                  <a:pt x="521215" y="30354"/>
                </a:cubicBezTo>
                <a:cubicBezTo>
                  <a:pt x="523938" y="30354"/>
                  <a:pt x="526365" y="30786"/>
                  <a:pt x="528498" y="31648"/>
                </a:cubicBezTo>
                <a:cubicBezTo>
                  <a:pt x="530630" y="32511"/>
                  <a:pt x="532967" y="34031"/>
                  <a:pt x="535508" y="36207"/>
                </a:cubicBezTo>
                <a:lnTo>
                  <a:pt x="535508" y="14974"/>
                </a:lnTo>
                <a:cubicBezTo>
                  <a:pt x="535508" y="12160"/>
                  <a:pt x="535099" y="10299"/>
                  <a:pt x="534282" y="9393"/>
                </a:cubicBezTo>
                <a:cubicBezTo>
                  <a:pt x="533467" y="8486"/>
                  <a:pt x="531788" y="8032"/>
                  <a:pt x="529247" y="8032"/>
                </a:cubicBezTo>
                <a:cubicBezTo>
                  <a:pt x="528702" y="8032"/>
                  <a:pt x="528202" y="8032"/>
                  <a:pt x="527748" y="8032"/>
                </a:cubicBezTo>
                <a:cubicBezTo>
                  <a:pt x="527295" y="8032"/>
                  <a:pt x="526797" y="8077"/>
                  <a:pt x="526252" y="8167"/>
                </a:cubicBezTo>
                <a:lnTo>
                  <a:pt x="526252" y="5988"/>
                </a:lnTo>
                <a:cubicBezTo>
                  <a:pt x="530609" y="4810"/>
                  <a:pt x="534216" y="3812"/>
                  <a:pt x="537074" y="2995"/>
                </a:cubicBezTo>
                <a:cubicBezTo>
                  <a:pt x="539932" y="2178"/>
                  <a:pt x="542995" y="1180"/>
                  <a:pt x="546263" y="0"/>
                </a:cubicBezTo>
                <a:lnTo>
                  <a:pt x="546942" y="272"/>
                </a:lnTo>
                <a:lnTo>
                  <a:pt x="546942" y="77454"/>
                </a:lnTo>
                <a:cubicBezTo>
                  <a:pt x="546942" y="80539"/>
                  <a:pt x="547328" y="82604"/>
                  <a:pt x="548099" y="83648"/>
                </a:cubicBezTo>
                <a:cubicBezTo>
                  <a:pt x="548870" y="84690"/>
                  <a:pt x="550481" y="85212"/>
                  <a:pt x="552932" y="85212"/>
                </a:cubicBezTo>
                <a:cubicBezTo>
                  <a:pt x="553204" y="85212"/>
                  <a:pt x="553566" y="85212"/>
                  <a:pt x="554021" y="85212"/>
                </a:cubicBezTo>
                <a:cubicBezTo>
                  <a:pt x="554475" y="85212"/>
                  <a:pt x="555155" y="85167"/>
                  <a:pt x="556062" y="85077"/>
                </a:cubicBezTo>
                <a:moveTo>
                  <a:pt x="535508" y="79086"/>
                </a:moveTo>
                <a:lnTo>
                  <a:pt x="535508" y="47779"/>
                </a:lnTo>
                <a:cubicBezTo>
                  <a:pt x="535508" y="45329"/>
                  <a:pt x="534872" y="43083"/>
                  <a:pt x="533601" y="41041"/>
                </a:cubicBezTo>
                <a:cubicBezTo>
                  <a:pt x="532331" y="38998"/>
                  <a:pt x="530630" y="37342"/>
                  <a:pt x="528498" y="36072"/>
                </a:cubicBezTo>
                <a:cubicBezTo>
                  <a:pt x="526365" y="34801"/>
                  <a:pt x="524074" y="34166"/>
                  <a:pt x="521625" y="34166"/>
                </a:cubicBezTo>
                <a:cubicBezTo>
                  <a:pt x="516451" y="34166"/>
                  <a:pt x="512322" y="36480"/>
                  <a:pt x="509237" y="41109"/>
                </a:cubicBezTo>
                <a:cubicBezTo>
                  <a:pt x="506152" y="45737"/>
                  <a:pt x="504609" y="51908"/>
                  <a:pt x="504609" y="59622"/>
                </a:cubicBezTo>
                <a:cubicBezTo>
                  <a:pt x="504609" y="67971"/>
                  <a:pt x="506333" y="74663"/>
                  <a:pt x="509781" y="79699"/>
                </a:cubicBezTo>
                <a:cubicBezTo>
                  <a:pt x="513229" y="84735"/>
                  <a:pt x="517767" y="87254"/>
                  <a:pt x="523394" y="87254"/>
                </a:cubicBezTo>
                <a:cubicBezTo>
                  <a:pt x="527659" y="87254"/>
                  <a:pt x="530926" y="85892"/>
                  <a:pt x="533194" y="83170"/>
                </a:cubicBezTo>
                <a:cubicBezTo>
                  <a:pt x="534736" y="81446"/>
                  <a:pt x="535508" y="80085"/>
                  <a:pt x="535508" y="79086"/>
                </a:cubicBezTo>
                <a:close/>
                <a:moveTo>
                  <a:pt x="592010" y="5444"/>
                </a:moveTo>
                <a:lnTo>
                  <a:pt x="592010" y="2858"/>
                </a:lnTo>
                <a:lnTo>
                  <a:pt x="627945" y="2858"/>
                </a:lnTo>
                <a:cubicBezTo>
                  <a:pt x="634388" y="2858"/>
                  <a:pt x="640332" y="3743"/>
                  <a:pt x="645777" y="5513"/>
                </a:cubicBezTo>
                <a:cubicBezTo>
                  <a:pt x="651222" y="7282"/>
                  <a:pt x="655306" y="9665"/>
                  <a:pt x="658030" y="12660"/>
                </a:cubicBezTo>
                <a:cubicBezTo>
                  <a:pt x="661750" y="16652"/>
                  <a:pt x="663611" y="21597"/>
                  <a:pt x="663611" y="27496"/>
                </a:cubicBezTo>
                <a:cubicBezTo>
                  <a:pt x="663611" y="31943"/>
                  <a:pt x="662453" y="36117"/>
                  <a:pt x="660138" y="40021"/>
                </a:cubicBezTo>
                <a:cubicBezTo>
                  <a:pt x="657824" y="43923"/>
                  <a:pt x="654625" y="46963"/>
                  <a:pt x="650542" y="49139"/>
                </a:cubicBezTo>
                <a:cubicBezTo>
                  <a:pt x="645006" y="52226"/>
                  <a:pt x="637065" y="53769"/>
                  <a:pt x="626720" y="53769"/>
                </a:cubicBezTo>
                <a:cubicBezTo>
                  <a:pt x="624996" y="53769"/>
                  <a:pt x="623453" y="53724"/>
                  <a:pt x="622092" y="53634"/>
                </a:cubicBezTo>
                <a:cubicBezTo>
                  <a:pt x="620731" y="53543"/>
                  <a:pt x="619143" y="53451"/>
                  <a:pt x="617327" y="53360"/>
                </a:cubicBezTo>
                <a:lnTo>
                  <a:pt x="617327" y="78135"/>
                </a:lnTo>
                <a:cubicBezTo>
                  <a:pt x="617419" y="81492"/>
                  <a:pt x="617781" y="84033"/>
                  <a:pt x="618416" y="85758"/>
                </a:cubicBezTo>
                <a:cubicBezTo>
                  <a:pt x="619051" y="87482"/>
                  <a:pt x="620277" y="88662"/>
                  <a:pt x="622092" y="89297"/>
                </a:cubicBezTo>
                <a:cubicBezTo>
                  <a:pt x="623907" y="89932"/>
                  <a:pt x="626585" y="90294"/>
                  <a:pt x="630124" y="90386"/>
                </a:cubicBezTo>
                <a:lnTo>
                  <a:pt x="630124" y="92972"/>
                </a:lnTo>
                <a:lnTo>
                  <a:pt x="592010" y="92972"/>
                </a:lnTo>
                <a:lnTo>
                  <a:pt x="592010" y="90386"/>
                </a:lnTo>
                <a:cubicBezTo>
                  <a:pt x="595458" y="90023"/>
                  <a:pt x="597976" y="89524"/>
                  <a:pt x="599564" y="88888"/>
                </a:cubicBezTo>
                <a:cubicBezTo>
                  <a:pt x="601152" y="88253"/>
                  <a:pt x="602196" y="87005"/>
                  <a:pt x="602694" y="85145"/>
                </a:cubicBezTo>
                <a:cubicBezTo>
                  <a:pt x="603194" y="83284"/>
                  <a:pt x="603444" y="80448"/>
                  <a:pt x="603444" y="76638"/>
                </a:cubicBezTo>
                <a:lnTo>
                  <a:pt x="603444" y="17697"/>
                </a:lnTo>
                <a:cubicBezTo>
                  <a:pt x="603444" y="14339"/>
                  <a:pt x="603171" y="11866"/>
                  <a:pt x="602626" y="10277"/>
                </a:cubicBezTo>
                <a:cubicBezTo>
                  <a:pt x="602082" y="8689"/>
                  <a:pt x="601015" y="7577"/>
                  <a:pt x="599427" y="6942"/>
                </a:cubicBezTo>
                <a:cubicBezTo>
                  <a:pt x="597839" y="6306"/>
                  <a:pt x="595366" y="5807"/>
                  <a:pt x="592010" y="5444"/>
                </a:cubicBezTo>
                <a:moveTo>
                  <a:pt x="617327" y="12523"/>
                </a:moveTo>
                <a:lnTo>
                  <a:pt x="617327" y="47916"/>
                </a:lnTo>
                <a:cubicBezTo>
                  <a:pt x="618870" y="48006"/>
                  <a:pt x="620208" y="48097"/>
                  <a:pt x="621342" y="48188"/>
                </a:cubicBezTo>
                <a:cubicBezTo>
                  <a:pt x="622478" y="48278"/>
                  <a:pt x="623726" y="48323"/>
                  <a:pt x="625087" y="48323"/>
                </a:cubicBezTo>
                <a:cubicBezTo>
                  <a:pt x="640877" y="48323"/>
                  <a:pt x="648772" y="41653"/>
                  <a:pt x="648772" y="28313"/>
                </a:cubicBezTo>
                <a:cubicBezTo>
                  <a:pt x="648772" y="21325"/>
                  <a:pt x="646594" y="16176"/>
                  <a:pt x="642238" y="12863"/>
                </a:cubicBezTo>
                <a:cubicBezTo>
                  <a:pt x="637883" y="9551"/>
                  <a:pt x="631122" y="7895"/>
                  <a:pt x="621955" y="7895"/>
                </a:cubicBezTo>
                <a:cubicBezTo>
                  <a:pt x="620141" y="7895"/>
                  <a:pt x="618916" y="8213"/>
                  <a:pt x="618281" y="8848"/>
                </a:cubicBezTo>
                <a:cubicBezTo>
                  <a:pt x="617645" y="9484"/>
                  <a:pt x="617327" y="10709"/>
                  <a:pt x="617327" y="12523"/>
                </a:cubicBezTo>
                <a:close/>
                <a:moveTo>
                  <a:pt x="725682" y="83988"/>
                </a:moveTo>
                <a:lnTo>
                  <a:pt x="725682" y="87528"/>
                </a:lnTo>
                <a:cubicBezTo>
                  <a:pt x="723322" y="90069"/>
                  <a:pt x="721281" y="91838"/>
                  <a:pt x="719557" y="92837"/>
                </a:cubicBezTo>
                <a:cubicBezTo>
                  <a:pt x="717833" y="93834"/>
                  <a:pt x="715791" y="94332"/>
                  <a:pt x="713431" y="94332"/>
                </a:cubicBezTo>
                <a:cubicBezTo>
                  <a:pt x="710618" y="94332"/>
                  <a:pt x="708553" y="93584"/>
                  <a:pt x="707237" y="92087"/>
                </a:cubicBezTo>
                <a:cubicBezTo>
                  <a:pt x="705922" y="90590"/>
                  <a:pt x="705082" y="88026"/>
                  <a:pt x="704718" y="84395"/>
                </a:cubicBezTo>
                <a:cubicBezTo>
                  <a:pt x="700544" y="87935"/>
                  <a:pt x="696937" y="90476"/>
                  <a:pt x="693896" y="92018"/>
                </a:cubicBezTo>
                <a:cubicBezTo>
                  <a:pt x="690857" y="93561"/>
                  <a:pt x="687840" y="94332"/>
                  <a:pt x="684845" y="94332"/>
                </a:cubicBezTo>
                <a:cubicBezTo>
                  <a:pt x="680670" y="94332"/>
                  <a:pt x="677244" y="92971"/>
                  <a:pt x="674567" y="90249"/>
                </a:cubicBezTo>
                <a:cubicBezTo>
                  <a:pt x="671891" y="87526"/>
                  <a:pt x="670552" y="84033"/>
                  <a:pt x="670552" y="79768"/>
                </a:cubicBezTo>
                <a:cubicBezTo>
                  <a:pt x="670552" y="77500"/>
                  <a:pt x="671006" y="75299"/>
                  <a:pt x="671913" y="73167"/>
                </a:cubicBezTo>
                <a:cubicBezTo>
                  <a:pt x="672821" y="71033"/>
                  <a:pt x="674001" y="69285"/>
                  <a:pt x="675452" y="67924"/>
                </a:cubicBezTo>
                <a:cubicBezTo>
                  <a:pt x="676905" y="66655"/>
                  <a:pt x="678289" y="65543"/>
                  <a:pt x="679604" y="64591"/>
                </a:cubicBezTo>
                <a:cubicBezTo>
                  <a:pt x="680920" y="63638"/>
                  <a:pt x="682507" y="62708"/>
                  <a:pt x="684367" y="61801"/>
                </a:cubicBezTo>
                <a:cubicBezTo>
                  <a:pt x="686228" y="60893"/>
                  <a:pt x="688747" y="59758"/>
                  <a:pt x="691923" y="58397"/>
                </a:cubicBezTo>
                <a:cubicBezTo>
                  <a:pt x="695100" y="57036"/>
                  <a:pt x="699320" y="55311"/>
                  <a:pt x="704583" y="53223"/>
                </a:cubicBezTo>
                <a:lnTo>
                  <a:pt x="704583" y="44921"/>
                </a:lnTo>
                <a:cubicBezTo>
                  <a:pt x="704583" y="37388"/>
                  <a:pt x="701134" y="33622"/>
                  <a:pt x="694237" y="33622"/>
                </a:cubicBezTo>
                <a:cubicBezTo>
                  <a:pt x="691515" y="33622"/>
                  <a:pt x="689201" y="34280"/>
                  <a:pt x="687296" y="35597"/>
                </a:cubicBezTo>
                <a:cubicBezTo>
                  <a:pt x="685390" y="36912"/>
                  <a:pt x="684437" y="38478"/>
                  <a:pt x="684437" y="40293"/>
                </a:cubicBezTo>
                <a:cubicBezTo>
                  <a:pt x="684437" y="41200"/>
                  <a:pt x="684573" y="42288"/>
                  <a:pt x="684845" y="43558"/>
                </a:cubicBezTo>
                <a:cubicBezTo>
                  <a:pt x="684936" y="44012"/>
                  <a:pt x="685004" y="44421"/>
                  <a:pt x="685048" y="44784"/>
                </a:cubicBezTo>
                <a:cubicBezTo>
                  <a:pt x="685094" y="45146"/>
                  <a:pt x="685117" y="45464"/>
                  <a:pt x="685117" y="45737"/>
                </a:cubicBezTo>
                <a:cubicBezTo>
                  <a:pt x="685117" y="47190"/>
                  <a:pt x="684504" y="48506"/>
                  <a:pt x="683278" y="49686"/>
                </a:cubicBezTo>
                <a:cubicBezTo>
                  <a:pt x="682054" y="50865"/>
                  <a:pt x="680625" y="51455"/>
                  <a:pt x="678991" y="51455"/>
                </a:cubicBezTo>
                <a:cubicBezTo>
                  <a:pt x="677357" y="51455"/>
                  <a:pt x="675973" y="50865"/>
                  <a:pt x="674839" y="49686"/>
                </a:cubicBezTo>
                <a:cubicBezTo>
                  <a:pt x="673705" y="48506"/>
                  <a:pt x="673138" y="47144"/>
                  <a:pt x="673138" y="45600"/>
                </a:cubicBezTo>
                <a:cubicBezTo>
                  <a:pt x="673138" y="42696"/>
                  <a:pt x="674159" y="40110"/>
                  <a:pt x="676200" y="37842"/>
                </a:cubicBezTo>
                <a:cubicBezTo>
                  <a:pt x="678242" y="35574"/>
                  <a:pt x="680987" y="33759"/>
                  <a:pt x="684435" y="32398"/>
                </a:cubicBezTo>
                <a:cubicBezTo>
                  <a:pt x="687885" y="31036"/>
                  <a:pt x="691742" y="30354"/>
                  <a:pt x="696007" y="30354"/>
                </a:cubicBezTo>
                <a:cubicBezTo>
                  <a:pt x="704174" y="30354"/>
                  <a:pt x="709801" y="32850"/>
                  <a:pt x="712887" y="37842"/>
                </a:cubicBezTo>
                <a:cubicBezTo>
                  <a:pt x="713884" y="39476"/>
                  <a:pt x="714587" y="41382"/>
                  <a:pt x="714995" y="43560"/>
                </a:cubicBezTo>
                <a:cubicBezTo>
                  <a:pt x="715404" y="45737"/>
                  <a:pt x="715608" y="48595"/>
                  <a:pt x="715608" y="52134"/>
                </a:cubicBezTo>
                <a:lnTo>
                  <a:pt x="715608" y="78679"/>
                </a:lnTo>
                <a:cubicBezTo>
                  <a:pt x="715608" y="81673"/>
                  <a:pt x="715903" y="83738"/>
                  <a:pt x="716493" y="84873"/>
                </a:cubicBezTo>
                <a:cubicBezTo>
                  <a:pt x="717083" y="86007"/>
                  <a:pt x="718149" y="86574"/>
                  <a:pt x="719692" y="86574"/>
                </a:cubicBezTo>
                <a:cubicBezTo>
                  <a:pt x="721598" y="86574"/>
                  <a:pt x="723595" y="85712"/>
                  <a:pt x="725682" y="83988"/>
                </a:cubicBezTo>
                <a:moveTo>
                  <a:pt x="704583" y="76228"/>
                </a:moveTo>
                <a:lnTo>
                  <a:pt x="704583" y="56490"/>
                </a:lnTo>
                <a:cubicBezTo>
                  <a:pt x="696597" y="59304"/>
                  <a:pt x="690948" y="62140"/>
                  <a:pt x="687636" y="65000"/>
                </a:cubicBezTo>
                <a:cubicBezTo>
                  <a:pt x="684324" y="67858"/>
                  <a:pt x="682622" y="71329"/>
                  <a:pt x="682531" y="75412"/>
                </a:cubicBezTo>
                <a:lnTo>
                  <a:pt x="682531" y="75956"/>
                </a:lnTo>
                <a:cubicBezTo>
                  <a:pt x="682531" y="78860"/>
                  <a:pt x="683370" y="81333"/>
                  <a:pt x="685048" y="83376"/>
                </a:cubicBezTo>
                <a:cubicBezTo>
                  <a:pt x="686728" y="85417"/>
                  <a:pt x="688747" y="86437"/>
                  <a:pt x="691107" y="86437"/>
                </a:cubicBezTo>
                <a:cubicBezTo>
                  <a:pt x="694192" y="86437"/>
                  <a:pt x="697504" y="85439"/>
                  <a:pt x="701044" y="83442"/>
                </a:cubicBezTo>
                <a:cubicBezTo>
                  <a:pt x="702495" y="82627"/>
                  <a:pt x="703448" y="81720"/>
                  <a:pt x="703902" y="80721"/>
                </a:cubicBezTo>
                <a:cubicBezTo>
                  <a:pt x="704356" y="79723"/>
                  <a:pt x="704583" y="78225"/>
                  <a:pt x="704583" y="76228"/>
                </a:cubicBezTo>
                <a:close/>
                <a:moveTo>
                  <a:pt x="780130" y="71736"/>
                </a:moveTo>
                <a:lnTo>
                  <a:pt x="782037" y="72961"/>
                </a:lnTo>
                <a:cubicBezTo>
                  <a:pt x="780040" y="76955"/>
                  <a:pt x="778270" y="80063"/>
                  <a:pt x="776728" y="82287"/>
                </a:cubicBezTo>
                <a:cubicBezTo>
                  <a:pt x="775185" y="84510"/>
                  <a:pt x="773506" y="86392"/>
                  <a:pt x="771691" y="87935"/>
                </a:cubicBezTo>
                <a:cubicBezTo>
                  <a:pt x="766700" y="92200"/>
                  <a:pt x="761210" y="94332"/>
                  <a:pt x="755220" y="94332"/>
                </a:cubicBezTo>
                <a:cubicBezTo>
                  <a:pt x="750229" y="94332"/>
                  <a:pt x="745783" y="93040"/>
                  <a:pt x="741881" y="90454"/>
                </a:cubicBezTo>
                <a:cubicBezTo>
                  <a:pt x="737979" y="87868"/>
                  <a:pt x="734916" y="84283"/>
                  <a:pt x="732692" y="79701"/>
                </a:cubicBezTo>
                <a:cubicBezTo>
                  <a:pt x="730468" y="75118"/>
                  <a:pt x="729356" y="69922"/>
                  <a:pt x="729356" y="64113"/>
                </a:cubicBezTo>
                <a:cubicBezTo>
                  <a:pt x="729356" y="52951"/>
                  <a:pt x="732895" y="44239"/>
                  <a:pt x="739974" y="37977"/>
                </a:cubicBezTo>
                <a:cubicBezTo>
                  <a:pt x="745783" y="32895"/>
                  <a:pt x="752181" y="30354"/>
                  <a:pt x="759168" y="30354"/>
                </a:cubicBezTo>
                <a:cubicBezTo>
                  <a:pt x="762979" y="30354"/>
                  <a:pt x="766473" y="30990"/>
                  <a:pt x="769649" y="32261"/>
                </a:cubicBezTo>
                <a:cubicBezTo>
                  <a:pt x="772826" y="33531"/>
                  <a:pt x="775367" y="35233"/>
                  <a:pt x="777272" y="37366"/>
                </a:cubicBezTo>
                <a:cubicBezTo>
                  <a:pt x="779177" y="39499"/>
                  <a:pt x="780130" y="41836"/>
                  <a:pt x="780130" y="44377"/>
                </a:cubicBezTo>
                <a:cubicBezTo>
                  <a:pt x="780130" y="45919"/>
                  <a:pt x="779517" y="47257"/>
                  <a:pt x="778292" y="48392"/>
                </a:cubicBezTo>
                <a:cubicBezTo>
                  <a:pt x="777068" y="49526"/>
                  <a:pt x="775548" y="50093"/>
                  <a:pt x="773733" y="50093"/>
                </a:cubicBezTo>
                <a:cubicBezTo>
                  <a:pt x="770556" y="50093"/>
                  <a:pt x="768378" y="48006"/>
                  <a:pt x="767198" y="43832"/>
                </a:cubicBezTo>
                <a:lnTo>
                  <a:pt x="766382" y="40837"/>
                </a:lnTo>
                <a:cubicBezTo>
                  <a:pt x="765746" y="38296"/>
                  <a:pt x="764861" y="36572"/>
                  <a:pt x="763727" y="35665"/>
                </a:cubicBezTo>
                <a:cubicBezTo>
                  <a:pt x="762593" y="34757"/>
                  <a:pt x="760801" y="34303"/>
                  <a:pt x="758352" y="34303"/>
                </a:cubicBezTo>
                <a:cubicBezTo>
                  <a:pt x="752816" y="34303"/>
                  <a:pt x="748346" y="36481"/>
                  <a:pt x="744942" y="40837"/>
                </a:cubicBezTo>
                <a:cubicBezTo>
                  <a:pt x="741540" y="45192"/>
                  <a:pt x="739839" y="50909"/>
                  <a:pt x="739839" y="57988"/>
                </a:cubicBezTo>
                <a:cubicBezTo>
                  <a:pt x="739839" y="63161"/>
                  <a:pt x="740724" y="67744"/>
                  <a:pt x="742493" y="71738"/>
                </a:cubicBezTo>
                <a:cubicBezTo>
                  <a:pt x="744263" y="75730"/>
                  <a:pt x="746736" y="78861"/>
                  <a:pt x="749911" y="81130"/>
                </a:cubicBezTo>
                <a:cubicBezTo>
                  <a:pt x="753087" y="83398"/>
                  <a:pt x="756763" y="84533"/>
                  <a:pt x="760938" y="84533"/>
                </a:cubicBezTo>
                <a:cubicBezTo>
                  <a:pt x="764840" y="84533"/>
                  <a:pt x="768197" y="83580"/>
                  <a:pt x="771010" y="81675"/>
                </a:cubicBezTo>
                <a:cubicBezTo>
                  <a:pt x="773823" y="79768"/>
                  <a:pt x="776863" y="76455"/>
                  <a:pt x="780130" y="71736"/>
                </a:cubicBezTo>
                <a:close/>
                <a:moveTo>
                  <a:pt x="787346" y="92972"/>
                </a:moveTo>
                <a:lnTo>
                  <a:pt x="787346" y="90930"/>
                </a:lnTo>
                <a:cubicBezTo>
                  <a:pt x="790612" y="90386"/>
                  <a:pt x="792949" y="89887"/>
                  <a:pt x="794356" y="89432"/>
                </a:cubicBezTo>
                <a:cubicBezTo>
                  <a:pt x="795763" y="88978"/>
                  <a:pt x="796647" y="88207"/>
                  <a:pt x="797010" y="87119"/>
                </a:cubicBezTo>
                <a:cubicBezTo>
                  <a:pt x="797373" y="86030"/>
                  <a:pt x="797554" y="84260"/>
                  <a:pt x="797554" y="81810"/>
                </a:cubicBezTo>
                <a:lnTo>
                  <a:pt x="797554" y="16199"/>
                </a:lnTo>
                <a:cubicBezTo>
                  <a:pt x="797554" y="12931"/>
                  <a:pt x="797169" y="10730"/>
                  <a:pt x="796397" y="9596"/>
                </a:cubicBezTo>
                <a:cubicBezTo>
                  <a:pt x="795626" y="8462"/>
                  <a:pt x="794061" y="7895"/>
                  <a:pt x="791701" y="7895"/>
                </a:cubicBezTo>
                <a:cubicBezTo>
                  <a:pt x="791066" y="7895"/>
                  <a:pt x="790407" y="7918"/>
                  <a:pt x="789726" y="7963"/>
                </a:cubicBezTo>
                <a:cubicBezTo>
                  <a:pt x="789046" y="8009"/>
                  <a:pt x="788253" y="8077"/>
                  <a:pt x="787346" y="8167"/>
                </a:cubicBezTo>
                <a:lnTo>
                  <a:pt x="787346" y="5988"/>
                </a:lnTo>
                <a:lnTo>
                  <a:pt x="791429" y="4900"/>
                </a:lnTo>
                <a:cubicBezTo>
                  <a:pt x="795421" y="3811"/>
                  <a:pt x="798620" y="2927"/>
                  <a:pt x="801025" y="2247"/>
                </a:cubicBezTo>
                <a:cubicBezTo>
                  <a:pt x="803430" y="1566"/>
                  <a:pt x="805903" y="817"/>
                  <a:pt x="808444" y="0"/>
                </a:cubicBezTo>
                <a:lnTo>
                  <a:pt x="808989" y="272"/>
                </a:lnTo>
                <a:lnTo>
                  <a:pt x="808989" y="57443"/>
                </a:lnTo>
                <a:lnTo>
                  <a:pt x="827637" y="40837"/>
                </a:lnTo>
                <a:cubicBezTo>
                  <a:pt x="829725" y="38931"/>
                  <a:pt x="830769" y="37342"/>
                  <a:pt x="830769" y="36072"/>
                </a:cubicBezTo>
                <a:cubicBezTo>
                  <a:pt x="830769" y="35165"/>
                  <a:pt x="830292" y="34553"/>
                  <a:pt x="829338" y="34236"/>
                </a:cubicBezTo>
                <a:cubicBezTo>
                  <a:pt x="828385" y="33918"/>
                  <a:pt x="826593" y="33713"/>
                  <a:pt x="823962" y="33622"/>
                </a:cubicBezTo>
                <a:lnTo>
                  <a:pt x="823962" y="31717"/>
                </a:lnTo>
                <a:lnTo>
                  <a:pt x="851731" y="31717"/>
                </a:lnTo>
                <a:lnTo>
                  <a:pt x="851731" y="33759"/>
                </a:lnTo>
                <a:cubicBezTo>
                  <a:pt x="849552" y="33667"/>
                  <a:pt x="847579" y="33804"/>
                  <a:pt x="845809" y="34168"/>
                </a:cubicBezTo>
                <a:cubicBezTo>
                  <a:pt x="844041" y="34531"/>
                  <a:pt x="842158" y="35302"/>
                  <a:pt x="840161" y="36482"/>
                </a:cubicBezTo>
                <a:cubicBezTo>
                  <a:pt x="838165" y="37661"/>
                  <a:pt x="835759" y="39408"/>
                  <a:pt x="832946" y="41722"/>
                </a:cubicBezTo>
                <a:cubicBezTo>
                  <a:pt x="830133" y="44036"/>
                  <a:pt x="826595" y="47098"/>
                  <a:pt x="822330" y="50909"/>
                </a:cubicBezTo>
                <a:lnTo>
                  <a:pt x="818381" y="54585"/>
                </a:lnTo>
                <a:lnTo>
                  <a:pt x="839208" y="80993"/>
                </a:lnTo>
                <a:cubicBezTo>
                  <a:pt x="842112" y="84441"/>
                  <a:pt x="844743" y="86914"/>
                  <a:pt x="847103" y="88413"/>
                </a:cubicBezTo>
                <a:cubicBezTo>
                  <a:pt x="849462" y="89909"/>
                  <a:pt x="852140" y="90749"/>
                  <a:pt x="855135" y="90930"/>
                </a:cubicBezTo>
                <a:lnTo>
                  <a:pt x="855135" y="92972"/>
                </a:lnTo>
                <a:lnTo>
                  <a:pt x="825460" y="92972"/>
                </a:lnTo>
                <a:lnTo>
                  <a:pt x="825460" y="90930"/>
                </a:lnTo>
                <a:lnTo>
                  <a:pt x="828046" y="90930"/>
                </a:lnTo>
                <a:cubicBezTo>
                  <a:pt x="829951" y="90930"/>
                  <a:pt x="830904" y="90249"/>
                  <a:pt x="830904" y="88888"/>
                </a:cubicBezTo>
                <a:cubicBezTo>
                  <a:pt x="830904" y="88253"/>
                  <a:pt x="830405" y="87300"/>
                  <a:pt x="829406" y="86030"/>
                </a:cubicBezTo>
                <a:cubicBezTo>
                  <a:pt x="829225" y="85849"/>
                  <a:pt x="829021" y="85599"/>
                  <a:pt x="828793" y="85282"/>
                </a:cubicBezTo>
                <a:cubicBezTo>
                  <a:pt x="828568" y="84964"/>
                  <a:pt x="828319" y="84623"/>
                  <a:pt x="828046" y="84260"/>
                </a:cubicBezTo>
                <a:lnTo>
                  <a:pt x="808989" y="58804"/>
                </a:lnTo>
                <a:lnTo>
                  <a:pt x="808989" y="83851"/>
                </a:lnTo>
                <a:cubicBezTo>
                  <a:pt x="809080" y="86392"/>
                  <a:pt x="809647" y="88139"/>
                  <a:pt x="810690" y="89092"/>
                </a:cubicBezTo>
                <a:cubicBezTo>
                  <a:pt x="811734" y="90044"/>
                  <a:pt x="813662" y="90611"/>
                  <a:pt x="816474" y="90793"/>
                </a:cubicBezTo>
                <a:lnTo>
                  <a:pt x="819197" y="90930"/>
                </a:lnTo>
                <a:lnTo>
                  <a:pt x="819197" y="92972"/>
                </a:lnTo>
                <a:lnTo>
                  <a:pt x="787346" y="92972"/>
                </a:lnTo>
                <a:close/>
                <a:moveTo>
                  <a:pt x="910808" y="70647"/>
                </a:moveTo>
                <a:lnTo>
                  <a:pt x="912985" y="71601"/>
                </a:lnTo>
                <a:cubicBezTo>
                  <a:pt x="910173" y="78951"/>
                  <a:pt x="906293" y="84577"/>
                  <a:pt x="901347" y="88479"/>
                </a:cubicBezTo>
                <a:cubicBezTo>
                  <a:pt x="896401" y="92381"/>
                  <a:pt x="890661" y="94332"/>
                  <a:pt x="884128" y="94332"/>
                </a:cubicBezTo>
                <a:cubicBezTo>
                  <a:pt x="876324" y="94332"/>
                  <a:pt x="870130" y="91588"/>
                  <a:pt x="865547" y="86099"/>
                </a:cubicBezTo>
                <a:cubicBezTo>
                  <a:pt x="860965" y="80608"/>
                  <a:pt x="858674" y="73189"/>
                  <a:pt x="858674" y="63841"/>
                </a:cubicBezTo>
                <a:cubicBezTo>
                  <a:pt x="858674" y="58215"/>
                  <a:pt x="859559" y="53111"/>
                  <a:pt x="861328" y="48529"/>
                </a:cubicBezTo>
                <a:cubicBezTo>
                  <a:pt x="863098" y="43945"/>
                  <a:pt x="865570" y="40247"/>
                  <a:pt x="868746" y="37433"/>
                </a:cubicBezTo>
                <a:cubicBezTo>
                  <a:pt x="874009" y="32714"/>
                  <a:pt x="880135" y="30354"/>
                  <a:pt x="887124" y="30354"/>
                </a:cubicBezTo>
                <a:cubicBezTo>
                  <a:pt x="894474" y="30354"/>
                  <a:pt x="900281" y="32941"/>
                  <a:pt x="904546" y="38114"/>
                </a:cubicBezTo>
                <a:cubicBezTo>
                  <a:pt x="906270" y="40292"/>
                  <a:pt x="907540" y="42584"/>
                  <a:pt x="908357" y="44989"/>
                </a:cubicBezTo>
                <a:cubicBezTo>
                  <a:pt x="909174" y="47393"/>
                  <a:pt x="909855" y="50819"/>
                  <a:pt x="910399" y="55267"/>
                </a:cubicBezTo>
                <a:lnTo>
                  <a:pt x="868473" y="55267"/>
                </a:lnTo>
                <a:cubicBezTo>
                  <a:pt x="868655" y="59440"/>
                  <a:pt x="869018" y="62820"/>
                  <a:pt x="869562" y="65407"/>
                </a:cubicBezTo>
                <a:cubicBezTo>
                  <a:pt x="870107" y="67994"/>
                  <a:pt x="870970" y="70602"/>
                  <a:pt x="872150" y="73233"/>
                </a:cubicBezTo>
                <a:cubicBezTo>
                  <a:pt x="876142" y="81038"/>
                  <a:pt x="881995" y="84940"/>
                  <a:pt x="889709" y="84940"/>
                </a:cubicBezTo>
                <a:cubicBezTo>
                  <a:pt x="894066" y="84940"/>
                  <a:pt x="897854" y="83851"/>
                  <a:pt x="901075" y="81675"/>
                </a:cubicBezTo>
                <a:cubicBezTo>
                  <a:pt x="904297" y="79496"/>
                  <a:pt x="907542" y="75821"/>
                  <a:pt x="910808" y="70647"/>
                </a:cubicBezTo>
                <a:moveTo>
                  <a:pt x="868746" y="50909"/>
                </a:moveTo>
                <a:lnTo>
                  <a:pt x="896516" y="50909"/>
                </a:lnTo>
                <a:cubicBezTo>
                  <a:pt x="895608" y="45011"/>
                  <a:pt x="894201" y="40929"/>
                  <a:pt x="892295" y="38660"/>
                </a:cubicBezTo>
                <a:cubicBezTo>
                  <a:pt x="890390" y="36391"/>
                  <a:pt x="887350" y="35256"/>
                  <a:pt x="883175" y="35256"/>
                </a:cubicBezTo>
                <a:cubicBezTo>
                  <a:pt x="879000" y="35256"/>
                  <a:pt x="875733" y="36527"/>
                  <a:pt x="873373" y="39068"/>
                </a:cubicBezTo>
                <a:cubicBezTo>
                  <a:pt x="871015" y="41609"/>
                  <a:pt x="869473" y="45556"/>
                  <a:pt x="868746" y="50909"/>
                </a:cubicBezTo>
                <a:close/>
                <a:moveTo>
                  <a:pt x="950149" y="31717"/>
                </a:moveTo>
                <a:lnTo>
                  <a:pt x="950149" y="36072"/>
                </a:lnTo>
                <a:lnTo>
                  <a:pt x="936401" y="36072"/>
                </a:lnTo>
                <a:lnTo>
                  <a:pt x="936401" y="75003"/>
                </a:lnTo>
                <a:cubicBezTo>
                  <a:pt x="936401" y="79268"/>
                  <a:pt x="936945" y="82376"/>
                  <a:pt x="938033" y="84327"/>
                </a:cubicBezTo>
                <a:cubicBezTo>
                  <a:pt x="939123" y="86278"/>
                  <a:pt x="940938" y="87254"/>
                  <a:pt x="943479" y="87254"/>
                </a:cubicBezTo>
                <a:cubicBezTo>
                  <a:pt x="945022" y="87254"/>
                  <a:pt x="946405" y="86891"/>
                  <a:pt x="947629" y="86165"/>
                </a:cubicBezTo>
                <a:cubicBezTo>
                  <a:pt x="948855" y="85440"/>
                  <a:pt x="950194" y="84215"/>
                  <a:pt x="951646" y="82491"/>
                </a:cubicBezTo>
                <a:lnTo>
                  <a:pt x="953416" y="83988"/>
                </a:lnTo>
                <a:cubicBezTo>
                  <a:pt x="949060" y="90884"/>
                  <a:pt x="943614" y="94332"/>
                  <a:pt x="937080" y="94332"/>
                </a:cubicBezTo>
                <a:cubicBezTo>
                  <a:pt x="929004" y="94332"/>
                  <a:pt x="924966" y="88570"/>
                  <a:pt x="924966" y="77045"/>
                </a:cubicBezTo>
                <a:lnTo>
                  <a:pt x="924966" y="36072"/>
                </a:lnTo>
                <a:lnTo>
                  <a:pt x="917751" y="36072"/>
                </a:lnTo>
                <a:cubicBezTo>
                  <a:pt x="917388" y="35800"/>
                  <a:pt x="917206" y="35482"/>
                  <a:pt x="917206" y="35119"/>
                </a:cubicBezTo>
                <a:cubicBezTo>
                  <a:pt x="917206" y="34393"/>
                  <a:pt x="917978" y="33532"/>
                  <a:pt x="919520" y="32533"/>
                </a:cubicBezTo>
                <a:cubicBezTo>
                  <a:pt x="921517" y="31353"/>
                  <a:pt x="923695" y="29425"/>
                  <a:pt x="926055" y="26749"/>
                </a:cubicBezTo>
                <a:cubicBezTo>
                  <a:pt x="928414" y="24070"/>
                  <a:pt x="931545" y="19873"/>
                  <a:pt x="935447" y="14157"/>
                </a:cubicBezTo>
                <a:cubicBezTo>
                  <a:pt x="936083" y="14157"/>
                  <a:pt x="936401" y="14747"/>
                  <a:pt x="936401" y="15927"/>
                </a:cubicBezTo>
                <a:lnTo>
                  <a:pt x="936401" y="31717"/>
                </a:lnTo>
                <a:lnTo>
                  <a:pt x="950149" y="317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7AA70-A358-43FC-A77F-F9ABAE27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886" y="5547847"/>
            <a:ext cx="1019004" cy="317300"/>
          </a:xfrm>
          <a:custGeom xmlns:a="http://schemas.openxmlformats.org/drawingml/2006/main">
            <a:pathLst>
              <a:path w="1019004" h="317300">
                <a:moveTo>
                  <a:pt x="0" y="317300"/>
                </a:moveTo>
                <a:lnTo>
                  <a:pt x="0" y="0"/>
                </a:lnTo>
                <a:lnTo>
                  <a:pt x="1019004" y="0"/>
                </a:lnTo>
                <a:lnTo>
                  <a:pt x="1019004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ECCCA-7207-4B53-B52D-DC124D82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886" y="5547847"/>
            <a:ext cx="1019004" cy="317300"/>
          </a:xfrm>
          <a:custGeom xmlns:a="http://schemas.openxmlformats.org/drawingml/2006/main">
            <a:pathLst>
              <a:path w="1019004" h="317300" fill="none">
                <a:moveTo>
                  <a:pt x="0" y="317300"/>
                </a:moveTo>
                <a:lnTo>
                  <a:pt x="1019004" y="317300"/>
                </a:lnTo>
                <a:lnTo>
                  <a:pt x="1019004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/>
            </a:solidFill>
            <a:round/>
          </a:ln>
        </p:spPr>
      </p:sp>
      <p:sp>
        <p:nvSpPr>
          <p:cNvPr id="224" name="Text Tag">
            <a:extLst xmlns:a="http://schemas.openxmlformats.org/drawingml/2006/main">
              <a:ext uri="{FF2B5EF4-FFF2-40B4-BE49-F238E27FC236}">
                <a16:creationId xmlns:a16="http://schemas.microsoft.com/office/drawing/2014/main" id="{BD7AF1E6-0318-4712-B057-BFEDB2F1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8175" y="5660799"/>
            <a:ext cx="205273" cy="119789"/>
          </a:xfrm>
          <a:custGeom xmlns:a="http://schemas.openxmlformats.org/drawingml/2006/main">
            <a:pathLst>
              <a:path w="205273" h="119789">
                <a:moveTo>
                  <a:pt x="59213" y="87528"/>
                </a:moveTo>
                <a:lnTo>
                  <a:pt x="59213" y="90114"/>
                </a:lnTo>
                <a:lnTo>
                  <a:pt x="19466" y="90114"/>
                </a:lnTo>
                <a:lnTo>
                  <a:pt x="19466" y="87528"/>
                </a:lnTo>
                <a:cubicBezTo>
                  <a:pt x="23277" y="87255"/>
                  <a:pt x="26090" y="86801"/>
                  <a:pt x="27905" y="86167"/>
                </a:cubicBezTo>
                <a:cubicBezTo>
                  <a:pt x="29721" y="85532"/>
                  <a:pt x="30901" y="84284"/>
                  <a:pt x="31445" y="82424"/>
                </a:cubicBezTo>
                <a:cubicBezTo>
                  <a:pt x="31989" y="80563"/>
                  <a:pt x="32261" y="77682"/>
                  <a:pt x="32261" y="73780"/>
                </a:cubicBezTo>
                <a:lnTo>
                  <a:pt x="32261" y="5718"/>
                </a:lnTo>
                <a:lnTo>
                  <a:pt x="24910" y="5718"/>
                </a:lnTo>
                <a:cubicBezTo>
                  <a:pt x="19738" y="5808"/>
                  <a:pt x="15768" y="6262"/>
                  <a:pt x="13000" y="7079"/>
                </a:cubicBezTo>
                <a:cubicBezTo>
                  <a:pt x="10232" y="7896"/>
                  <a:pt x="8190" y="9530"/>
                  <a:pt x="6873" y="11981"/>
                </a:cubicBezTo>
                <a:cubicBezTo>
                  <a:pt x="5558" y="14430"/>
                  <a:pt x="4356" y="18150"/>
                  <a:pt x="3267" y="23141"/>
                </a:cubicBezTo>
                <a:lnTo>
                  <a:pt x="0" y="23141"/>
                </a:lnTo>
                <a:lnTo>
                  <a:pt x="816" y="0"/>
                </a:lnTo>
                <a:lnTo>
                  <a:pt x="77591" y="0"/>
                </a:lnTo>
                <a:lnTo>
                  <a:pt x="78407" y="23141"/>
                </a:lnTo>
                <a:lnTo>
                  <a:pt x="75140" y="23141"/>
                </a:lnTo>
                <a:cubicBezTo>
                  <a:pt x="74142" y="18150"/>
                  <a:pt x="72985" y="14430"/>
                  <a:pt x="71669" y="11981"/>
                </a:cubicBezTo>
                <a:cubicBezTo>
                  <a:pt x="70354" y="9530"/>
                  <a:pt x="68312" y="7896"/>
                  <a:pt x="65544" y="7079"/>
                </a:cubicBezTo>
                <a:cubicBezTo>
                  <a:pt x="62776" y="6262"/>
                  <a:pt x="58760" y="5808"/>
                  <a:pt x="53497" y="5718"/>
                </a:cubicBezTo>
                <a:lnTo>
                  <a:pt x="46146" y="5718"/>
                </a:lnTo>
                <a:lnTo>
                  <a:pt x="46146" y="75277"/>
                </a:lnTo>
                <a:cubicBezTo>
                  <a:pt x="46236" y="78544"/>
                  <a:pt x="46576" y="81039"/>
                  <a:pt x="47166" y="82763"/>
                </a:cubicBezTo>
                <a:cubicBezTo>
                  <a:pt x="47756" y="84487"/>
                  <a:pt x="48981" y="85667"/>
                  <a:pt x="50840" y="86302"/>
                </a:cubicBezTo>
                <a:cubicBezTo>
                  <a:pt x="52701" y="86938"/>
                  <a:pt x="55492" y="87346"/>
                  <a:pt x="59213" y="87528"/>
                </a:cubicBezTo>
                <a:close/>
                <a:moveTo>
                  <a:pt x="141023" y="81130"/>
                </a:moveTo>
                <a:lnTo>
                  <a:pt x="141023" y="84670"/>
                </a:lnTo>
                <a:cubicBezTo>
                  <a:pt x="138663" y="87211"/>
                  <a:pt x="136621" y="88980"/>
                  <a:pt x="134897" y="89979"/>
                </a:cubicBezTo>
                <a:cubicBezTo>
                  <a:pt x="133173" y="90976"/>
                  <a:pt x="131132" y="91474"/>
                  <a:pt x="128772" y="91474"/>
                </a:cubicBezTo>
                <a:cubicBezTo>
                  <a:pt x="125958" y="91474"/>
                  <a:pt x="123894" y="90726"/>
                  <a:pt x="122578" y="89229"/>
                </a:cubicBezTo>
                <a:cubicBezTo>
                  <a:pt x="121263" y="87732"/>
                  <a:pt x="120423" y="85168"/>
                  <a:pt x="120059" y="81537"/>
                </a:cubicBezTo>
                <a:cubicBezTo>
                  <a:pt x="115885" y="85077"/>
                  <a:pt x="112278" y="87618"/>
                  <a:pt x="109237" y="89160"/>
                </a:cubicBezTo>
                <a:cubicBezTo>
                  <a:pt x="106198" y="90703"/>
                  <a:pt x="103181" y="91474"/>
                  <a:pt x="100185" y="91474"/>
                </a:cubicBezTo>
                <a:cubicBezTo>
                  <a:pt x="96011" y="91474"/>
                  <a:pt x="92585" y="90113"/>
                  <a:pt x="89908" y="87391"/>
                </a:cubicBezTo>
                <a:cubicBezTo>
                  <a:pt x="87231" y="84668"/>
                  <a:pt x="85893" y="81175"/>
                  <a:pt x="85893" y="76910"/>
                </a:cubicBezTo>
                <a:cubicBezTo>
                  <a:pt x="85893" y="74642"/>
                  <a:pt x="86347" y="72441"/>
                  <a:pt x="87254" y="70309"/>
                </a:cubicBezTo>
                <a:cubicBezTo>
                  <a:pt x="88162" y="68175"/>
                  <a:pt x="89342" y="66427"/>
                  <a:pt x="90793" y="65066"/>
                </a:cubicBezTo>
                <a:cubicBezTo>
                  <a:pt x="92246" y="63796"/>
                  <a:pt x="93630" y="62685"/>
                  <a:pt x="94945" y="61733"/>
                </a:cubicBezTo>
                <a:cubicBezTo>
                  <a:pt x="96260" y="60780"/>
                  <a:pt x="97848" y="59850"/>
                  <a:pt x="99708" y="58943"/>
                </a:cubicBezTo>
                <a:cubicBezTo>
                  <a:pt x="101569" y="58035"/>
                  <a:pt x="104088" y="56900"/>
                  <a:pt x="107264" y="55539"/>
                </a:cubicBezTo>
                <a:cubicBezTo>
                  <a:pt x="110441" y="54178"/>
                  <a:pt x="114661" y="52453"/>
                  <a:pt x="119924" y="50365"/>
                </a:cubicBezTo>
                <a:lnTo>
                  <a:pt x="119924" y="42063"/>
                </a:lnTo>
                <a:cubicBezTo>
                  <a:pt x="119924" y="34530"/>
                  <a:pt x="116475" y="30763"/>
                  <a:pt x="109578" y="30763"/>
                </a:cubicBezTo>
                <a:cubicBezTo>
                  <a:pt x="106856" y="30763"/>
                  <a:pt x="104542" y="31422"/>
                  <a:pt x="102636" y="32739"/>
                </a:cubicBezTo>
                <a:cubicBezTo>
                  <a:pt x="100731" y="34054"/>
                  <a:pt x="99778" y="35620"/>
                  <a:pt x="99778" y="37435"/>
                </a:cubicBezTo>
                <a:cubicBezTo>
                  <a:pt x="99778" y="38342"/>
                  <a:pt x="99914" y="39430"/>
                  <a:pt x="100185" y="40700"/>
                </a:cubicBezTo>
                <a:cubicBezTo>
                  <a:pt x="100277" y="41154"/>
                  <a:pt x="100345" y="41563"/>
                  <a:pt x="100389" y="41926"/>
                </a:cubicBezTo>
                <a:cubicBezTo>
                  <a:pt x="100435" y="42288"/>
                  <a:pt x="100458" y="42606"/>
                  <a:pt x="100458" y="42879"/>
                </a:cubicBezTo>
                <a:cubicBezTo>
                  <a:pt x="100458" y="44332"/>
                  <a:pt x="99845" y="45648"/>
                  <a:pt x="98619" y="46828"/>
                </a:cubicBezTo>
                <a:cubicBezTo>
                  <a:pt x="97395" y="48007"/>
                  <a:pt x="95966" y="48597"/>
                  <a:pt x="94332" y="48597"/>
                </a:cubicBezTo>
                <a:cubicBezTo>
                  <a:pt x="92698" y="48597"/>
                  <a:pt x="91314" y="48007"/>
                  <a:pt x="90180" y="46828"/>
                </a:cubicBezTo>
                <a:cubicBezTo>
                  <a:pt x="89046" y="45648"/>
                  <a:pt x="88479" y="44286"/>
                  <a:pt x="88479" y="42742"/>
                </a:cubicBezTo>
                <a:cubicBezTo>
                  <a:pt x="88479" y="39838"/>
                  <a:pt x="89500" y="37252"/>
                  <a:pt x="91541" y="34984"/>
                </a:cubicBezTo>
                <a:cubicBezTo>
                  <a:pt x="93583" y="32716"/>
                  <a:pt x="96328" y="30901"/>
                  <a:pt x="99776" y="29540"/>
                </a:cubicBezTo>
                <a:cubicBezTo>
                  <a:pt x="103226" y="28178"/>
                  <a:pt x="107083" y="27496"/>
                  <a:pt x="111348" y="27496"/>
                </a:cubicBezTo>
                <a:cubicBezTo>
                  <a:pt x="119515" y="27496"/>
                  <a:pt x="125141" y="29992"/>
                  <a:pt x="128228" y="34984"/>
                </a:cubicBezTo>
                <a:cubicBezTo>
                  <a:pt x="129225" y="36618"/>
                  <a:pt x="129928" y="38524"/>
                  <a:pt x="130336" y="40702"/>
                </a:cubicBezTo>
                <a:cubicBezTo>
                  <a:pt x="130745" y="42879"/>
                  <a:pt x="130949" y="45737"/>
                  <a:pt x="130949" y="49276"/>
                </a:cubicBezTo>
                <a:lnTo>
                  <a:pt x="130949" y="75821"/>
                </a:lnTo>
                <a:cubicBezTo>
                  <a:pt x="130949" y="78815"/>
                  <a:pt x="131244" y="80880"/>
                  <a:pt x="131834" y="82015"/>
                </a:cubicBezTo>
                <a:cubicBezTo>
                  <a:pt x="132424" y="83149"/>
                  <a:pt x="133490" y="83716"/>
                  <a:pt x="135032" y="83716"/>
                </a:cubicBezTo>
                <a:cubicBezTo>
                  <a:pt x="136939" y="83716"/>
                  <a:pt x="138936" y="82854"/>
                  <a:pt x="141023" y="81130"/>
                </a:cubicBezTo>
                <a:moveTo>
                  <a:pt x="119924" y="73370"/>
                </a:moveTo>
                <a:lnTo>
                  <a:pt x="119924" y="53632"/>
                </a:lnTo>
                <a:cubicBezTo>
                  <a:pt x="111938" y="56446"/>
                  <a:pt x="106289" y="59282"/>
                  <a:pt x="102977" y="62142"/>
                </a:cubicBezTo>
                <a:cubicBezTo>
                  <a:pt x="99665" y="65000"/>
                  <a:pt x="97963" y="68471"/>
                  <a:pt x="97872" y="72554"/>
                </a:cubicBezTo>
                <a:lnTo>
                  <a:pt x="97872" y="73098"/>
                </a:lnTo>
                <a:cubicBezTo>
                  <a:pt x="97872" y="76002"/>
                  <a:pt x="98711" y="78475"/>
                  <a:pt x="100389" y="80518"/>
                </a:cubicBezTo>
                <a:cubicBezTo>
                  <a:pt x="102069" y="82559"/>
                  <a:pt x="104088" y="83579"/>
                  <a:pt x="106448" y="83579"/>
                </a:cubicBezTo>
                <a:cubicBezTo>
                  <a:pt x="109533" y="83579"/>
                  <a:pt x="112845" y="82581"/>
                  <a:pt x="116385" y="80584"/>
                </a:cubicBezTo>
                <a:cubicBezTo>
                  <a:pt x="117836" y="79768"/>
                  <a:pt x="118788" y="78861"/>
                  <a:pt x="119243" y="77863"/>
                </a:cubicBezTo>
                <a:cubicBezTo>
                  <a:pt x="119697" y="76865"/>
                  <a:pt x="119924" y="75367"/>
                  <a:pt x="119924" y="73370"/>
                </a:cubicBezTo>
                <a:close/>
                <a:moveTo>
                  <a:pt x="205273" y="37298"/>
                </a:moveTo>
                <a:lnTo>
                  <a:pt x="193974" y="37298"/>
                </a:lnTo>
                <a:cubicBezTo>
                  <a:pt x="194973" y="39476"/>
                  <a:pt x="195653" y="41427"/>
                  <a:pt x="196016" y="43151"/>
                </a:cubicBezTo>
                <a:cubicBezTo>
                  <a:pt x="196380" y="44875"/>
                  <a:pt x="196562" y="46735"/>
                  <a:pt x="196562" y="48732"/>
                </a:cubicBezTo>
                <a:cubicBezTo>
                  <a:pt x="196562" y="55267"/>
                  <a:pt x="194384" y="60394"/>
                  <a:pt x="190028" y="64115"/>
                </a:cubicBezTo>
                <a:cubicBezTo>
                  <a:pt x="187941" y="65929"/>
                  <a:pt x="185604" y="67335"/>
                  <a:pt x="183018" y="68334"/>
                </a:cubicBezTo>
                <a:cubicBezTo>
                  <a:pt x="180431" y="69332"/>
                  <a:pt x="177867" y="69831"/>
                  <a:pt x="175326" y="69831"/>
                </a:cubicBezTo>
                <a:cubicBezTo>
                  <a:pt x="175235" y="69831"/>
                  <a:pt x="174531" y="69763"/>
                  <a:pt x="173216" y="69628"/>
                </a:cubicBezTo>
                <a:cubicBezTo>
                  <a:pt x="171900" y="69492"/>
                  <a:pt x="170017" y="69333"/>
                  <a:pt x="167566" y="69150"/>
                </a:cubicBezTo>
                <a:cubicBezTo>
                  <a:pt x="166387" y="69514"/>
                  <a:pt x="165161" y="70195"/>
                  <a:pt x="163890" y="71194"/>
                </a:cubicBezTo>
                <a:cubicBezTo>
                  <a:pt x="162620" y="72191"/>
                  <a:pt x="161554" y="73302"/>
                  <a:pt x="160691" y="74527"/>
                </a:cubicBezTo>
                <a:cubicBezTo>
                  <a:pt x="159830" y="75753"/>
                  <a:pt x="159399" y="76819"/>
                  <a:pt x="159399" y="77726"/>
                </a:cubicBezTo>
                <a:cubicBezTo>
                  <a:pt x="159399" y="79904"/>
                  <a:pt x="162939" y="81130"/>
                  <a:pt x="170017" y="81402"/>
                </a:cubicBezTo>
                <a:lnTo>
                  <a:pt x="187577" y="82219"/>
                </a:lnTo>
                <a:cubicBezTo>
                  <a:pt x="192659" y="82400"/>
                  <a:pt x="196674" y="83807"/>
                  <a:pt x="199624" y="86439"/>
                </a:cubicBezTo>
                <a:cubicBezTo>
                  <a:pt x="202573" y="89070"/>
                  <a:pt x="204048" y="92518"/>
                  <a:pt x="204048" y="96783"/>
                </a:cubicBezTo>
                <a:cubicBezTo>
                  <a:pt x="204048" y="101865"/>
                  <a:pt x="201553" y="106448"/>
                  <a:pt x="196562" y="110531"/>
                </a:cubicBezTo>
                <a:cubicBezTo>
                  <a:pt x="193023" y="113345"/>
                  <a:pt x="188757" y="115591"/>
                  <a:pt x="183765" y="117269"/>
                </a:cubicBezTo>
                <a:cubicBezTo>
                  <a:pt x="178775" y="118949"/>
                  <a:pt x="173739" y="119789"/>
                  <a:pt x="168657" y="119789"/>
                </a:cubicBezTo>
                <a:cubicBezTo>
                  <a:pt x="164300" y="119789"/>
                  <a:pt x="160353" y="119199"/>
                  <a:pt x="156813" y="118019"/>
                </a:cubicBezTo>
                <a:cubicBezTo>
                  <a:pt x="153274" y="116839"/>
                  <a:pt x="150438" y="115228"/>
                  <a:pt x="148306" y="113186"/>
                </a:cubicBezTo>
                <a:cubicBezTo>
                  <a:pt x="146173" y="111145"/>
                  <a:pt x="145107" y="108944"/>
                  <a:pt x="145107" y="106585"/>
                </a:cubicBezTo>
                <a:cubicBezTo>
                  <a:pt x="145107" y="104044"/>
                  <a:pt x="146105" y="101525"/>
                  <a:pt x="148102" y="99028"/>
                </a:cubicBezTo>
                <a:cubicBezTo>
                  <a:pt x="150099" y="96533"/>
                  <a:pt x="153547" y="93516"/>
                  <a:pt x="158448" y="89977"/>
                </a:cubicBezTo>
                <a:cubicBezTo>
                  <a:pt x="155634" y="88615"/>
                  <a:pt x="153728" y="87436"/>
                  <a:pt x="152730" y="86439"/>
                </a:cubicBezTo>
                <a:cubicBezTo>
                  <a:pt x="151731" y="85441"/>
                  <a:pt x="151232" y="84215"/>
                  <a:pt x="151232" y="82763"/>
                </a:cubicBezTo>
                <a:cubicBezTo>
                  <a:pt x="151232" y="81583"/>
                  <a:pt x="151481" y="80517"/>
                  <a:pt x="151980" y="79564"/>
                </a:cubicBezTo>
                <a:cubicBezTo>
                  <a:pt x="152480" y="78612"/>
                  <a:pt x="153456" y="77409"/>
                  <a:pt x="154909" y="75956"/>
                </a:cubicBezTo>
                <a:cubicBezTo>
                  <a:pt x="155090" y="75685"/>
                  <a:pt x="155589" y="75164"/>
                  <a:pt x="156404" y="74392"/>
                </a:cubicBezTo>
                <a:cubicBezTo>
                  <a:pt x="157221" y="73621"/>
                  <a:pt x="158356" y="72554"/>
                  <a:pt x="159808" y="71192"/>
                </a:cubicBezTo>
                <a:lnTo>
                  <a:pt x="163348" y="67926"/>
                </a:lnTo>
                <a:cubicBezTo>
                  <a:pt x="158810" y="65657"/>
                  <a:pt x="155566" y="63116"/>
                  <a:pt x="153615" y="60304"/>
                </a:cubicBezTo>
                <a:cubicBezTo>
                  <a:pt x="151664" y="57490"/>
                  <a:pt x="150688" y="53950"/>
                  <a:pt x="150688" y="49686"/>
                </a:cubicBezTo>
                <a:cubicBezTo>
                  <a:pt x="150688" y="45511"/>
                  <a:pt x="151709" y="41744"/>
                  <a:pt x="153750" y="38386"/>
                </a:cubicBezTo>
                <a:cubicBezTo>
                  <a:pt x="155792" y="35028"/>
                  <a:pt x="158537" y="32374"/>
                  <a:pt x="161985" y="30423"/>
                </a:cubicBezTo>
                <a:cubicBezTo>
                  <a:pt x="165435" y="28472"/>
                  <a:pt x="169246" y="27496"/>
                  <a:pt x="173419" y="27496"/>
                </a:cubicBezTo>
                <a:cubicBezTo>
                  <a:pt x="177050" y="27496"/>
                  <a:pt x="180680" y="28177"/>
                  <a:pt x="184310" y="29538"/>
                </a:cubicBezTo>
                <a:lnTo>
                  <a:pt x="187305" y="30628"/>
                </a:lnTo>
                <a:cubicBezTo>
                  <a:pt x="188666" y="31081"/>
                  <a:pt x="189891" y="31421"/>
                  <a:pt x="190979" y="31648"/>
                </a:cubicBezTo>
                <a:cubicBezTo>
                  <a:pt x="192069" y="31875"/>
                  <a:pt x="193340" y="31989"/>
                  <a:pt x="194793" y="31989"/>
                </a:cubicBezTo>
                <a:lnTo>
                  <a:pt x="205273" y="31989"/>
                </a:lnTo>
                <a:lnTo>
                  <a:pt x="205273" y="37298"/>
                </a:lnTo>
                <a:moveTo>
                  <a:pt x="161306" y="90386"/>
                </a:moveTo>
                <a:cubicBezTo>
                  <a:pt x="158584" y="93652"/>
                  <a:pt x="156791" y="96034"/>
                  <a:pt x="155928" y="97531"/>
                </a:cubicBezTo>
                <a:cubicBezTo>
                  <a:pt x="155067" y="99029"/>
                  <a:pt x="154637" y="100550"/>
                  <a:pt x="154637" y="102092"/>
                </a:cubicBezTo>
                <a:cubicBezTo>
                  <a:pt x="154637" y="105087"/>
                  <a:pt x="156428" y="107492"/>
                  <a:pt x="160012" y="109306"/>
                </a:cubicBezTo>
                <a:cubicBezTo>
                  <a:pt x="163597" y="111121"/>
                  <a:pt x="168430" y="112029"/>
                  <a:pt x="174510" y="112029"/>
                </a:cubicBezTo>
                <a:cubicBezTo>
                  <a:pt x="182223" y="112029"/>
                  <a:pt x="188439" y="110803"/>
                  <a:pt x="193158" y="108352"/>
                </a:cubicBezTo>
                <a:cubicBezTo>
                  <a:pt x="197877" y="105903"/>
                  <a:pt x="200237" y="102727"/>
                  <a:pt x="200237" y="98825"/>
                </a:cubicBezTo>
                <a:cubicBezTo>
                  <a:pt x="200237" y="96375"/>
                  <a:pt x="198966" y="94651"/>
                  <a:pt x="196425" y="93653"/>
                </a:cubicBezTo>
                <a:cubicBezTo>
                  <a:pt x="193884" y="92655"/>
                  <a:pt x="189529" y="92155"/>
                  <a:pt x="183358" y="92155"/>
                </a:cubicBezTo>
                <a:cubicBezTo>
                  <a:pt x="181180" y="92155"/>
                  <a:pt x="178661" y="92065"/>
                  <a:pt x="175802" y="91883"/>
                </a:cubicBezTo>
                <a:cubicBezTo>
                  <a:pt x="172944" y="91702"/>
                  <a:pt x="170199" y="91475"/>
                  <a:pt x="167566" y="91202"/>
                </a:cubicBezTo>
                <a:cubicBezTo>
                  <a:pt x="164935" y="90931"/>
                  <a:pt x="162849" y="90659"/>
                  <a:pt x="161306" y="90386"/>
                </a:cubicBezTo>
                <a:moveTo>
                  <a:pt x="161985" y="44104"/>
                </a:moveTo>
                <a:lnTo>
                  <a:pt x="161985" y="44512"/>
                </a:lnTo>
                <a:cubicBezTo>
                  <a:pt x="161985" y="51046"/>
                  <a:pt x="163279" y="56333"/>
                  <a:pt x="165865" y="60372"/>
                </a:cubicBezTo>
                <a:cubicBezTo>
                  <a:pt x="168452" y="64410"/>
                  <a:pt x="171833" y="66429"/>
                  <a:pt x="176008" y="66429"/>
                </a:cubicBezTo>
                <a:cubicBezTo>
                  <a:pt x="179183" y="66429"/>
                  <a:pt x="181655" y="65317"/>
                  <a:pt x="183425" y="63093"/>
                </a:cubicBezTo>
                <a:cubicBezTo>
                  <a:pt x="185194" y="60869"/>
                  <a:pt x="186079" y="57852"/>
                  <a:pt x="186079" y="54041"/>
                </a:cubicBezTo>
                <a:cubicBezTo>
                  <a:pt x="186079" y="51319"/>
                  <a:pt x="185716" y="48506"/>
                  <a:pt x="184991" y="45602"/>
                </a:cubicBezTo>
                <a:cubicBezTo>
                  <a:pt x="184265" y="42698"/>
                  <a:pt x="183267" y="40067"/>
                  <a:pt x="181996" y="37707"/>
                </a:cubicBezTo>
                <a:cubicBezTo>
                  <a:pt x="179728" y="33441"/>
                  <a:pt x="176415" y="31308"/>
                  <a:pt x="172059" y="31308"/>
                </a:cubicBezTo>
                <a:cubicBezTo>
                  <a:pt x="168974" y="31308"/>
                  <a:pt x="166524" y="32442"/>
                  <a:pt x="164708" y="34712"/>
                </a:cubicBezTo>
                <a:cubicBezTo>
                  <a:pt x="162893" y="36980"/>
                  <a:pt x="161985" y="40111"/>
                  <a:pt x="161985" y="441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5F8609-5A01-443C-9BB1-C71ED6B4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345" y="5547847"/>
            <a:ext cx="905888" cy="317300"/>
          </a:xfrm>
          <a:custGeom xmlns:a="http://schemas.openxmlformats.org/drawingml/2006/main">
            <a:pathLst>
              <a:path w="905888" h="317300">
                <a:moveTo>
                  <a:pt x="0" y="317300"/>
                </a:moveTo>
                <a:lnTo>
                  <a:pt x="0" y="0"/>
                </a:lnTo>
                <a:lnTo>
                  <a:pt x="905888" y="0"/>
                </a:lnTo>
                <a:lnTo>
                  <a:pt x="905888" y="317300"/>
                </a:lnTo>
                <a:lnTo>
                  <a:pt x="0" y="3173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C82101-0947-4FED-B8E4-FFA43394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345" y="5547847"/>
            <a:ext cx="905888" cy="317300"/>
          </a:xfrm>
          <a:custGeom xmlns:a="http://schemas.openxmlformats.org/drawingml/2006/main">
            <a:pathLst>
              <a:path w="905888" h="317300" fill="none">
                <a:moveTo>
                  <a:pt x="0" y="317300"/>
                </a:moveTo>
                <a:lnTo>
                  <a:pt x="905888" y="317300"/>
                </a:lnTo>
                <a:lnTo>
                  <a:pt x="905888" y="0"/>
                </a:lnTo>
                <a:lnTo>
                  <a:pt x="0" y="0"/>
                </a:lnTo>
                <a:lnTo>
                  <a:pt x="0" y="317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000000">
                <a:alpha val="96078"/>
              </a:srgbClr>
            </a:solidFill>
            <a:round/>
          </a:ln>
        </p:spPr>
      </p:sp>
      <p:sp>
        <p:nvSpPr>
          <p:cNvPr id="227" name="Text Encrypted">
            <a:extLst xmlns:a="http://schemas.openxmlformats.org/drawingml/2006/main">
              <a:ext uri="{FF2B5EF4-FFF2-40B4-BE49-F238E27FC236}">
                <a16:creationId xmlns:a16="http://schemas.microsoft.com/office/drawing/2014/main" id="{D3F4FADA-78C1-4F16-82BF-339C9F41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687" y="5576459"/>
            <a:ext cx="556062" cy="122647"/>
          </a:xfrm>
          <a:custGeom xmlns:a="http://schemas.openxmlformats.org/drawingml/2006/main">
            <a:pathLst>
              <a:path w="556062" h="122647">
                <a:moveTo>
                  <a:pt x="79633" y="69966"/>
                </a:moveTo>
                <a:lnTo>
                  <a:pt x="73507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268" y="90204"/>
                  <a:pt x="5741" y="89774"/>
                  <a:pt x="7419" y="89094"/>
                </a:cubicBezTo>
                <a:cubicBezTo>
                  <a:pt x="9099" y="88413"/>
                  <a:pt x="10234" y="87233"/>
                  <a:pt x="10824" y="85554"/>
                </a:cubicBezTo>
                <a:cubicBezTo>
                  <a:pt x="11413" y="83875"/>
                  <a:pt x="11753" y="81402"/>
                  <a:pt x="11843" y="78135"/>
                </a:cubicBezTo>
                <a:lnTo>
                  <a:pt x="11843" y="17697"/>
                </a:lnTo>
                <a:cubicBezTo>
                  <a:pt x="11753" y="14429"/>
                  <a:pt x="11413" y="11956"/>
                  <a:pt x="10824" y="10277"/>
                </a:cubicBezTo>
                <a:cubicBezTo>
                  <a:pt x="10234" y="8598"/>
                  <a:pt x="9122" y="7418"/>
                  <a:pt x="7488" y="6738"/>
                </a:cubicBezTo>
                <a:cubicBezTo>
                  <a:pt x="5854" y="6057"/>
                  <a:pt x="3358" y="5625"/>
                  <a:pt x="0" y="5444"/>
                </a:cubicBezTo>
                <a:lnTo>
                  <a:pt x="0" y="2858"/>
                </a:lnTo>
                <a:lnTo>
                  <a:pt x="72282" y="2858"/>
                </a:lnTo>
                <a:lnTo>
                  <a:pt x="72691" y="22324"/>
                </a:lnTo>
                <a:lnTo>
                  <a:pt x="69287" y="22324"/>
                </a:lnTo>
                <a:cubicBezTo>
                  <a:pt x="68561" y="18241"/>
                  <a:pt x="67609" y="15201"/>
                  <a:pt x="66429" y="13204"/>
                </a:cubicBezTo>
                <a:cubicBezTo>
                  <a:pt x="65249" y="11207"/>
                  <a:pt x="63298" y="9869"/>
                  <a:pt x="60576" y="9189"/>
                </a:cubicBezTo>
                <a:cubicBezTo>
                  <a:pt x="57853" y="8508"/>
                  <a:pt x="53860" y="8122"/>
                  <a:pt x="48597" y="8032"/>
                </a:cubicBezTo>
                <a:lnTo>
                  <a:pt x="30219" y="8032"/>
                </a:lnTo>
                <a:cubicBezTo>
                  <a:pt x="28314" y="8032"/>
                  <a:pt x="27111" y="8281"/>
                  <a:pt x="26611" y="8780"/>
                </a:cubicBezTo>
                <a:cubicBezTo>
                  <a:pt x="26113" y="9278"/>
                  <a:pt x="25819" y="10572"/>
                  <a:pt x="25729" y="12660"/>
                </a:cubicBezTo>
                <a:lnTo>
                  <a:pt x="25729" y="42879"/>
                </a:lnTo>
                <a:lnTo>
                  <a:pt x="46690" y="42879"/>
                </a:lnTo>
                <a:cubicBezTo>
                  <a:pt x="50503" y="42788"/>
                  <a:pt x="53384" y="42425"/>
                  <a:pt x="55335" y="41791"/>
                </a:cubicBezTo>
                <a:cubicBezTo>
                  <a:pt x="57286" y="41155"/>
                  <a:pt x="58692" y="39930"/>
                  <a:pt x="59554" y="38114"/>
                </a:cubicBezTo>
                <a:cubicBezTo>
                  <a:pt x="60416" y="36299"/>
                  <a:pt x="61120" y="33577"/>
                  <a:pt x="61664" y="29947"/>
                </a:cubicBezTo>
                <a:lnTo>
                  <a:pt x="64796" y="29947"/>
                </a:lnTo>
                <a:lnTo>
                  <a:pt x="64796" y="61527"/>
                </a:lnTo>
                <a:lnTo>
                  <a:pt x="61664" y="61527"/>
                </a:lnTo>
                <a:cubicBezTo>
                  <a:pt x="61120" y="57806"/>
                  <a:pt x="60416" y="55039"/>
                  <a:pt x="59554" y="53225"/>
                </a:cubicBezTo>
                <a:cubicBezTo>
                  <a:pt x="58692" y="51410"/>
                  <a:pt x="57286" y="50184"/>
                  <a:pt x="55335" y="49548"/>
                </a:cubicBezTo>
                <a:cubicBezTo>
                  <a:pt x="53384" y="48913"/>
                  <a:pt x="50503" y="48550"/>
                  <a:pt x="46690" y="48460"/>
                </a:cubicBezTo>
                <a:lnTo>
                  <a:pt x="25729" y="48460"/>
                </a:lnTo>
                <a:lnTo>
                  <a:pt x="25729" y="82082"/>
                </a:lnTo>
                <a:cubicBezTo>
                  <a:pt x="25729" y="83806"/>
                  <a:pt x="25933" y="85053"/>
                  <a:pt x="26341" y="85825"/>
                </a:cubicBezTo>
                <a:cubicBezTo>
                  <a:pt x="26750" y="86596"/>
                  <a:pt x="27952" y="87095"/>
                  <a:pt x="29947" y="87322"/>
                </a:cubicBezTo>
                <a:cubicBezTo>
                  <a:pt x="31944" y="87549"/>
                  <a:pt x="35302" y="87753"/>
                  <a:pt x="40021" y="87935"/>
                </a:cubicBezTo>
                <a:lnTo>
                  <a:pt x="43695" y="87935"/>
                </a:lnTo>
                <a:cubicBezTo>
                  <a:pt x="50230" y="87845"/>
                  <a:pt x="55448" y="87323"/>
                  <a:pt x="59350" y="86371"/>
                </a:cubicBezTo>
                <a:cubicBezTo>
                  <a:pt x="63252" y="85417"/>
                  <a:pt x="66428" y="83647"/>
                  <a:pt x="68878" y="81062"/>
                </a:cubicBezTo>
                <a:cubicBezTo>
                  <a:pt x="71329" y="78475"/>
                  <a:pt x="73643" y="74777"/>
                  <a:pt x="75821" y="69966"/>
                </a:cubicBezTo>
                <a:lnTo>
                  <a:pt x="79633" y="69966"/>
                </a:lnTo>
                <a:close/>
                <a:moveTo>
                  <a:pt x="83989" y="92972"/>
                </a:moveTo>
                <a:lnTo>
                  <a:pt x="83989" y="90930"/>
                </a:lnTo>
                <a:cubicBezTo>
                  <a:pt x="87437" y="90749"/>
                  <a:pt x="89682" y="90000"/>
                  <a:pt x="90725" y="88685"/>
                </a:cubicBezTo>
                <a:cubicBezTo>
                  <a:pt x="91769" y="87368"/>
                  <a:pt x="92337" y="84713"/>
                  <a:pt x="92428" y="80721"/>
                </a:cubicBezTo>
                <a:lnTo>
                  <a:pt x="92428" y="46963"/>
                </a:lnTo>
                <a:cubicBezTo>
                  <a:pt x="92428" y="43605"/>
                  <a:pt x="92065" y="41314"/>
                  <a:pt x="91338" y="40090"/>
                </a:cubicBezTo>
                <a:cubicBezTo>
                  <a:pt x="90612" y="38864"/>
                  <a:pt x="89297" y="38251"/>
                  <a:pt x="87391" y="38251"/>
                </a:cubicBezTo>
                <a:cubicBezTo>
                  <a:pt x="85667" y="38251"/>
                  <a:pt x="84443" y="38433"/>
                  <a:pt x="83717" y="38796"/>
                </a:cubicBezTo>
                <a:lnTo>
                  <a:pt x="83717" y="36482"/>
                </a:lnTo>
                <a:cubicBezTo>
                  <a:pt x="87438" y="35392"/>
                  <a:pt x="90659" y="34393"/>
                  <a:pt x="93382" y="33487"/>
                </a:cubicBezTo>
                <a:cubicBezTo>
                  <a:pt x="96104" y="32578"/>
                  <a:pt x="99144" y="31534"/>
                  <a:pt x="102502" y="30354"/>
                </a:cubicBezTo>
                <a:lnTo>
                  <a:pt x="103453" y="30628"/>
                </a:lnTo>
                <a:lnTo>
                  <a:pt x="103453" y="41381"/>
                </a:lnTo>
                <a:cubicBezTo>
                  <a:pt x="106540" y="38478"/>
                  <a:pt x="109171" y="36232"/>
                  <a:pt x="111348" y="34643"/>
                </a:cubicBezTo>
                <a:cubicBezTo>
                  <a:pt x="113526" y="33055"/>
                  <a:pt x="115523" y="31943"/>
                  <a:pt x="117338" y="31308"/>
                </a:cubicBezTo>
                <a:cubicBezTo>
                  <a:pt x="119154" y="30672"/>
                  <a:pt x="121105" y="30354"/>
                  <a:pt x="123192" y="30354"/>
                </a:cubicBezTo>
                <a:cubicBezTo>
                  <a:pt x="128274" y="30354"/>
                  <a:pt x="132221" y="32147"/>
                  <a:pt x="135033" y="35732"/>
                </a:cubicBezTo>
                <a:cubicBezTo>
                  <a:pt x="137847" y="39317"/>
                  <a:pt x="139254" y="44331"/>
                  <a:pt x="139254" y="50774"/>
                </a:cubicBezTo>
                <a:lnTo>
                  <a:pt x="139254" y="81947"/>
                </a:lnTo>
                <a:cubicBezTo>
                  <a:pt x="139345" y="85303"/>
                  <a:pt x="139912" y="87549"/>
                  <a:pt x="140955" y="88685"/>
                </a:cubicBezTo>
                <a:cubicBezTo>
                  <a:pt x="141999" y="89819"/>
                  <a:pt x="144200" y="90567"/>
                  <a:pt x="147558" y="90930"/>
                </a:cubicBezTo>
                <a:lnTo>
                  <a:pt x="147558" y="92972"/>
                </a:lnTo>
                <a:lnTo>
                  <a:pt x="119243" y="92972"/>
                </a:lnTo>
                <a:lnTo>
                  <a:pt x="119243" y="90930"/>
                </a:lnTo>
                <a:cubicBezTo>
                  <a:pt x="122601" y="90749"/>
                  <a:pt x="124847" y="89909"/>
                  <a:pt x="125981" y="88413"/>
                </a:cubicBezTo>
                <a:cubicBezTo>
                  <a:pt x="127117" y="86914"/>
                  <a:pt x="127729" y="83942"/>
                  <a:pt x="127819" y="79496"/>
                </a:cubicBezTo>
                <a:lnTo>
                  <a:pt x="127819" y="51046"/>
                </a:lnTo>
                <a:cubicBezTo>
                  <a:pt x="127819" y="42243"/>
                  <a:pt x="124507" y="37842"/>
                  <a:pt x="117883" y="37842"/>
                </a:cubicBezTo>
                <a:cubicBezTo>
                  <a:pt x="115615" y="37842"/>
                  <a:pt x="113505" y="38364"/>
                  <a:pt x="111554" y="39408"/>
                </a:cubicBezTo>
                <a:cubicBezTo>
                  <a:pt x="109603" y="40451"/>
                  <a:pt x="107039" y="42515"/>
                  <a:pt x="103862" y="45600"/>
                </a:cubicBezTo>
                <a:lnTo>
                  <a:pt x="103862" y="83851"/>
                </a:lnTo>
                <a:cubicBezTo>
                  <a:pt x="103862" y="86302"/>
                  <a:pt x="104520" y="88050"/>
                  <a:pt x="105836" y="89094"/>
                </a:cubicBezTo>
                <a:cubicBezTo>
                  <a:pt x="107151" y="90137"/>
                  <a:pt x="109488" y="90749"/>
                  <a:pt x="112846" y="90930"/>
                </a:cubicBezTo>
                <a:lnTo>
                  <a:pt x="112846" y="92972"/>
                </a:lnTo>
                <a:lnTo>
                  <a:pt x="83989" y="92972"/>
                </a:lnTo>
                <a:close/>
                <a:moveTo>
                  <a:pt x="203776" y="71736"/>
                </a:moveTo>
                <a:lnTo>
                  <a:pt x="205683" y="72961"/>
                </a:lnTo>
                <a:cubicBezTo>
                  <a:pt x="203686" y="76955"/>
                  <a:pt x="201917" y="80063"/>
                  <a:pt x="200374" y="82287"/>
                </a:cubicBezTo>
                <a:cubicBezTo>
                  <a:pt x="198831" y="84510"/>
                  <a:pt x="197152" y="86392"/>
                  <a:pt x="195337" y="87935"/>
                </a:cubicBezTo>
                <a:cubicBezTo>
                  <a:pt x="190347" y="92200"/>
                  <a:pt x="184856" y="94332"/>
                  <a:pt x="178866" y="94332"/>
                </a:cubicBezTo>
                <a:cubicBezTo>
                  <a:pt x="173875" y="94332"/>
                  <a:pt x="169429" y="93040"/>
                  <a:pt x="165527" y="90454"/>
                </a:cubicBezTo>
                <a:cubicBezTo>
                  <a:pt x="161625" y="87868"/>
                  <a:pt x="158562" y="84283"/>
                  <a:pt x="156338" y="79701"/>
                </a:cubicBezTo>
                <a:cubicBezTo>
                  <a:pt x="154114" y="75118"/>
                  <a:pt x="153002" y="69922"/>
                  <a:pt x="153002" y="64113"/>
                </a:cubicBezTo>
                <a:cubicBezTo>
                  <a:pt x="153002" y="52951"/>
                  <a:pt x="156542" y="44239"/>
                  <a:pt x="163620" y="37977"/>
                </a:cubicBezTo>
                <a:cubicBezTo>
                  <a:pt x="169429" y="32895"/>
                  <a:pt x="175827" y="30354"/>
                  <a:pt x="182814" y="30354"/>
                </a:cubicBezTo>
                <a:cubicBezTo>
                  <a:pt x="186625" y="30354"/>
                  <a:pt x="190119" y="30990"/>
                  <a:pt x="193295" y="32261"/>
                </a:cubicBezTo>
                <a:cubicBezTo>
                  <a:pt x="196472" y="33531"/>
                  <a:pt x="199013" y="35233"/>
                  <a:pt x="200918" y="37366"/>
                </a:cubicBezTo>
                <a:cubicBezTo>
                  <a:pt x="202824" y="39499"/>
                  <a:pt x="203776" y="41836"/>
                  <a:pt x="203776" y="44377"/>
                </a:cubicBezTo>
                <a:cubicBezTo>
                  <a:pt x="203776" y="45919"/>
                  <a:pt x="203164" y="47257"/>
                  <a:pt x="201938" y="48392"/>
                </a:cubicBezTo>
                <a:cubicBezTo>
                  <a:pt x="200714" y="49526"/>
                  <a:pt x="199194" y="50093"/>
                  <a:pt x="197379" y="50093"/>
                </a:cubicBezTo>
                <a:cubicBezTo>
                  <a:pt x="194202" y="50093"/>
                  <a:pt x="192024" y="48006"/>
                  <a:pt x="190844" y="43832"/>
                </a:cubicBezTo>
                <a:lnTo>
                  <a:pt x="190028" y="40837"/>
                </a:lnTo>
                <a:cubicBezTo>
                  <a:pt x="189393" y="38296"/>
                  <a:pt x="188508" y="36572"/>
                  <a:pt x="187374" y="35665"/>
                </a:cubicBezTo>
                <a:cubicBezTo>
                  <a:pt x="186240" y="34757"/>
                  <a:pt x="184448" y="34303"/>
                  <a:pt x="181998" y="34303"/>
                </a:cubicBezTo>
                <a:cubicBezTo>
                  <a:pt x="176462" y="34303"/>
                  <a:pt x="171992" y="36481"/>
                  <a:pt x="168589" y="40837"/>
                </a:cubicBezTo>
                <a:cubicBezTo>
                  <a:pt x="165186" y="45192"/>
                  <a:pt x="163485" y="50909"/>
                  <a:pt x="163485" y="57988"/>
                </a:cubicBezTo>
                <a:cubicBezTo>
                  <a:pt x="163485" y="63161"/>
                  <a:pt x="164370" y="67744"/>
                  <a:pt x="166140" y="71738"/>
                </a:cubicBezTo>
                <a:cubicBezTo>
                  <a:pt x="167909" y="75730"/>
                  <a:pt x="170382" y="78861"/>
                  <a:pt x="173557" y="81130"/>
                </a:cubicBezTo>
                <a:cubicBezTo>
                  <a:pt x="176733" y="83398"/>
                  <a:pt x="180409" y="84533"/>
                  <a:pt x="184584" y="84533"/>
                </a:cubicBezTo>
                <a:cubicBezTo>
                  <a:pt x="188486" y="84533"/>
                  <a:pt x="191843" y="83580"/>
                  <a:pt x="194656" y="81675"/>
                </a:cubicBezTo>
                <a:cubicBezTo>
                  <a:pt x="197470" y="79768"/>
                  <a:pt x="200510" y="76455"/>
                  <a:pt x="203776" y="71736"/>
                </a:cubicBezTo>
                <a:close/>
                <a:moveTo>
                  <a:pt x="210720" y="92972"/>
                </a:moveTo>
                <a:lnTo>
                  <a:pt x="210720" y="90930"/>
                </a:lnTo>
                <a:cubicBezTo>
                  <a:pt x="213623" y="90386"/>
                  <a:pt x="215733" y="89864"/>
                  <a:pt x="217049" y="89366"/>
                </a:cubicBezTo>
                <a:cubicBezTo>
                  <a:pt x="218364" y="88866"/>
                  <a:pt x="219226" y="88026"/>
                  <a:pt x="219635" y="86846"/>
                </a:cubicBezTo>
                <a:cubicBezTo>
                  <a:pt x="220043" y="85667"/>
                  <a:pt x="220293" y="83897"/>
                  <a:pt x="220384" y="81537"/>
                </a:cubicBezTo>
                <a:lnTo>
                  <a:pt x="220384" y="47507"/>
                </a:lnTo>
                <a:cubicBezTo>
                  <a:pt x="220384" y="44512"/>
                  <a:pt x="220044" y="42402"/>
                  <a:pt x="219362" y="41178"/>
                </a:cubicBezTo>
                <a:cubicBezTo>
                  <a:pt x="218683" y="39952"/>
                  <a:pt x="217481" y="39340"/>
                  <a:pt x="215757" y="39340"/>
                </a:cubicBezTo>
                <a:cubicBezTo>
                  <a:pt x="214304" y="39340"/>
                  <a:pt x="212716" y="39521"/>
                  <a:pt x="210992" y="39884"/>
                </a:cubicBezTo>
                <a:lnTo>
                  <a:pt x="210992" y="37705"/>
                </a:lnTo>
                <a:cubicBezTo>
                  <a:pt x="214984" y="36435"/>
                  <a:pt x="218432" y="35256"/>
                  <a:pt x="221336" y="34168"/>
                </a:cubicBezTo>
                <a:cubicBezTo>
                  <a:pt x="224241" y="33078"/>
                  <a:pt x="227508" y="31807"/>
                  <a:pt x="231137" y="30354"/>
                </a:cubicBezTo>
                <a:lnTo>
                  <a:pt x="231819" y="30628"/>
                </a:lnTo>
                <a:lnTo>
                  <a:pt x="231819" y="43151"/>
                </a:lnTo>
                <a:cubicBezTo>
                  <a:pt x="235177" y="38251"/>
                  <a:pt x="238035" y="34893"/>
                  <a:pt x="240393" y="33077"/>
                </a:cubicBezTo>
                <a:cubicBezTo>
                  <a:pt x="242752" y="31262"/>
                  <a:pt x="245339" y="30354"/>
                  <a:pt x="248153" y="30354"/>
                </a:cubicBezTo>
                <a:cubicBezTo>
                  <a:pt x="250512" y="30354"/>
                  <a:pt x="252350" y="30990"/>
                  <a:pt x="253665" y="32261"/>
                </a:cubicBezTo>
                <a:cubicBezTo>
                  <a:pt x="254982" y="33531"/>
                  <a:pt x="255641" y="35300"/>
                  <a:pt x="255641" y="37570"/>
                </a:cubicBezTo>
                <a:cubicBezTo>
                  <a:pt x="255641" y="39475"/>
                  <a:pt x="255163" y="40973"/>
                  <a:pt x="254209" y="42063"/>
                </a:cubicBezTo>
                <a:cubicBezTo>
                  <a:pt x="253257" y="43151"/>
                  <a:pt x="251964" y="43695"/>
                  <a:pt x="250332" y="43695"/>
                </a:cubicBezTo>
                <a:cubicBezTo>
                  <a:pt x="249423" y="43695"/>
                  <a:pt x="248560" y="43491"/>
                  <a:pt x="247743" y="43083"/>
                </a:cubicBezTo>
                <a:cubicBezTo>
                  <a:pt x="246928" y="42674"/>
                  <a:pt x="245975" y="41971"/>
                  <a:pt x="244885" y="40972"/>
                </a:cubicBezTo>
                <a:cubicBezTo>
                  <a:pt x="243434" y="39611"/>
                  <a:pt x="242254" y="38931"/>
                  <a:pt x="241346" y="38931"/>
                </a:cubicBezTo>
                <a:cubicBezTo>
                  <a:pt x="240076" y="38931"/>
                  <a:pt x="238692" y="39566"/>
                  <a:pt x="237194" y="40837"/>
                </a:cubicBezTo>
                <a:cubicBezTo>
                  <a:pt x="235697" y="42107"/>
                  <a:pt x="234427" y="43605"/>
                  <a:pt x="233383" y="45330"/>
                </a:cubicBezTo>
                <a:cubicBezTo>
                  <a:pt x="232340" y="47054"/>
                  <a:pt x="231819" y="48642"/>
                  <a:pt x="231819" y="50093"/>
                </a:cubicBezTo>
                <a:lnTo>
                  <a:pt x="231819" y="80721"/>
                </a:lnTo>
                <a:cubicBezTo>
                  <a:pt x="232000" y="84713"/>
                  <a:pt x="232839" y="87368"/>
                  <a:pt x="234336" y="88685"/>
                </a:cubicBezTo>
                <a:cubicBezTo>
                  <a:pt x="235834" y="90000"/>
                  <a:pt x="238852" y="90749"/>
                  <a:pt x="243388" y="90930"/>
                </a:cubicBezTo>
                <a:lnTo>
                  <a:pt x="243388" y="92972"/>
                </a:lnTo>
                <a:lnTo>
                  <a:pt x="210720" y="92972"/>
                </a:lnTo>
                <a:close/>
                <a:moveTo>
                  <a:pt x="320026" y="31717"/>
                </a:moveTo>
                <a:lnTo>
                  <a:pt x="320026" y="33759"/>
                </a:lnTo>
                <a:cubicBezTo>
                  <a:pt x="318392" y="33940"/>
                  <a:pt x="317121" y="34462"/>
                  <a:pt x="316213" y="35325"/>
                </a:cubicBezTo>
                <a:cubicBezTo>
                  <a:pt x="315306" y="36186"/>
                  <a:pt x="314399" y="37706"/>
                  <a:pt x="313492" y="39884"/>
                </a:cubicBezTo>
                <a:lnTo>
                  <a:pt x="292528" y="95423"/>
                </a:lnTo>
                <a:cubicBezTo>
                  <a:pt x="288807" y="105314"/>
                  <a:pt x="285200" y="112324"/>
                  <a:pt x="281707" y="116453"/>
                </a:cubicBezTo>
                <a:cubicBezTo>
                  <a:pt x="278213" y="120582"/>
                  <a:pt x="274152" y="122647"/>
                  <a:pt x="269525" y="122647"/>
                </a:cubicBezTo>
                <a:cubicBezTo>
                  <a:pt x="266621" y="122647"/>
                  <a:pt x="264216" y="121898"/>
                  <a:pt x="262309" y="120399"/>
                </a:cubicBezTo>
                <a:cubicBezTo>
                  <a:pt x="260403" y="118903"/>
                  <a:pt x="259451" y="117020"/>
                  <a:pt x="259451" y="114752"/>
                </a:cubicBezTo>
                <a:cubicBezTo>
                  <a:pt x="259451" y="113028"/>
                  <a:pt x="260018" y="111598"/>
                  <a:pt x="261152" y="110463"/>
                </a:cubicBezTo>
                <a:cubicBezTo>
                  <a:pt x="262286" y="109329"/>
                  <a:pt x="263670" y="108762"/>
                  <a:pt x="265304" y="108762"/>
                </a:cubicBezTo>
                <a:cubicBezTo>
                  <a:pt x="267482" y="108762"/>
                  <a:pt x="269842" y="109261"/>
                  <a:pt x="272383" y="110259"/>
                </a:cubicBezTo>
                <a:cubicBezTo>
                  <a:pt x="273744" y="110895"/>
                  <a:pt x="274924" y="111213"/>
                  <a:pt x="275922" y="111213"/>
                </a:cubicBezTo>
                <a:cubicBezTo>
                  <a:pt x="276920" y="111213"/>
                  <a:pt x="278054" y="110645"/>
                  <a:pt x="279324" y="109509"/>
                </a:cubicBezTo>
                <a:cubicBezTo>
                  <a:pt x="280595" y="108375"/>
                  <a:pt x="281730" y="106946"/>
                  <a:pt x="282728" y="105222"/>
                </a:cubicBezTo>
                <a:cubicBezTo>
                  <a:pt x="283545" y="103771"/>
                  <a:pt x="284362" y="102047"/>
                  <a:pt x="285177" y="100050"/>
                </a:cubicBezTo>
                <a:cubicBezTo>
                  <a:pt x="285994" y="98054"/>
                  <a:pt x="286698" y="96148"/>
                  <a:pt x="287288" y="94332"/>
                </a:cubicBezTo>
                <a:cubicBezTo>
                  <a:pt x="287878" y="92518"/>
                  <a:pt x="288172" y="91248"/>
                  <a:pt x="288172" y="90521"/>
                </a:cubicBezTo>
                <a:cubicBezTo>
                  <a:pt x="288172" y="89522"/>
                  <a:pt x="287650" y="87798"/>
                  <a:pt x="286606" y="85349"/>
                </a:cubicBezTo>
                <a:cubicBezTo>
                  <a:pt x="285564" y="82899"/>
                  <a:pt x="284090" y="79996"/>
                  <a:pt x="282184" y="76638"/>
                </a:cubicBezTo>
                <a:cubicBezTo>
                  <a:pt x="281820" y="75911"/>
                  <a:pt x="281524" y="75321"/>
                  <a:pt x="281297" y="74868"/>
                </a:cubicBezTo>
                <a:cubicBezTo>
                  <a:pt x="281072" y="74414"/>
                  <a:pt x="280550" y="73279"/>
                  <a:pt x="279733" y="71464"/>
                </a:cubicBezTo>
                <a:lnTo>
                  <a:pt x="264216" y="37977"/>
                </a:lnTo>
                <a:cubicBezTo>
                  <a:pt x="263126" y="35619"/>
                  <a:pt x="260812" y="34167"/>
                  <a:pt x="257274" y="33622"/>
                </a:cubicBezTo>
                <a:lnTo>
                  <a:pt x="257274" y="31717"/>
                </a:lnTo>
                <a:lnTo>
                  <a:pt x="285314" y="31717"/>
                </a:lnTo>
                <a:lnTo>
                  <a:pt x="285314" y="33759"/>
                </a:lnTo>
                <a:cubicBezTo>
                  <a:pt x="282411" y="33849"/>
                  <a:pt x="280369" y="34166"/>
                  <a:pt x="279189" y="34712"/>
                </a:cubicBezTo>
                <a:cubicBezTo>
                  <a:pt x="278009" y="35256"/>
                  <a:pt x="277420" y="36163"/>
                  <a:pt x="277420" y="37433"/>
                </a:cubicBezTo>
                <a:cubicBezTo>
                  <a:pt x="277420" y="38794"/>
                  <a:pt x="277873" y="40519"/>
                  <a:pt x="278780" y="42607"/>
                </a:cubicBezTo>
                <a:lnTo>
                  <a:pt x="294435" y="77045"/>
                </a:lnTo>
                <a:lnTo>
                  <a:pt x="307639" y="39475"/>
                </a:lnTo>
                <a:cubicBezTo>
                  <a:pt x="308002" y="38659"/>
                  <a:pt x="308183" y="37888"/>
                  <a:pt x="308183" y="37161"/>
                </a:cubicBezTo>
                <a:cubicBezTo>
                  <a:pt x="308183" y="34893"/>
                  <a:pt x="306005" y="33759"/>
                  <a:pt x="301649" y="33759"/>
                </a:cubicBezTo>
                <a:lnTo>
                  <a:pt x="301649" y="31717"/>
                </a:lnTo>
                <a:lnTo>
                  <a:pt x="320026" y="31717"/>
                </a:lnTo>
                <a:close/>
                <a:moveTo>
                  <a:pt x="324110" y="122510"/>
                </a:moveTo>
                <a:lnTo>
                  <a:pt x="324110" y="120196"/>
                </a:lnTo>
                <a:cubicBezTo>
                  <a:pt x="328102" y="119743"/>
                  <a:pt x="330688" y="118972"/>
                  <a:pt x="331867" y="117882"/>
                </a:cubicBezTo>
                <a:cubicBezTo>
                  <a:pt x="333047" y="116794"/>
                  <a:pt x="333637" y="114434"/>
                  <a:pt x="333637" y="110803"/>
                </a:cubicBezTo>
                <a:lnTo>
                  <a:pt x="333637" y="47098"/>
                </a:lnTo>
                <a:cubicBezTo>
                  <a:pt x="333637" y="43922"/>
                  <a:pt x="333296" y="41836"/>
                  <a:pt x="332615" y="40837"/>
                </a:cubicBezTo>
                <a:cubicBezTo>
                  <a:pt x="331935" y="39839"/>
                  <a:pt x="330416" y="39340"/>
                  <a:pt x="328056" y="39340"/>
                </a:cubicBezTo>
                <a:cubicBezTo>
                  <a:pt x="327420" y="39340"/>
                  <a:pt x="326853" y="39340"/>
                  <a:pt x="326355" y="39340"/>
                </a:cubicBezTo>
                <a:cubicBezTo>
                  <a:pt x="325856" y="39340"/>
                  <a:pt x="325289" y="39385"/>
                  <a:pt x="324654" y="39475"/>
                </a:cubicBezTo>
                <a:lnTo>
                  <a:pt x="324654" y="37298"/>
                </a:lnTo>
                <a:cubicBezTo>
                  <a:pt x="328375" y="36118"/>
                  <a:pt x="331664" y="35029"/>
                  <a:pt x="334522" y="34031"/>
                </a:cubicBezTo>
                <a:cubicBezTo>
                  <a:pt x="337381" y="33032"/>
                  <a:pt x="340626" y="31807"/>
                  <a:pt x="344255" y="30354"/>
                </a:cubicBezTo>
                <a:lnTo>
                  <a:pt x="345071" y="30628"/>
                </a:lnTo>
                <a:lnTo>
                  <a:pt x="345071" y="41109"/>
                </a:lnTo>
                <a:cubicBezTo>
                  <a:pt x="348067" y="37389"/>
                  <a:pt x="351130" y="34666"/>
                  <a:pt x="354260" y="32942"/>
                </a:cubicBezTo>
                <a:cubicBezTo>
                  <a:pt x="357391" y="31217"/>
                  <a:pt x="360862" y="30354"/>
                  <a:pt x="364673" y="30354"/>
                </a:cubicBezTo>
                <a:cubicBezTo>
                  <a:pt x="369120" y="30354"/>
                  <a:pt x="373045" y="31603"/>
                  <a:pt x="376448" y="34099"/>
                </a:cubicBezTo>
                <a:cubicBezTo>
                  <a:pt x="379851" y="36595"/>
                  <a:pt x="382529" y="40020"/>
                  <a:pt x="384480" y="44377"/>
                </a:cubicBezTo>
                <a:cubicBezTo>
                  <a:pt x="386431" y="48732"/>
                  <a:pt x="387406" y="53723"/>
                  <a:pt x="387406" y="59350"/>
                </a:cubicBezTo>
                <a:cubicBezTo>
                  <a:pt x="387406" y="65883"/>
                  <a:pt x="386158" y="71804"/>
                  <a:pt x="383661" y="77113"/>
                </a:cubicBezTo>
                <a:cubicBezTo>
                  <a:pt x="381166" y="82422"/>
                  <a:pt x="377763" y="86619"/>
                  <a:pt x="373452" y="89704"/>
                </a:cubicBezTo>
                <a:cubicBezTo>
                  <a:pt x="369143" y="92790"/>
                  <a:pt x="364266" y="94332"/>
                  <a:pt x="358820" y="94332"/>
                </a:cubicBezTo>
                <a:cubicBezTo>
                  <a:pt x="356007" y="94332"/>
                  <a:pt x="353625" y="93924"/>
                  <a:pt x="351674" y="93107"/>
                </a:cubicBezTo>
                <a:cubicBezTo>
                  <a:pt x="349723" y="92291"/>
                  <a:pt x="347522" y="90749"/>
                  <a:pt x="345071" y="88479"/>
                </a:cubicBezTo>
                <a:lnTo>
                  <a:pt x="345071" y="109850"/>
                </a:lnTo>
                <a:cubicBezTo>
                  <a:pt x="345163" y="112755"/>
                  <a:pt x="345481" y="114933"/>
                  <a:pt x="346025" y="116384"/>
                </a:cubicBezTo>
                <a:cubicBezTo>
                  <a:pt x="346569" y="117837"/>
                  <a:pt x="347703" y="118790"/>
                  <a:pt x="349427" y="119242"/>
                </a:cubicBezTo>
                <a:cubicBezTo>
                  <a:pt x="351152" y="119697"/>
                  <a:pt x="353693" y="119969"/>
                  <a:pt x="357050" y="120061"/>
                </a:cubicBezTo>
                <a:lnTo>
                  <a:pt x="357050" y="122510"/>
                </a:lnTo>
                <a:lnTo>
                  <a:pt x="324110" y="122510"/>
                </a:lnTo>
                <a:moveTo>
                  <a:pt x="345071" y="47507"/>
                </a:moveTo>
                <a:lnTo>
                  <a:pt x="345071" y="80993"/>
                </a:lnTo>
                <a:cubicBezTo>
                  <a:pt x="345071" y="82354"/>
                  <a:pt x="345797" y="83716"/>
                  <a:pt x="347248" y="85077"/>
                </a:cubicBezTo>
                <a:cubicBezTo>
                  <a:pt x="348701" y="86438"/>
                  <a:pt x="350539" y="87595"/>
                  <a:pt x="352763" y="88548"/>
                </a:cubicBezTo>
                <a:cubicBezTo>
                  <a:pt x="354987" y="89500"/>
                  <a:pt x="357142" y="89977"/>
                  <a:pt x="359229" y="89977"/>
                </a:cubicBezTo>
                <a:cubicBezTo>
                  <a:pt x="364129" y="89977"/>
                  <a:pt x="368099" y="87640"/>
                  <a:pt x="371139" y="82966"/>
                </a:cubicBezTo>
                <a:cubicBezTo>
                  <a:pt x="374179" y="78293"/>
                  <a:pt x="375700" y="72236"/>
                  <a:pt x="375700" y="64794"/>
                </a:cubicBezTo>
                <a:cubicBezTo>
                  <a:pt x="375700" y="56809"/>
                  <a:pt x="374179" y="50434"/>
                  <a:pt x="371139" y="45671"/>
                </a:cubicBezTo>
                <a:cubicBezTo>
                  <a:pt x="368099" y="40906"/>
                  <a:pt x="364039" y="38523"/>
                  <a:pt x="358957" y="38523"/>
                </a:cubicBezTo>
                <a:cubicBezTo>
                  <a:pt x="356870" y="38523"/>
                  <a:pt x="354760" y="38977"/>
                  <a:pt x="352626" y="39884"/>
                </a:cubicBezTo>
                <a:cubicBezTo>
                  <a:pt x="350493" y="40791"/>
                  <a:pt x="348701" y="41948"/>
                  <a:pt x="347248" y="43355"/>
                </a:cubicBezTo>
                <a:cubicBezTo>
                  <a:pt x="345797" y="44762"/>
                  <a:pt x="345071" y="46146"/>
                  <a:pt x="345071" y="47507"/>
                </a:cubicBezTo>
                <a:close/>
                <a:moveTo>
                  <a:pt x="426746" y="31717"/>
                </a:moveTo>
                <a:lnTo>
                  <a:pt x="426746" y="36072"/>
                </a:lnTo>
                <a:lnTo>
                  <a:pt x="412998" y="36072"/>
                </a:lnTo>
                <a:lnTo>
                  <a:pt x="412998" y="75003"/>
                </a:lnTo>
                <a:cubicBezTo>
                  <a:pt x="412998" y="79268"/>
                  <a:pt x="413542" y="82376"/>
                  <a:pt x="414631" y="84327"/>
                </a:cubicBezTo>
                <a:cubicBezTo>
                  <a:pt x="415720" y="86278"/>
                  <a:pt x="417536" y="87254"/>
                  <a:pt x="420077" y="87254"/>
                </a:cubicBezTo>
                <a:cubicBezTo>
                  <a:pt x="421619" y="87254"/>
                  <a:pt x="423003" y="86891"/>
                  <a:pt x="424227" y="86165"/>
                </a:cubicBezTo>
                <a:cubicBezTo>
                  <a:pt x="425452" y="85440"/>
                  <a:pt x="426791" y="84215"/>
                  <a:pt x="428244" y="82491"/>
                </a:cubicBezTo>
                <a:lnTo>
                  <a:pt x="430013" y="83988"/>
                </a:lnTo>
                <a:cubicBezTo>
                  <a:pt x="425657" y="90884"/>
                  <a:pt x="420212" y="94332"/>
                  <a:pt x="413677" y="94332"/>
                </a:cubicBezTo>
                <a:cubicBezTo>
                  <a:pt x="405602" y="94332"/>
                  <a:pt x="401564" y="88570"/>
                  <a:pt x="401564" y="77045"/>
                </a:cubicBezTo>
                <a:lnTo>
                  <a:pt x="401564" y="36072"/>
                </a:lnTo>
                <a:lnTo>
                  <a:pt x="394348" y="36072"/>
                </a:lnTo>
                <a:cubicBezTo>
                  <a:pt x="393985" y="35800"/>
                  <a:pt x="393804" y="35482"/>
                  <a:pt x="393804" y="35119"/>
                </a:cubicBezTo>
                <a:cubicBezTo>
                  <a:pt x="393804" y="34393"/>
                  <a:pt x="394575" y="33532"/>
                  <a:pt x="396118" y="32533"/>
                </a:cubicBezTo>
                <a:cubicBezTo>
                  <a:pt x="398114" y="31353"/>
                  <a:pt x="400293" y="29425"/>
                  <a:pt x="402652" y="26749"/>
                </a:cubicBezTo>
                <a:cubicBezTo>
                  <a:pt x="405012" y="24070"/>
                  <a:pt x="408143" y="19873"/>
                  <a:pt x="412045" y="14157"/>
                </a:cubicBezTo>
                <a:cubicBezTo>
                  <a:pt x="412680" y="14157"/>
                  <a:pt x="412998" y="14747"/>
                  <a:pt x="412998" y="15927"/>
                </a:cubicBezTo>
                <a:lnTo>
                  <a:pt x="412998" y="31717"/>
                </a:lnTo>
                <a:lnTo>
                  <a:pt x="426746" y="31717"/>
                </a:lnTo>
                <a:close/>
                <a:moveTo>
                  <a:pt x="485143" y="70647"/>
                </a:moveTo>
                <a:lnTo>
                  <a:pt x="487320" y="71601"/>
                </a:lnTo>
                <a:cubicBezTo>
                  <a:pt x="484508" y="78951"/>
                  <a:pt x="480628" y="84577"/>
                  <a:pt x="475682" y="88479"/>
                </a:cubicBezTo>
                <a:cubicBezTo>
                  <a:pt x="470736" y="92381"/>
                  <a:pt x="464996" y="94332"/>
                  <a:pt x="458463" y="94332"/>
                </a:cubicBezTo>
                <a:cubicBezTo>
                  <a:pt x="450659" y="94332"/>
                  <a:pt x="444465" y="91588"/>
                  <a:pt x="439882" y="86099"/>
                </a:cubicBezTo>
                <a:cubicBezTo>
                  <a:pt x="435300" y="80608"/>
                  <a:pt x="433009" y="73189"/>
                  <a:pt x="433009" y="63841"/>
                </a:cubicBezTo>
                <a:cubicBezTo>
                  <a:pt x="433009" y="58215"/>
                  <a:pt x="433894" y="53111"/>
                  <a:pt x="435663" y="48529"/>
                </a:cubicBezTo>
                <a:cubicBezTo>
                  <a:pt x="437433" y="43945"/>
                  <a:pt x="439905" y="40247"/>
                  <a:pt x="443080" y="37433"/>
                </a:cubicBezTo>
                <a:cubicBezTo>
                  <a:pt x="448344" y="32714"/>
                  <a:pt x="454470" y="30354"/>
                  <a:pt x="461458" y="30354"/>
                </a:cubicBezTo>
                <a:cubicBezTo>
                  <a:pt x="468808" y="30354"/>
                  <a:pt x="474616" y="32941"/>
                  <a:pt x="478881" y="38114"/>
                </a:cubicBezTo>
                <a:cubicBezTo>
                  <a:pt x="480605" y="40292"/>
                  <a:pt x="481875" y="42584"/>
                  <a:pt x="482692" y="44989"/>
                </a:cubicBezTo>
                <a:cubicBezTo>
                  <a:pt x="483509" y="47393"/>
                  <a:pt x="484190" y="50819"/>
                  <a:pt x="484734" y="55267"/>
                </a:cubicBezTo>
                <a:lnTo>
                  <a:pt x="442808" y="55267"/>
                </a:lnTo>
                <a:cubicBezTo>
                  <a:pt x="442990" y="59440"/>
                  <a:pt x="443352" y="62820"/>
                  <a:pt x="443897" y="65407"/>
                </a:cubicBezTo>
                <a:cubicBezTo>
                  <a:pt x="444442" y="67994"/>
                  <a:pt x="445305" y="70602"/>
                  <a:pt x="446485" y="73233"/>
                </a:cubicBezTo>
                <a:cubicBezTo>
                  <a:pt x="450477" y="81038"/>
                  <a:pt x="456330" y="84940"/>
                  <a:pt x="464044" y="84940"/>
                </a:cubicBezTo>
                <a:cubicBezTo>
                  <a:pt x="468401" y="84940"/>
                  <a:pt x="472189" y="83851"/>
                  <a:pt x="475410" y="81675"/>
                </a:cubicBezTo>
                <a:cubicBezTo>
                  <a:pt x="478632" y="79496"/>
                  <a:pt x="481877" y="75821"/>
                  <a:pt x="485143" y="70647"/>
                </a:cubicBezTo>
                <a:moveTo>
                  <a:pt x="443080" y="50909"/>
                </a:moveTo>
                <a:lnTo>
                  <a:pt x="470851" y="50909"/>
                </a:lnTo>
                <a:cubicBezTo>
                  <a:pt x="469942" y="45011"/>
                  <a:pt x="468536" y="40929"/>
                  <a:pt x="466630" y="38660"/>
                </a:cubicBezTo>
                <a:cubicBezTo>
                  <a:pt x="464725" y="36391"/>
                  <a:pt x="461685" y="35256"/>
                  <a:pt x="457510" y="35256"/>
                </a:cubicBezTo>
                <a:cubicBezTo>
                  <a:pt x="453335" y="35256"/>
                  <a:pt x="450068" y="36527"/>
                  <a:pt x="447708" y="39068"/>
                </a:cubicBezTo>
                <a:cubicBezTo>
                  <a:pt x="445350" y="41609"/>
                  <a:pt x="443807" y="45556"/>
                  <a:pt x="443080" y="50909"/>
                </a:cubicBezTo>
                <a:close/>
                <a:moveTo>
                  <a:pt x="556062" y="85077"/>
                </a:moveTo>
                <a:lnTo>
                  <a:pt x="556062" y="87254"/>
                </a:lnTo>
                <a:lnTo>
                  <a:pt x="536052" y="94332"/>
                </a:lnTo>
                <a:lnTo>
                  <a:pt x="535507" y="93925"/>
                </a:lnTo>
                <a:lnTo>
                  <a:pt x="535507" y="85212"/>
                </a:lnTo>
                <a:cubicBezTo>
                  <a:pt x="533239" y="88388"/>
                  <a:pt x="530721" y="90703"/>
                  <a:pt x="527953" y="92155"/>
                </a:cubicBezTo>
                <a:cubicBezTo>
                  <a:pt x="525185" y="93607"/>
                  <a:pt x="521896" y="94332"/>
                  <a:pt x="518085" y="94332"/>
                </a:cubicBezTo>
                <a:cubicBezTo>
                  <a:pt x="513093" y="94332"/>
                  <a:pt x="508691" y="93107"/>
                  <a:pt x="504879" y="90658"/>
                </a:cubicBezTo>
                <a:cubicBezTo>
                  <a:pt x="501068" y="88207"/>
                  <a:pt x="498119" y="84781"/>
                  <a:pt x="496031" y="80381"/>
                </a:cubicBezTo>
                <a:cubicBezTo>
                  <a:pt x="493944" y="75979"/>
                  <a:pt x="492901" y="70874"/>
                  <a:pt x="492901" y="65066"/>
                </a:cubicBezTo>
                <a:cubicBezTo>
                  <a:pt x="492901" y="58623"/>
                  <a:pt x="494171" y="52770"/>
                  <a:pt x="496712" y="47507"/>
                </a:cubicBezTo>
                <a:cubicBezTo>
                  <a:pt x="499253" y="42243"/>
                  <a:pt x="502679" y="38069"/>
                  <a:pt x="506989" y="34984"/>
                </a:cubicBezTo>
                <a:cubicBezTo>
                  <a:pt x="511300" y="31898"/>
                  <a:pt x="516042" y="30354"/>
                  <a:pt x="521215" y="30354"/>
                </a:cubicBezTo>
                <a:cubicBezTo>
                  <a:pt x="523937" y="30354"/>
                  <a:pt x="526365" y="30786"/>
                  <a:pt x="528497" y="31648"/>
                </a:cubicBezTo>
                <a:cubicBezTo>
                  <a:pt x="530630" y="32511"/>
                  <a:pt x="532967" y="34031"/>
                  <a:pt x="535507" y="36207"/>
                </a:cubicBezTo>
                <a:lnTo>
                  <a:pt x="535507" y="14974"/>
                </a:lnTo>
                <a:cubicBezTo>
                  <a:pt x="535507" y="12160"/>
                  <a:pt x="535099" y="10299"/>
                  <a:pt x="534282" y="9393"/>
                </a:cubicBezTo>
                <a:cubicBezTo>
                  <a:pt x="533466" y="8486"/>
                  <a:pt x="531788" y="8032"/>
                  <a:pt x="529247" y="8032"/>
                </a:cubicBezTo>
                <a:cubicBezTo>
                  <a:pt x="528702" y="8032"/>
                  <a:pt x="528202" y="8032"/>
                  <a:pt x="527748" y="8032"/>
                </a:cubicBezTo>
                <a:cubicBezTo>
                  <a:pt x="527295" y="8032"/>
                  <a:pt x="526796" y="8077"/>
                  <a:pt x="526252" y="8167"/>
                </a:cubicBezTo>
                <a:lnTo>
                  <a:pt x="526252" y="5988"/>
                </a:lnTo>
                <a:cubicBezTo>
                  <a:pt x="530608" y="4810"/>
                  <a:pt x="534216" y="3812"/>
                  <a:pt x="537074" y="2995"/>
                </a:cubicBezTo>
                <a:cubicBezTo>
                  <a:pt x="539932" y="2178"/>
                  <a:pt x="542995" y="1180"/>
                  <a:pt x="546263" y="0"/>
                </a:cubicBezTo>
                <a:lnTo>
                  <a:pt x="546942" y="272"/>
                </a:lnTo>
                <a:lnTo>
                  <a:pt x="546942" y="77454"/>
                </a:lnTo>
                <a:cubicBezTo>
                  <a:pt x="546942" y="80539"/>
                  <a:pt x="547327" y="82604"/>
                  <a:pt x="548099" y="83648"/>
                </a:cubicBezTo>
                <a:cubicBezTo>
                  <a:pt x="548870" y="84690"/>
                  <a:pt x="550481" y="85212"/>
                  <a:pt x="552932" y="85212"/>
                </a:cubicBezTo>
                <a:cubicBezTo>
                  <a:pt x="553203" y="85212"/>
                  <a:pt x="553566" y="85212"/>
                  <a:pt x="554020" y="85212"/>
                </a:cubicBezTo>
                <a:cubicBezTo>
                  <a:pt x="554475" y="85212"/>
                  <a:pt x="555155" y="85167"/>
                  <a:pt x="556062" y="85077"/>
                </a:cubicBezTo>
                <a:moveTo>
                  <a:pt x="535507" y="79086"/>
                </a:moveTo>
                <a:lnTo>
                  <a:pt x="535507" y="47779"/>
                </a:lnTo>
                <a:cubicBezTo>
                  <a:pt x="535507" y="45329"/>
                  <a:pt x="534872" y="43083"/>
                  <a:pt x="533601" y="41041"/>
                </a:cubicBezTo>
                <a:cubicBezTo>
                  <a:pt x="532331" y="38998"/>
                  <a:pt x="530630" y="37342"/>
                  <a:pt x="528497" y="36072"/>
                </a:cubicBezTo>
                <a:cubicBezTo>
                  <a:pt x="526365" y="34801"/>
                  <a:pt x="524074" y="34166"/>
                  <a:pt x="521624" y="34166"/>
                </a:cubicBezTo>
                <a:cubicBezTo>
                  <a:pt x="516451" y="34166"/>
                  <a:pt x="512322" y="36480"/>
                  <a:pt x="509237" y="41109"/>
                </a:cubicBezTo>
                <a:cubicBezTo>
                  <a:pt x="506152" y="45737"/>
                  <a:pt x="504609" y="51908"/>
                  <a:pt x="504609" y="59622"/>
                </a:cubicBezTo>
                <a:cubicBezTo>
                  <a:pt x="504609" y="67971"/>
                  <a:pt x="506333" y="74663"/>
                  <a:pt x="509781" y="79699"/>
                </a:cubicBezTo>
                <a:cubicBezTo>
                  <a:pt x="513229" y="84735"/>
                  <a:pt x="517767" y="87254"/>
                  <a:pt x="523394" y="87254"/>
                </a:cubicBezTo>
                <a:cubicBezTo>
                  <a:pt x="527659" y="87254"/>
                  <a:pt x="530925" y="85892"/>
                  <a:pt x="533194" y="83170"/>
                </a:cubicBezTo>
                <a:cubicBezTo>
                  <a:pt x="534736" y="81446"/>
                  <a:pt x="535507" y="80085"/>
                  <a:pt x="535507" y="790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PacketLength">
            <a:extLst xmlns:a="http://schemas.openxmlformats.org/drawingml/2006/main">
              <a:ext uri="{FF2B5EF4-FFF2-40B4-BE49-F238E27FC236}">
                <a16:creationId xmlns:a16="http://schemas.microsoft.com/office/drawing/2014/main" id="{04CF0F33-311A-4762-B9CA-C86FE467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9993" y="5739423"/>
            <a:ext cx="776875" cy="122647"/>
          </a:xfrm>
          <a:custGeom xmlns:a="http://schemas.openxmlformats.org/drawingml/2006/main">
            <a:pathLst>
              <a:path w="776875" h="122647">
                <a:moveTo>
                  <a:pt x="0" y="5444"/>
                </a:moveTo>
                <a:lnTo>
                  <a:pt x="0" y="2858"/>
                </a:lnTo>
                <a:lnTo>
                  <a:pt x="35935" y="2858"/>
                </a:lnTo>
                <a:cubicBezTo>
                  <a:pt x="42378" y="2858"/>
                  <a:pt x="48322" y="3743"/>
                  <a:pt x="53767" y="5513"/>
                </a:cubicBezTo>
                <a:cubicBezTo>
                  <a:pt x="59212" y="7282"/>
                  <a:pt x="63296" y="9665"/>
                  <a:pt x="66020" y="12660"/>
                </a:cubicBezTo>
                <a:cubicBezTo>
                  <a:pt x="69740" y="16652"/>
                  <a:pt x="71601" y="21597"/>
                  <a:pt x="71601" y="27496"/>
                </a:cubicBezTo>
                <a:cubicBezTo>
                  <a:pt x="71601" y="31943"/>
                  <a:pt x="70443" y="36117"/>
                  <a:pt x="68128" y="40021"/>
                </a:cubicBezTo>
                <a:cubicBezTo>
                  <a:pt x="65814" y="43923"/>
                  <a:pt x="62615" y="46963"/>
                  <a:pt x="58532" y="49139"/>
                </a:cubicBezTo>
                <a:cubicBezTo>
                  <a:pt x="52996" y="52226"/>
                  <a:pt x="45055" y="53769"/>
                  <a:pt x="34710" y="53769"/>
                </a:cubicBezTo>
                <a:cubicBezTo>
                  <a:pt x="32986" y="53769"/>
                  <a:pt x="31443" y="53724"/>
                  <a:pt x="30082" y="53634"/>
                </a:cubicBezTo>
                <a:cubicBezTo>
                  <a:pt x="28721" y="53543"/>
                  <a:pt x="27133" y="53451"/>
                  <a:pt x="25317" y="53360"/>
                </a:cubicBezTo>
                <a:lnTo>
                  <a:pt x="25317" y="78135"/>
                </a:lnTo>
                <a:cubicBezTo>
                  <a:pt x="25409" y="81492"/>
                  <a:pt x="25772" y="84033"/>
                  <a:pt x="26406" y="85758"/>
                </a:cubicBezTo>
                <a:cubicBezTo>
                  <a:pt x="27041" y="87482"/>
                  <a:pt x="28267" y="88662"/>
                  <a:pt x="30082" y="89297"/>
                </a:cubicBezTo>
                <a:cubicBezTo>
                  <a:pt x="31898" y="89932"/>
                  <a:pt x="34575" y="90294"/>
                  <a:pt x="38114" y="90386"/>
                </a:cubicBezTo>
                <a:lnTo>
                  <a:pt x="38114" y="92972"/>
                </a:lnTo>
                <a:lnTo>
                  <a:pt x="0" y="92972"/>
                </a:lnTo>
                <a:lnTo>
                  <a:pt x="0" y="90386"/>
                </a:lnTo>
                <a:cubicBezTo>
                  <a:pt x="3448" y="90023"/>
                  <a:pt x="5966" y="89524"/>
                  <a:pt x="7554" y="88888"/>
                </a:cubicBezTo>
                <a:cubicBezTo>
                  <a:pt x="9143" y="88253"/>
                  <a:pt x="10186" y="87005"/>
                  <a:pt x="10684" y="85145"/>
                </a:cubicBezTo>
                <a:cubicBezTo>
                  <a:pt x="11184" y="83284"/>
                  <a:pt x="11434" y="80448"/>
                  <a:pt x="11434" y="76638"/>
                </a:cubicBezTo>
                <a:lnTo>
                  <a:pt x="11434" y="17697"/>
                </a:lnTo>
                <a:cubicBezTo>
                  <a:pt x="11434" y="14339"/>
                  <a:pt x="11161" y="11866"/>
                  <a:pt x="10616" y="10277"/>
                </a:cubicBezTo>
                <a:cubicBezTo>
                  <a:pt x="10072" y="8689"/>
                  <a:pt x="9005" y="7577"/>
                  <a:pt x="7417" y="6942"/>
                </a:cubicBezTo>
                <a:cubicBezTo>
                  <a:pt x="5829" y="6306"/>
                  <a:pt x="3357" y="5807"/>
                  <a:pt x="0" y="5444"/>
                </a:cubicBezTo>
                <a:moveTo>
                  <a:pt x="25317" y="12523"/>
                </a:moveTo>
                <a:lnTo>
                  <a:pt x="25317" y="47916"/>
                </a:lnTo>
                <a:cubicBezTo>
                  <a:pt x="26860" y="48006"/>
                  <a:pt x="28198" y="48097"/>
                  <a:pt x="29332" y="48188"/>
                </a:cubicBezTo>
                <a:cubicBezTo>
                  <a:pt x="30468" y="48278"/>
                  <a:pt x="31716" y="48323"/>
                  <a:pt x="33077" y="48323"/>
                </a:cubicBezTo>
                <a:cubicBezTo>
                  <a:pt x="48867" y="48323"/>
                  <a:pt x="56762" y="41653"/>
                  <a:pt x="56762" y="28313"/>
                </a:cubicBezTo>
                <a:cubicBezTo>
                  <a:pt x="56762" y="21325"/>
                  <a:pt x="54584" y="16176"/>
                  <a:pt x="50228" y="12863"/>
                </a:cubicBezTo>
                <a:cubicBezTo>
                  <a:pt x="45873" y="9551"/>
                  <a:pt x="39112" y="7895"/>
                  <a:pt x="29945" y="7895"/>
                </a:cubicBezTo>
                <a:cubicBezTo>
                  <a:pt x="28131" y="7895"/>
                  <a:pt x="26906" y="8213"/>
                  <a:pt x="26271" y="8848"/>
                </a:cubicBezTo>
                <a:cubicBezTo>
                  <a:pt x="25635" y="9484"/>
                  <a:pt x="25317" y="10709"/>
                  <a:pt x="25317" y="12523"/>
                </a:cubicBezTo>
                <a:close/>
                <a:moveTo>
                  <a:pt x="133672" y="83988"/>
                </a:moveTo>
                <a:lnTo>
                  <a:pt x="133672" y="87528"/>
                </a:lnTo>
                <a:cubicBezTo>
                  <a:pt x="131312" y="90069"/>
                  <a:pt x="129271" y="91838"/>
                  <a:pt x="127547" y="92837"/>
                </a:cubicBezTo>
                <a:cubicBezTo>
                  <a:pt x="125823" y="93834"/>
                  <a:pt x="123781" y="94332"/>
                  <a:pt x="121421" y="94332"/>
                </a:cubicBezTo>
                <a:cubicBezTo>
                  <a:pt x="118608" y="94332"/>
                  <a:pt x="116543" y="93584"/>
                  <a:pt x="115228" y="92087"/>
                </a:cubicBezTo>
                <a:cubicBezTo>
                  <a:pt x="113912" y="90590"/>
                  <a:pt x="113072" y="88026"/>
                  <a:pt x="112708" y="84395"/>
                </a:cubicBezTo>
                <a:cubicBezTo>
                  <a:pt x="108535" y="87935"/>
                  <a:pt x="104927" y="90476"/>
                  <a:pt x="101887" y="92018"/>
                </a:cubicBezTo>
                <a:cubicBezTo>
                  <a:pt x="98847" y="93561"/>
                  <a:pt x="95830" y="94332"/>
                  <a:pt x="92835" y="94332"/>
                </a:cubicBezTo>
                <a:cubicBezTo>
                  <a:pt x="88660" y="94332"/>
                  <a:pt x="85234" y="92971"/>
                  <a:pt x="82557" y="90249"/>
                </a:cubicBezTo>
                <a:cubicBezTo>
                  <a:pt x="79881" y="87526"/>
                  <a:pt x="78542" y="84033"/>
                  <a:pt x="78542" y="79768"/>
                </a:cubicBezTo>
                <a:cubicBezTo>
                  <a:pt x="78542" y="77500"/>
                  <a:pt x="78996" y="75299"/>
                  <a:pt x="79903" y="73167"/>
                </a:cubicBezTo>
                <a:cubicBezTo>
                  <a:pt x="80811" y="71033"/>
                  <a:pt x="81991" y="69285"/>
                  <a:pt x="83442" y="67924"/>
                </a:cubicBezTo>
                <a:cubicBezTo>
                  <a:pt x="84895" y="66655"/>
                  <a:pt x="86279" y="65543"/>
                  <a:pt x="87594" y="64591"/>
                </a:cubicBezTo>
                <a:cubicBezTo>
                  <a:pt x="88910" y="63638"/>
                  <a:pt x="90497" y="62708"/>
                  <a:pt x="92357" y="61801"/>
                </a:cubicBezTo>
                <a:cubicBezTo>
                  <a:pt x="94218" y="60893"/>
                  <a:pt x="96737" y="59758"/>
                  <a:pt x="99913" y="58397"/>
                </a:cubicBezTo>
                <a:cubicBezTo>
                  <a:pt x="103090" y="57036"/>
                  <a:pt x="107310" y="55311"/>
                  <a:pt x="112573" y="53223"/>
                </a:cubicBezTo>
                <a:lnTo>
                  <a:pt x="112573" y="44921"/>
                </a:lnTo>
                <a:cubicBezTo>
                  <a:pt x="112573" y="37388"/>
                  <a:pt x="109124" y="33622"/>
                  <a:pt x="102227" y="33622"/>
                </a:cubicBezTo>
                <a:cubicBezTo>
                  <a:pt x="99505" y="33622"/>
                  <a:pt x="97191" y="34280"/>
                  <a:pt x="95286" y="35597"/>
                </a:cubicBezTo>
                <a:cubicBezTo>
                  <a:pt x="93380" y="36912"/>
                  <a:pt x="92428" y="38478"/>
                  <a:pt x="92428" y="40293"/>
                </a:cubicBezTo>
                <a:cubicBezTo>
                  <a:pt x="92428" y="41200"/>
                  <a:pt x="92563" y="42288"/>
                  <a:pt x="92835" y="43558"/>
                </a:cubicBezTo>
                <a:cubicBezTo>
                  <a:pt x="92926" y="44012"/>
                  <a:pt x="92994" y="44421"/>
                  <a:pt x="93038" y="44784"/>
                </a:cubicBezTo>
                <a:cubicBezTo>
                  <a:pt x="93084" y="45146"/>
                  <a:pt x="93107" y="45464"/>
                  <a:pt x="93107" y="45737"/>
                </a:cubicBezTo>
                <a:cubicBezTo>
                  <a:pt x="93107" y="47190"/>
                  <a:pt x="92494" y="48506"/>
                  <a:pt x="91269" y="49686"/>
                </a:cubicBezTo>
                <a:cubicBezTo>
                  <a:pt x="90044" y="50865"/>
                  <a:pt x="88615" y="51455"/>
                  <a:pt x="86981" y="51455"/>
                </a:cubicBezTo>
                <a:cubicBezTo>
                  <a:pt x="85348" y="51455"/>
                  <a:pt x="83964" y="50865"/>
                  <a:pt x="82829" y="49686"/>
                </a:cubicBezTo>
                <a:cubicBezTo>
                  <a:pt x="81695" y="48506"/>
                  <a:pt x="81128" y="47144"/>
                  <a:pt x="81128" y="45600"/>
                </a:cubicBezTo>
                <a:cubicBezTo>
                  <a:pt x="81128" y="42696"/>
                  <a:pt x="82149" y="40110"/>
                  <a:pt x="84190" y="37842"/>
                </a:cubicBezTo>
                <a:cubicBezTo>
                  <a:pt x="86232" y="35574"/>
                  <a:pt x="88978" y="33759"/>
                  <a:pt x="92425" y="32398"/>
                </a:cubicBezTo>
                <a:cubicBezTo>
                  <a:pt x="95875" y="31036"/>
                  <a:pt x="99732" y="30354"/>
                  <a:pt x="103997" y="30354"/>
                </a:cubicBezTo>
                <a:cubicBezTo>
                  <a:pt x="112164" y="30354"/>
                  <a:pt x="117791" y="32850"/>
                  <a:pt x="120877" y="37842"/>
                </a:cubicBezTo>
                <a:cubicBezTo>
                  <a:pt x="121874" y="39476"/>
                  <a:pt x="122577" y="41382"/>
                  <a:pt x="122985" y="43560"/>
                </a:cubicBezTo>
                <a:cubicBezTo>
                  <a:pt x="123394" y="45737"/>
                  <a:pt x="123598" y="48595"/>
                  <a:pt x="123598" y="52134"/>
                </a:cubicBezTo>
                <a:lnTo>
                  <a:pt x="123598" y="78679"/>
                </a:lnTo>
                <a:cubicBezTo>
                  <a:pt x="123598" y="81673"/>
                  <a:pt x="123893" y="83738"/>
                  <a:pt x="124483" y="84873"/>
                </a:cubicBezTo>
                <a:cubicBezTo>
                  <a:pt x="125073" y="86007"/>
                  <a:pt x="126139" y="86574"/>
                  <a:pt x="127682" y="86574"/>
                </a:cubicBezTo>
                <a:cubicBezTo>
                  <a:pt x="129588" y="86574"/>
                  <a:pt x="131585" y="85712"/>
                  <a:pt x="133672" y="83988"/>
                </a:cubicBezTo>
                <a:moveTo>
                  <a:pt x="112573" y="76228"/>
                </a:moveTo>
                <a:lnTo>
                  <a:pt x="112573" y="56490"/>
                </a:lnTo>
                <a:cubicBezTo>
                  <a:pt x="104587" y="59304"/>
                  <a:pt x="98938" y="62140"/>
                  <a:pt x="95626" y="65000"/>
                </a:cubicBezTo>
                <a:cubicBezTo>
                  <a:pt x="92314" y="67858"/>
                  <a:pt x="90612" y="71329"/>
                  <a:pt x="90521" y="75412"/>
                </a:cubicBezTo>
                <a:lnTo>
                  <a:pt x="90521" y="75956"/>
                </a:lnTo>
                <a:cubicBezTo>
                  <a:pt x="90521" y="78860"/>
                  <a:pt x="91360" y="81333"/>
                  <a:pt x="93038" y="83376"/>
                </a:cubicBezTo>
                <a:cubicBezTo>
                  <a:pt x="94718" y="85417"/>
                  <a:pt x="96737" y="86437"/>
                  <a:pt x="99097" y="86437"/>
                </a:cubicBezTo>
                <a:cubicBezTo>
                  <a:pt x="102182" y="86437"/>
                  <a:pt x="105494" y="85439"/>
                  <a:pt x="109034" y="83442"/>
                </a:cubicBezTo>
                <a:cubicBezTo>
                  <a:pt x="110485" y="82627"/>
                  <a:pt x="111438" y="81720"/>
                  <a:pt x="111892" y="80721"/>
                </a:cubicBezTo>
                <a:cubicBezTo>
                  <a:pt x="112346" y="79723"/>
                  <a:pt x="112573" y="78225"/>
                  <a:pt x="112573" y="76228"/>
                </a:cubicBezTo>
                <a:close/>
                <a:moveTo>
                  <a:pt x="188121" y="71736"/>
                </a:moveTo>
                <a:lnTo>
                  <a:pt x="190028" y="72961"/>
                </a:lnTo>
                <a:cubicBezTo>
                  <a:pt x="188031" y="76955"/>
                  <a:pt x="186261" y="80063"/>
                  <a:pt x="184719" y="82287"/>
                </a:cubicBezTo>
                <a:cubicBezTo>
                  <a:pt x="183176" y="84510"/>
                  <a:pt x="181497" y="86392"/>
                  <a:pt x="179682" y="87935"/>
                </a:cubicBezTo>
                <a:cubicBezTo>
                  <a:pt x="174691" y="92200"/>
                  <a:pt x="169201" y="94332"/>
                  <a:pt x="163211" y="94332"/>
                </a:cubicBezTo>
                <a:cubicBezTo>
                  <a:pt x="158220" y="94332"/>
                  <a:pt x="153774" y="93040"/>
                  <a:pt x="149872" y="90454"/>
                </a:cubicBezTo>
                <a:cubicBezTo>
                  <a:pt x="145970" y="87868"/>
                  <a:pt x="142907" y="84283"/>
                  <a:pt x="140683" y="79701"/>
                </a:cubicBezTo>
                <a:cubicBezTo>
                  <a:pt x="138459" y="75118"/>
                  <a:pt x="137347" y="69922"/>
                  <a:pt x="137347" y="64113"/>
                </a:cubicBezTo>
                <a:cubicBezTo>
                  <a:pt x="137347" y="52951"/>
                  <a:pt x="140886" y="44239"/>
                  <a:pt x="147965" y="37977"/>
                </a:cubicBezTo>
                <a:cubicBezTo>
                  <a:pt x="153774" y="32895"/>
                  <a:pt x="160172" y="30354"/>
                  <a:pt x="167159" y="30354"/>
                </a:cubicBezTo>
                <a:cubicBezTo>
                  <a:pt x="170970" y="30354"/>
                  <a:pt x="174464" y="30990"/>
                  <a:pt x="177640" y="32261"/>
                </a:cubicBezTo>
                <a:cubicBezTo>
                  <a:pt x="180817" y="33531"/>
                  <a:pt x="183358" y="35233"/>
                  <a:pt x="185263" y="37366"/>
                </a:cubicBezTo>
                <a:cubicBezTo>
                  <a:pt x="187168" y="39499"/>
                  <a:pt x="188121" y="41836"/>
                  <a:pt x="188121" y="44377"/>
                </a:cubicBezTo>
                <a:cubicBezTo>
                  <a:pt x="188121" y="45919"/>
                  <a:pt x="187508" y="47257"/>
                  <a:pt x="186283" y="48392"/>
                </a:cubicBezTo>
                <a:cubicBezTo>
                  <a:pt x="185059" y="49526"/>
                  <a:pt x="183539" y="50093"/>
                  <a:pt x="181724" y="50093"/>
                </a:cubicBezTo>
                <a:cubicBezTo>
                  <a:pt x="178547" y="50093"/>
                  <a:pt x="176369" y="48006"/>
                  <a:pt x="175189" y="43832"/>
                </a:cubicBezTo>
                <a:lnTo>
                  <a:pt x="174373" y="40837"/>
                </a:lnTo>
                <a:cubicBezTo>
                  <a:pt x="173737" y="38296"/>
                  <a:pt x="172852" y="36572"/>
                  <a:pt x="171718" y="35665"/>
                </a:cubicBezTo>
                <a:cubicBezTo>
                  <a:pt x="170584" y="34757"/>
                  <a:pt x="168792" y="34303"/>
                  <a:pt x="166343" y="34303"/>
                </a:cubicBezTo>
                <a:cubicBezTo>
                  <a:pt x="160807" y="34303"/>
                  <a:pt x="156337" y="36481"/>
                  <a:pt x="152933" y="40837"/>
                </a:cubicBezTo>
                <a:cubicBezTo>
                  <a:pt x="149531" y="45192"/>
                  <a:pt x="147830" y="50909"/>
                  <a:pt x="147830" y="57988"/>
                </a:cubicBezTo>
                <a:cubicBezTo>
                  <a:pt x="147830" y="63161"/>
                  <a:pt x="148715" y="67744"/>
                  <a:pt x="150484" y="71738"/>
                </a:cubicBezTo>
                <a:cubicBezTo>
                  <a:pt x="152254" y="75730"/>
                  <a:pt x="154727" y="78861"/>
                  <a:pt x="157902" y="81130"/>
                </a:cubicBezTo>
                <a:cubicBezTo>
                  <a:pt x="161078" y="83398"/>
                  <a:pt x="164754" y="84533"/>
                  <a:pt x="168929" y="84533"/>
                </a:cubicBezTo>
                <a:cubicBezTo>
                  <a:pt x="172831" y="84533"/>
                  <a:pt x="176188" y="83580"/>
                  <a:pt x="179001" y="81675"/>
                </a:cubicBezTo>
                <a:cubicBezTo>
                  <a:pt x="181814" y="79768"/>
                  <a:pt x="184854" y="76455"/>
                  <a:pt x="188121" y="71736"/>
                </a:cubicBezTo>
                <a:close/>
                <a:moveTo>
                  <a:pt x="195337" y="92972"/>
                </a:moveTo>
                <a:lnTo>
                  <a:pt x="195337" y="90930"/>
                </a:lnTo>
                <a:cubicBezTo>
                  <a:pt x="198603" y="90386"/>
                  <a:pt x="200940" y="89887"/>
                  <a:pt x="202347" y="89432"/>
                </a:cubicBezTo>
                <a:cubicBezTo>
                  <a:pt x="203754" y="88978"/>
                  <a:pt x="204639" y="88207"/>
                  <a:pt x="205001" y="87119"/>
                </a:cubicBezTo>
                <a:cubicBezTo>
                  <a:pt x="205364" y="86030"/>
                  <a:pt x="205546" y="84260"/>
                  <a:pt x="205546" y="81810"/>
                </a:cubicBezTo>
                <a:lnTo>
                  <a:pt x="205546" y="16199"/>
                </a:lnTo>
                <a:cubicBezTo>
                  <a:pt x="205546" y="12931"/>
                  <a:pt x="205160" y="10730"/>
                  <a:pt x="204389" y="9596"/>
                </a:cubicBezTo>
                <a:cubicBezTo>
                  <a:pt x="203617" y="8462"/>
                  <a:pt x="202052" y="7895"/>
                  <a:pt x="199692" y="7895"/>
                </a:cubicBezTo>
                <a:cubicBezTo>
                  <a:pt x="199057" y="7895"/>
                  <a:pt x="198398" y="7918"/>
                  <a:pt x="197717" y="7963"/>
                </a:cubicBezTo>
                <a:cubicBezTo>
                  <a:pt x="197037" y="8009"/>
                  <a:pt x="196244" y="8077"/>
                  <a:pt x="195337" y="8167"/>
                </a:cubicBezTo>
                <a:lnTo>
                  <a:pt x="195337" y="5988"/>
                </a:lnTo>
                <a:lnTo>
                  <a:pt x="199420" y="4900"/>
                </a:lnTo>
                <a:cubicBezTo>
                  <a:pt x="203412" y="3811"/>
                  <a:pt x="206611" y="2927"/>
                  <a:pt x="209016" y="2247"/>
                </a:cubicBezTo>
                <a:cubicBezTo>
                  <a:pt x="211422" y="1566"/>
                  <a:pt x="213895" y="817"/>
                  <a:pt x="216436" y="0"/>
                </a:cubicBezTo>
                <a:lnTo>
                  <a:pt x="216980" y="272"/>
                </a:lnTo>
                <a:lnTo>
                  <a:pt x="216980" y="57443"/>
                </a:lnTo>
                <a:lnTo>
                  <a:pt x="235628" y="40837"/>
                </a:lnTo>
                <a:cubicBezTo>
                  <a:pt x="237716" y="38931"/>
                  <a:pt x="238760" y="37342"/>
                  <a:pt x="238760" y="36072"/>
                </a:cubicBezTo>
                <a:cubicBezTo>
                  <a:pt x="238760" y="35165"/>
                  <a:pt x="238283" y="34553"/>
                  <a:pt x="237329" y="34236"/>
                </a:cubicBezTo>
                <a:cubicBezTo>
                  <a:pt x="236376" y="33918"/>
                  <a:pt x="234584" y="33713"/>
                  <a:pt x="231953" y="33622"/>
                </a:cubicBezTo>
                <a:lnTo>
                  <a:pt x="231953" y="31717"/>
                </a:lnTo>
                <a:lnTo>
                  <a:pt x="259722" y="31717"/>
                </a:lnTo>
                <a:lnTo>
                  <a:pt x="259722" y="33759"/>
                </a:lnTo>
                <a:cubicBezTo>
                  <a:pt x="257544" y="33667"/>
                  <a:pt x="255570" y="33804"/>
                  <a:pt x="253800" y="34168"/>
                </a:cubicBezTo>
                <a:cubicBezTo>
                  <a:pt x="252032" y="34531"/>
                  <a:pt x="250149" y="35302"/>
                  <a:pt x="248153" y="36482"/>
                </a:cubicBezTo>
                <a:cubicBezTo>
                  <a:pt x="246156" y="37661"/>
                  <a:pt x="243751" y="39408"/>
                  <a:pt x="240937" y="41722"/>
                </a:cubicBezTo>
                <a:cubicBezTo>
                  <a:pt x="238124" y="44036"/>
                  <a:pt x="234586" y="47098"/>
                  <a:pt x="230321" y="50909"/>
                </a:cubicBezTo>
                <a:lnTo>
                  <a:pt x="226372" y="54585"/>
                </a:lnTo>
                <a:lnTo>
                  <a:pt x="247199" y="80993"/>
                </a:lnTo>
                <a:cubicBezTo>
                  <a:pt x="250103" y="84441"/>
                  <a:pt x="252735" y="86914"/>
                  <a:pt x="255094" y="88413"/>
                </a:cubicBezTo>
                <a:cubicBezTo>
                  <a:pt x="257454" y="89909"/>
                  <a:pt x="260131" y="90749"/>
                  <a:pt x="263126" y="90930"/>
                </a:cubicBezTo>
                <a:lnTo>
                  <a:pt x="263126" y="92972"/>
                </a:lnTo>
                <a:lnTo>
                  <a:pt x="233451" y="92972"/>
                </a:lnTo>
                <a:lnTo>
                  <a:pt x="233451" y="90930"/>
                </a:lnTo>
                <a:lnTo>
                  <a:pt x="236037" y="90930"/>
                </a:lnTo>
                <a:cubicBezTo>
                  <a:pt x="237942" y="90930"/>
                  <a:pt x="238895" y="90249"/>
                  <a:pt x="238895" y="88888"/>
                </a:cubicBezTo>
                <a:cubicBezTo>
                  <a:pt x="238895" y="88253"/>
                  <a:pt x="238396" y="87300"/>
                  <a:pt x="237397" y="86030"/>
                </a:cubicBezTo>
                <a:cubicBezTo>
                  <a:pt x="237216" y="85849"/>
                  <a:pt x="237012" y="85599"/>
                  <a:pt x="236785" y="85282"/>
                </a:cubicBezTo>
                <a:cubicBezTo>
                  <a:pt x="236559" y="84964"/>
                  <a:pt x="236310" y="84623"/>
                  <a:pt x="236037" y="84260"/>
                </a:cubicBezTo>
                <a:lnTo>
                  <a:pt x="216980" y="58804"/>
                </a:lnTo>
                <a:lnTo>
                  <a:pt x="216980" y="83851"/>
                </a:lnTo>
                <a:cubicBezTo>
                  <a:pt x="217071" y="86392"/>
                  <a:pt x="217638" y="88139"/>
                  <a:pt x="218681" y="89092"/>
                </a:cubicBezTo>
                <a:cubicBezTo>
                  <a:pt x="219725" y="90044"/>
                  <a:pt x="221653" y="90611"/>
                  <a:pt x="224466" y="90793"/>
                </a:cubicBezTo>
                <a:lnTo>
                  <a:pt x="227189" y="90930"/>
                </a:lnTo>
                <a:lnTo>
                  <a:pt x="227189" y="92972"/>
                </a:lnTo>
                <a:lnTo>
                  <a:pt x="195337" y="92972"/>
                </a:lnTo>
                <a:close/>
                <a:moveTo>
                  <a:pt x="318799" y="70647"/>
                </a:moveTo>
                <a:lnTo>
                  <a:pt x="320976" y="71601"/>
                </a:lnTo>
                <a:cubicBezTo>
                  <a:pt x="318164" y="78951"/>
                  <a:pt x="314284" y="84577"/>
                  <a:pt x="309338" y="88479"/>
                </a:cubicBezTo>
                <a:cubicBezTo>
                  <a:pt x="304392" y="92381"/>
                  <a:pt x="298652" y="94332"/>
                  <a:pt x="292119" y="94332"/>
                </a:cubicBezTo>
                <a:cubicBezTo>
                  <a:pt x="284315" y="94332"/>
                  <a:pt x="278121" y="91588"/>
                  <a:pt x="273538" y="86099"/>
                </a:cubicBezTo>
                <a:cubicBezTo>
                  <a:pt x="268956" y="80608"/>
                  <a:pt x="266665" y="73189"/>
                  <a:pt x="266665" y="63841"/>
                </a:cubicBezTo>
                <a:cubicBezTo>
                  <a:pt x="266665" y="58215"/>
                  <a:pt x="267550" y="53111"/>
                  <a:pt x="269319" y="48529"/>
                </a:cubicBezTo>
                <a:cubicBezTo>
                  <a:pt x="271089" y="43945"/>
                  <a:pt x="273561" y="40247"/>
                  <a:pt x="276737" y="37433"/>
                </a:cubicBezTo>
                <a:cubicBezTo>
                  <a:pt x="282000" y="32714"/>
                  <a:pt x="288126" y="30354"/>
                  <a:pt x="295114" y="30354"/>
                </a:cubicBezTo>
                <a:cubicBezTo>
                  <a:pt x="302465" y="30354"/>
                  <a:pt x="308272" y="32941"/>
                  <a:pt x="312537" y="38114"/>
                </a:cubicBezTo>
                <a:cubicBezTo>
                  <a:pt x="314261" y="40292"/>
                  <a:pt x="315531" y="42584"/>
                  <a:pt x="316348" y="44989"/>
                </a:cubicBezTo>
                <a:cubicBezTo>
                  <a:pt x="317165" y="47393"/>
                  <a:pt x="317846" y="50819"/>
                  <a:pt x="318390" y="55267"/>
                </a:cubicBezTo>
                <a:lnTo>
                  <a:pt x="276464" y="55267"/>
                </a:lnTo>
                <a:cubicBezTo>
                  <a:pt x="276646" y="59440"/>
                  <a:pt x="277009" y="62820"/>
                  <a:pt x="277553" y="65407"/>
                </a:cubicBezTo>
                <a:cubicBezTo>
                  <a:pt x="278098" y="67994"/>
                  <a:pt x="278961" y="70602"/>
                  <a:pt x="280141" y="73233"/>
                </a:cubicBezTo>
                <a:cubicBezTo>
                  <a:pt x="284133" y="81038"/>
                  <a:pt x="289986" y="84940"/>
                  <a:pt x="297700" y="84940"/>
                </a:cubicBezTo>
                <a:cubicBezTo>
                  <a:pt x="302057" y="84940"/>
                  <a:pt x="305845" y="83851"/>
                  <a:pt x="309066" y="81675"/>
                </a:cubicBezTo>
                <a:cubicBezTo>
                  <a:pt x="312288" y="79496"/>
                  <a:pt x="315533" y="75821"/>
                  <a:pt x="318799" y="70647"/>
                </a:cubicBezTo>
                <a:moveTo>
                  <a:pt x="276737" y="50909"/>
                </a:moveTo>
                <a:lnTo>
                  <a:pt x="304507" y="50909"/>
                </a:lnTo>
                <a:cubicBezTo>
                  <a:pt x="303599" y="45011"/>
                  <a:pt x="302192" y="40929"/>
                  <a:pt x="300286" y="38660"/>
                </a:cubicBezTo>
                <a:cubicBezTo>
                  <a:pt x="298381" y="36391"/>
                  <a:pt x="295341" y="35256"/>
                  <a:pt x="291166" y="35256"/>
                </a:cubicBezTo>
                <a:cubicBezTo>
                  <a:pt x="286991" y="35256"/>
                  <a:pt x="283724" y="36527"/>
                  <a:pt x="281364" y="39068"/>
                </a:cubicBezTo>
                <a:cubicBezTo>
                  <a:pt x="279006" y="41609"/>
                  <a:pt x="277464" y="45556"/>
                  <a:pt x="276737" y="50909"/>
                </a:cubicBezTo>
                <a:close/>
                <a:moveTo>
                  <a:pt x="358139" y="31717"/>
                </a:moveTo>
                <a:lnTo>
                  <a:pt x="358139" y="36072"/>
                </a:lnTo>
                <a:lnTo>
                  <a:pt x="344391" y="36072"/>
                </a:lnTo>
                <a:lnTo>
                  <a:pt x="344391" y="75003"/>
                </a:lnTo>
                <a:cubicBezTo>
                  <a:pt x="344391" y="79268"/>
                  <a:pt x="344935" y="82376"/>
                  <a:pt x="346023" y="84327"/>
                </a:cubicBezTo>
                <a:cubicBezTo>
                  <a:pt x="347113" y="86278"/>
                  <a:pt x="348928" y="87254"/>
                  <a:pt x="351469" y="87254"/>
                </a:cubicBezTo>
                <a:cubicBezTo>
                  <a:pt x="353012" y="87254"/>
                  <a:pt x="354395" y="86891"/>
                  <a:pt x="355619" y="86165"/>
                </a:cubicBezTo>
                <a:cubicBezTo>
                  <a:pt x="356845" y="85440"/>
                  <a:pt x="358184" y="84215"/>
                  <a:pt x="359636" y="82491"/>
                </a:cubicBezTo>
                <a:lnTo>
                  <a:pt x="361406" y="83988"/>
                </a:lnTo>
                <a:cubicBezTo>
                  <a:pt x="357050" y="90884"/>
                  <a:pt x="351604" y="94332"/>
                  <a:pt x="345070" y="94332"/>
                </a:cubicBezTo>
                <a:cubicBezTo>
                  <a:pt x="336994" y="94332"/>
                  <a:pt x="332956" y="88570"/>
                  <a:pt x="332956" y="77045"/>
                </a:cubicBezTo>
                <a:lnTo>
                  <a:pt x="332956" y="36072"/>
                </a:lnTo>
                <a:lnTo>
                  <a:pt x="325741" y="36072"/>
                </a:lnTo>
                <a:cubicBezTo>
                  <a:pt x="325378" y="35800"/>
                  <a:pt x="325196" y="35482"/>
                  <a:pt x="325196" y="35119"/>
                </a:cubicBezTo>
                <a:cubicBezTo>
                  <a:pt x="325196" y="34393"/>
                  <a:pt x="325968" y="33532"/>
                  <a:pt x="327510" y="32533"/>
                </a:cubicBezTo>
                <a:cubicBezTo>
                  <a:pt x="329507" y="31353"/>
                  <a:pt x="331685" y="29425"/>
                  <a:pt x="334045" y="26749"/>
                </a:cubicBezTo>
                <a:cubicBezTo>
                  <a:pt x="336404" y="24070"/>
                  <a:pt x="339535" y="19873"/>
                  <a:pt x="343437" y="14157"/>
                </a:cubicBezTo>
                <a:cubicBezTo>
                  <a:pt x="344073" y="14157"/>
                  <a:pt x="344391" y="14747"/>
                  <a:pt x="344391" y="15927"/>
                </a:cubicBezTo>
                <a:lnTo>
                  <a:pt x="344391" y="31717"/>
                </a:lnTo>
                <a:lnTo>
                  <a:pt x="358139" y="31717"/>
                </a:lnTo>
                <a:close/>
                <a:moveTo>
                  <a:pt x="433030" y="2858"/>
                </a:moveTo>
                <a:lnTo>
                  <a:pt x="433030" y="5444"/>
                </a:lnTo>
                <a:cubicBezTo>
                  <a:pt x="429490" y="5625"/>
                  <a:pt x="426836" y="6034"/>
                  <a:pt x="425066" y="6669"/>
                </a:cubicBezTo>
                <a:cubicBezTo>
                  <a:pt x="423297" y="7305"/>
                  <a:pt x="422094" y="8463"/>
                  <a:pt x="421458" y="10142"/>
                </a:cubicBezTo>
                <a:cubicBezTo>
                  <a:pt x="420823" y="11821"/>
                  <a:pt x="420460" y="14339"/>
                  <a:pt x="420370" y="17697"/>
                </a:cubicBezTo>
                <a:lnTo>
                  <a:pt x="420370" y="82082"/>
                </a:lnTo>
                <a:cubicBezTo>
                  <a:pt x="420460" y="83716"/>
                  <a:pt x="420732" y="84918"/>
                  <a:pt x="421186" y="85689"/>
                </a:cubicBezTo>
                <a:cubicBezTo>
                  <a:pt x="421641" y="86461"/>
                  <a:pt x="422684" y="86960"/>
                  <a:pt x="424316" y="87187"/>
                </a:cubicBezTo>
                <a:cubicBezTo>
                  <a:pt x="425950" y="87414"/>
                  <a:pt x="428537" y="87573"/>
                  <a:pt x="432076" y="87663"/>
                </a:cubicBezTo>
                <a:lnTo>
                  <a:pt x="441197" y="87663"/>
                </a:lnTo>
                <a:cubicBezTo>
                  <a:pt x="447096" y="87481"/>
                  <a:pt x="451837" y="86869"/>
                  <a:pt x="455421" y="85827"/>
                </a:cubicBezTo>
                <a:cubicBezTo>
                  <a:pt x="459006" y="84783"/>
                  <a:pt x="461978" y="82945"/>
                  <a:pt x="464337" y="80314"/>
                </a:cubicBezTo>
                <a:cubicBezTo>
                  <a:pt x="466697" y="77682"/>
                  <a:pt x="468920" y="74006"/>
                  <a:pt x="471007" y="69287"/>
                </a:cubicBezTo>
                <a:lnTo>
                  <a:pt x="474411" y="69287"/>
                </a:lnTo>
                <a:lnTo>
                  <a:pt x="467877" y="92972"/>
                </a:lnTo>
                <a:lnTo>
                  <a:pt x="394641" y="92972"/>
                </a:lnTo>
                <a:lnTo>
                  <a:pt x="394641" y="90386"/>
                </a:lnTo>
                <a:cubicBezTo>
                  <a:pt x="397909" y="90204"/>
                  <a:pt x="400382" y="89774"/>
                  <a:pt x="402061" y="89094"/>
                </a:cubicBezTo>
                <a:cubicBezTo>
                  <a:pt x="403740" y="88413"/>
                  <a:pt x="404875" y="87233"/>
                  <a:pt x="405465" y="85554"/>
                </a:cubicBezTo>
                <a:cubicBezTo>
                  <a:pt x="406055" y="83875"/>
                  <a:pt x="406395" y="81402"/>
                  <a:pt x="406485" y="78135"/>
                </a:cubicBezTo>
                <a:lnTo>
                  <a:pt x="406485" y="17697"/>
                </a:lnTo>
                <a:cubicBezTo>
                  <a:pt x="406395" y="14429"/>
                  <a:pt x="406055" y="11956"/>
                  <a:pt x="405465" y="10277"/>
                </a:cubicBezTo>
                <a:cubicBezTo>
                  <a:pt x="404875" y="8598"/>
                  <a:pt x="403763" y="7418"/>
                  <a:pt x="402129" y="6738"/>
                </a:cubicBezTo>
                <a:cubicBezTo>
                  <a:pt x="400495" y="6057"/>
                  <a:pt x="397999" y="5625"/>
                  <a:pt x="394641" y="5444"/>
                </a:cubicBezTo>
                <a:lnTo>
                  <a:pt x="394641" y="2858"/>
                </a:lnTo>
                <a:lnTo>
                  <a:pt x="433030" y="2858"/>
                </a:lnTo>
                <a:close/>
                <a:moveTo>
                  <a:pt x="532535" y="70647"/>
                </a:moveTo>
                <a:lnTo>
                  <a:pt x="534712" y="71601"/>
                </a:lnTo>
                <a:cubicBezTo>
                  <a:pt x="531900" y="78951"/>
                  <a:pt x="528021" y="84577"/>
                  <a:pt x="523074" y="88479"/>
                </a:cubicBezTo>
                <a:cubicBezTo>
                  <a:pt x="518128" y="92381"/>
                  <a:pt x="512389" y="94332"/>
                  <a:pt x="505855" y="94332"/>
                </a:cubicBezTo>
                <a:cubicBezTo>
                  <a:pt x="498051" y="94332"/>
                  <a:pt x="491857" y="91588"/>
                  <a:pt x="487274" y="86099"/>
                </a:cubicBezTo>
                <a:cubicBezTo>
                  <a:pt x="482692" y="80608"/>
                  <a:pt x="480401" y="73189"/>
                  <a:pt x="480401" y="63841"/>
                </a:cubicBezTo>
                <a:cubicBezTo>
                  <a:pt x="480401" y="58215"/>
                  <a:pt x="481286" y="53111"/>
                  <a:pt x="483055" y="48529"/>
                </a:cubicBezTo>
                <a:cubicBezTo>
                  <a:pt x="484825" y="43945"/>
                  <a:pt x="487298" y="40247"/>
                  <a:pt x="490473" y="37433"/>
                </a:cubicBezTo>
                <a:cubicBezTo>
                  <a:pt x="495736" y="32714"/>
                  <a:pt x="501862" y="30354"/>
                  <a:pt x="508851" y="30354"/>
                </a:cubicBezTo>
                <a:cubicBezTo>
                  <a:pt x="516201" y="30354"/>
                  <a:pt x="522008" y="32941"/>
                  <a:pt x="526273" y="38114"/>
                </a:cubicBezTo>
                <a:cubicBezTo>
                  <a:pt x="527997" y="40292"/>
                  <a:pt x="529267" y="42584"/>
                  <a:pt x="530084" y="44989"/>
                </a:cubicBezTo>
                <a:cubicBezTo>
                  <a:pt x="530901" y="47393"/>
                  <a:pt x="531582" y="50819"/>
                  <a:pt x="532126" y="55267"/>
                </a:cubicBezTo>
                <a:lnTo>
                  <a:pt x="490201" y="55267"/>
                </a:lnTo>
                <a:cubicBezTo>
                  <a:pt x="490382" y="59440"/>
                  <a:pt x="490745" y="62820"/>
                  <a:pt x="491289" y="65407"/>
                </a:cubicBezTo>
                <a:cubicBezTo>
                  <a:pt x="491835" y="67994"/>
                  <a:pt x="492697" y="70602"/>
                  <a:pt x="493877" y="73233"/>
                </a:cubicBezTo>
                <a:cubicBezTo>
                  <a:pt x="497869" y="81038"/>
                  <a:pt x="503722" y="84940"/>
                  <a:pt x="511437" y="84940"/>
                </a:cubicBezTo>
                <a:cubicBezTo>
                  <a:pt x="515793" y="84940"/>
                  <a:pt x="519581" y="83851"/>
                  <a:pt x="522802" y="81675"/>
                </a:cubicBezTo>
                <a:cubicBezTo>
                  <a:pt x="526024" y="79496"/>
                  <a:pt x="529269" y="75821"/>
                  <a:pt x="532535" y="70647"/>
                </a:cubicBezTo>
                <a:moveTo>
                  <a:pt x="490473" y="50909"/>
                </a:moveTo>
                <a:lnTo>
                  <a:pt x="518243" y="50909"/>
                </a:lnTo>
                <a:cubicBezTo>
                  <a:pt x="517335" y="45011"/>
                  <a:pt x="515928" y="40929"/>
                  <a:pt x="514022" y="38660"/>
                </a:cubicBezTo>
                <a:cubicBezTo>
                  <a:pt x="512117" y="36391"/>
                  <a:pt x="509077" y="35256"/>
                  <a:pt x="504902" y="35256"/>
                </a:cubicBezTo>
                <a:cubicBezTo>
                  <a:pt x="500727" y="35256"/>
                  <a:pt x="497460" y="36527"/>
                  <a:pt x="495100" y="39068"/>
                </a:cubicBezTo>
                <a:cubicBezTo>
                  <a:pt x="492742" y="41609"/>
                  <a:pt x="491200" y="45556"/>
                  <a:pt x="490473" y="50909"/>
                </a:cubicBezTo>
                <a:close/>
                <a:moveTo>
                  <a:pt x="539069" y="92972"/>
                </a:moveTo>
                <a:lnTo>
                  <a:pt x="539069" y="90930"/>
                </a:lnTo>
                <a:cubicBezTo>
                  <a:pt x="542517" y="90749"/>
                  <a:pt x="544763" y="90000"/>
                  <a:pt x="545805" y="88685"/>
                </a:cubicBezTo>
                <a:cubicBezTo>
                  <a:pt x="546849" y="87368"/>
                  <a:pt x="547417" y="84713"/>
                  <a:pt x="547509" y="80721"/>
                </a:cubicBezTo>
                <a:lnTo>
                  <a:pt x="547509" y="46963"/>
                </a:lnTo>
                <a:cubicBezTo>
                  <a:pt x="547509" y="43605"/>
                  <a:pt x="547145" y="41314"/>
                  <a:pt x="546418" y="40090"/>
                </a:cubicBezTo>
                <a:cubicBezTo>
                  <a:pt x="545693" y="38864"/>
                  <a:pt x="544377" y="38251"/>
                  <a:pt x="542472" y="38251"/>
                </a:cubicBezTo>
                <a:cubicBezTo>
                  <a:pt x="540748" y="38251"/>
                  <a:pt x="539523" y="38433"/>
                  <a:pt x="538797" y="38796"/>
                </a:cubicBezTo>
                <a:lnTo>
                  <a:pt x="538797" y="36482"/>
                </a:lnTo>
                <a:cubicBezTo>
                  <a:pt x="542518" y="35392"/>
                  <a:pt x="545740" y="34393"/>
                  <a:pt x="548462" y="33487"/>
                </a:cubicBezTo>
                <a:cubicBezTo>
                  <a:pt x="551184" y="32578"/>
                  <a:pt x="554224" y="31534"/>
                  <a:pt x="557582" y="30354"/>
                </a:cubicBezTo>
                <a:lnTo>
                  <a:pt x="558534" y="30628"/>
                </a:lnTo>
                <a:lnTo>
                  <a:pt x="558534" y="41381"/>
                </a:lnTo>
                <a:cubicBezTo>
                  <a:pt x="561620" y="38478"/>
                  <a:pt x="564252" y="36232"/>
                  <a:pt x="566429" y="34643"/>
                </a:cubicBezTo>
                <a:cubicBezTo>
                  <a:pt x="568607" y="33055"/>
                  <a:pt x="570604" y="31943"/>
                  <a:pt x="572419" y="31308"/>
                </a:cubicBezTo>
                <a:cubicBezTo>
                  <a:pt x="574234" y="30672"/>
                  <a:pt x="576185" y="30354"/>
                  <a:pt x="578272" y="30354"/>
                </a:cubicBezTo>
                <a:cubicBezTo>
                  <a:pt x="583354" y="30354"/>
                  <a:pt x="587301" y="32147"/>
                  <a:pt x="590113" y="35732"/>
                </a:cubicBezTo>
                <a:cubicBezTo>
                  <a:pt x="592927" y="39317"/>
                  <a:pt x="594334" y="44331"/>
                  <a:pt x="594334" y="50774"/>
                </a:cubicBezTo>
                <a:lnTo>
                  <a:pt x="594334" y="81947"/>
                </a:lnTo>
                <a:cubicBezTo>
                  <a:pt x="594425" y="85303"/>
                  <a:pt x="594992" y="87549"/>
                  <a:pt x="596035" y="88685"/>
                </a:cubicBezTo>
                <a:cubicBezTo>
                  <a:pt x="597079" y="89819"/>
                  <a:pt x="599280" y="90567"/>
                  <a:pt x="602638" y="90930"/>
                </a:cubicBezTo>
                <a:lnTo>
                  <a:pt x="602638" y="92972"/>
                </a:lnTo>
                <a:lnTo>
                  <a:pt x="574324" y="92972"/>
                </a:lnTo>
                <a:lnTo>
                  <a:pt x="574324" y="90930"/>
                </a:lnTo>
                <a:cubicBezTo>
                  <a:pt x="577681" y="90749"/>
                  <a:pt x="579927" y="89909"/>
                  <a:pt x="581062" y="88413"/>
                </a:cubicBezTo>
                <a:cubicBezTo>
                  <a:pt x="582197" y="86914"/>
                  <a:pt x="582810" y="83942"/>
                  <a:pt x="582900" y="79496"/>
                </a:cubicBezTo>
                <a:lnTo>
                  <a:pt x="582900" y="51046"/>
                </a:lnTo>
                <a:cubicBezTo>
                  <a:pt x="582900" y="42243"/>
                  <a:pt x="579588" y="37842"/>
                  <a:pt x="572963" y="37842"/>
                </a:cubicBezTo>
                <a:cubicBezTo>
                  <a:pt x="570695" y="37842"/>
                  <a:pt x="568585" y="38364"/>
                  <a:pt x="566634" y="39408"/>
                </a:cubicBezTo>
                <a:cubicBezTo>
                  <a:pt x="564683" y="40451"/>
                  <a:pt x="562119" y="42515"/>
                  <a:pt x="558943" y="45600"/>
                </a:cubicBezTo>
                <a:lnTo>
                  <a:pt x="558943" y="83851"/>
                </a:lnTo>
                <a:cubicBezTo>
                  <a:pt x="558943" y="86302"/>
                  <a:pt x="559601" y="88050"/>
                  <a:pt x="560916" y="89094"/>
                </a:cubicBezTo>
                <a:cubicBezTo>
                  <a:pt x="562232" y="90137"/>
                  <a:pt x="564568" y="90749"/>
                  <a:pt x="567926" y="90930"/>
                </a:cubicBezTo>
                <a:lnTo>
                  <a:pt x="567926" y="92972"/>
                </a:lnTo>
                <a:lnTo>
                  <a:pt x="539069" y="92972"/>
                </a:lnTo>
                <a:close/>
                <a:moveTo>
                  <a:pt x="668658" y="40156"/>
                </a:moveTo>
                <a:lnTo>
                  <a:pt x="657358" y="40156"/>
                </a:lnTo>
                <a:cubicBezTo>
                  <a:pt x="658357" y="42334"/>
                  <a:pt x="659037" y="44285"/>
                  <a:pt x="659400" y="46009"/>
                </a:cubicBezTo>
                <a:cubicBezTo>
                  <a:pt x="659764" y="47733"/>
                  <a:pt x="659947" y="49593"/>
                  <a:pt x="659947" y="51590"/>
                </a:cubicBezTo>
                <a:cubicBezTo>
                  <a:pt x="659947" y="58125"/>
                  <a:pt x="657768" y="63252"/>
                  <a:pt x="653412" y="66973"/>
                </a:cubicBezTo>
                <a:cubicBezTo>
                  <a:pt x="651325" y="68787"/>
                  <a:pt x="648989" y="70193"/>
                  <a:pt x="646402" y="71192"/>
                </a:cubicBezTo>
                <a:cubicBezTo>
                  <a:pt x="643815" y="72190"/>
                  <a:pt x="641252" y="72689"/>
                  <a:pt x="638711" y="72689"/>
                </a:cubicBezTo>
                <a:cubicBezTo>
                  <a:pt x="638619" y="72689"/>
                  <a:pt x="637916" y="72621"/>
                  <a:pt x="636600" y="72486"/>
                </a:cubicBezTo>
                <a:cubicBezTo>
                  <a:pt x="635285" y="72350"/>
                  <a:pt x="633402" y="72191"/>
                  <a:pt x="630951" y="72008"/>
                </a:cubicBezTo>
                <a:cubicBezTo>
                  <a:pt x="629771" y="72372"/>
                  <a:pt x="628545" y="73053"/>
                  <a:pt x="627274" y="74052"/>
                </a:cubicBezTo>
                <a:cubicBezTo>
                  <a:pt x="626004" y="75049"/>
                  <a:pt x="624938" y="76160"/>
                  <a:pt x="624076" y="77385"/>
                </a:cubicBezTo>
                <a:cubicBezTo>
                  <a:pt x="623214" y="78611"/>
                  <a:pt x="622784" y="79677"/>
                  <a:pt x="622784" y="80584"/>
                </a:cubicBezTo>
                <a:cubicBezTo>
                  <a:pt x="622784" y="82762"/>
                  <a:pt x="626323" y="83988"/>
                  <a:pt x="633402" y="84260"/>
                </a:cubicBezTo>
                <a:lnTo>
                  <a:pt x="650961" y="85077"/>
                </a:lnTo>
                <a:cubicBezTo>
                  <a:pt x="656043" y="85258"/>
                  <a:pt x="660059" y="86665"/>
                  <a:pt x="663008" y="89297"/>
                </a:cubicBezTo>
                <a:cubicBezTo>
                  <a:pt x="665958" y="91928"/>
                  <a:pt x="667432" y="95376"/>
                  <a:pt x="667432" y="99641"/>
                </a:cubicBezTo>
                <a:cubicBezTo>
                  <a:pt x="667432" y="104723"/>
                  <a:pt x="664937" y="109306"/>
                  <a:pt x="659947" y="113389"/>
                </a:cubicBezTo>
                <a:cubicBezTo>
                  <a:pt x="656407" y="116203"/>
                  <a:pt x="652142" y="118449"/>
                  <a:pt x="647150" y="120127"/>
                </a:cubicBezTo>
                <a:cubicBezTo>
                  <a:pt x="642159" y="121807"/>
                  <a:pt x="637123" y="122647"/>
                  <a:pt x="632041" y="122647"/>
                </a:cubicBezTo>
                <a:cubicBezTo>
                  <a:pt x="627685" y="122647"/>
                  <a:pt x="623737" y="122057"/>
                  <a:pt x="620198" y="120877"/>
                </a:cubicBezTo>
                <a:cubicBezTo>
                  <a:pt x="616658" y="119697"/>
                  <a:pt x="613822" y="118086"/>
                  <a:pt x="611690" y="116044"/>
                </a:cubicBezTo>
                <a:cubicBezTo>
                  <a:pt x="609558" y="114003"/>
                  <a:pt x="608491" y="111802"/>
                  <a:pt x="608491" y="109443"/>
                </a:cubicBezTo>
                <a:cubicBezTo>
                  <a:pt x="608491" y="106902"/>
                  <a:pt x="609490" y="104383"/>
                  <a:pt x="611486" y="101886"/>
                </a:cubicBezTo>
                <a:cubicBezTo>
                  <a:pt x="613483" y="99391"/>
                  <a:pt x="616932" y="96374"/>
                  <a:pt x="621832" y="92835"/>
                </a:cubicBezTo>
                <a:cubicBezTo>
                  <a:pt x="619019" y="91473"/>
                  <a:pt x="617113" y="90294"/>
                  <a:pt x="616114" y="89297"/>
                </a:cubicBezTo>
                <a:cubicBezTo>
                  <a:pt x="615116" y="88299"/>
                  <a:pt x="614617" y="87074"/>
                  <a:pt x="614617" y="85621"/>
                </a:cubicBezTo>
                <a:cubicBezTo>
                  <a:pt x="614617" y="84441"/>
                  <a:pt x="614866" y="83375"/>
                  <a:pt x="615364" y="82422"/>
                </a:cubicBezTo>
                <a:cubicBezTo>
                  <a:pt x="615864" y="81470"/>
                  <a:pt x="616840" y="80267"/>
                  <a:pt x="618293" y="78814"/>
                </a:cubicBezTo>
                <a:cubicBezTo>
                  <a:pt x="618474" y="78543"/>
                  <a:pt x="618973" y="78022"/>
                  <a:pt x="619788" y="77250"/>
                </a:cubicBezTo>
                <a:cubicBezTo>
                  <a:pt x="620605" y="76479"/>
                  <a:pt x="621740" y="75412"/>
                  <a:pt x="623193" y="74050"/>
                </a:cubicBezTo>
                <a:lnTo>
                  <a:pt x="626732" y="70784"/>
                </a:lnTo>
                <a:cubicBezTo>
                  <a:pt x="622194" y="68515"/>
                  <a:pt x="618950" y="65974"/>
                  <a:pt x="616999" y="63162"/>
                </a:cubicBezTo>
                <a:cubicBezTo>
                  <a:pt x="615048" y="60348"/>
                  <a:pt x="614072" y="56809"/>
                  <a:pt x="614072" y="52544"/>
                </a:cubicBezTo>
                <a:cubicBezTo>
                  <a:pt x="614072" y="48369"/>
                  <a:pt x="615093" y="44602"/>
                  <a:pt x="617134" y="41244"/>
                </a:cubicBezTo>
                <a:cubicBezTo>
                  <a:pt x="619176" y="37886"/>
                  <a:pt x="621922" y="35232"/>
                  <a:pt x="625370" y="33281"/>
                </a:cubicBezTo>
                <a:cubicBezTo>
                  <a:pt x="628819" y="31330"/>
                  <a:pt x="632630" y="30354"/>
                  <a:pt x="636804" y="30354"/>
                </a:cubicBezTo>
                <a:cubicBezTo>
                  <a:pt x="640435" y="30354"/>
                  <a:pt x="644065" y="31035"/>
                  <a:pt x="647694" y="32396"/>
                </a:cubicBezTo>
                <a:lnTo>
                  <a:pt x="650689" y="33487"/>
                </a:lnTo>
                <a:cubicBezTo>
                  <a:pt x="652050" y="33939"/>
                  <a:pt x="653275" y="34279"/>
                  <a:pt x="654363" y="34506"/>
                </a:cubicBezTo>
                <a:cubicBezTo>
                  <a:pt x="655453" y="34733"/>
                  <a:pt x="656724" y="34847"/>
                  <a:pt x="658177" y="34847"/>
                </a:cubicBezTo>
                <a:lnTo>
                  <a:pt x="668658" y="34847"/>
                </a:lnTo>
                <a:lnTo>
                  <a:pt x="668658" y="40156"/>
                </a:lnTo>
                <a:moveTo>
                  <a:pt x="624690" y="93244"/>
                </a:moveTo>
                <a:cubicBezTo>
                  <a:pt x="621968" y="96510"/>
                  <a:pt x="620175" y="98892"/>
                  <a:pt x="619313" y="100389"/>
                </a:cubicBezTo>
                <a:cubicBezTo>
                  <a:pt x="618452" y="101887"/>
                  <a:pt x="618021" y="103408"/>
                  <a:pt x="618021" y="104950"/>
                </a:cubicBezTo>
                <a:cubicBezTo>
                  <a:pt x="618021" y="107945"/>
                  <a:pt x="619813" y="110350"/>
                  <a:pt x="623396" y="112164"/>
                </a:cubicBezTo>
                <a:cubicBezTo>
                  <a:pt x="626981" y="113979"/>
                  <a:pt x="631814" y="114887"/>
                  <a:pt x="637894" y="114887"/>
                </a:cubicBezTo>
                <a:cubicBezTo>
                  <a:pt x="645607" y="114887"/>
                  <a:pt x="651823" y="113661"/>
                  <a:pt x="656542" y="111210"/>
                </a:cubicBezTo>
                <a:cubicBezTo>
                  <a:pt x="661261" y="108761"/>
                  <a:pt x="663621" y="105585"/>
                  <a:pt x="663621" y="101683"/>
                </a:cubicBezTo>
                <a:cubicBezTo>
                  <a:pt x="663621" y="99233"/>
                  <a:pt x="662350" y="97509"/>
                  <a:pt x="659809" y="96511"/>
                </a:cubicBezTo>
                <a:cubicBezTo>
                  <a:pt x="657268" y="95513"/>
                  <a:pt x="652913" y="95013"/>
                  <a:pt x="646743" y="95013"/>
                </a:cubicBezTo>
                <a:cubicBezTo>
                  <a:pt x="644564" y="95013"/>
                  <a:pt x="642046" y="94923"/>
                  <a:pt x="639186" y="94741"/>
                </a:cubicBezTo>
                <a:cubicBezTo>
                  <a:pt x="636328" y="94560"/>
                  <a:pt x="633583" y="94333"/>
                  <a:pt x="630951" y="94060"/>
                </a:cubicBezTo>
                <a:cubicBezTo>
                  <a:pt x="628320" y="93789"/>
                  <a:pt x="626233" y="93517"/>
                  <a:pt x="624690" y="93244"/>
                </a:cubicBezTo>
                <a:moveTo>
                  <a:pt x="625370" y="46963"/>
                </a:moveTo>
                <a:lnTo>
                  <a:pt x="625370" y="47370"/>
                </a:lnTo>
                <a:cubicBezTo>
                  <a:pt x="625370" y="53904"/>
                  <a:pt x="626663" y="59191"/>
                  <a:pt x="629250" y="63230"/>
                </a:cubicBezTo>
                <a:cubicBezTo>
                  <a:pt x="631836" y="67268"/>
                  <a:pt x="635217" y="69287"/>
                  <a:pt x="639392" y="69287"/>
                </a:cubicBezTo>
                <a:cubicBezTo>
                  <a:pt x="642567" y="69287"/>
                  <a:pt x="645039" y="68175"/>
                  <a:pt x="646809" y="65951"/>
                </a:cubicBezTo>
                <a:cubicBezTo>
                  <a:pt x="648579" y="63727"/>
                  <a:pt x="649464" y="60710"/>
                  <a:pt x="649464" y="56899"/>
                </a:cubicBezTo>
                <a:cubicBezTo>
                  <a:pt x="649464" y="54177"/>
                  <a:pt x="649101" y="51364"/>
                  <a:pt x="648375" y="48460"/>
                </a:cubicBezTo>
                <a:cubicBezTo>
                  <a:pt x="647650" y="45556"/>
                  <a:pt x="646651" y="42925"/>
                  <a:pt x="645380" y="40565"/>
                </a:cubicBezTo>
                <a:cubicBezTo>
                  <a:pt x="643112" y="36299"/>
                  <a:pt x="639800" y="34166"/>
                  <a:pt x="635443" y="34166"/>
                </a:cubicBezTo>
                <a:cubicBezTo>
                  <a:pt x="632358" y="34166"/>
                  <a:pt x="629908" y="35300"/>
                  <a:pt x="628093" y="37570"/>
                </a:cubicBezTo>
                <a:cubicBezTo>
                  <a:pt x="626277" y="39838"/>
                  <a:pt x="625370" y="42969"/>
                  <a:pt x="625370" y="46963"/>
                </a:cubicBezTo>
                <a:close/>
                <a:moveTo>
                  <a:pt x="707997" y="31717"/>
                </a:moveTo>
                <a:lnTo>
                  <a:pt x="707997" y="36072"/>
                </a:lnTo>
                <a:lnTo>
                  <a:pt x="694249" y="36072"/>
                </a:lnTo>
                <a:lnTo>
                  <a:pt x="694249" y="75003"/>
                </a:lnTo>
                <a:cubicBezTo>
                  <a:pt x="694249" y="79268"/>
                  <a:pt x="694793" y="82376"/>
                  <a:pt x="695882" y="84327"/>
                </a:cubicBezTo>
                <a:cubicBezTo>
                  <a:pt x="696972" y="86278"/>
                  <a:pt x="698787" y="87254"/>
                  <a:pt x="701328" y="87254"/>
                </a:cubicBezTo>
                <a:cubicBezTo>
                  <a:pt x="702870" y="87254"/>
                  <a:pt x="704254" y="86891"/>
                  <a:pt x="705478" y="86165"/>
                </a:cubicBezTo>
                <a:cubicBezTo>
                  <a:pt x="706703" y="85440"/>
                  <a:pt x="708042" y="84215"/>
                  <a:pt x="709495" y="82491"/>
                </a:cubicBezTo>
                <a:lnTo>
                  <a:pt x="711265" y="83988"/>
                </a:lnTo>
                <a:cubicBezTo>
                  <a:pt x="706908" y="90884"/>
                  <a:pt x="701463" y="94332"/>
                  <a:pt x="694928" y="94332"/>
                </a:cubicBezTo>
                <a:cubicBezTo>
                  <a:pt x="686853" y="94332"/>
                  <a:pt x="682815" y="88570"/>
                  <a:pt x="682815" y="77045"/>
                </a:cubicBezTo>
                <a:lnTo>
                  <a:pt x="682815" y="36072"/>
                </a:lnTo>
                <a:lnTo>
                  <a:pt x="675599" y="36072"/>
                </a:lnTo>
                <a:cubicBezTo>
                  <a:pt x="675236" y="35800"/>
                  <a:pt x="675055" y="35482"/>
                  <a:pt x="675055" y="35119"/>
                </a:cubicBezTo>
                <a:cubicBezTo>
                  <a:pt x="675055" y="34393"/>
                  <a:pt x="675826" y="33532"/>
                  <a:pt x="677369" y="32533"/>
                </a:cubicBezTo>
                <a:cubicBezTo>
                  <a:pt x="679366" y="31353"/>
                  <a:pt x="681544" y="29425"/>
                  <a:pt x="683903" y="26749"/>
                </a:cubicBezTo>
                <a:cubicBezTo>
                  <a:pt x="686263" y="24070"/>
                  <a:pt x="689394" y="19873"/>
                  <a:pt x="693296" y="14157"/>
                </a:cubicBezTo>
                <a:cubicBezTo>
                  <a:pt x="693931" y="14157"/>
                  <a:pt x="694249" y="14747"/>
                  <a:pt x="694249" y="15927"/>
                </a:cubicBezTo>
                <a:lnTo>
                  <a:pt x="694249" y="31717"/>
                </a:lnTo>
                <a:lnTo>
                  <a:pt x="707997" y="31717"/>
                </a:lnTo>
                <a:close/>
                <a:moveTo>
                  <a:pt x="776875" y="90930"/>
                </a:moveTo>
                <a:lnTo>
                  <a:pt x="776875" y="92972"/>
                </a:lnTo>
                <a:lnTo>
                  <a:pt x="748016" y="92972"/>
                </a:lnTo>
                <a:lnTo>
                  <a:pt x="748016" y="90930"/>
                </a:lnTo>
                <a:cubicBezTo>
                  <a:pt x="750648" y="90657"/>
                  <a:pt x="752599" y="90226"/>
                  <a:pt x="753869" y="89636"/>
                </a:cubicBezTo>
                <a:cubicBezTo>
                  <a:pt x="755140" y="89046"/>
                  <a:pt x="756002" y="87935"/>
                  <a:pt x="756455" y="86302"/>
                </a:cubicBezTo>
                <a:cubicBezTo>
                  <a:pt x="756909" y="84668"/>
                  <a:pt x="757182" y="82263"/>
                  <a:pt x="757274" y="79086"/>
                </a:cubicBezTo>
                <a:lnTo>
                  <a:pt x="757274" y="52134"/>
                </a:lnTo>
                <a:cubicBezTo>
                  <a:pt x="757274" y="42515"/>
                  <a:pt x="753871" y="37705"/>
                  <a:pt x="747065" y="37705"/>
                </a:cubicBezTo>
                <a:cubicBezTo>
                  <a:pt x="744432" y="37705"/>
                  <a:pt x="741981" y="38341"/>
                  <a:pt x="739712" y="39612"/>
                </a:cubicBezTo>
                <a:cubicBezTo>
                  <a:pt x="737444" y="40882"/>
                  <a:pt x="734858" y="43105"/>
                  <a:pt x="731954" y="46281"/>
                </a:cubicBezTo>
                <a:lnTo>
                  <a:pt x="731954" y="79086"/>
                </a:lnTo>
                <a:cubicBezTo>
                  <a:pt x="732045" y="82263"/>
                  <a:pt x="732318" y="84668"/>
                  <a:pt x="732770" y="86302"/>
                </a:cubicBezTo>
                <a:cubicBezTo>
                  <a:pt x="733225" y="87935"/>
                  <a:pt x="734087" y="89046"/>
                  <a:pt x="735356" y="89636"/>
                </a:cubicBezTo>
                <a:cubicBezTo>
                  <a:pt x="736627" y="90226"/>
                  <a:pt x="738579" y="90657"/>
                  <a:pt x="741212" y="90930"/>
                </a:cubicBezTo>
                <a:lnTo>
                  <a:pt x="741212" y="92972"/>
                </a:lnTo>
                <a:lnTo>
                  <a:pt x="711809" y="92972"/>
                </a:lnTo>
                <a:lnTo>
                  <a:pt x="711809" y="90930"/>
                </a:lnTo>
                <a:cubicBezTo>
                  <a:pt x="714440" y="90567"/>
                  <a:pt x="716345" y="90114"/>
                  <a:pt x="717525" y="89569"/>
                </a:cubicBezTo>
                <a:cubicBezTo>
                  <a:pt x="718704" y="89024"/>
                  <a:pt x="719476" y="87958"/>
                  <a:pt x="719839" y="86371"/>
                </a:cubicBezTo>
                <a:cubicBezTo>
                  <a:pt x="720203" y="84783"/>
                  <a:pt x="720430" y="82354"/>
                  <a:pt x="720520" y="79086"/>
                </a:cubicBezTo>
                <a:lnTo>
                  <a:pt x="720520" y="14974"/>
                </a:lnTo>
                <a:cubicBezTo>
                  <a:pt x="720520" y="12070"/>
                  <a:pt x="720088" y="10187"/>
                  <a:pt x="719226" y="9326"/>
                </a:cubicBezTo>
                <a:cubicBezTo>
                  <a:pt x="718364" y="8463"/>
                  <a:pt x="716482" y="8032"/>
                  <a:pt x="713578" y="8032"/>
                </a:cubicBezTo>
                <a:cubicBezTo>
                  <a:pt x="712853" y="8032"/>
                  <a:pt x="712308" y="8077"/>
                  <a:pt x="711944" y="8167"/>
                </a:cubicBezTo>
                <a:lnTo>
                  <a:pt x="711944" y="5988"/>
                </a:lnTo>
                <a:lnTo>
                  <a:pt x="715620" y="4900"/>
                </a:lnTo>
                <a:cubicBezTo>
                  <a:pt x="719431" y="3811"/>
                  <a:pt x="722425" y="2927"/>
                  <a:pt x="724603" y="2247"/>
                </a:cubicBezTo>
                <a:cubicBezTo>
                  <a:pt x="726781" y="1566"/>
                  <a:pt x="729005" y="817"/>
                  <a:pt x="731273" y="0"/>
                </a:cubicBezTo>
                <a:lnTo>
                  <a:pt x="731954" y="409"/>
                </a:lnTo>
                <a:lnTo>
                  <a:pt x="731954" y="41789"/>
                </a:lnTo>
                <a:cubicBezTo>
                  <a:pt x="735131" y="37705"/>
                  <a:pt x="738261" y="34778"/>
                  <a:pt x="741347" y="33009"/>
                </a:cubicBezTo>
                <a:cubicBezTo>
                  <a:pt x="744432" y="31239"/>
                  <a:pt x="747971" y="30354"/>
                  <a:pt x="751965" y="30354"/>
                </a:cubicBezTo>
                <a:cubicBezTo>
                  <a:pt x="763127" y="30354"/>
                  <a:pt x="768708" y="37569"/>
                  <a:pt x="768708" y="51999"/>
                </a:cubicBezTo>
                <a:lnTo>
                  <a:pt x="768708" y="79086"/>
                </a:lnTo>
                <a:cubicBezTo>
                  <a:pt x="768798" y="82263"/>
                  <a:pt x="769001" y="84623"/>
                  <a:pt x="769318" y="86165"/>
                </a:cubicBezTo>
                <a:cubicBezTo>
                  <a:pt x="769637" y="87708"/>
                  <a:pt x="770363" y="88774"/>
                  <a:pt x="771497" y="89364"/>
                </a:cubicBezTo>
                <a:cubicBezTo>
                  <a:pt x="772633" y="89954"/>
                  <a:pt x="774425" y="90476"/>
                  <a:pt x="776875" y="90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AC187-BF92-495C-8097-03D0B554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696" y="5098258"/>
            <a:ext cx="65026" cy="449429"/>
          </a:xfrm>
          <a:custGeom xmlns:a="http://schemas.openxmlformats.org/drawingml/2006/main">
            <a:pathLst>
              <a:path w="65026" h="449429">
                <a:moveTo>
                  <a:pt x="39463" y="0"/>
                </a:moveTo>
                <a:lnTo>
                  <a:pt x="31474" y="0"/>
                </a:lnTo>
                <a:lnTo>
                  <a:pt x="28309" y="426751"/>
                </a:lnTo>
                <a:lnTo>
                  <a:pt x="8068" y="391433"/>
                </a:lnTo>
                <a:lnTo>
                  <a:pt x="7922" y="391200"/>
                </a:lnTo>
                <a:lnTo>
                  <a:pt x="7762" y="390979"/>
                </a:lnTo>
                <a:lnTo>
                  <a:pt x="7589" y="390771"/>
                </a:lnTo>
                <a:lnTo>
                  <a:pt x="7405" y="390577"/>
                </a:lnTo>
                <a:lnTo>
                  <a:pt x="7210" y="390396"/>
                </a:lnTo>
                <a:lnTo>
                  <a:pt x="7005" y="390230"/>
                </a:lnTo>
                <a:lnTo>
                  <a:pt x="6791" y="390077"/>
                </a:lnTo>
                <a:lnTo>
                  <a:pt x="6568" y="389939"/>
                </a:lnTo>
                <a:lnTo>
                  <a:pt x="6338" y="389815"/>
                </a:lnTo>
                <a:lnTo>
                  <a:pt x="6102" y="389707"/>
                </a:lnTo>
                <a:lnTo>
                  <a:pt x="5859" y="389613"/>
                </a:lnTo>
                <a:lnTo>
                  <a:pt x="5612" y="389536"/>
                </a:lnTo>
                <a:lnTo>
                  <a:pt x="5360" y="389474"/>
                </a:lnTo>
                <a:lnTo>
                  <a:pt x="5105" y="389428"/>
                </a:lnTo>
                <a:lnTo>
                  <a:pt x="4848" y="389398"/>
                </a:lnTo>
                <a:lnTo>
                  <a:pt x="4589" y="389386"/>
                </a:lnTo>
                <a:lnTo>
                  <a:pt x="4329" y="389390"/>
                </a:lnTo>
                <a:lnTo>
                  <a:pt x="4069" y="389411"/>
                </a:lnTo>
                <a:lnTo>
                  <a:pt x="3810" y="389450"/>
                </a:lnTo>
                <a:lnTo>
                  <a:pt x="3553" y="389506"/>
                </a:lnTo>
                <a:lnTo>
                  <a:pt x="3298" y="389581"/>
                </a:lnTo>
                <a:lnTo>
                  <a:pt x="3046" y="389673"/>
                </a:lnTo>
                <a:lnTo>
                  <a:pt x="2799" y="389785"/>
                </a:lnTo>
                <a:lnTo>
                  <a:pt x="2556" y="389915"/>
                </a:lnTo>
                <a:lnTo>
                  <a:pt x="2323" y="390061"/>
                </a:lnTo>
                <a:lnTo>
                  <a:pt x="2104" y="390220"/>
                </a:lnTo>
                <a:lnTo>
                  <a:pt x="1898" y="390391"/>
                </a:lnTo>
                <a:lnTo>
                  <a:pt x="1706" y="390573"/>
                </a:lnTo>
                <a:lnTo>
                  <a:pt x="1529" y="390765"/>
                </a:lnTo>
                <a:lnTo>
                  <a:pt x="1366" y="390966"/>
                </a:lnTo>
                <a:lnTo>
                  <a:pt x="1217" y="391176"/>
                </a:lnTo>
                <a:lnTo>
                  <a:pt x="1083" y="391394"/>
                </a:lnTo>
                <a:lnTo>
                  <a:pt x="964" y="391620"/>
                </a:lnTo>
                <a:lnTo>
                  <a:pt x="860" y="391852"/>
                </a:lnTo>
                <a:lnTo>
                  <a:pt x="772" y="392089"/>
                </a:lnTo>
                <a:lnTo>
                  <a:pt x="699" y="392332"/>
                </a:lnTo>
                <a:lnTo>
                  <a:pt x="642" y="392578"/>
                </a:lnTo>
                <a:lnTo>
                  <a:pt x="601" y="392828"/>
                </a:lnTo>
                <a:lnTo>
                  <a:pt x="576" y="393081"/>
                </a:lnTo>
                <a:lnTo>
                  <a:pt x="568" y="393335"/>
                </a:lnTo>
                <a:lnTo>
                  <a:pt x="576" y="393591"/>
                </a:lnTo>
                <a:lnTo>
                  <a:pt x="602" y="393847"/>
                </a:lnTo>
                <a:lnTo>
                  <a:pt x="644" y="394102"/>
                </a:lnTo>
                <a:lnTo>
                  <a:pt x="703" y="394357"/>
                </a:lnTo>
                <a:lnTo>
                  <a:pt x="780" y="394609"/>
                </a:lnTo>
                <a:lnTo>
                  <a:pt x="875" y="394859"/>
                </a:lnTo>
                <a:lnTo>
                  <a:pt x="988" y="395105"/>
                </a:lnTo>
                <a:lnTo>
                  <a:pt x="1118" y="395347"/>
                </a:lnTo>
                <a:lnTo>
                  <a:pt x="32113" y="449429"/>
                </a:lnTo>
                <a:lnTo>
                  <a:pt x="63907" y="395827"/>
                </a:lnTo>
                <a:lnTo>
                  <a:pt x="64038" y="395594"/>
                </a:lnTo>
                <a:lnTo>
                  <a:pt x="64151" y="395355"/>
                </a:lnTo>
                <a:lnTo>
                  <a:pt x="64246" y="395112"/>
                </a:lnTo>
                <a:lnTo>
                  <a:pt x="64323" y="394864"/>
                </a:lnTo>
                <a:lnTo>
                  <a:pt x="64383" y="394613"/>
                </a:lnTo>
                <a:lnTo>
                  <a:pt x="64425" y="394360"/>
                </a:lnTo>
                <a:lnTo>
                  <a:pt x="64451" y="394105"/>
                </a:lnTo>
                <a:lnTo>
                  <a:pt x="64461" y="393850"/>
                </a:lnTo>
                <a:lnTo>
                  <a:pt x="64454" y="393595"/>
                </a:lnTo>
                <a:lnTo>
                  <a:pt x="64431" y="393342"/>
                </a:lnTo>
                <a:lnTo>
                  <a:pt x="64391" y="393090"/>
                </a:lnTo>
                <a:lnTo>
                  <a:pt x="64337" y="392841"/>
                </a:lnTo>
                <a:lnTo>
                  <a:pt x="64267" y="392596"/>
                </a:lnTo>
                <a:lnTo>
                  <a:pt x="64182" y="392355"/>
                </a:lnTo>
                <a:lnTo>
                  <a:pt x="64081" y="392120"/>
                </a:lnTo>
                <a:lnTo>
                  <a:pt x="63967" y="391892"/>
                </a:lnTo>
                <a:lnTo>
                  <a:pt x="63837" y="391670"/>
                </a:lnTo>
                <a:lnTo>
                  <a:pt x="63694" y="391457"/>
                </a:lnTo>
                <a:lnTo>
                  <a:pt x="63537" y="391252"/>
                </a:lnTo>
                <a:lnTo>
                  <a:pt x="63366" y="391058"/>
                </a:lnTo>
                <a:lnTo>
                  <a:pt x="63181" y="390874"/>
                </a:lnTo>
                <a:lnTo>
                  <a:pt x="62983" y="390701"/>
                </a:lnTo>
                <a:lnTo>
                  <a:pt x="62773" y="390541"/>
                </a:lnTo>
                <a:lnTo>
                  <a:pt x="62549" y="390394"/>
                </a:lnTo>
                <a:lnTo>
                  <a:pt x="62307" y="390263"/>
                </a:lnTo>
                <a:lnTo>
                  <a:pt x="62060" y="390150"/>
                </a:lnTo>
                <a:lnTo>
                  <a:pt x="61808" y="390053"/>
                </a:lnTo>
                <a:lnTo>
                  <a:pt x="61553" y="389974"/>
                </a:lnTo>
                <a:lnTo>
                  <a:pt x="61296" y="389911"/>
                </a:lnTo>
                <a:lnTo>
                  <a:pt x="61037" y="389865"/>
                </a:lnTo>
                <a:lnTo>
                  <a:pt x="60777" y="389836"/>
                </a:lnTo>
                <a:lnTo>
                  <a:pt x="60517" y="389823"/>
                </a:lnTo>
                <a:lnTo>
                  <a:pt x="60258" y="389827"/>
                </a:lnTo>
                <a:lnTo>
                  <a:pt x="60000" y="389847"/>
                </a:lnTo>
                <a:lnTo>
                  <a:pt x="59745" y="389883"/>
                </a:lnTo>
                <a:lnTo>
                  <a:pt x="59494" y="389935"/>
                </a:lnTo>
                <a:lnTo>
                  <a:pt x="59246" y="390003"/>
                </a:lnTo>
                <a:lnTo>
                  <a:pt x="59004" y="390086"/>
                </a:lnTo>
                <a:lnTo>
                  <a:pt x="58767" y="390185"/>
                </a:lnTo>
                <a:lnTo>
                  <a:pt x="58537" y="390300"/>
                </a:lnTo>
                <a:lnTo>
                  <a:pt x="58315" y="390429"/>
                </a:lnTo>
                <a:lnTo>
                  <a:pt x="58101" y="390574"/>
                </a:lnTo>
                <a:lnTo>
                  <a:pt x="57896" y="390734"/>
                </a:lnTo>
                <a:lnTo>
                  <a:pt x="57701" y="390908"/>
                </a:lnTo>
                <a:lnTo>
                  <a:pt x="57517" y="391098"/>
                </a:lnTo>
                <a:lnTo>
                  <a:pt x="57344" y="391302"/>
                </a:lnTo>
                <a:lnTo>
                  <a:pt x="57184" y="391520"/>
                </a:lnTo>
                <a:lnTo>
                  <a:pt x="57037" y="391752"/>
                </a:lnTo>
                <a:lnTo>
                  <a:pt x="36297" y="426788"/>
                </a:lnTo>
                <a:lnTo>
                  <a:pt x="3946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0EB07-01C8-47FA-BC78-E7A02D50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31" y="4528843"/>
            <a:ext cx="65026" cy="229907"/>
          </a:xfrm>
          <a:custGeom xmlns:a="http://schemas.openxmlformats.org/drawingml/2006/main">
            <a:pathLst>
              <a:path w="65026" h="229907">
                <a:moveTo>
                  <a:pt x="28519" y="0"/>
                </a:moveTo>
                <a:lnTo>
                  <a:pt x="28519" y="207265"/>
                </a:lnTo>
                <a:lnTo>
                  <a:pt x="7988" y="172071"/>
                </a:lnTo>
                <a:lnTo>
                  <a:pt x="7842" y="171838"/>
                </a:lnTo>
                <a:lnTo>
                  <a:pt x="7683" y="171618"/>
                </a:lnTo>
                <a:lnTo>
                  <a:pt x="7513" y="171413"/>
                </a:lnTo>
                <a:lnTo>
                  <a:pt x="7331" y="171221"/>
                </a:lnTo>
                <a:lnTo>
                  <a:pt x="7139" y="171043"/>
                </a:lnTo>
                <a:lnTo>
                  <a:pt x="6937" y="170880"/>
                </a:lnTo>
                <a:lnTo>
                  <a:pt x="6727" y="170731"/>
                </a:lnTo>
                <a:lnTo>
                  <a:pt x="6509" y="170597"/>
                </a:lnTo>
                <a:lnTo>
                  <a:pt x="6284" y="170478"/>
                </a:lnTo>
                <a:lnTo>
                  <a:pt x="6052" y="170375"/>
                </a:lnTo>
                <a:lnTo>
                  <a:pt x="5814" y="170286"/>
                </a:lnTo>
                <a:lnTo>
                  <a:pt x="5572" y="170213"/>
                </a:lnTo>
                <a:lnTo>
                  <a:pt x="5325" y="170156"/>
                </a:lnTo>
                <a:lnTo>
                  <a:pt x="5075" y="170115"/>
                </a:lnTo>
                <a:lnTo>
                  <a:pt x="4823" y="170091"/>
                </a:lnTo>
                <a:lnTo>
                  <a:pt x="4568" y="170082"/>
                </a:lnTo>
                <a:lnTo>
                  <a:pt x="4313" y="170091"/>
                </a:lnTo>
                <a:lnTo>
                  <a:pt x="4057" y="170116"/>
                </a:lnTo>
                <a:lnTo>
                  <a:pt x="3801" y="170158"/>
                </a:lnTo>
                <a:lnTo>
                  <a:pt x="3547" y="170218"/>
                </a:lnTo>
                <a:lnTo>
                  <a:pt x="3294" y="170295"/>
                </a:lnTo>
                <a:lnTo>
                  <a:pt x="3045" y="170390"/>
                </a:lnTo>
                <a:lnTo>
                  <a:pt x="2798" y="170502"/>
                </a:lnTo>
                <a:lnTo>
                  <a:pt x="2556" y="170633"/>
                </a:lnTo>
                <a:lnTo>
                  <a:pt x="2323" y="170779"/>
                </a:lnTo>
                <a:lnTo>
                  <a:pt x="2104" y="170938"/>
                </a:lnTo>
                <a:lnTo>
                  <a:pt x="1898" y="171109"/>
                </a:lnTo>
                <a:lnTo>
                  <a:pt x="1706" y="171290"/>
                </a:lnTo>
                <a:lnTo>
                  <a:pt x="1529" y="171482"/>
                </a:lnTo>
                <a:lnTo>
                  <a:pt x="1366" y="171684"/>
                </a:lnTo>
                <a:lnTo>
                  <a:pt x="1217" y="171894"/>
                </a:lnTo>
                <a:lnTo>
                  <a:pt x="1083" y="172112"/>
                </a:lnTo>
                <a:lnTo>
                  <a:pt x="964" y="172338"/>
                </a:lnTo>
                <a:lnTo>
                  <a:pt x="860" y="172569"/>
                </a:lnTo>
                <a:lnTo>
                  <a:pt x="772" y="172807"/>
                </a:lnTo>
                <a:lnTo>
                  <a:pt x="699" y="173049"/>
                </a:lnTo>
                <a:lnTo>
                  <a:pt x="642" y="173296"/>
                </a:lnTo>
                <a:lnTo>
                  <a:pt x="601" y="173546"/>
                </a:lnTo>
                <a:lnTo>
                  <a:pt x="576" y="173799"/>
                </a:lnTo>
                <a:lnTo>
                  <a:pt x="568" y="174053"/>
                </a:lnTo>
                <a:lnTo>
                  <a:pt x="576" y="174309"/>
                </a:lnTo>
                <a:lnTo>
                  <a:pt x="602" y="174565"/>
                </a:lnTo>
                <a:lnTo>
                  <a:pt x="644" y="174820"/>
                </a:lnTo>
                <a:lnTo>
                  <a:pt x="703" y="175075"/>
                </a:lnTo>
                <a:lnTo>
                  <a:pt x="780" y="175327"/>
                </a:lnTo>
                <a:lnTo>
                  <a:pt x="875" y="175577"/>
                </a:lnTo>
                <a:lnTo>
                  <a:pt x="988" y="175823"/>
                </a:lnTo>
                <a:lnTo>
                  <a:pt x="1118" y="176065"/>
                </a:lnTo>
                <a:lnTo>
                  <a:pt x="32513" y="229907"/>
                </a:lnTo>
                <a:lnTo>
                  <a:pt x="63907" y="176065"/>
                </a:lnTo>
                <a:lnTo>
                  <a:pt x="64038" y="175823"/>
                </a:lnTo>
                <a:lnTo>
                  <a:pt x="64151" y="175577"/>
                </a:lnTo>
                <a:lnTo>
                  <a:pt x="64245" y="175327"/>
                </a:lnTo>
                <a:lnTo>
                  <a:pt x="64322" y="175075"/>
                </a:lnTo>
                <a:lnTo>
                  <a:pt x="64382" y="174820"/>
                </a:lnTo>
                <a:lnTo>
                  <a:pt x="64424" y="174565"/>
                </a:lnTo>
                <a:lnTo>
                  <a:pt x="64449" y="174309"/>
                </a:lnTo>
                <a:lnTo>
                  <a:pt x="64458" y="174053"/>
                </a:lnTo>
                <a:lnTo>
                  <a:pt x="64449" y="173799"/>
                </a:lnTo>
                <a:lnTo>
                  <a:pt x="64425" y="173546"/>
                </a:lnTo>
                <a:lnTo>
                  <a:pt x="64384" y="173296"/>
                </a:lnTo>
                <a:lnTo>
                  <a:pt x="64327" y="173049"/>
                </a:lnTo>
                <a:lnTo>
                  <a:pt x="64254" y="172807"/>
                </a:lnTo>
                <a:lnTo>
                  <a:pt x="64166" y="172569"/>
                </a:lnTo>
                <a:lnTo>
                  <a:pt x="64062" y="172338"/>
                </a:lnTo>
                <a:lnTo>
                  <a:pt x="63943" y="172112"/>
                </a:lnTo>
                <a:lnTo>
                  <a:pt x="63809" y="171894"/>
                </a:lnTo>
                <a:lnTo>
                  <a:pt x="63660" y="171684"/>
                </a:lnTo>
                <a:lnTo>
                  <a:pt x="63497" y="171482"/>
                </a:lnTo>
                <a:lnTo>
                  <a:pt x="63319" y="171290"/>
                </a:lnTo>
                <a:lnTo>
                  <a:pt x="63128" y="171109"/>
                </a:lnTo>
                <a:lnTo>
                  <a:pt x="62922" y="170938"/>
                </a:lnTo>
                <a:lnTo>
                  <a:pt x="62702" y="170779"/>
                </a:lnTo>
                <a:lnTo>
                  <a:pt x="62469" y="170633"/>
                </a:lnTo>
                <a:lnTo>
                  <a:pt x="62227" y="170502"/>
                </a:lnTo>
                <a:lnTo>
                  <a:pt x="61981" y="170390"/>
                </a:lnTo>
                <a:lnTo>
                  <a:pt x="61732" y="170295"/>
                </a:lnTo>
                <a:lnTo>
                  <a:pt x="61479" y="170218"/>
                </a:lnTo>
                <a:lnTo>
                  <a:pt x="61225" y="170158"/>
                </a:lnTo>
                <a:lnTo>
                  <a:pt x="60969" y="170116"/>
                </a:lnTo>
                <a:lnTo>
                  <a:pt x="60713" y="170091"/>
                </a:lnTo>
                <a:lnTo>
                  <a:pt x="60458" y="170082"/>
                </a:lnTo>
                <a:lnTo>
                  <a:pt x="60203" y="170091"/>
                </a:lnTo>
                <a:lnTo>
                  <a:pt x="59950" y="170115"/>
                </a:lnTo>
                <a:lnTo>
                  <a:pt x="59700" y="170156"/>
                </a:lnTo>
                <a:lnTo>
                  <a:pt x="59454" y="170213"/>
                </a:lnTo>
                <a:lnTo>
                  <a:pt x="59211" y="170286"/>
                </a:lnTo>
                <a:lnTo>
                  <a:pt x="58974" y="170375"/>
                </a:lnTo>
                <a:lnTo>
                  <a:pt x="58742" y="170478"/>
                </a:lnTo>
                <a:lnTo>
                  <a:pt x="58517" y="170597"/>
                </a:lnTo>
                <a:lnTo>
                  <a:pt x="58299" y="170731"/>
                </a:lnTo>
                <a:lnTo>
                  <a:pt x="58088" y="170880"/>
                </a:lnTo>
                <a:lnTo>
                  <a:pt x="57887" y="171043"/>
                </a:lnTo>
                <a:lnTo>
                  <a:pt x="57695" y="171221"/>
                </a:lnTo>
                <a:lnTo>
                  <a:pt x="57513" y="171413"/>
                </a:lnTo>
                <a:lnTo>
                  <a:pt x="57343" y="171618"/>
                </a:lnTo>
                <a:lnTo>
                  <a:pt x="57184" y="171838"/>
                </a:lnTo>
                <a:lnTo>
                  <a:pt x="57037" y="172071"/>
                </a:lnTo>
                <a:lnTo>
                  <a:pt x="36507" y="207265"/>
                </a:lnTo>
                <a:lnTo>
                  <a:pt x="36507" y="0"/>
                </a:lnTo>
                <a:lnTo>
                  <a:pt x="285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B38E6-A20F-483C-8301-749DBFF7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3" y="4758910"/>
            <a:ext cx="1019004" cy="339348"/>
          </a:xfrm>
          <a:custGeom xmlns:a="http://schemas.openxmlformats.org/drawingml/2006/main">
            <a:pathLst>
              <a:path w="1019004" h="339348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940AF-1B47-43B9-B4B8-7E1F78F9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3" y="4758910"/>
            <a:ext cx="1019004" cy="339348"/>
          </a:xfrm>
          <a:custGeom xmlns:a="http://schemas.openxmlformats.org/drawingml/2006/main">
            <a:pathLst>
              <a:path w="1019004" h="339348" fill="none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4A7EBB"/>
            </a:solidFill>
            <a:round/>
          </a:ln>
        </p:spPr>
      </p:sp>
      <p:sp>
        <p:nvSpPr>
          <p:cNvPr id="233" name="Text ChaCha20">
            <a:extLst xmlns:a="http://schemas.openxmlformats.org/drawingml/2006/main">
              <a:ext uri="{FF2B5EF4-FFF2-40B4-BE49-F238E27FC236}">
                <a16:creationId xmlns:a16="http://schemas.microsoft.com/office/drawing/2014/main" id="{A2D76624-722A-4224-B6A1-CD3D8EB5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928" y="4876542"/>
            <a:ext cx="569386" cy="95012"/>
          </a:xfrm>
          <a:custGeom xmlns:a="http://schemas.openxmlformats.org/drawingml/2006/main">
            <a:pathLst>
              <a:path w="569386" h="95012">
                <a:moveTo>
                  <a:pt x="80698" y="31624"/>
                </a:moveTo>
                <a:lnTo>
                  <a:pt x="77563" y="31624"/>
                </a:lnTo>
                <a:cubicBezTo>
                  <a:pt x="76290" y="27172"/>
                  <a:pt x="75017" y="23764"/>
                  <a:pt x="73744" y="21401"/>
                </a:cubicBezTo>
                <a:cubicBezTo>
                  <a:pt x="72473" y="19038"/>
                  <a:pt x="70747" y="16766"/>
                  <a:pt x="68567" y="14585"/>
                </a:cubicBezTo>
                <a:cubicBezTo>
                  <a:pt x="62932" y="9133"/>
                  <a:pt x="56161" y="6406"/>
                  <a:pt x="48256" y="6406"/>
                </a:cubicBezTo>
                <a:cubicBezTo>
                  <a:pt x="41712" y="6406"/>
                  <a:pt x="36010" y="8065"/>
                  <a:pt x="31148" y="11382"/>
                </a:cubicBezTo>
                <a:cubicBezTo>
                  <a:pt x="26286" y="14699"/>
                  <a:pt x="22515" y="19401"/>
                  <a:pt x="19833" y="25490"/>
                </a:cubicBezTo>
                <a:cubicBezTo>
                  <a:pt x="17152" y="31579"/>
                  <a:pt x="15812" y="38759"/>
                  <a:pt x="15812" y="47029"/>
                </a:cubicBezTo>
                <a:cubicBezTo>
                  <a:pt x="15812" y="54571"/>
                  <a:pt x="16834" y="61295"/>
                  <a:pt x="18878" y="67203"/>
                </a:cubicBezTo>
                <a:cubicBezTo>
                  <a:pt x="20923" y="73110"/>
                  <a:pt x="23809" y="77745"/>
                  <a:pt x="27535" y="81107"/>
                </a:cubicBezTo>
                <a:cubicBezTo>
                  <a:pt x="33534" y="86378"/>
                  <a:pt x="40895" y="89013"/>
                  <a:pt x="49618" y="89013"/>
                </a:cubicBezTo>
                <a:cubicBezTo>
                  <a:pt x="55252" y="89013"/>
                  <a:pt x="60477" y="87923"/>
                  <a:pt x="65293" y="85742"/>
                </a:cubicBezTo>
                <a:cubicBezTo>
                  <a:pt x="70110" y="83560"/>
                  <a:pt x="75018" y="80062"/>
                  <a:pt x="80017" y="75246"/>
                </a:cubicBezTo>
                <a:lnTo>
                  <a:pt x="82470" y="77698"/>
                </a:lnTo>
                <a:cubicBezTo>
                  <a:pt x="78380" y="83242"/>
                  <a:pt x="73087" y="87514"/>
                  <a:pt x="66589" y="90513"/>
                </a:cubicBezTo>
                <a:cubicBezTo>
                  <a:pt x="60092" y="93512"/>
                  <a:pt x="52982" y="95012"/>
                  <a:pt x="45257" y="95012"/>
                </a:cubicBezTo>
                <a:cubicBezTo>
                  <a:pt x="36260" y="95012"/>
                  <a:pt x="28353" y="93081"/>
                  <a:pt x="21536" y="89219"/>
                </a:cubicBezTo>
                <a:cubicBezTo>
                  <a:pt x="14721" y="85356"/>
                  <a:pt x="9427" y="79949"/>
                  <a:pt x="5656" y="72997"/>
                </a:cubicBezTo>
                <a:cubicBezTo>
                  <a:pt x="1885" y="66045"/>
                  <a:pt x="0" y="57933"/>
                  <a:pt x="0" y="48664"/>
                </a:cubicBezTo>
                <a:cubicBezTo>
                  <a:pt x="0" y="33396"/>
                  <a:pt x="4907" y="21401"/>
                  <a:pt x="14722" y="12678"/>
                </a:cubicBezTo>
                <a:cubicBezTo>
                  <a:pt x="18993" y="8952"/>
                  <a:pt x="23832" y="6067"/>
                  <a:pt x="29238" y="4023"/>
                </a:cubicBezTo>
                <a:cubicBezTo>
                  <a:pt x="34646" y="1977"/>
                  <a:pt x="40122" y="955"/>
                  <a:pt x="45666" y="955"/>
                </a:cubicBezTo>
                <a:cubicBezTo>
                  <a:pt x="48846" y="955"/>
                  <a:pt x="52117" y="1227"/>
                  <a:pt x="55480" y="1772"/>
                </a:cubicBezTo>
                <a:cubicBezTo>
                  <a:pt x="58842" y="2317"/>
                  <a:pt x="62205" y="3180"/>
                  <a:pt x="65568" y="4362"/>
                </a:cubicBezTo>
                <a:cubicBezTo>
                  <a:pt x="67749" y="5088"/>
                  <a:pt x="69521" y="5452"/>
                  <a:pt x="70884" y="5452"/>
                </a:cubicBezTo>
                <a:cubicBezTo>
                  <a:pt x="73882" y="5452"/>
                  <a:pt x="75790" y="3953"/>
                  <a:pt x="76608" y="955"/>
                </a:cubicBezTo>
                <a:lnTo>
                  <a:pt x="79470" y="955"/>
                </a:lnTo>
                <a:lnTo>
                  <a:pt x="80698" y="31624"/>
                </a:lnTo>
                <a:close/>
                <a:moveTo>
                  <a:pt x="154445" y="91058"/>
                </a:moveTo>
                <a:lnTo>
                  <a:pt x="154445" y="93103"/>
                </a:lnTo>
                <a:lnTo>
                  <a:pt x="125545" y="93103"/>
                </a:lnTo>
                <a:lnTo>
                  <a:pt x="125545" y="91058"/>
                </a:lnTo>
                <a:cubicBezTo>
                  <a:pt x="128181" y="90785"/>
                  <a:pt x="130135" y="90353"/>
                  <a:pt x="131407" y="89762"/>
                </a:cubicBezTo>
                <a:cubicBezTo>
                  <a:pt x="132680" y="89171"/>
                  <a:pt x="133543" y="88059"/>
                  <a:pt x="133996" y="86424"/>
                </a:cubicBezTo>
                <a:cubicBezTo>
                  <a:pt x="134451" y="84788"/>
                  <a:pt x="134724" y="82379"/>
                  <a:pt x="134816" y="79198"/>
                </a:cubicBezTo>
                <a:lnTo>
                  <a:pt x="134816" y="52208"/>
                </a:lnTo>
                <a:cubicBezTo>
                  <a:pt x="134816" y="42575"/>
                  <a:pt x="131408" y="37758"/>
                  <a:pt x="124593" y="37758"/>
                </a:cubicBezTo>
                <a:cubicBezTo>
                  <a:pt x="121957" y="37758"/>
                  <a:pt x="119502" y="38395"/>
                  <a:pt x="117229" y="39668"/>
                </a:cubicBezTo>
                <a:cubicBezTo>
                  <a:pt x="114958" y="40939"/>
                  <a:pt x="112368" y="43165"/>
                  <a:pt x="109461" y="46346"/>
                </a:cubicBezTo>
                <a:lnTo>
                  <a:pt x="109461" y="79198"/>
                </a:lnTo>
                <a:cubicBezTo>
                  <a:pt x="109552" y="82379"/>
                  <a:pt x="109825" y="84788"/>
                  <a:pt x="110278" y="86424"/>
                </a:cubicBezTo>
                <a:cubicBezTo>
                  <a:pt x="110733" y="88059"/>
                  <a:pt x="111596" y="89171"/>
                  <a:pt x="112868" y="89762"/>
                </a:cubicBezTo>
                <a:cubicBezTo>
                  <a:pt x="114141" y="90353"/>
                  <a:pt x="116095" y="90785"/>
                  <a:pt x="118731" y="91058"/>
                </a:cubicBezTo>
                <a:lnTo>
                  <a:pt x="118731" y="93103"/>
                </a:lnTo>
                <a:lnTo>
                  <a:pt x="89287" y="93103"/>
                </a:lnTo>
                <a:lnTo>
                  <a:pt x="89287" y="91058"/>
                </a:lnTo>
                <a:cubicBezTo>
                  <a:pt x="91921" y="90695"/>
                  <a:pt x="93829" y="90241"/>
                  <a:pt x="95011" y="89696"/>
                </a:cubicBezTo>
                <a:cubicBezTo>
                  <a:pt x="96192" y="89149"/>
                  <a:pt x="96965" y="88082"/>
                  <a:pt x="97328" y="86492"/>
                </a:cubicBezTo>
                <a:cubicBezTo>
                  <a:pt x="97693" y="84902"/>
                  <a:pt x="97920" y="82470"/>
                  <a:pt x="98010" y="79198"/>
                </a:cubicBezTo>
                <a:lnTo>
                  <a:pt x="98010" y="14995"/>
                </a:lnTo>
                <a:cubicBezTo>
                  <a:pt x="98010" y="12087"/>
                  <a:pt x="97578" y="10202"/>
                  <a:pt x="96714" y="9339"/>
                </a:cubicBezTo>
                <a:cubicBezTo>
                  <a:pt x="95852" y="8475"/>
                  <a:pt x="93967" y="8043"/>
                  <a:pt x="91059" y="8043"/>
                </a:cubicBezTo>
                <a:cubicBezTo>
                  <a:pt x="90332" y="8043"/>
                  <a:pt x="89787" y="8088"/>
                  <a:pt x="89422" y="8179"/>
                </a:cubicBezTo>
                <a:lnTo>
                  <a:pt x="89422" y="5997"/>
                </a:lnTo>
                <a:lnTo>
                  <a:pt x="93104" y="4907"/>
                </a:lnTo>
                <a:cubicBezTo>
                  <a:pt x="96920" y="3817"/>
                  <a:pt x="99918" y="2931"/>
                  <a:pt x="102100" y="2251"/>
                </a:cubicBezTo>
                <a:cubicBezTo>
                  <a:pt x="104281" y="1568"/>
                  <a:pt x="106507" y="818"/>
                  <a:pt x="108778" y="0"/>
                </a:cubicBezTo>
                <a:lnTo>
                  <a:pt x="109461" y="410"/>
                </a:lnTo>
                <a:lnTo>
                  <a:pt x="109461" y="41847"/>
                </a:lnTo>
                <a:cubicBezTo>
                  <a:pt x="112642" y="37758"/>
                  <a:pt x="115777" y="34827"/>
                  <a:pt x="118866" y="33055"/>
                </a:cubicBezTo>
                <a:cubicBezTo>
                  <a:pt x="121956" y="31283"/>
                  <a:pt x="125500" y="30397"/>
                  <a:pt x="129499" y="30397"/>
                </a:cubicBezTo>
                <a:cubicBezTo>
                  <a:pt x="140677" y="30397"/>
                  <a:pt x="146266" y="37622"/>
                  <a:pt x="146266" y="52073"/>
                </a:cubicBezTo>
                <a:lnTo>
                  <a:pt x="146266" y="79198"/>
                </a:lnTo>
                <a:cubicBezTo>
                  <a:pt x="146356" y="82379"/>
                  <a:pt x="146560" y="84742"/>
                  <a:pt x="146878" y="86286"/>
                </a:cubicBezTo>
                <a:cubicBezTo>
                  <a:pt x="147197" y="87831"/>
                  <a:pt x="147924" y="88899"/>
                  <a:pt x="149060" y="89490"/>
                </a:cubicBezTo>
                <a:cubicBezTo>
                  <a:pt x="150197" y="90080"/>
                  <a:pt x="151992" y="90603"/>
                  <a:pt x="154445" y="91058"/>
                </a:cubicBezTo>
                <a:close/>
                <a:moveTo>
                  <a:pt x="216468" y="84107"/>
                </a:moveTo>
                <a:lnTo>
                  <a:pt x="216468" y="87651"/>
                </a:lnTo>
                <a:cubicBezTo>
                  <a:pt x="214105" y="90195"/>
                  <a:pt x="212060" y="91968"/>
                  <a:pt x="210334" y="92967"/>
                </a:cubicBezTo>
                <a:cubicBezTo>
                  <a:pt x="208608" y="93966"/>
                  <a:pt x="206563" y="94465"/>
                  <a:pt x="204200" y="94465"/>
                </a:cubicBezTo>
                <a:cubicBezTo>
                  <a:pt x="201382" y="94465"/>
                  <a:pt x="199315" y="93716"/>
                  <a:pt x="197997" y="92217"/>
                </a:cubicBezTo>
                <a:cubicBezTo>
                  <a:pt x="196680" y="90718"/>
                  <a:pt x="195839" y="88150"/>
                  <a:pt x="195474" y="84514"/>
                </a:cubicBezTo>
                <a:cubicBezTo>
                  <a:pt x="191295" y="88059"/>
                  <a:pt x="187683" y="90603"/>
                  <a:pt x="184638" y="92148"/>
                </a:cubicBezTo>
                <a:cubicBezTo>
                  <a:pt x="181594" y="93693"/>
                  <a:pt x="178572" y="94465"/>
                  <a:pt x="175573" y="94465"/>
                </a:cubicBezTo>
                <a:cubicBezTo>
                  <a:pt x="171392" y="94465"/>
                  <a:pt x="167962" y="93102"/>
                  <a:pt x="165281" y="90376"/>
                </a:cubicBezTo>
                <a:cubicBezTo>
                  <a:pt x="162601" y="87650"/>
                  <a:pt x="161261" y="84151"/>
                  <a:pt x="161261" y="79880"/>
                </a:cubicBezTo>
                <a:cubicBezTo>
                  <a:pt x="161261" y="77609"/>
                  <a:pt x="161715" y="75405"/>
                  <a:pt x="162623" y="73270"/>
                </a:cubicBezTo>
                <a:cubicBezTo>
                  <a:pt x="163533" y="71133"/>
                  <a:pt x="164714" y="69383"/>
                  <a:pt x="166167" y="68020"/>
                </a:cubicBezTo>
                <a:cubicBezTo>
                  <a:pt x="167622" y="66748"/>
                  <a:pt x="169008" y="65636"/>
                  <a:pt x="170325" y="64682"/>
                </a:cubicBezTo>
                <a:cubicBezTo>
                  <a:pt x="171643" y="63728"/>
                  <a:pt x="173232" y="62796"/>
                  <a:pt x="175095" y="61888"/>
                </a:cubicBezTo>
                <a:cubicBezTo>
                  <a:pt x="176958" y="60979"/>
                  <a:pt x="179481" y="59842"/>
                  <a:pt x="182662" y="58479"/>
                </a:cubicBezTo>
                <a:cubicBezTo>
                  <a:pt x="185843" y="57116"/>
                  <a:pt x="190069" y="55389"/>
                  <a:pt x="195339" y="53298"/>
                </a:cubicBezTo>
                <a:lnTo>
                  <a:pt x="195339" y="44984"/>
                </a:lnTo>
                <a:cubicBezTo>
                  <a:pt x="195339" y="37441"/>
                  <a:pt x="191886" y="33669"/>
                  <a:pt x="184979" y="33669"/>
                </a:cubicBezTo>
                <a:cubicBezTo>
                  <a:pt x="182253" y="33669"/>
                  <a:pt x="179936" y="34328"/>
                  <a:pt x="178027" y="35647"/>
                </a:cubicBezTo>
                <a:cubicBezTo>
                  <a:pt x="176119" y="36964"/>
                  <a:pt x="175165" y="38532"/>
                  <a:pt x="175165" y="40350"/>
                </a:cubicBezTo>
                <a:cubicBezTo>
                  <a:pt x="175165" y="41258"/>
                  <a:pt x="175301" y="42348"/>
                  <a:pt x="175573" y="43620"/>
                </a:cubicBezTo>
                <a:cubicBezTo>
                  <a:pt x="175665" y="44074"/>
                  <a:pt x="175733" y="44483"/>
                  <a:pt x="175777" y="44847"/>
                </a:cubicBezTo>
                <a:cubicBezTo>
                  <a:pt x="175823" y="45210"/>
                  <a:pt x="175846" y="45528"/>
                  <a:pt x="175846" y="45801"/>
                </a:cubicBezTo>
                <a:cubicBezTo>
                  <a:pt x="175846" y="47256"/>
                  <a:pt x="175232" y="48574"/>
                  <a:pt x="174005" y="49756"/>
                </a:cubicBezTo>
                <a:cubicBezTo>
                  <a:pt x="172779" y="50937"/>
                  <a:pt x="171348" y="51528"/>
                  <a:pt x="169712" y="51528"/>
                </a:cubicBezTo>
                <a:cubicBezTo>
                  <a:pt x="168075" y="51528"/>
                  <a:pt x="166689" y="50937"/>
                  <a:pt x="165554" y="49756"/>
                </a:cubicBezTo>
                <a:cubicBezTo>
                  <a:pt x="164418" y="48574"/>
                  <a:pt x="163850" y="47210"/>
                  <a:pt x="163850" y="45664"/>
                </a:cubicBezTo>
                <a:cubicBezTo>
                  <a:pt x="163850" y="42756"/>
                  <a:pt x="164872" y="40167"/>
                  <a:pt x="166916" y="37895"/>
                </a:cubicBezTo>
                <a:cubicBezTo>
                  <a:pt x="168961" y="35624"/>
                  <a:pt x="171711" y="33807"/>
                  <a:pt x="175163" y="32444"/>
                </a:cubicBezTo>
                <a:cubicBezTo>
                  <a:pt x="178617" y="31079"/>
                  <a:pt x="182480" y="30397"/>
                  <a:pt x="186751" y="30397"/>
                </a:cubicBezTo>
                <a:cubicBezTo>
                  <a:pt x="194929" y="30397"/>
                  <a:pt x="200564" y="32896"/>
                  <a:pt x="203655" y="37895"/>
                </a:cubicBezTo>
                <a:cubicBezTo>
                  <a:pt x="204653" y="39532"/>
                  <a:pt x="205357" y="41440"/>
                  <a:pt x="205766" y="43622"/>
                </a:cubicBezTo>
                <a:cubicBezTo>
                  <a:pt x="206175" y="45801"/>
                  <a:pt x="206380" y="48664"/>
                  <a:pt x="206380" y="52208"/>
                </a:cubicBezTo>
                <a:lnTo>
                  <a:pt x="206380" y="78790"/>
                </a:lnTo>
                <a:cubicBezTo>
                  <a:pt x="206380" y="81788"/>
                  <a:pt x="206675" y="83856"/>
                  <a:pt x="207266" y="84993"/>
                </a:cubicBezTo>
                <a:cubicBezTo>
                  <a:pt x="207857" y="86128"/>
                  <a:pt x="208924" y="86696"/>
                  <a:pt x="210469" y="86696"/>
                </a:cubicBezTo>
                <a:cubicBezTo>
                  <a:pt x="212379" y="86696"/>
                  <a:pt x="214378" y="85833"/>
                  <a:pt x="216468" y="84107"/>
                </a:cubicBezTo>
                <a:moveTo>
                  <a:pt x="195339" y="76336"/>
                </a:moveTo>
                <a:lnTo>
                  <a:pt x="195339" y="56570"/>
                </a:lnTo>
                <a:cubicBezTo>
                  <a:pt x="187342" y="59387"/>
                  <a:pt x="181685" y="62228"/>
                  <a:pt x="178369" y="65091"/>
                </a:cubicBezTo>
                <a:cubicBezTo>
                  <a:pt x="175052" y="67953"/>
                  <a:pt x="173347" y="71429"/>
                  <a:pt x="173256" y="75518"/>
                </a:cubicBezTo>
                <a:lnTo>
                  <a:pt x="173256" y="76063"/>
                </a:lnTo>
                <a:cubicBezTo>
                  <a:pt x="173256" y="78971"/>
                  <a:pt x="174096" y="81448"/>
                  <a:pt x="175777" y="83493"/>
                </a:cubicBezTo>
                <a:cubicBezTo>
                  <a:pt x="177459" y="85537"/>
                  <a:pt x="179481" y="86559"/>
                  <a:pt x="181844" y="86559"/>
                </a:cubicBezTo>
                <a:cubicBezTo>
                  <a:pt x="184934" y="86559"/>
                  <a:pt x="188251" y="85559"/>
                  <a:pt x="191795" y="83560"/>
                </a:cubicBezTo>
                <a:cubicBezTo>
                  <a:pt x="193248" y="82743"/>
                  <a:pt x="194202" y="81835"/>
                  <a:pt x="194657" y="80835"/>
                </a:cubicBezTo>
                <a:cubicBezTo>
                  <a:pt x="195112" y="79835"/>
                  <a:pt x="195339" y="78335"/>
                  <a:pt x="195339" y="76336"/>
                </a:cubicBezTo>
                <a:close/>
                <a:moveTo>
                  <a:pt x="301255" y="31624"/>
                </a:moveTo>
                <a:lnTo>
                  <a:pt x="298120" y="31624"/>
                </a:lnTo>
                <a:cubicBezTo>
                  <a:pt x="296847" y="27172"/>
                  <a:pt x="295574" y="23764"/>
                  <a:pt x="294301" y="21401"/>
                </a:cubicBezTo>
                <a:cubicBezTo>
                  <a:pt x="293030" y="19038"/>
                  <a:pt x="291304" y="16766"/>
                  <a:pt x="289124" y="14585"/>
                </a:cubicBezTo>
                <a:cubicBezTo>
                  <a:pt x="283489" y="9133"/>
                  <a:pt x="276719" y="6406"/>
                  <a:pt x="268813" y="6406"/>
                </a:cubicBezTo>
                <a:cubicBezTo>
                  <a:pt x="262269" y="6406"/>
                  <a:pt x="256567" y="8065"/>
                  <a:pt x="251705" y="11382"/>
                </a:cubicBezTo>
                <a:cubicBezTo>
                  <a:pt x="246844" y="14699"/>
                  <a:pt x="243072" y="19401"/>
                  <a:pt x="240390" y="25490"/>
                </a:cubicBezTo>
                <a:cubicBezTo>
                  <a:pt x="237710" y="31579"/>
                  <a:pt x="236369" y="38759"/>
                  <a:pt x="236369" y="47029"/>
                </a:cubicBezTo>
                <a:cubicBezTo>
                  <a:pt x="236369" y="54571"/>
                  <a:pt x="237391" y="61295"/>
                  <a:pt x="239435" y="67203"/>
                </a:cubicBezTo>
                <a:cubicBezTo>
                  <a:pt x="241481" y="73110"/>
                  <a:pt x="244366" y="77745"/>
                  <a:pt x="248092" y="81107"/>
                </a:cubicBezTo>
                <a:cubicBezTo>
                  <a:pt x="254091" y="86378"/>
                  <a:pt x="261452" y="89013"/>
                  <a:pt x="270176" y="89013"/>
                </a:cubicBezTo>
                <a:cubicBezTo>
                  <a:pt x="275810" y="89013"/>
                  <a:pt x="281035" y="87923"/>
                  <a:pt x="285850" y="85742"/>
                </a:cubicBezTo>
                <a:cubicBezTo>
                  <a:pt x="290668" y="83560"/>
                  <a:pt x="295576" y="80062"/>
                  <a:pt x="300575" y="75246"/>
                </a:cubicBezTo>
                <a:lnTo>
                  <a:pt x="303027" y="77698"/>
                </a:lnTo>
                <a:cubicBezTo>
                  <a:pt x="298938" y="83242"/>
                  <a:pt x="293644" y="87514"/>
                  <a:pt x="287146" y="90513"/>
                </a:cubicBezTo>
                <a:cubicBezTo>
                  <a:pt x="280650" y="93512"/>
                  <a:pt x="273539" y="95012"/>
                  <a:pt x="265814" y="95012"/>
                </a:cubicBezTo>
                <a:cubicBezTo>
                  <a:pt x="256817" y="95012"/>
                  <a:pt x="248910" y="93081"/>
                  <a:pt x="242094" y="89219"/>
                </a:cubicBezTo>
                <a:cubicBezTo>
                  <a:pt x="235278" y="85356"/>
                  <a:pt x="229985" y="79949"/>
                  <a:pt x="226213" y="72997"/>
                </a:cubicBezTo>
                <a:cubicBezTo>
                  <a:pt x="222442" y="66045"/>
                  <a:pt x="220557" y="57933"/>
                  <a:pt x="220557" y="48664"/>
                </a:cubicBezTo>
                <a:cubicBezTo>
                  <a:pt x="220557" y="33396"/>
                  <a:pt x="225465" y="21401"/>
                  <a:pt x="235279" y="12678"/>
                </a:cubicBezTo>
                <a:cubicBezTo>
                  <a:pt x="239550" y="8952"/>
                  <a:pt x="244389" y="6067"/>
                  <a:pt x="249796" y="4023"/>
                </a:cubicBezTo>
                <a:cubicBezTo>
                  <a:pt x="255204" y="1977"/>
                  <a:pt x="260680" y="955"/>
                  <a:pt x="266224" y="955"/>
                </a:cubicBezTo>
                <a:cubicBezTo>
                  <a:pt x="269403" y="955"/>
                  <a:pt x="272674" y="1227"/>
                  <a:pt x="276037" y="1772"/>
                </a:cubicBezTo>
                <a:cubicBezTo>
                  <a:pt x="279400" y="2317"/>
                  <a:pt x="282762" y="3180"/>
                  <a:pt x="286125" y="4362"/>
                </a:cubicBezTo>
                <a:cubicBezTo>
                  <a:pt x="288306" y="5088"/>
                  <a:pt x="290078" y="5452"/>
                  <a:pt x="291441" y="5452"/>
                </a:cubicBezTo>
                <a:cubicBezTo>
                  <a:pt x="294439" y="5452"/>
                  <a:pt x="296347" y="3953"/>
                  <a:pt x="297166" y="955"/>
                </a:cubicBezTo>
                <a:lnTo>
                  <a:pt x="300028" y="955"/>
                </a:lnTo>
                <a:lnTo>
                  <a:pt x="301255" y="31624"/>
                </a:lnTo>
                <a:close/>
                <a:moveTo>
                  <a:pt x="374047" y="91058"/>
                </a:moveTo>
                <a:lnTo>
                  <a:pt x="374047" y="93103"/>
                </a:lnTo>
                <a:lnTo>
                  <a:pt x="345148" y="93103"/>
                </a:lnTo>
                <a:lnTo>
                  <a:pt x="345148" y="91058"/>
                </a:lnTo>
                <a:cubicBezTo>
                  <a:pt x="347784" y="90785"/>
                  <a:pt x="349737" y="90353"/>
                  <a:pt x="351009" y="89762"/>
                </a:cubicBezTo>
                <a:cubicBezTo>
                  <a:pt x="352282" y="89171"/>
                  <a:pt x="353145" y="88059"/>
                  <a:pt x="353599" y="86424"/>
                </a:cubicBezTo>
                <a:cubicBezTo>
                  <a:pt x="354053" y="84788"/>
                  <a:pt x="354327" y="82379"/>
                  <a:pt x="354418" y="79198"/>
                </a:cubicBezTo>
                <a:lnTo>
                  <a:pt x="354418" y="52208"/>
                </a:lnTo>
                <a:cubicBezTo>
                  <a:pt x="354418" y="42575"/>
                  <a:pt x="351010" y="37758"/>
                  <a:pt x="344195" y="37758"/>
                </a:cubicBezTo>
                <a:cubicBezTo>
                  <a:pt x="341559" y="37758"/>
                  <a:pt x="339104" y="38395"/>
                  <a:pt x="336832" y="39668"/>
                </a:cubicBezTo>
                <a:cubicBezTo>
                  <a:pt x="334560" y="40939"/>
                  <a:pt x="331971" y="43165"/>
                  <a:pt x="329063" y="46346"/>
                </a:cubicBezTo>
                <a:lnTo>
                  <a:pt x="329063" y="79198"/>
                </a:lnTo>
                <a:cubicBezTo>
                  <a:pt x="329154" y="82379"/>
                  <a:pt x="329427" y="84788"/>
                  <a:pt x="329880" y="86424"/>
                </a:cubicBezTo>
                <a:cubicBezTo>
                  <a:pt x="330335" y="88059"/>
                  <a:pt x="331198" y="89171"/>
                  <a:pt x="332470" y="89762"/>
                </a:cubicBezTo>
                <a:cubicBezTo>
                  <a:pt x="333743" y="90353"/>
                  <a:pt x="335697" y="90785"/>
                  <a:pt x="338333" y="91058"/>
                </a:cubicBezTo>
                <a:lnTo>
                  <a:pt x="338333" y="93103"/>
                </a:lnTo>
                <a:lnTo>
                  <a:pt x="308889" y="93103"/>
                </a:lnTo>
                <a:lnTo>
                  <a:pt x="308889" y="91058"/>
                </a:lnTo>
                <a:cubicBezTo>
                  <a:pt x="311524" y="90695"/>
                  <a:pt x="313432" y="90241"/>
                  <a:pt x="314613" y="89696"/>
                </a:cubicBezTo>
                <a:cubicBezTo>
                  <a:pt x="315795" y="89149"/>
                  <a:pt x="316567" y="88082"/>
                  <a:pt x="316930" y="86492"/>
                </a:cubicBezTo>
                <a:cubicBezTo>
                  <a:pt x="317295" y="84902"/>
                  <a:pt x="317522" y="82470"/>
                  <a:pt x="317613" y="79198"/>
                </a:cubicBezTo>
                <a:lnTo>
                  <a:pt x="317613" y="14995"/>
                </a:lnTo>
                <a:cubicBezTo>
                  <a:pt x="317613" y="12087"/>
                  <a:pt x="317181" y="10202"/>
                  <a:pt x="316317" y="9339"/>
                </a:cubicBezTo>
                <a:cubicBezTo>
                  <a:pt x="315454" y="8475"/>
                  <a:pt x="313569" y="8043"/>
                  <a:pt x="310661" y="8043"/>
                </a:cubicBezTo>
                <a:cubicBezTo>
                  <a:pt x="309935" y="8043"/>
                  <a:pt x="309389" y="8088"/>
                  <a:pt x="309024" y="8179"/>
                </a:cubicBezTo>
                <a:lnTo>
                  <a:pt x="309024" y="5997"/>
                </a:lnTo>
                <a:lnTo>
                  <a:pt x="312706" y="4907"/>
                </a:lnTo>
                <a:cubicBezTo>
                  <a:pt x="316522" y="3817"/>
                  <a:pt x="319521" y="2931"/>
                  <a:pt x="321702" y="2251"/>
                </a:cubicBezTo>
                <a:cubicBezTo>
                  <a:pt x="323883" y="1568"/>
                  <a:pt x="326109" y="818"/>
                  <a:pt x="328381" y="0"/>
                </a:cubicBezTo>
                <a:lnTo>
                  <a:pt x="329063" y="410"/>
                </a:lnTo>
                <a:lnTo>
                  <a:pt x="329063" y="41847"/>
                </a:lnTo>
                <a:cubicBezTo>
                  <a:pt x="332244" y="37758"/>
                  <a:pt x="335379" y="34827"/>
                  <a:pt x="338469" y="33055"/>
                </a:cubicBezTo>
                <a:cubicBezTo>
                  <a:pt x="341558" y="31283"/>
                  <a:pt x="345102" y="30397"/>
                  <a:pt x="349102" y="30397"/>
                </a:cubicBezTo>
                <a:cubicBezTo>
                  <a:pt x="360279" y="30397"/>
                  <a:pt x="365868" y="37622"/>
                  <a:pt x="365868" y="52073"/>
                </a:cubicBezTo>
                <a:lnTo>
                  <a:pt x="365868" y="79198"/>
                </a:lnTo>
                <a:cubicBezTo>
                  <a:pt x="365959" y="82379"/>
                  <a:pt x="366162" y="84742"/>
                  <a:pt x="366480" y="86286"/>
                </a:cubicBezTo>
                <a:cubicBezTo>
                  <a:pt x="366799" y="87831"/>
                  <a:pt x="367526" y="88899"/>
                  <a:pt x="368662" y="89490"/>
                </a:cubicBezTo>
                <a:cubicBezTo>
                  <a:pt x="369799" y="90080"/>
                  <a:pt x="371594" y="90603"/>
                  <a:pt x="374047" y="91058"/>
                </a:cubicBezTo>
                <a:close/>
                <a:moveTo>
                  <a:pt x="436071" y="84107"/>
                </a:moveTo>
                <a:lnTo>
                  <a:pt x="436071" y="87651"/>
                </a:lnTo>
                <a:cubicBezTo>
                  <a:pt x="433708" y="90195"/>
                  <a:pt x="431663" y="91968"/>
                  <a:pt x="429937" y="92967"/>
                </a:cubicBezTo>
                <a:cubicBezTo>
                  <a:pt x="428211" y="93966"/>
                  <a:pt x="426166" y="94465"/>
                  <a:pt x="423803" y="94465"/>
                </a:cubicBezTo>
                <a:cubicBezTo>
                  <a:pt x="420985" y="94465"/>
                  <a:pt x="418918" y="93716"/>
                  <a:pt x="417601" y="92217"/>
                </a:cubicBezTo>
                <a:cubicBezTo>
                  <a:pt x="416283" y="90718"/>
                  <a:pt x="415442" y="88150"/>
                  <a:pt x="415078" y="84514"/>
                </a:cubicBezTo>
                <a:cubicBezTo>
                  <a:pt x="410898" y="88059"/>
                  <a:pt x="407286" y="90603"/>
                  <a:pt x="404241" y="92148"/>
                </a:cubicBezTo>
                <a:cubicBezTo>
                  <a:pt x="401197" y="93693"/>
                  <a:pt x="398176" y="94465"/>
                  <a:pt x="395176" y="94465"/>
                </a:cubicBezTo>
                <a:cubicBezTo>
                  <a:pt x="390995" y="94465"/>
                  <a:pt x="387565" y="93102"/>
                  <a:pt x="384884" y="90376"/>
                </a:cubicBezTo>
                <a:cubicBezTo>
                  <a:pt x="382204" y="87650"/>
                  <a:pt x="380864" y="84151"/>
                  <a:pt x="380864" y="79880"/>
                </a:cubicBezTo>
                <a:cubicBezTo>
                  <a:pt x="380864" y="77609"/>
                  <a:pt x="381318" y="75405"/>
                  <a:pt x="382226" y="73270"/>
                </a:cubicBezTo>
                <a:cubicBezTo>
                  <a:pt x="383136" y="71133"/>
                  <a:pt x="384317" y="69383"/>
                  <a:pt x="385770" y="68020"/>
                </a:cubicBezTo>
                <a:cubicBezTo>
                  <a:pt x="387225" y="66748"/>
                  <a:pt x="388611" y="65636"/>
                  <a:pt x="389928" y="64682"/>
                </a:cubicBezTo>
                <a:cubicBezTo>
                  <a:pt x="391246" y="63728"/>
                  <a:pt x="392836" y="62796"/>
                  <a:pt x="394698" y="61888"/>
                </a:cubicBezTo>
                <a:cubicBezTo>
                  <a:pt x="396562" y="60979"/>
                  <a:pt x="399084" y="59842"/>
                  <a:pt x="402265" y="58479"/>
                </a:cubicBezTo>
                <a:cubicBezTo>
                  <a:pt x="405446" y="57116"/>
                  <a:pt x="409672" y="55389"/>
                  <a:pt x="414942" y="53298"/>
                </a:cubicBezTo>
                <a:lnTo>
                  <a:pt x="414942" y="44984"/>
                </a:lnTo>
                <a:cubicBezTo>
                  <a:pt x="414942" y="37441"/>
                  <a:pt x="411489" y="33669"/>
                  <a:pt x="404582" y="33669"/>
                </a:cubicBezTo>
                <a:cubicBezTo>
                  <a:pt x="401856" y="33669"/>
                  <a:pt x="399539" y="34328"/>
                  <a:pt x="397631" y="35647"/>
                </a:cubicBezTo>
                <a:cubicBezTo>
                  <a:pt x="395723" y="36964"/>
                  <a:pt x="394769" y="38532"/>
                  <a:pt x="394769" y="40350"/>
                </a:cubicBezTo>
                <a:cubicBezTo>
                  <a:pt x="394769" y="41258"/>
                  <a:pt x="394904" y="42348"/>
                  <a:pt x="395176" y="43620"/>
                </a:cubicBezTo>
                <a:cubicBezTo>
                  <a:pt x="395268" y="44074"/>
                  <a:pt x="395336" y="44483"/>
                  <a:pt x="395380" y="44847"/>
                </a:cubicBezTo>
                <a:cubicBezTo>
                  <a:pt x="395426" y="45210"/>
                  <a:pt x="395449" y="45528"/>
                  <a:pt x="395449" y="45801"/>
                </a:cubicBezTo>
                <a:cubicBezTo>
                  <a:pt x="395449" y="47256"/>
                  <a:pt x="394835" y="48574"/>
                  <a:pt x="393608" y="49756"/>
                </a:cubicBezTo>
                <a:cubicBezTo>
                  <a:pt x="392382" y="50937"/>
                  <a:pt x="390951" y="51528"/>
                  <a:pt x="389315" y="51528"/>
                </a:cubicBezTo>
                <a:cubicBezTo>
                  <a:pt x="387679" y="51528"/>
                  <a:pt x="386293" y="50937"/>
                  <a:pt x="385157" y="49756"/>
                </a:cubicBezTo>
                <a:cubicBezTo>
                  <a:pt x="384021" y="48574"/>
                  <a:pt x="383453" y="47210"/>
                  <a:pt x="383453" y="45664"/>
                </a:cubicBezTo>
                <a:cubicBezTo>
                  <a:pt x="383453" y="42756"/>
                  <a:pt x="384475" y="40167"/>
                  <a:pt x="386519" y="37895"/>
                </a:cubicBezTo>
                <a:cubicBezTo>
                  <a:pt x="388565" y="35624"/>
                  <a:pt x="391314" y="33807"/>
                  <a:pt x="394766" y="32444"/>
                </a:cubicBezTo>
                <a:cubicBezTo>
                  <a:pt x="398221" y="31079"/>
                  <a:pt x="402083" y="30397"/>
                  <a:pt x="406354" y="30397"/>
                </a:cubicBezTo>
                <a:cubicBezTo>
                  <a:pt x="414533" y="30397"/>
                  <a:pt x="420167" y="32896"/>
                  <a:pt x="423258" y="37895"/>
                </a:cubicBezTo>
                <a:cubicBezTo>
                  <a:pt x="424257" y="39532"/>
                  <a:pt x="424960" y="41440"/>
                  <a:pt x="425369" y="43622"/>
                </a:cubicBezTo>
                <a:cubicBezTo>
                  <a:pt x="425778" y="45801"/>
                  <a:pt x="425983" y="48664"/>
                  <a:pt x="425983" y="52208"/>
                </a:cubicBezTo>
                <a:lnTo>
                  <a:pt x="425983" y="78790"/>
                </a:lnTo>
                <a:cubicBezTo>
                  <a:pt x="425983" y="81788"/>
                  <a:pt x="426278" y="83856"/>
                  <a:pt x="426869" y="84993"/>
                </a:cubicBezTo>
                <a:cubicBezTo>
                  <a:pt x="427460" y="86128"/>
                  <a:pt x="428528" y="86696"/>
                  <a:pt x="430072" y="86696"/>
                </a:cubicBezTo>
                <a:cubicBezTo>
                  <a:pt x="431982" y="86696"/>
                  <a:pt x="433981" y="85833"/>
                  <a:pt x="436071" y="84107"/>
                </a:cubicBezTo>
                <a:moveTo>
                  <a:pt x="414942" y="76336"/>
                </a:moveTo>
                <a:lnTo>
                  <a:pt x="414942" y="56570"/>
                </a:lnTo>
                <a:cubicBezTo>
                  <a:pt x="406946" y="59387"/>
                  <a:pt x="401289" y="62228"/>
                  <a:pt x="397972" y="65091"/>
                </a:cubicBezTo>
                <a:cubicBezTo>
                  <a:pt x="394655" y="67953"/>
                  <a:pt x="392951" y="71429"/>
                  <a:pt x="392859" y="75518"/>
                </a:cubicBezTo>
                <a:lnTo>
                  <a:pt x="392859" y="76063"/>
                </a:lnTo>
                <a:cubicBezTo>
                  <a:pt x="392859" y="78971"/>
                  <a:pt x="393699" y="81448"/>
                  <a:pt x="395380" y="83493"/>
                </a:cubicBezTo>
                <a:cubicBezTo>
                  <a:pt x="397062" y="85537"/>
                  <a:pt x="399085" y="86559"/>
                  <a:pt x="401447" y="86559"/>
                </a:cubicBezTo>
                <a:cubicBezTo>
                  <a:pt x="404537" y="86559"/>
                  <a:pt x="407854" y="85559"/>
                  <a:pt x="411398" y="83560"/>
                </a:cubicBezTo>
                <a:cubicBezTo>
                  <a:pt x="412851" y="82743"/>
                  <a:pt x="413805" y="81835"/>
                  <a:pt x="414260" y="80835"/>
                </a:cubicBezTo>
                <a:cubicBezTo>
                  <a:pt x="414715" y="79835"/>
                  <a:pt x="414942" y="78335"/>
                  <a:pt x="414942" y="76336"/>
                </a:cubicBezTo>
                <a:close/>
                <a:moveTo>
                  <a:pt x="501092" y="74428"/>
                </a:moveTo>
                <a:lnTo>
                  <a:pt x="493594" y="93103"/>
                </a:lnTo>
                <a:lnTo>
                  <a:pt x="440431" y="93103"/>
                </a:lnTo>
                <a:lnTo>
                  <a:pt x="440431" y="91468"/>
                </a:lnTo>
                <a:lnTo>
                  <a:pt x="464695" y="65703"/>
                </a:lnTo>
                <a:cubicBezTo>
                  <a:pt x="470420" y="59614"/>
                  <a:pt x="474805" y="53526"/>
                  <a:pt x="477849" y="47438"/>
                </a:cubicBezTo>
                <a:cubicBezTo>
                  <a:pt x="480894" y="41350"/>
                  <a:pt x="482416" y="35624"/>
                  <a:pt x="482416" y="30262"/>
                </a:cubicBezTo>
                <a:cubicBezTo>
                  <a:pt x="482416" y="24536"/>
                  <a:pt x="480667" y="19901"/>
                  <a:pt x="477168" y="16357"/>
                </a:cubicBezTo>
                <a:cubicBezTo>
                  <a:pt x="473670" y="12813"/>
                  <a:pt x="469013" y="11041"/>
                  <a:pt x="463197" y="11041"/>
                </a:cubicBezTo>
                <a:cubicBezTo>
                  <a:pt x="458471" y="11041"/>
                  <a:pt x="454677" y="12313"/>
                  <a:pt x="451813" y="14857"/>
                </a:cubicBezTo>
                <a:cubicBezTo>
                  <a:pt x="448951" y="17402"/>
                  <a:pt x="446157" y="22037"/>
                  <a:pt x="443431" y="28762"/>
                </a:cubicBezTo>
                <a:lnTo>
                  <a:pt x="440569" y="28080"/>
                </a:lnTo>
                <a:cubicBezTo>
                  <a:pt x="441750" y="23264"/>
                  <a:pt x="442954" y="19516"/>
                  <a:pt x="444180" y="16835"/>
                </a:cubicBezTo>
                <a:cubicBezTo>
                  <a:pt x="445407" y="14154"/>
                  <a:pt x="447111" y="11677"/>
                  <a:pt x="449292" y="9406"/>
                </a:cubicBezTo>
                <a:cubicBezTo>
                  <a:pt x="451837" y="6680"/>
                  <a:pt x="454813" y="4590"/>
                  <a:pt x="458220" y="3137"/>
                </a:cubicBezTo>
                <a:cubicBezTo>
                  <a:pt x="461628" y="1682"/>
                  <a:pt x="465195" y="955"/>
                  <a:pt x="468921" y="955"/>
                </a:cubicBezTo>
                <a:cubicBezTo>
                  <a:pt x="473647" y="955"/>
                  <a:pt x="477918" y="2022"/>
                  <a:pt x="481734" y="4158"/>
                </a:cubicBezTo>
                <a:cubicBezTo>
                  <a:pt x="485551" y="6293"/>
                  <a:pt x="488573" y="9156"/>
                  <a:pt x="490799" y="12746"/>
                </a:cubicBezTo>
                <a:cubicBezTo>
                  <a:pt x="493026" y="16335"/>
                  <a:pt x="494139" y="20401"/>
                  <a:pt x="494139" y="24945"/>
                </a:cubicBezTo>
                <a:cubicBezTo>
                  <a:pt x="494139" y="30308"/>
                  <a:pt x="492753" y="35692"/>
                  <a:pt x="489981" y="41099"/>
                </a:cubicBezTo>
                <a:cubicBezTo>
                  <a:pt x="487211" y="46505"/>
                  <a:pt x="482781" y="52390"/>
                  <a:pt x="476692" y="58752"/>
                </a:cubicBezTo>
                <a:lnTo>
                  <a:pt x="453791" y="82742"/>
                </a:lnTo>
                <a:lnTo>
                  <a:pt x="486370" y="82742"/>
                </a:lnTo>
                <a:cubicBezTo>
                  <a:pt x="488551" y="82652"/>
                  <a:pt x="490278" y="82425"/>
                  <a:pt x="491549" y="82062"/>
                </a:cubicBezTo>
                <a:cubicBezTo>
                  <a:pt x="492822" y="81697"/>
                  <a:pt x="494027" y="80879"/>
                  <a:pt x="495162" y="79608"/>
                </a:cubicBezTo>
                <a:cubicBezTo>
                  <a:pt x="496298" y="78335"/>
                  <a:pt x="497684" y="76381"/>
                  <a:pt x="499320" y="73746"/>
                </a:cubicBezTo>
                <a:lnTo>
                  <a:pt x="501092" y="74428"/>
                </a:lnTo>
                <a:close/>
                <a:moveTo>
                  <a:pt x="539124" y="955"/>
                </a:moveTo>
                <a:cubicBezTo>
                  <a:pt x="545123" y="955"/>
                  <a:pt x="550393" y="2954"/>
                  <a:pt x="554936" y="6953"/>
                </a:cubicBezTo>
                <a:cubicBezTo>
                  <a:pt x="559480" y="10951"/>
                  <a:pt x="563025" y="16471"/>
                  <a:pt x="565569" y="23514"/>
                </a:cubicBezTo>
                <a:cubicBezTo>
                  <a:pt x="568114" y="30557"/>
                  <a:pt x="569386" y="38759"/>
                  <a:pt x="569386" y="48119"/>
                </a:cubicBezTo>
                <a:cubicBezTo>
                  <a:pt x="569386" y="53571"/>
                  <a:pt x="568840" y="58865"/>
                  <a:pt x="567749" y="63999"/>
                </a:cubicBezTo>
                <a:cubicBezTo>
                  <a:pt x="566659" y="69134"/>
                  <a:pt x="565137" y="73769"/>
                  <a:pt x="563183" y="77904"/>
                </a:cubicBezTo>
                <a:cubicBezTo>
                  <a:pt x="561230" y="82039"/>
                  <a:pt x="558935" y="85379"/>
                  <a:pt x="556301" y="87923"/>
                </a:cubicBezTo>
                <a:cubicBezTo>
                  <a:pt x="551483" y="92649"/>
                  <a:pt x="545576" y="95012"/>
                  <a:pt x="538579" y="95012"/>
                </a:cubicBezTo>
                <a:cubicBezTo>
                  <a:pt x="530491" y="95012"/>
                  <a:pt x="523857" y="91922"/>
                  <a:pt x="518678" y="85742"/>
                </a:cubicBezTo>
                <a:cubicBezTo>
                  <a:pt x="516587" y="83197"/>
                  <a:pt x="514701" y="79880"/>
                  <a:pt x="513020" y="75791"/>
                </a:cubicBezTo>
                <a:cubicBezTo>
                  <a:pt x="511339" y="71702"/>
                  <a:pt x="510044" y="67180"/>
                  <a:pt x="509135" y="62227"/>
                </a:cubicBezTo>
                <a:cubicBezTo>
                  <a:pt x="508226" y="57274"/>
                  <a:pt x="507772" y="52299"/>
                  <a:pt x="507772" y="47301"/>
                </a:cubicBezTo>
                <a:cubicBezTo>
                  <a:pt x="507772" y="41939"/>
                  <a:pt x="508317" y="36759"/>
                  <a:pt x="509407" y="31762"/>
                </a:cubicBezTo>
                <a:cubicBezTo>
                  <a:pt x="510498" y="26763"/>
                  <a:pt x="512021" y="22196"/>
                  <a:pt x="513975" y="18063"/>
                </a:cubicBezTo>
                <a:cubicBezTo>
                  <a:pt x="515929" y="13928"/>
                  <a:pt x="518223" y="10588"/>
                  <a:pt x="520858" y="8043"/>
                </a:cubicBezTo>
                <a:cubicBezTo>
                  <a:pt x="525675" y="3318"/>
                  <a:pt x="531764" y="955"/>
                  <a:pt x="539124" y="955"/>
                </a:cubicBezTo>
                <a:moveTo>
                  <a:pt x="538716" y="4499"/>
                </a:moveTo>
                <a:cubicBezTo>
                  <a:pt x="532899" y="4499"/>
                  <a:pt x="528468" y="8202"/>
                  <a:pt x="525423" y="15608"/>
                </a:cubicBezTo>
                <a:cubicBezTo>
                  <a:pt x="522379" y="23014"/>
                  <a:pt x="520858" y="33988"/>
                  <a:pt x="520858" y="48528"/>
                </a:cubicBezTo>
                <a:cubicBezTo>
                  <a:pt x="520858" y="77155"/>
                  <a:pt x="526765" y="91468"/>
                  <a:pt x="538579" y="91468"/>
                </a:cubicBezTo>
                <a:cubicBezTo>
                  <a:pt x="550393" y="91468"/>
                  <a:pt x="556301" y="77109"/>
                  <a:pt x="556301" y="48391"/>
                </a:cubicBezTo>
                <a:cubicBezTo>
                  <a:pt x="556301" y="34124"/>
                  <a:pt x="554801" y="23242"/>
                  <a:pt x="551802" y="15746"/>
                </a:cubicBezTo>
                <a:cubicBezTo>
                  <a:pt x="548802" y="8248"/>
                  <a:pt x="544441" y="4499"/>
                  <a:pt x="538716" y="449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ChaCha20">
            <a:extLst xmlns:a="http://schemas.openxmlformats.org/drawingml/2006/main">
              <a:ext uri="{FF2B5EF4-FFF2-40B4-BE49-F238E27FC236}">
                <a16:creationId xmlns:a16="http://schemas.microsoft.com/office/drawing/2014/main" id="{59A259ED-6F94-4CCF-B0DF-E1BB2617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928" y="4876542"/>
            <a:ext cx="569386" cy="95012"/>
          </a:xfrm>
          <a:custGeom xmlns:a="http://schemas.openxmlformats.org/drawingml/2006/main">
            <a:pathLst>
              <a:path w="569386" h="95012" fill="none">
                <a:moveTo>
                  <a:pt x="80698" y="31624"/>
                </a:moveTo>
                <a:lnTo>
                  <a:pt x="77563" y="31624"/>
                </a:lnTo>
                <a:cubicBezTo>
                  <a:pt x="76290" y="27172"/>
                  <a:pt x="75017" y="23764"/>
                  <a:pt x="73744" y="21401"/>
                </a:cubicBezTo>
                <a:cubicBezTo>
                  <a:pt x="72473" y="19038"/>
                  <a:pt x="70747" y="16766"/>
                  <a:pt x="68567" y="14585"/>
                </a:cubicBezTo>
                <a:cubicBezTo>
                  <a:pt x="62932" y="9133"/>
                  <a:pt x="56161" y="6406"/>
                  <a:pt x="48256" y="6406"/>
                </a:cubicBezTo>
                <a:cubicBezTo>
                  <a:pt x="41712" y="6406"/>
                  <a:pt x="36010" y="8065"/>
                  <a:pt x="31148" y="11382"/>
                </a:cubicBezTo>
                <a:cubicBezTo>
                  <a:pt x="26286" y="14699"/>
                  <a:pt x="22515" y="19401"/>
                  <a:pt x="19833" y="25490"/>
                </a:cubicBezTo>
                <a:cubicBezTo>
                  <a:pt x="17152" y="31579"/>
                  <a:pt x="15812" y="38759"/>
                  <a:pt x="15812" y="47029"/>
                </a:cubicBezTo>
                <a:cubicBezTo>
                  <a:pt x="15812" y="54571"/>
                  <a:pt x="16834" y="61295"/>
                  <a:pt x="18878" y="67203"/>
                </a:cubicBezTo>
                <a:cubicBezTo>
                  <a:pt x="20923" y="73110"/>
                  <a:pt x="23809" y="77745"/>
                  <a:pt x="27535" y="81107"/>
                </a:cubicBezTo>
                <a:cubicBezTo>
                  <a:pt x="33534" y="86378"/>
                  <a:pt x="40895" y="89013"/>
                  <a:pt x="49618" y="89013"/>
                </a:cubicBezTo>
                <a:cubicBezTo>
                  <a:pt x="55252" y="89013"/>
                  <a:pt x="60477" y="87923"/>
                  <a:pt x="65293" y="85742"/>
                </a:cubicBezTo>
                <a:cubicBezTo>
                  <a:pt x="70110" y="83560"/>
                  <a:pt x="75018" y="80062"/>
                  <a:pt x="80017" y="75246"/>
                </a:cubicBezTo>
                <a:lnTo>
                  <a:pt x="82470" y="77698"/>
                </a:lnTo>
                <a:cubicBezTo>
                  <a:pt x="78380" y="83242"/>
                  <a:pt x="73087" y="87514"/>
                  <a:pt x="66589" y="90513"/>
                </a:cubicBezTo>
                <a:cubicBezTo>
                  <a:pt x="60092" y="93512"/>
                  <a:pt x="52982" y="95012"/>
                  <a:pt x="45257" y="95012"/>
                </a:cubicBezTo>
                <a:cubicBezTo>
                  <a:pt x="36260" y="95012"/>
                  <a:pt x="28353" y="93081"/>
                  <a:pt x="21536" y="89219"/>
                </a:cubicBezTo>
                <a:cubicBezTo>
                  <a:pt x="14721" y="85356"/>
                  <a:pt x="9427" y="79949"/>
                  <a:pt x="5656" y="72997"/>
                </a:cubicBezTo>
                <a:cubicBezTo>
                  <a:pt x="1885" y="66045"/>
                  <a:pt x="0" y="57933"/>
                  <a:pt x="0" y="48664"/>
                </a:cubicBezTo>
                <a:cubicBezTo>
                  <a:pt x="0" y="33396"/>
                  <a:pt x="4907" y="21401"/>
                  <a:pt x="14722" y="12678"/>
                </a:cubicBezTo>
                <a:cubicBezTo>
                  <a:pt x="18993" y="8952"/>
                  <a:pt x="23832" y="6067"/>
                  <a:pt x="29238" y="4023"/>
                </a:cubicBezTo>
                <a:cubicBezTo>
                  <a:pt x="34646" y="1977"/>
                  <a:pt x="40122" y="955"/>
                  <a:pt x="45666" y="955"/>
                </a:cubicBezTo>
                <a:cubicBezTo>
                  <a:pt x="48846" y="955"/>
                  <a:pt x="52117" y="1227"/>
                  <a:pt x="55480" y="1772"/>
                </a:cubicBezTo>
                <a:cubicBezTo>
                  <a:pt x="58842" y="2317"/>
                  <a:pt x="62205" y="3180"/>
                  <a:pt x="65568" y="4362"/>
                </a:cubicBezTo>
                <a:cubicBezTo>
                  <a:pt x="67749" y="5088"/>
                  <a:pt x="69521" y="5452"/>
                  <a:pt x="70884" y="5452"/>
                </a:cubicBezTo>
                <a:cubicBezTo>
                  <a:pt x="73882" y="5452"/>
                  <a:pt x="75790" y="3953"/>
                  <a:pt x="76608" y="955"/>
                </a:cubicBezTo>
                <a:lnTo>
                  <a:pt x="79470" y="955"/>
                </a:lnTo>
                <a:lnTo>
                  <a:pt x="80698" y="31624"/>
                </a:lnTo>
                <a:close/>
                <a:moveTo>
                  <a:pt x="154445" y="91058"/>
                </a:moveTo>
                <a:lnTo>
                  <a:pt x="154445" y="93103"/>
                </a:lnTo>
                <a:lnTo>
                  <a:pt x="125545" y="93103"/>
                </a:lnTo>
                <a:lnTo>
                  <a:pt x="125545" y="91058"/>
                </a:lnTo>
                <a:cubicBezTo>
                  <a:pt x="128181" y="90785"/>
                  <a:pt x="130135" y="90353"/>
                  <a:pt x="131407" y="89762"/>
                </a:cubicBezTo>
                <a:cubicBezTo>
                  <a:pt x="132680" y="89171"/>
                  <a:pt x="133543" y="88059"/>
                  <a:pt x="133996" y="86424"/>
                </a:cubicBezTo>
                <a:cubicBezTo>
                  <a:pt x="134451" y="84788"/>
                  <a:pt x="134724" y="82379"/>
                  <a:pt x="134816" y="79198"/>
                </a:cubicBezTo>
                <a:lnTo>
                  <a:pt x="134816" y="52208"/>
                </a:lnTo>
                <a:cubicBezTo>
                  <a:pt x="134816" y="42575"/>
                  <a:pt x="131408" y="37758"/>
                  <a:pt x="124593" y="37758"/>
                </a:cubicBezTo>
                <a:cubicBezTo>
                  <a:pt x="121957" y="37758"/>
                  <a:pt x="119502" y="38395"/>
                  <a:pt x="117229" y="39668"/>
                </a:cubicBezTo>
                <a:cubicBezTo>
                  <a:pt x="114958" y="40939"/>
                  <a:pt x="112368" y="43165"/>
                  <a:pt x="109461" y="46346"/>
                </a:cubicBezTo>
                <a:lnTo>
                  <a:pt x="109461" y="79198"/>
                </a:lnTo>
                <a:cubicBezTo>
                  <a:pt x="109552" y="82379"/>
                  <a:pt x="109825" y="84788"/>
                  <a:pt x="110278" y="86424"/>
                </a:cubicBezTo>
                <a:cubicBezTo>
                  <a:pt x="110733" y="88059"/>
                  <a:pt x="111596" y="89171"/>
                  <a:pt x="112868" y="89762"/>
                </a:cubicBezTo>
                <a:cubicBezTo>
                  <a:pt x="114141" y="90353"/>
                  <a:pt x="116095" y="90785"/>
                  <a:pt x="118731" y="91058"/>
                </a:cubicBezTo>
                <a:lnTo>
                  <a:pt x="118731" y="93103"/>
                </a:lnTo>
                <a:lnTo>
                  <a:pt x="89287" y="93103"/>
                </a:lnTo>
                <a:lnTo>
                  <a:pt x="89287" y="91058"/>
                </a:lnTo>
                <a:cubicBezTo>
                  <a:pt x="91921" y="90695"/>
                  <a:pt x="93829" y="90241"/>
                  <a:pt x="95011" y="89696"/>
                </a:cubicBezTo>
                <a:cubicBezTo>
                  <a:pt x="96192" y="89149"/>
                  <a:pt x="96965" y="88082"/>
                  <a:pt x="97328" y="86492"/>
                </a:cubicBezTo>
                <a:cubicBezTo>
                  <a:pt x="97693" y="84902"/>
                  <a:pt x="97920" y="82470"/>
                  <a:pt x="98010" y="79198"/>
                </a:cubicBezTo>
                <a:lnTo>
                  <a:pt x="98010" y="14995"/>
                </a:lnTo>
                <a:cubicBezTo>
                  <a:pt x="98010" y="12087"/>
                  <a:pt x="97578" y="10202"/>
                  <a:pt x="96714" y="9339"/>
                </a:cubicBezTo>
                <a:cubicBezTo>
                  <a:pt x="95852" y="8475"/>
                  <a:pt x="93967" y="8043"/>
                  <a:pt x="91059" y="8043"/>
                </a:cubicBezTo>
                <a:cubicBezTo>
                  <a:pt x="90332" y="8043"/>
                  <a:pt x="89787" y="8088"/>
                  <a:pt x="89422" y="8179"/>
                </a:cubicBezTo>
                <a:lnTo>
                  <a:pt x="89422" y="5997"/>
                </a:lnTo>
                <a:lnTo>
                  <a:pt x="93104" y="4907"/>
                </a:lnTo>
                <a:cubicBezTo>
                  <a:pt x="96920" y="3817"/>
                  <a:pt x="99918" y="2931"/>
                  <a:pt x="102100" y="2251"/>
                </a:cubicBezTo>
                <a:cubicBezTo>
                  <a:pt x="104281" y="1568"/>
                  <a:pt x="106507" y="818"/>
                  <a:pt x="108778" y="0"/>
                </a:cubicBezTo>
                <a:lnTo>
                  <a:pt x="109461" y="410"/>
                </a:lnTo>
                <a:lnTo>
                  <a:pt x="109461" y="41847"/>
                </a:lnTo>
                <a:cubicBezTo>
                  <a:pt x="112642" y="37758"/>
                  <a:pt x="115777" y="34827"/>
                  <a:pt x="118866" y="33055"/>
                </a:cubicBezTo>
                <a:cubicBezTo>
                  <a:pt x="121956" y="31283"/>
                  <a:pt x="125500" y="30397"/>
                  <a:pt x="129499" y="30397"/>
                </a:cubicBezTo>
                <a:cubicBezTo>
                  <a:pt x="140677" y="30397"/>
                  <a:pt x="146266" y="37622"/>
                  <a:pt x="146266" y="52073"/>
                </a:cubicBezTo>
                <a:lnTo>
                  <a:pt x="146266" y="79198"/>
                </a:lnTo>
                <a:cubicBezTo>
                  <a:pt x="146356" y="82379"/>
                  <a:pt x="146560" y="84742"/>
                  <a:pt x="146878" y="86286"/>
                </a:cubicBezTo>
                <a:cubicBezTo>
                  <a:pt x="147197" y="87831"/>
                  <a:pt x="147924" y="88899"/>
                  <a:pt x="149060" y="89490"/>
                </a:cubicBezTo>
                <a:cubicBezTo>
                  <a:pt x="150197" y="90080"/>
                  <a:pt x="151992" y="90603"/>
                  <a:pt x="154445" y="91058"/>
                </a:cubicBezTo>
                <a:close/>
                <a:moveTo>
                  <a:pt x="216468" y="84107"/>
                </a:moveTo>
                <a:lnTo>
                  <a:pt x="216468" y="87651"/>
                </a:lnTo>
                <a:cubicBezTo>
                  <a:pt x="214105" y="90195"/>
                  <a:pt x="212060" y="91968"/>
                  <a:pt x="210334" y="92967"/>
                </a:cubicBezTo>
                <a:cubicBezTo>
                  <a:pt x="208608" y="93966"/>
                  <a:pt x="206563" y="94465"/>
                  <a:pt x="204200" y="94465"/>
                </a:cubicBezTo>
                <a:cubicBezTo>
                  <a:pt x="201382" y="94465"/>
                  <a:pt x="199315" y="93716"/>
                  <a:pt x="197997" y="92217"/>
                </a:cubicBezTo>
                <a:cubicBezTo>
                  <a:pt x="196680" y="90718"/>
                  <a:pt x="195839" y="88150"/>
                  <a:pt x="195474" y="84514"/>
                </a:cubicBezTo>
                <a:cubicBezTo>
                  <a:pt x="191295" y="88059"/>
                  <a:pt x="187683" y="90603"/>
                  <a:pt x="184638" y="92148"/>
                </a:cubicBezTo>
                <a:cubicBezTo>
                  <a:pt x="181594" y="93693"/>
                  <a:pt x="178572" y="94465"/>
                  <a:pt x="175573" y="94465"/>
                </a:cubicBezTo>
                <a:cubicBezTo>
                  <a:pt x="171392" y="94465"/>
                  <a:pt x="167962" y="93102"/>
                  <a:pt x="165281" y="90376"/>
                </a:cubicBezTo>
                <a:cubicBezTo>
                  <a:pt x="162601" y="87650"/>
                  <a:pt x="161261" y="84151"/>
                  <a:pt x="161261" y="79880"/>
                </a:cubicBezTo>
                <a:cubicBezTo>
                  <a:pt x="161261" y="77609"/>
                  <a:pt x="161715" y="75405"/>
                  <a:pt x="162623" y="73270"/>
                </a:cubicBezTo>
                <a:cubicBezTo>
                  <a:pt x="163533" y="71133"/>
                  <a:pt x="164714" y="69383"/>
                  <a:pt x="166167" y="68020"/>
                </a:cubicBezTo>
                <a:cubicBezTo>
                  <a:pt x="167622" y="66748"/>
                  <a:pt x="169008" y="65636"/>
                  <a:pt x="170325" y="64682"/>
                </a:cubicBezTo>
                <a:cubicBezTo>
                  <a:pt x="171643" y="63728"/>
                  <a:pt x="173232" y="62796"/>
                  <a:pt x="175095" y="61888"/>
                </a:cubicBezTo>
                <a:cubicBezTo>
                  <a:pt x="176958" y="60979"/>
                  <a:pt x="179481" y="59842"/>
                  <a:pt x="182662" y="58479"/>
                </a:cubicBezTo>
                <a:cubicBezTo>
                  <a:pt x="185843" y="57116"/>
                  <a:pt x="190069" y="55389"/>
                  <a:pt x="195339" y="53298"/>
                </a:cubicBezTo>
                <a:lnTo>
                  <a:pt x="195339" y="44984"/>
                </a:lnTo>
                <a:cubicBezTo>
                  <a:pt x="195339" y="37441"/>
                  <a:pt x="191886" y="33669"/>
                  <a:pt x="184979" y="33669"/>
                </a:cubicBezTo>
                <a:cubicBezTo>
                  <a:pt x="182253" y="33669"/>
                  <a:pt x="179936" y="34328"/>
                  <a:pt x="178027" y="35647"/>
                </a:cubicBezTo>
                <a:cubicBezTo>
                  <a:pt x="176119" y="36964"/>
                  <a:pt x="175165" y="38532"/>
                  <a:pt x="175165" y="40350"/>
                </a:cubicBezTo>
                <a:cubicBezTo>
                  <a:pt x="175165" y="41258"/>
                  <a:pt x="175301" y="42348"/>
                  <a:pt x="175573" y="43620"/>
                </a:cubicBezTo>
                <a:cubicBezTo>
                  <a:pt x="175665" y="44074"/>
                  <a:pt x="175733" y="44483"/>
                  <a:pt x="175777" y="44847"/>
                </a:cubicBezTo>
                <a:cubicBezTo>
                  <a:pt x="175823" y="45210"/>
                  <a:pt x="175846" y="45528"/>
                  <a:pt x="175846" y="45801"/>
                </a:cubicBezTo>
                <a:cubicBezTo>
                  <a:pt x="175846" y="47256"/>
                  <a:pt x="175232" y="48574"/>
                  <a:pt x="174005" y="49756"/>
                </a:cubicBezTo>
                <a:cubicBezTo>
                  <a:pt x="172779" y="50937"/>
                  <a:pt x="171348" y="51528"/>
                  <a:pt x="169712" y="51528"/>
                </a:cubicBezTo>
                <a:cubicBezTo>
                  <a:pt x="168075" y="51528"/>
                  <a:pt x="166689" y="50937"/>
                  <a:pt x="165554" y="49756"/>
                </a:cubicBezTo>
                <a:cubicBezTo>
                  <a:pt x="164418" y="48574"/>
                  <a:pt x="163850" y="47210"/>
                  <a:pt x="163850" y="45664"/>
                </a:cubicBezTo>
                <a:cubicBezTo>
                  <a:pt x="163850" y="42756"/>
                  <a:pt x="164872" y="40167"/>
                  <a:pt x="166916" y="37895"/>
                </a:cubicBezTo>
                <a:cubicBezTo>
                  <a:pt x="168961" y="35624"/>
                  <a:pt x="171711" y="33807"/>
                  <a:pt x="175163" y="32444"/>
                </a:cubicBezTo>
                <a:cubicBezTo>
                  <a:pt x="178617" y="31079"/>
                  <a:pt x="182480" y="30397"/>
                  <a:pt x="186751" y="30397"/>
                </a:cubicBezTo>
                <a:cubicBezTo>
                  <a:pt x="194929" y="30397"/>
                  <a:pt x="200564" y="32896"/>
                  <a:pt x="203655" y="37895"/>
                </a:cubicBezTo>
                <a:cubicBezTo>
                  <a:pt x="204653" y="39532"/>
                  <a:pt x="205357" y="41440"/>
                  <a:pt x="205766" y="43622"/>
                </a:cubicBezTo>
                <a:cubicBezTo>
                  <a:pt x="206175" y="45801"/>
                  <a:pt x="206380" y="48664"/>
                  <a:pt x="206380" y="52208"/>
                </a:cubicBezTo>
                <a:lnTo>
                  <a:pt x="206380" y="78790"/>
                </a:lnTo>
                <a:cubicBezTo>
                  <a:pt x="206380" y="81788"/>
                  <a:pt x="206675" y="83856"/>
                  <a:pt x="207266" y="84993"/>
                </a:cubicBezTo>
                <a:cubicBezTo>
                  <a:pt x="207857" y="86128"/>
                  <a:pt x="208924" y="86696"/>
                  <a:pt x="210469" y="86696"/>
                </a:cubicBezTo>
                <a:cubicBezTo>
                  <a:pt x="212379" y="86696"/>
                  <a:pt x="214378" y="85833"/>
                  <a:pt x="216468" y="84107"/>
                </a:cubicBezTo>
                <a:moveTo>
                  <a:pt x="195339" y="76336"/>
                </a:moveTo>
                <a:lnTo>
                  <a:pt x="195339" y="56570"/>
                </a:lnTo>
                <a:cubicBezTo>
                  <a:pt x="187342" y="59387"/>
                  <a:pt x="181685" y="62228"/>
                  <a:pt x="178369" y="65091"/>
                </a:cubicBezTo>
                <a:cubicBezTo>
                  <a:pt x="175052" y="67953"/>
                  <a:pt x="173347" y="71429"/>
                  <a:pt x="173256" y="75518"/>
                </a:cubicBezTo>
                <a:lnTo>
                  <a:pt x="173256" y="76063"/>
                </a:lnTo>
                <a:cubicBezTo>
                  <a:pt x="173256" y="78971"/>
                  <a:pt x="174096" y="81448"/>
                  <a:pt x="175777" y="83493"/>
                </a:cubicBezTo>
                <a:cubicBezTo>
                  <a:pt x="177459" y="85537"/>
                  <a:pt x="179481" y="86559"/>
                  <a:pt x="181844" y="86559"/>
                </a:cubicBezTo>
                <a:cubicBezTo>
                  <a:pt x="184934" y="86559"/>
                  <a:pt x="188251" y="85559"/>
                  <a:pt x="191795" y="83560"/>
                </a:cubicBezTo>
                <a:cubicBezTo>
                  <a:pt x="193248" y="82743"/>
                  <a:pt x="194202" y="81835"/>
                  <a:pt x="194657" y="80835"/>
                </a:cubicBezTo>
                <a:cubicBezTo>
                  <a:pt x="195112" y="79835"/>
                  <a:pt x="195339" y="78335"/>
                  <a:pt x="195339" y="76336"/>
                </a:cubicBezTo>
                <a:close/>
                <a:moveTo>
                  <a:pt x="301255" y="31624"/>
                </a:moveTo>
                <a:lnTo>
                  <a:pt x="298120" y="31624"/>
                </a:lnTo>
                <a:cubicBezTo>
                  <a:pt x="296847" y="27172"/>
                  <a:pt x="295574" y="23764"/>
                  <a:pt x="294301" y="21401"/>
                </a:cubicBezTo>
                <a:cubicBezTo>
                  <a:pt x="293030" y="19038"/>
                  <a:pt x="291304" y="16766"/>
                  <a:pt x="289124" y="14585"/>
                </a:cubicBezTo>
                <a:cubicBezTo>
                  <a:pt x="283489" y="9133"/>
                  <a:pt x="276719" y="6406"/>
                  <a:pt x="268813" y="6406"/>
                </a:cubicBezTo>
                <a:cubicBezTo>
                  <a:pt x="262269" y="6406"/>
                  <a:pt x="256567" y="8065"/>
                  <a:pt x="251705" y="11382"/>
                </a:cubicBezTo>
                <a:cubicBezTo>
                  <a:pt x="246844" y="14699"/>
                  <a:pt x="243072" y="19401"/>
                  <a:pt x="240390" y="25490"/>
                </a:cubicBezTo>
                <a:cubicBezTo>
                  <a:pt x="237710" y="31579"/>
                  <a:pt x="236369" y="38759"/>
                  <a:pt x="236369" y="47029"/>
                </a:cubicBezTo>
                <a:cubicBezTo>
                  <a:pt x="236369" y="54571"/>
                  <a:pt x="237391" y="61295"/>
                  <a:pt x="239435" y="67203"/>
                </a:cubicBezTo>
                <a:cubicBezTo>
                  <a:pt x="241481" y="73110"/>
                  <a:pt x="244366" y="77745"/>
                  <a:pt x="248092" y="81107"/>
                </a:cubicBezTo>
                <a:cubicBezTo>
                  <a:pt x="254091" y="86378"/>
                  <a:pt x="261452" y="89013"/>
                  <a:pt x="270176" y="89013"/>
                </a:cubicBezTo>
                <a:cubicBezTo>
                  <a:pt x="275810" y="89013"/>
                  <a:pt x="281035" y="87923"/>
                  <a:pt x="285850" y="85742"/>
                </a:cubicBezTo>
                <a:cubicBezTo>
                  <a:pt x="290668" y="83560"/>
                  <a:pt x="295576" y="80062"/>
                  <a:pt x="300575" y="75246"/>
                </a:cubicBezTo>
                <a:lnTo>
                  <a:pt x="303027" y="77698"/>
                </a:lnTo>
                <a:cubicBezTo>
                  <a:pt x="298938" y="83242"/>
                  <a:pt x="293644" y="87514"/>
                  <a:pt x="287146" y="90513"/>
                </a:cubicBezTo>
                <a:cubicBezTo>
                  <a:pt x="280650" y="93512"/>
                  <a:pt x="273539" y="95012"/>
                  <a:pt x="265814" y="95012"/>
                </a:cubicBezTo>
                <a:cubicBezTo>
                  <a:pt x="256817" y="95012"/>
                  <a:pt x="248910" y="93081"/>
                  <a:pt x="242094" y="89219"/>
                </a:cubicBezTo>
                <a:cubicBezTo>
                  <a:pt x="235278" y="85356"/>
                  <a:pt x="229985" y="79949"/>
                  <a:pt x="226213" y="72997"/>
                </a:cubicBezTo>
                <a:cubicBezTo>
                  <a:pt x="222442" y="66045"/>
                  <a:pt x="220557" y="57933"/>
                  <a:pt x="220557" y="48664"/>
                </a:cubicBezTo>
                <a:cubicBezTo>
                  <a:pt x="220557" y="33396"/>
                  <a:pt x="225465" y="21401"/>
                  <a:pt x="235279" y="12678"/>
                </a:cubicBezTo>
                <a:cubicBezTo>
                  <a:pt x="239550" y="8952"/>
                  <a:pt x="244389" y="6067"/>
                  <a:pt x="249796" y="4023"/>
                </a:cubicBezTo>
                <a:cubicBezTo>
                  <a:pt x="255204" y="1977"/>
                  <a:pt x="260680" y="955"/>
                  <a:pt x="266224" y="955"/>
                </a:cubicBezTo>
                <a:cubicBezTo>
                  <a:pt x="269403" y="955"/>
                  <a:pt x="272674" y="1227"/>
                  <a:pt x="276037" y="1772"/>
                </a:cubicBezTo>
                <a:cubicBezTo>
                  <a:pt x="279400" y="2317"/>
                  <a:pt x="282762" y="3180"/>
                  <a:pt x="286125" y="4362"/>
                </a:cubicBezTo>
                <a:cubicBezTo>
                  <a:pt x="288306" y="5088"/>
                  <a:pt x="290078" y="5452"/>
                  <a:pt x="291441" y="5452"/>
                </a:cubicBezTo>
                <a:cubicBezTo>
                  <a:pt x="294439" y="5452"/>
                  <a:pt x="296347" y="3953"/>
                  <a:pt x="297166" y="955"/>
                </a:cubicBezTo>
                <a:lnTo>
                  <a:pt x="300028" y="955"/>
                </a:lnTo>
                <a:lnTo>
                  <a:pt x="301255" y="31624"/>
                </a:lnTo>
                <a:close/>
                <a:moveTo>
                  <a:pt x="374047" y="91058"/>
                </a:moveTo>
                <a:lnTo>
                  <a:pt x="374047" y="93103"/>
                </a:lnTo>
                <a:lnTo>
                  <a:pt x="345148" y="93103"/>
                </a:lnTo>
                <a:lnTo>
                  <a:pt x="345148" y="91058"/>
                </a:lnTo>
                <a:cubicBezTo>
                  <a:pt x="347784" y="90785"/>
                  <a:pt x="349737" y="90353"/>
                  <a:pt x="351009" y="89762"/>
                </a:cubicBezTo>
                <a:cubicBezTo>
                  <a:pt x="352282" y="89171"/>
                  <a:pt x="353145" y="88059"/>
                  <a:pt x="353599" y="86424"/>
                </a:cubicBezTo>
                <a:cubicBezTo>
                  <a:pt x="354053" y="84788"/>
                  <a:pt x="354327" y="82379"/>
                  <a:pt x="354418" y="79198"/>
                </a:cubicBezTo>
                <a:lnTo>
                  <a:pt x="354418" y="52208"/>
                </a:lnTo>
                <a:cubicBezTo>
                  <a:pt x="354418" y="42575"/>
                  <a:pt x="351010" y="37758"/>
                  <a:pt x="344195" y="37758"/>
                </a:cubicBezTo>
                <a:cubicBezTo>
                  <a:pt x="341559" y="37758"/>
                  <a:pt x="339104" y="38395"/>
                  <a:pt x="336832" y="39668"/>
                </a:cubicBezTo>
                <a:cubicBezTo>
                  <a:pt x="334560" y="40939"/>
                  <a:pt x="331971" y="43165"/>
                  <a:pt x="329063" y="46346"/>
                </a:cubicBezTo>
                <a:lnTo>
                  <a:pt x="329063" y="79198"/>
                </a:lnTo>
                <a:cubicBezTo>
                  <a:pt x="329154" y="82379"/>
                  <a:pt x="329427" y="84788"/>
                  <a:pt x="329880" y="86424"/>
                </a:cubicBezTo>
                <a:cubicBezTo>
                  <a:pt x="330335" y="88059"/>
                  <a:pt x="331198" y="89171"/>
                  <a:pt x="332470" y="89762"/>
                </a:cubicBezTo>
                <a:cubicBezTo>
                  <a:pt x="333743" y="90353"/>
                  <a:pt x="335697" y="90785"/>
                  <a:pt x="338333" y="91058"/>
                </a:cubicBezTo>
                <a:lnTo>
                  <a:pt x="338333" y="93103"/>
                </a:lnTo>
                <a:lnTo>
                  <a:pt x="308889" y="93103"/>
                </a:lnTo>
                <a:lnTo>
                  <a:pt x="308889" y="91058"/>
                </a:lnTo>
                <a:cubicBezTo>
                  <a:pt x="311524" y="90695"/>
                  <a:pt x="313432" y="90241"/>
                  <a:pt x="314613" y="89696"/>
                </a:cubicBezTo>
                <a:cubicBezTo>
                  <a:pt x="315795" y="89149"/>
                  <a:pt x="316567" y="88082"/>
                  <a:pt x="316930" y="86492"/>
                </a:cubicBezTo>
                <a:cubicBezTo>
                  <a:pt x="317295" y="84902"/>
                  <a:pt x="317522" y="82470"/>
                  <a:pt x="317613" y="79198"/>
                </a:cubicBezTo>
                <a:lnTo>
                  <a:pt x="317613" y="14995"/>
                </a:lnTo>
                <a:cubicBezTo>
                  <a:pt x="317613" y="12087"/>
                  <a:pt x="317181" y="10202"/>
                  <a:pt x="316317" y="9339"/>
                </a:cubicBezTo>
                <a:cubicBezTo>
                  <a:pt x="315454" y="8475"/>
                  <a:pt x="313569" y="8043"/>
                  <a:pt x="310661" y="8043"/>
                </a:cubicBezTo>
                <a:cubicBezTo>
                  <a:pt x="309935" y="8043"/>
                  <a:pt x="309389" y="8088"/>
                  <a:pt x="309024" y="8179"/>
                </a:cubicBezTo>
                <a:lnTo>
                  <a:pt x="309024" y="5997"/>
                </a:lnTo>
                <a:lnTo>
                  <a:pt x="312706" y="4907"/>
                </a:lnTo>
                <a:cubicBezTo>
                  <a:pt x="316522" y="3817"/>
                  <a:pt x="319521" y="2931"/>
                  <a:pt x="321702" y="2251"/>
                </a:cubicBezTo>
                <a:cubicBezTo>
                  <a:pt x="323883" y="1568"/>
                  <a:pt x="326109" y="818"/>
                  <a:pt x="328381" y="0"/>
                </a:cubicBezTo>
                <a:lnTo>
                  <a:pt x="329063" y="410"/>
                </a:lnTo>
                <a:lnTo>
                  <a:pt x="329063" y="41847"/>
                </a:lnTo>
                <a:cubicBezTo>
                  <a:pt x="332244" y="37758"/>
                  <a:pt x="335379" y="34827"/>
                  <a:pt x="338469" y="33055"/>
                </a:cubicBezTo>
                <a:cubicBezTo>
                  <a:pt x="341558" y="31283"/>
                  <a:pt x="345102" y="30397"/>
                  <a:pt x="349102" y="30397"/>
                </a:cubicBezTo>
                <a:cubicBezTo>
                  <a:pt x="360279" y="30397"/>
                  <a:pt x="365868" y="37622"/>
                  <a:pt x="365868" y="52073"/>
                </a:cubicBezTo>
                <a:lnTo>
                  <a:pt x="365868" y="79198"/>
                </a:lnTo>
                <a:cubicBezTo>
                  <a:pt x="365959" y="82379"/>
                  <a:pt x="366162" y="84742"/>
                  <a:pt x="366480" y="86286"/>
                </a:cubicBezTo>
                <a:cubicBezTo>
                  <a:pt x="366799" y="87831"/>
                  <a:pt x="367526" y="88899"/>
                  <a:pt x="368662" y="89490"/>
                </a:cubicBezTo>
                <a:cubicBezTo>
                  <a:pt x="369799" y="90080"/>
                  <a:pt x="371594" y="90603"/>
                  <a:pt x="374047" y="91058"/>
                </a:cubicBezTo>
                <a:close/>
                <a:moveTo>
                  <a:pt x="436071" y="84107"/>
                </a:moveTo>
                <a:lnTo>
                  <a:pt x="436071" y="87651"/>
                </a:lnTo>
                <a:cubicBezTo>
                  <a:pt x="433708" y="90195"/>
                  <a:pt x="431663" y="91968"/>
                  <a:pt x="429937" y="92967"/>
                </a:cubicBezTo>
                <a:cubicBezTo>
                  <a:pt x="428211" y="93966"/>
                  <a:pt x="426166" y="94465"/>
                  <a:pt x="423803" y="94465"/>
                </a:cubicBezTo>
                <a:cubicBezTo>
                  <a:pt x="420985" y="94465"/>
                  <a:pt x="418918" y="93716"/>
                  <a:pt x="417601" y="92217"/>
                </a:cubicBezTo>
                <a:cubicBezTo>
                  <a:pt x="416283" y="90718"/>
                  <a:pt x="415442" y="88150"/>
                  <a:pt x="415078" y="84514"/>
                </a:cubicBezTo>
                <a:cubicBezTo>
                  <a:pt x="410898" y="88059"/>
                  <a:pt x="407286" y="90603"/>
                  <a:pt x="404241" y="92148"/>
                </a:cubicBezTo>
                <a:cubicBezTo>
                  <a:pt x="401197" y="93693"/>
                  <a:pt x="398176" y="94465"/>
                  <a:pt x="395176" y="94465"/>
                </a:cubicBezTo>
                <a:cubicBezTo>
                  <a:pt x="390995" y="94465"/>
                  <a:pt x="387565" y="93102"/>
                  <a:pt x="384884" y="90376"/>
                </a:cubicBezTo>
                <a:cubicBezTo>
                  <a:pt x="382204" y="87650"/>
                  <a:pt x="380864" y="84151"/>
                  <a:pt x="380864" y="79880"/>
                </a:cubicBezTo>
                <a:cubicBezTo>
                  <a:pt x="380864" y="77609"/>
                  <a:pt x="381318" y="75405"/>
                  <a:pt x="382226" y="73270"/>
                </a:cubicBezTo>
                <a:cubicBezTo>
                  <a:pt x="383136" y="71133"/>
                  <a:pt x="384317" y="69383"/>
                  <a:pt x="385770" y="68020"/>
                </a:cubicBezTo>
                <a:cubicBezTo>
                  <a:pt x="387225" y="66748"/>
                  <a:pt x="388611" y="65636"/>
                  <a:pt x="389928" y="64682"/>
                </a:cubicBezTo>
                <a:cubicBezTo>
                  <a:pt x="391246" y="63728"/>
                  <a:pt x="392836" y="62796"/>
                  <a:pt x="394698" y="61888"/>
                </a:cubicBezTo>
                <a:cubicBezTo>
                  <a:pt x="396562" y="60979"/>
                  <a:pt x="399084" y="59842"/>
                  <a:pt x="402265" y="58479"/>
                </a:cubicBezTo>
                <a:cubicBezTo>
                  <a:pt x="405446" y="57116"/>
                  <a:pt x="409672" y="55389"/>
                  <a:pt x="414942" y="53298"/>
                </a:cubicBezTo>
                <a:lnTo>
                  <a:pt x="414942" y="44984"/>
                </a:lnTo>
                <a:cubicBezTo>
                  <a:pt x="414942" y="37441"/>
                  <a:pt x="411489" y="33669"/>
                  <a:pt x="404582" y="33669"/>
                </a:cubicBezTo>
                <a:cubicBezTo>
                  <a:pt x="401856" y="33669"/>
                  <a:pt x="399539" y="34328"/>
                  <a:pt x="397631" y="35647"/>
                </a:cubicBezTo>
                <a:cubicBezTo>
                  <a:pt x="395723" y="36964"/>
                  <a:pt x="394769" y="38532"/>
                  <a:pt x="394769" y="40350"/>
                </a:cubicBezTo>
                <a:cubicBezTo>
                  <a:pt x="394769" y="41258"/>
                  <a:pt x="394904" y="42348"/>
                  <a:pt x="395176" y="43620"/>
                </a:cubicBezTo>
                <a:cubicBezTo>
                  <a:pt x="395268" y="44074"/>
                  <a:pt x="395336" y="44483"/>
                  <a:pt x="395380" y="44847"/>
                </a:cubicBezTo>
                <a:cubicBezTo>
                  <a:pt x="395426" y="45210"/>
                  <a:pt x="395449" y="45528"/>
                  <a:pt x="395449" y="45801"/>
                </a:cubicBezTo>
                <a:cubicBezTo>
                  <a:pt x="395449" y="47256"/>
                  <a:pt x="394835" y="48574"/>
                  <a:pt x="393608" y="49756"/>
                </a:cubicBezTo>
                <a:cubicBezTo>
                  <a:pt x="392382" y="50937"/>
                  <a:pt x="390951" y="51528"/>
                  <a:pt x="389315" y="51528"/>
                </a:cubicBezTo>
                <a:cubicBezTo>
                  <a:pt x="387679" y="51528"/>
                  <a:pt x="386293" y="50937"/>
                  <a:pt x="385157" y="49756"/>
                </a:cubicBezTo>
                <a:cubicBezTo>
                  <a:pt x="384021" y="48574"/>
                  <a:pt x="383453" y="47210"/>
                  <a:pt x="383453" y="45664"/>
                </a:cubicBezTo>
                <a:cubicBezTo>
                  <a:pt x="383453" y="42756"/>
                  <a:pt x="384475" y="40167"/>
                  <a:pt x="386519" y="37895"/>
                </a:cubicBezTo>
                <a:cubicBezTo>
                  <a:pt x="388565" y="35624"/>
                  <a:pt x="391314" y="33807"/>
                  <a:pt x="394766" y="32444"/>
                </a:cubicBezTo>
                <a:cubicBezTo>
                  <a:pt x="398221" y="31079"/>
                  <a:pt x="402083" y="30397"/>
                  <a:pt x="406354" y="30397"/>
                </a:cubicBezTo>
                <a:cubicBezTo>
                  <a:pt x="414533" y="30397"/>
                  <a:pt x="420167" y="32896"/>
                  <a:pt x="423258" y="37895"/>
                </a:cubicBezTo>
                <a:cubicBezTo>
                  <a:pt x="424257" y="39532"/>
                  <a:pt x="424960" y="41440"/>
                  <a:pt x="425369" y="43622"/>
                </a:cubicBezTo>
                <a:cubicBezTo>
                  <a:pt x="425778" y="45801"/>
                  <a:pt x="425983" y="48664"/>
                  <a:pt x="425983" y="52208"/>
                </a:cubicBezTo>
                <a:lnTo>
                  <a:pt x="425983" y="78790"/>
                </a:lnTo>
                <a:cubicBezTo>
                  <a:pt x="425983" y="81788"/>
                  <a:pt x="426278" y="83856"/>
                  <a:pt x="426869" y="84993"/>
                </a:cubicBezTo>
                <a:cubicBezTo>
                  <a:pt x="427460" y="86128"/>
                  <a:pt x="428528" y="86696"/>
                  <a:pt x="430072" y="86696"/>
                </a:cubicBezTo>
                <a:cubicBezTo>
                  <a:pt x="431982" y="86696"/>
                  <a:pt x="433981" y="85833"/>
                  <a:pt x="436071" y="84107"/>
                </a:cubicBezTo>
                <a:moveTo>
                  <a:pt x="414942" y="76336"/>
                </a:moveTo>
                <a:lnTo>
                  <a:pt x="414942" y="56570"/>
                </a:lnTo>
                <a:cubicBezTo>
                  <a:pt x="406946" y="59387"/>
                  <a:pt x="401289" y="62228"/>
                  <a:pt x="397972" y="65091"/>
                </a:cubicBezTo>
                <a:cubicBezTo>
                  <a:pt x="394655" y="67953"/>
                  <a:pt x="392951" y="71429"/>
                  <a:pt x="392859" y="75518"/>
                </a:cubicBezTo>
                <a:lnTo>
                  <a:pt x="392859" y="76063"/>
                </a:lnTo>
                <a:cubicBezTo>
                  <a:pt x="392859" y="78971"/>
                  <a:pt x="393699" y="81448"/>
                  <a:pt x="395380" y="83493"/>
                </a:cubicBezTo>
                <a:cubicBezTo>
                  <a:pt x="397062" y="85537"/>
                  <a:pt x="399085" y="86559"/>
                  <a:pt x="401447" y="86559"/>
                </a:cubicBezTo>
                <a:cubicBezTo>
                  <a:pt x="404537" y="86559"/>
                  <a:pt x="407854" y="85559"/>
                  <a:pt x="411398" y="83560"/>
                </a:cubicBezTo>
                <a:cubicBezTo>
                  <a:pt x="412851" y="82743"/>
                  <a:pt x="413805" y="81835"/>
                  <a:pt x="414260" y="80835"/>
                </a:cubicBezTo>
                <a:cubicBezTo>
                  <a:pt x="414715" y="79835"/>
                  <a:pt x="414942" y="78335"/>
                  <a:pt x="414942" y="76336"/>
                </a:cubicBezTo>
                <a:close/>
                <a:moveTo>
                  <a:pt x="501092" y="74428"/>
                </a:moveTo>
                <a:lnTo>
                  <a:pt x="493594" y="93103"/>
                </a:lnTo>
                <a:lnTo>
                  <a:pt x="440431" y="93103"/>
                </a:lnTo>
                <a:lnTo>
                  <a:pt x="440431" y="91468"/>
                </a:lnTo>
                <a:lnTo>
                  <a:pt x="464695" y="65703"/>
                </a:lnTo>
                <a:cubicBezTo>
                  <a:pt x="470420" y="59614"/>
                  <a:pt x="474805" y="53526"/>
                  <a:pt x="477849" y="47438"/>
                </a:cubicBezTo>
                <a:cubicBezTo>
                  <a:pt x="480894" y="41350"/>
                  <a:pt x="482416" y="35624"/>
                  <a:pt x="482416" y="30262"/>
                </a:cubicBezTo>
                <a:cubicBezTo>
                  <a:pt x="482416" y="24536"/>
                  <a:pt x="480667" y="19901"/>
                  <a:pt x="477168" y="16357"/>
                </a:cubicBezTo>
                <a:cubicBezTo>
                  <a:pt x="473670" y="12813"/>
                  <a:pt x="469013" y="11041"/>
                  <a:pt x="463197" y="11041"/>
                </a:cubicBezTo>
                <a:cubicBezTo>
                  <a:pt x="458471" y="11041"/>
                  <a:pt x="454677" y="12313"/>
                  <a:pt x="451813" y="14857"/>
                </a:cubicBezTo>
                <a:cubicBezTo>
                  <a:pt x="448951" y="17402"/>
                  <a:pt x="446157" y="22037"/>
                  <a:pt x="443431" y="28762"/>
                </a:cubicBezTo>
                <a:lnTo>
                  <a:pt x="440569" y="28080"/>
                </a:lnTo>
                <a:cubicBezTo>
                  <a:pt x="441750" y="23264"/>
                  <a:pt x="442954" y="19516"/>
                  <a:pt x="444180" y="16835"/>
                </a:cubicBezTo>
                <a:cubicBezTo>
                  <a:pt x="445407" y="14154"/>
                  <a:pt x="447111" y="11677"/>
                  <a:pt x="449292" y="9406"/>
                </a:cubicBezTo>
                <a:cubicBezTo>
                  <a:pt x="451837" y="6680"/>
                  <a:pt x="454813" y="4590"/>
                  <a:pt x="458220" y="3137"/>
                </a:cubicBezTo>
                <a:cubicBezTo>
                  <a:pt x="461628" y="1682"/>
                  <a:pt x="465195" y="955"/>
                  <a:pt x="468921" y="955"/>
                </a:cubicBezTo>
                <a:cubicBezTo>
                  <a:pt x="473647" y="955"/>
                  <a:pt x="477918" y="2022"/>
                  <a:pt x="481734" y="4158"/>
                </a:cubicBezTo>
                <a:cubicBezTo>
                  <a:pt x="485551" y="6293"/>
                  <a:pt x="488573" y="9156"/>
                  <a:pt x="490799" y="12746"/>
                </a:cubicBezTo>
                <a:cubicBezTo>
                  <a:pt x="493026" y="16335"/>
                  <a:pt x="494139" y="20401"/>
                  <a:pt x="494139" y="24945"/>
                </a:cubicBezTo>
                <a:cubicBezTo>
                  <a:pt x="494139" y="30308"/>
                  <a:pt x="492753" y="35692"/>
                  <a:pt x="489981" y="41099"/>
                </a:cubicBezTo>
                <a:cubicBezTo>
                  <a:pt x="487211" y="46505"/>
                  <a:pt x="482781" y="52390"/>
                  <a:pt x="476692" y="58752"/>
                </a:cubicBezTo>
                <a:lnTo>
                  <a:pt x="453791" y="82742"/>
                </a:lnTo>
                <a:lnTo>
                  <a:pt x="486370" y="82742"/>
                </a:lnTo>
                <a:cubicBezTo>
                  <a:pt x="488551" y="82652"/>
                  <a:pt x="490278" y="82425"/>
                  <a:pt x="491549" y="82062"/>
                </a:cubicBezTo>
                <a:cubicBezTo>
                  <a:pt x="492822" y="81697"/>
                  <a:pt x="494027" y="80879"/>
                  <a:pt x="495162" y="79608"/>
                </a:cubicBezTo>
                <a:cubicBezTo>
                  <a:pt x="496298" y="78335"/>
                  <a:pt x="497684" y="76381"/>
                  <a:pt x="499320" y="73746"/>
                </a:cubicBezTo>
                <a:lnTo>
                  <a:pt x="501092" y="74428"/>
                </a:lnTo>
                <a:close/>
                <a:moveTo>
                  <a:pt x="539124" y="955"/>
                </a:moveTo>
                <a:cubicBezTo>
                  <a:pt x="545123" y="955"/>
                  <a:pt x="550393" y="2954"/>
                  <a:pt x="554936" y="6953"/>
                </a:cubicBezTo>
                <a:cubicBezTo>
                  <a:pt x="559480" y="10951"/>
                  <a:pt x="563025" y="16471"/>
                  <a:pt x="565569" y="23514"/>
                </a:cubicBezTo>
                <a:cubicBezTo>
                  <a:pt x="568114" y="30557"/>
                  <a:pt x="569386" y="38759"/>
                  <a:pt x="569386" y="48119"/>
                </a:cubicBezTo>
                <a:cubicBezTo>
                  <a:pt x="569386" y="53571"/>
                  <a:pt x="568840" y="58865"/>
                  <a:pt x="567749" y="63999"/>
                </a:cubicBezTo>
                <a:cubicBezTo>
                  <a:pt x="566659" y="69134"/>
                  <a:pt x="565137" y="73769"/>
                  <a:pt x="563183" y="77904"/>
                </a:cubicBezTo>
                <a:cubicBezTo>
                  <a:pt x="561230" y="82039"/>
                  <a:pt x="558935" y="85379"/>
                  <a:pt x="556301" y="87923"/>
                </a:cubicBezTo>
                <a:cubicBezTo>
                  <a:pt x="551483" y="92649"/>
                  <a:pt x="545576" y="95012"/>
                  <a:pt x="538579" y="95012"/>
                </a:cubicBezTo>
                <a:cubicBezTo>
                  <a:pt x="530491" y="95012"/>
                  <a:pt x="523857" y="91922"/>
                  <a:pt x="518678" y="85742"/>
                </a:cubicBezTo>
                <a:cubicBezTo>
                  <a:pt x="516587" y="83197"/>
                  <a:pt x="514701" y="79880"/>
                  <a:pt x="513020" y="75791"/>
                </a:cubicBezTo>
                <a:cubicBezTo>
                  <a:pt x="511339" y="71702"/>
                  <a:pt x="510044" y="67180"/>
                  <a:pt x="509135" y="62227"/>
                </a:cubicBezTo>
                <a:cubicBezTo>
                  <a:pt x="508226" y="57274"/>
                  <a:pt x="507772" y="52299"/>
                  <a:pt x="507772" y="47301"/>
                </a:cubicBezTo>
                <a:cubicBezTo>
                  <a:pt x="507772" y="41939"/>
                  <a:pt x="508317" y="36759"/>
                  <a:pt x="509407" y="31762"/>
                </a:cubicBezTo>
                <a:cubicBezTo>
                  <a:pt x="510498" y="26763"/>
                  <a:pt x="512021" y="22196"/>
                  <a:pt x="513975" y="18063"/>
                </a:cubicBezTo>
                <a:cubicBezTo>
                  <a:pt x="515929" y="13928"/>
                  <a:pt x="518223" y="10588"/>
                  <a:pt x="520858" y="8043"/>
                </a:cubicBezTo>
                <a:cubicBezTo>
                  <a:pt x="525675" y="3318"/>
                  <a:pt x="531764" y="955"/>
                  <a:pt x="539124" y="955"/>
                </a:cubicBezTo>
                <a:moveTo>
                  <a:pt x="538716" y="4499"/>
                </a:moveTo>
                <a:cubicBezTo>
                  <a:pt x="532899" y="4499"/>
                  <a:pt x="528468" y="8202"/>
                  <a:pt x="525423" y="15608"/>
                </a:cubicBezTo>
                <a:cubicBezTo>
                  <a:pt x="522379" y="23014"/>
                  <a:pt x="520858" y="33988"/>
                  <a:pt x="520858" y="48528"/>
                </a:cubicBezTo>
                <a:cubicBezTo>
                  <a:pt x="520858" y="77155"/>
                  <a:pt x="526765" y="91468"/>
                  <a:pt x="538579" y="91468"/>
                </a:cubicBezTo>
                <a:cubicBezTo>
                  <a:pt x="550393" y="91468"/>
                  <a:pt x="556301" y="77109"/>
                  <a:pt x="556301" y="48391"/>
                </a:cubicBezTo>
                <a:cubicBezTo>
                  <a:pt x="556301" y="34124"/>
                  <a:pt x="554801" y="23242"/>
                  <a:pt x="551802" y="15746"/>
                </a:cubicBezTo>
                <a:cubicBezTo>
                  <a:pt x="548802" y="8248"/>
                  <a:pt x="544441" y="4499"/>
                  <a:pt x="538716" y="449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920" cap="flat">
            <a:solidFill>
              <a:srgbClr val="FFFFFF"/>
            </a:solidFill>
            <a:round/>
          </a:ln>
        </p:spPr>
      </p:sp>
      <p:sp>
        <p:nvSpPr>
          <p:cNvPr id="235" name="Text 𝑲">
            <a:extLst xmlns:a="http://schemas.openxmlformats.org/drawingml/2006/main">
              <a:ext uri="{FF2B5EF4-FFF2-40B4-BE49-F238E27FC236}">
                <a16:creationId xmlns:a16="http://schemas.microsoft.com/office/drawing/2014/main" id="{94699671-C655-4A4F-A210-A4BAFCE6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060" y="4930996"/>
            <a:ext cx="72971" cy="66447"/>
          </a:xfrm>
          <a:custGeom xmlns:a="http://schemas.openxmlformats.org/drawingml/2006/main">
            <a:pathLst>
              <a:path w="72971" h="66447">
                <a:moveTo>
                  <a:pt x="26968" y="29597"/>
                </a:moveTo>
                <a:lnTo>
                  <a:pt x="27699" y="29597"/>
                </a:lnTo>
                <a:cubicBezTo>
                  <a:pt x="29062" y="29597"/>
                  <a:pt x="30295" y="29362"/>
                  <a:pt x="31398" y="28891"/>
                </a:cubicBezTo>
                <a:cubicBezTo>
                  <a:pt x="32502" y="28421"/>
                  <a:pt x="33719" y="27658"/>
                  <a:pt x="35049" y="26603"/>
                </a:cubicBezTo>
                <a:cubicBezTo>
                  <a:pt x="36380" y="25549"/>
                  <a:pt x="38554" y="23528"/>
                  <a:pt x="41572" y="20543"/>
                </a:cubicBezTo>
                <a:cubicBezTo>
                  <a:pt x="44590" y="17557"/>
                  <a:pt x="46773" y="15253"/>
                  <a:pt x="48120" y="13630"/>
                </a:cubicBezTo>
                <a:cubicBezTo>
                  <a:pt x="49466" y="12008"/>
                  <a:pt x="50424" y="10636"/>
                  <a:pt x="50992" y="9517"/>
                </a:cubicBezTo>
                <a:cubicBezTo>
                  <a:pt x="51560" y="8397"/>
                  <a:pt x="51844" y="7367"/>
                  <a:pt x="51844" y="6426"/>
                </a:cubicBezTo>
                <a:cubicBezTo>
                  <a:pt x="51844" y="5290"/>
                  <a:pt x="51584" y="4503"/>
                  <a:pt x="51065" y="4065"/>
                </a:cubicBezTo>
                <a:cubicBezTo>
                  <a:pt x="50546" y="3627"/>
                  <a:pt x="49686" y="3343"/>
                  <a:pt x="48485" y="3213"/>
                </a:cubicBezTo>
                <a:lnTo>
                  <a:pt x="49215" y="0"/>
                </a:lnTo>
                <a:lnTo>
                  <a:pt x="72971" y="0"/>
                </a:lnTo>
                <a:lnTo>
                  <a:pt x="72240" y="3310"/>
                </a:lnTo>
                <a:cubicBezTo>
                  <a:pt x="71169" y="3537"/>
                  <a:pt x="70228" y="3846"/>
                  <a:pt x="69417" y="4235"/>
                </a:cubicBezTo>
                <a:cubicBezTo>
                  <a:pt x="68606" y="4625"/>
                  <a:pt x="67591" y="5322"/>
                  <a:pt x="66374" y="6328"/>
                </a:cubicBezTo>
                <a:cubicBezTo>
                  <a:pt x="65157" y="7334"/>
                  <a:pt x="63348" y="8989"/>
                  <a:pt x="60947" y="11294"/>
                </a:cubicBezTo>
                <a:lnTo>
                  <a:pt x="43325" y="28185"/>
                </a:lnTo>
                <a:lnTo>
                  <a:pt x="53596" y="53499"/>
                </a:lnTo>
                <a:cubicBezTo>
                  <a:pt x="54570" y="55900"/>
                  <a:pt x="55430" y="57758"/>
                  <a:pt x="56176" y="59073"/>
                </a:cubicBezTo>
                <a:cubicBezTo>
                  <a:pt x="56923" y="60387"/>
                  <a:pt x="57677" y="61344"/>
                  <a:pt x="58440" y="61945"/>
                </a:cubicBezTo>
                <a:cubicBezTo>
                  <a:pt x="59202" y="62545"/>
                  <a:pt x="60200" y="62991"/>
                  <a:pt x="61434" y="63283"/>
                </a:cubicBezTo>
                <a:lnTo>
                  <a:pt x="60801" y="66447"/>
                </a:lnTo>
                <a:lnTo>
                  <a:pt x="36461" y="66447"/>
                </a:lnTo>
                <a:lnTo>
                  <a:pt x="37191" y="63235"/>
                </a:lnTo>
                <a:cubicBezTo>
                  <a:pt x="38067" y="63137"/>
                  <a:pt x="38684" y="62910"/>
                  <a:pt x="39041" y="62553"/>
                </a:cubicBezTo>
                <a:cubicBezTo>
                  <a:pt x="39398" y="62196"/>
                  <a:pt x="39576" y="61612"/>
                  <a:pt x="39576" y="60801"/>
                </a:cubicBezTo>
                <a:cubicBezTo>
                  <a:pt x="39576" y="60022"/>
                  <a:pt x="39414" y="59024"/>
                  <a:pt x="39090" y="57807"/>
                </a:cubicBezTo>
                <a:cubicBezTo>
                  <a:pt x="38765" y="56590"/>
                  <a:pt x="38067" y="54602"/>
                  <a:pt x="36996" y="51844"/>
                </a:cubicBezTo>
                <a:lnTo>
                  <a:pt x="32567" y="40355"/>
                </a:lnTo>
                <a:cubicBezTo>
                  <a:pt x="31950" y="38765"/>
                  <a:pt x="31374" y="37605"/>
                  <a:pt x="30838" y="36875"/>
                </a:cubicBezTo>
                <a:cubicBezTo>
                  <a:pt x="30303" y="36145"/>
                  <a:pt x="29735" y="35633"/>
                  <a:pt x="29135" y="35341"/>
                </a:cubicBezTo>
                <a:cubicBezTo>
                  <a:pt x="28534" y="35049"/>
                  <a:pt x="27666" y="34903"/>
                  <a:pt x="26530" y="34903"/>
                </a:cubicBezTo>
                <a:lnTo>
                  <a:pt x="25800" y="34903"/>
                </a:lnTo>
                <a:lnTo>
                  <a:pt x="21760" y="53304"/>
                </a:lnTo>
                <a:cubicBezTo>
                  <a:pt x="21533" y="54375"/>
                  <a:pt x="21370" y="55276"/>
                  <a:pt x="21273" y="56006"/>
                </a:cubicBezTo>
                <a:cubicBezTo>
                  <a:pt x="21176" y="56736"/>
                  <a:pt x="21127" y="57734"/>
                  <a:pt x="21127" y="59000"/>
                </a:cubicBezTo>
                <a:cubicBezTo>
                  <a:pt x="21127" y="60363"/>
                  <a:pt x="21443" y="61360"/>
                  <a:pt x="22076" y="61993"/>
                </a:cubicBezTo>
                <a:cubicBezTo>
                  <a:pt x="22709" y="62626"/>
                  <a:pt x="23739" y="63040"/>
                  <a:pt x="25167" y="63235"/>
                </a:cubicBezTo>
                <a:lnTo>
                  <a:pt x="24486" y="66447"/>
                </a:lnTo>
                <a:lnTo>
                  <a:pt x="0" y="66447"/>
                </a:lnTo>
                <a:lnTo>
                  <a:pt x="682" y="63235"/>
                </a:lnTo>
                <a:cubicBezTo>
                  <a:pt x="2531" y="62715"/>
                  <a:pt x="3894" y="61807"/>
                  <a:pt x="4771" y="60509"/>
                </a:cubicBezTo>
                <a:cubicBezTo>
                  <a:pt x="5647" y="59210"/>
                  <a:pt x="6474" y="56809"/>
                  <a:pt x="7253" y="53304"/>
                </a:cubicBezTo>
                <a:lnTo>
                  <a:pt x="16113" y="13143"/>
                </a:lnTo>
                <a:cubicBezTo>
                  <a:pt x="16535" y="11229"/>
                  <a:pt x="16746" y="9330"/>
                  <a:pt x="16746" y="7448"/>
                </a:cubicBezTo>
                <a:cubicBezTo>
                  <a:pt x="16746" y="6085"/>
                  <a:pt x="16429" y="5087"/>
                  <a:pt x="15796" y="4454"/>
                </a:cubicBezTo>
                <a:cubicBezTo>
                  <a:pt x="15164" y="3821"/>
                  <a:pt x="14133" y="3408"/>
                  <a:pt x="12705" y="3213"/>
                </a:cubicBezTo>
                <a:lnTo>
                  <a:pt x="13387" y="0"/>
                </a:lnTo>
                <a:lnTo>
                  <a:pt x="37873" y="0"/>
                </a:lnTo>
                <a:lnTo>
                  <a:pt x="37191" y="3213"/>
                </a:lnTo>
                <a:cubicBezTo>
                  <a:pt x="35341" y="3732"/>
                  <a:pt x="33978" y="4641"/>
                  <a:pt x="33102" y="5939"/>
                </a:cubicBezTo>
                <a:cubicBezTo>
                  <a:pt x="32226" y="7237"/>
                  <a:pt x="31398" y="9639"/>
                  <a:pt x="30619" y="13143"/>
                </a:cubicBezTo>
                <a:lnTo>
                  <a:pt x="26968" y="2959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𝟏">
            <a:extLst xmlns:a="http://schemas.openxmlformats.org/drawingml/2006/main">
              <a:ext uri="{FF2B5EF4-FFF2-40B4-BE49-F238E27FC236}">
                <a16:creationId xmlns:a16="http://schemas.microsoft.com/office/drawing/2014/main" id="{D0F33BD1-2A9E-4762-831A-B91ECD3C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555" y="4962501"/>
            <a:ext cx="36809" cy="55074"/>
          </a:xfrm>
          <a:custGeom xmlns:a="http://schemas.openxmlformats.org/drawingml/2006/main">
            <a:pathLst>
              <a:path w="36809" h="55074">
                <a:moveTo>
                  <a:pt x="25683" y="43947"/>
                </a:moveTo>
                <a:cubicBezTo>
                  <a:pt x="25683" y="45489"/>
                  <a:pt x="25769" y="46653"/>
                  <a:pt x="25942" y="47437"/>
                </a:cubicBezTo>
                <a:cubicBezTo>
                  <a:pt x="26115" y="48221"/>
                  <a:pt x="26420" y="48859"/>
                  <a:pt x="26859" y="49351"/>
                </a:cubicBezTo>
                <a:cubicBezTo>
                  <a:pt x="27298" y="49843"/>
                  <a:pt x="27929" y="50229"/>
                  <a:pt x="28753" y="50508"/>
                </a:cubicBezTo>
                <a:cubicBezTo>
                  <a:pt x="29577" y="50787"/>
                  <a:pt x="30614" y="51000"/>
                  <a:pt x="31864" y="51146"/>
                </a:cubicBezTo>
                <a:cubicBezTo>
                  <a:pt x="33113" y="51292"/>
                  <a:pt x="34762" y="51392"/>
                  <a:pt x="36809" y="51445"/>
                </a:cubicBezTo>
                <a:lnTo>
                  <a:pt x="36809" y="55074"/>
                </a:lnTo>
                <a:lnTo>
                  <a:pt x="2393" y="55074"/>
                </a:lnTo>
                <a:lnTo>
                  <a:pt x="2393" y="51445"/>
                </a:lnTo>
                <a:cubicBezTo>
                  <a:pt x="5344" y="51312"/>
                  <a:pt x="7451" y="51132"/>
                  <a:pt x="8714" y="50906"/>
                </a:cubicBezTo>
                <a:cubicBezTo>
                  <a:pt x="9977" y="50680"/>
                  <a:pt x="10940" y="50342"/>
                  <a:pt x="11605" y="49890"/>
                </a:cubicBezTo>
                <a:cubicBezTo>
                  <a:pt x="12270" y="49438"/>
                  <a:pt x="12755" y="48799"/>
                  <a:pt x="13061" y="47975"/>
                </a:cubicBezTo>
                <a:cubicBezTo>
                  <a:pt x="13366" y="47151"/>
                  <a:pt x="13519" y="45809"/>
                  <a:pt x="13519" y="43947"/>
                </a:cubicBezTo>
                <a:lnTo>
                  <a:pt x="13519" y="15114"/>
                </a:lnTo>
                <a:cubicBezTo>
                  <a:pt x="13519" y="14024"/>
                  <a:pt x="13313" y="13240"/>
                  <a:pt x="12901" y="12762"/>
                </a:cubicBezTo>
                <a:cubicBezTo>
                  <a:pt x="12489" y="12283"/>
                  <a:pt x="11924" y="12044"/>
                  <a:pt x="11206" y="12044"/>
                </a:cubicBezTo>
                <a:cubicBezTo>
                  <a:pt x="10542" y="12044"/>
                  <a:pt x="9604" y="12349"/>
                  <a:pt x="8395" y="12961"/>
                </a:cubicBezTo>
                <a:cubicBezTo>
                  <a:pt x="7185" y="13572"/>
                  <a:pt x="5198" y="14822"/>
                  <a:pt x="2433" y="16710"/>
                </a:cubicBezTo>
                <a:lnTo>
                  <a:pt x="0" y="12482"/>
                </a:lnTo>
                <a:lnTo>
                  <a:pt x="20817" y="0"/>
                </a:lnTo>
                <a:lnTo>
                  <a:pt x="25922" y="0"/>
                </a:lnTo>
                <a:cubicBezTo>
                  <a:pt x="25762" y="2552"/>
                  <a:pt x="25683" y="6088"/>
                  <a:pt x="25683" y="10608"/>
                </a:cubicBezTo>
                <a:lnTo>
                  <a:pt x="25683" y="439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A9D48-E177-4039-8193-B8770D73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633" y="4528843"/>
            <a:ext cx="558790" cy="432254"/>
          </a:xfrm>
          <a:custGeom xmlns:a="http://schemas.openxmlformats.org/drawingml/2006/main">
            <a:pathLst>
              <a:path w="558790" h="432254">
                <a:moveTo>
                  <a:pt x="9" y="400009"/>
                </a:moveTo>
                <a:lnTo>
                  <a:pt x="36" y="400273"/>
                </a:lnTo>
                <a:lnTo>
                  <a:pt x="81" y="400532"/>
                </a:lnTo>
                <a:lnTo>
                  <a:pt x="143" y="400786"/>
                </a:lnTo>
                <a:lnTo>
                  <a:pt x="221" y="401034"/>
                </a:lnTo>
                <a:lnTo>
                  <a:pt x="314" y="401275"/>
                </a:lnTo>
                <a:lnTo>
                  <a:pt x="423" y="401509"/>
                </a:lnTo>
                <a:lnTo>
                  <a:pt x="546" y="401735"/>
                </a:lnTo>
                <a:lnTo>
                  <a:pt x="682" y="401953"/>
                </a:lnTo>
                <a:lnTo>
                  <a:pt x="833" y="402161"/>
                </a:lnTo>
                <a:lnTo>
                  <a:pt x="995" y="402359"/>
                </a:lnTo>
                <a:lnTo>
                  <a:pt x="1170" y="402547"/>
                </a:lnTo>
                <a:lnTo>
                  <a:pt x="1357" y="402723"/>
                </a:lnTo>
                <a:lnTo>
                  <a:pt x="1554" y="402888"/>
                </a:lnTo>
                <a:lnTo>
                  <a:pt x="1762" y="403040"/>
                </a:lnTo>
                <a:lnTo>
                  <a:pt x="1979" y="403179"/>
                </a:lnTo>
                <a:lnTo>
                  <a:pt x="2205" y="403304"/>
                </a:lnTo>
                <a:lnTo>
                  <a:pt x="2440" y="403414"/>
                </a:lnTo>
                <a:lnTo>
                  <a:pt x="2683" y="403510"/>
                </a:lnTo>
                <a:lnTo>
                  <a:pt x="2933" y="403589"/>
                </a:lnTo>
                <a:lnTo>
                  <a:pt x="3190" y="403652"/>
                </a:lnTo>
                <a:lnTo>
                  <a:pt x="3452" y="403698"/>
                </a:lnTo>
                <a:lnTo>
                  <a:pt x="3721" y="403726"/>
                </a:lnTo>
                <a:lnTo>
                  <a:pt x="3994" y="403735"/>
                </a:lnTo>
                <a:lnTo>
                  <a:pt x="536149" y="403735"/>
                </a:lnTo>
                <a:lnTo>
                  <a:pt x="500954" y="424265"/>
                </a:lnTo>
                <a:lnTo>
                  <a:pt x="500721" y="424412"/>
                </a:lnTo>
                <a:lnTo>
                  <a:pt x="500502" y="424571"/>
                </a:lnTo>
                <a:lnTo>
                  <a:pt x="500296" y="424741"/>
                </a:lnTo>
                <a:lnTo>
                  <a:pt x="500104" y="424923"/>
                </a:lnTo>
                <a:lnTo>
                  <a:pt x="499927" y="425115"/>
                </a:lnTo>
                <a:lnTo>
                  <a:pt x="499763" y="425316"/>
                </a:lnTo>
                <a:lnTo>
                  <a:pt x="499615" y="425527"/>
                </a:lnTo>
                <a:lnTo>
                  <a:pt x="499481" y="425745"/>
                </a:lnTo>
                <a:lnTo>
                  <a:pt x="499362" y="425970"/>
                </a:lnTo>
                <a:lnTo>
                  <a:pt x="499258" y="426202"/>
                </a:lnTo>
                <a:lnTo>
                  <a:pt x="499170" y="426439"/>
                </a:lnTo>
                <a:lnTo>
                  <a:pt x="499097" y="426682"/>
                </a:lnTo>
                <a:lnTo>
                  <a:pt x="499040" y="426928"/>
                </a:lnTo>
                <a:lnTo>
                  <a:pt x="498999" y="427178"/>
                </a:lnTo>
                <a:lnTo>
                  <a:pt x="498974" y="427431"/>
                </a:lnTo>
                <a:lnTo>
                  <a:pt x="498966" y="427686"/>
                </a:lnTo>
                <a:lnTo>
                  <a:pt x="498974" y="427941"/>
                </a:lnTo>
                <a:lnTo>
                  <a:pt x="499000" y="428197"/>
                </a:lnTo>
                <a:lnTo>
                  <a:pt x="499042" y="428453"/>
                </a:lnTo>
                <a:lnTo>
                  <a:pt x="499101" y="428707"/>
                </a:lnTo>
                <a:lnTo>
                  <a:pt x="499178" y="428959"/>
                </a:lnTo>
                <a:lnTo>
                  <a:pt x="499273" y="429209"/>
                </a:lnTo>
                <a:lnTo>
                  <a:pt x="499386" y="429455"/>
                </a:lnTo>
                <a:lnTo>
                  <a:pt x="499516" y="429697"/>
                </a:lnTo>
                <a:lnTo>
                  <a:pt x="499663" y="429930"/>
                </a:lnTo>
                <a:lnTo>
                  <a:pt x="499822" y="430150"/>
                </a:lnTo>
                <a:lnTo>
                  <a:pt x="499992" y="430356"/>
                </a:lnTo>
                <a:lnTo>
                  <a:pt x="500174" y="430547"/>
                </a:lnTo>
                <a:lnTo>
                  <a:pt x="500366" y="430725"/>
                </a:lnTo>
                <a:lnTo>
                  <a:pt x="500567" y="430888"/>
                </a:lnTo>
                <a:lnTo>
                  <a:pt x="500778" y="431037"/>
                </a:lnTo>
                <a:lnTo>
                  <a:pt x="500996" y="431171"/>
                </a:lnTo>
                <a:lnTo>
                  <a:pt x="501221" y="431290"/>
                </a:lnTo>
                <a:lnTo>
                  <a:pt x="501453" y="431394"/>
                </a:lnTo>
                <a:lnTo>
                  <a:pt x="501690" y="431482"/>
                </a:lnTo>
                <a:lnTo>
                  <a:pt x="501933" y="431555"/>
                </a:lnTo>
                <a:lnTo>
                  <a:pt x="502179" y="431612"/>
                </a:lnTo>
                <a:lnTo>
                  <a:pt x="502429" y="431653"/>
                </a:lnTo>
                <a:lnTo>
                  <a:pt x="502682" y="431677"/>
                </a:lnTo>
                <a:lnTo>
                  <a:pt x="502937" y="431686"/>
                </a:lnTo>
                <a:lnTo>
                  <a:pt x="503192" y="431677"/>
                </a:lnTo>
                <a:lnTo>
                  <a:pt x="503448" y="431652"/>
                </a:lnTo>
                <a:lnTo>
                  <a:pt x="503704" y="431610"/>
                </a:lnTo>
                <a:lnTo>
                  <a:pt x="503958" y="431550"/>
                </a:lnTo>
                <a:lnTo>
                  <a:pt x="504210" y="431473"/>
                </a:lnTo>
                <a:lnTo>
                  <a:pt x="504460" y="431379"/>
                </a:lnTo>
                <a:lnTo>
                  <a:pt x="504706" y="431266"/>
                </a:lnTo>
                <a:lnTo>
                  <a:pt x="504948" y="431135"/>
                </a:lnTo>
                <a:lnTo>
                  <a:pt x="558790" y="399741"/>
                </a:lnTo>
                <a:lnTo>
                  <a:pt x="504948" y="368346"/>
                </a:lnTo>
                <a:lnTo>
                  <a:pt x="504706" y="368216"/>
                </a:lnTo>
                <a:lnTo>
                  <a:pt x="504460" y="368103"/>
                </a:lnTo>
                <a:lnTo>
                  <a:pt x="504210" y="368008"/>
                </a:lnTo>
                <a:lnTo>
                  <a:pt x="503958" y="367931"/>
                </a:lnTo>
                <a:lnTo>
                  <a:pt x="503704" y="367872"/>
                </a:lnTo>
                <a:lnTo>
                  <a:pt x="503448" y="367830"/>
                </a:lnTo>
                <a:lnTo>
                  <a:pt x="503192" y="367804"/>
                </a:lnTo>
                <a:lnTo>
                  <a:pt x="502937" y="367796"/>
                </a:lnTo>
                <a:lnTo>
                  <a:pt x="502682" y="367804"/>
                </a:lnTo>
                <a:lnTo>
                  <a:pt x="502429" y="367829"/>
                </a:lnTo>
                <a:lnTo>
                  <a:pt x="502179" y="367870"/>
                </a:lnTo>
                <a:lnTo>
                  <a:pt x="501933" y="367927"/>
                </a:lnTo>
                <a:lnTo>
                  <a:pt x="501690" y="368000"/>
                </a:lnTo>
                <a:lnTo>
                  <a:pt x="501453" y="368088"/>
                </a:lnTo>
                <a:lnTo>
                  <a:pt x="501221" y="368192"/>
                </a:lnTo>
                <a:lnTo>
                  <a:pt x="500996" y="368311"/>
                </a:lnTo>
                <a:lnTo>
                  <a:pt x="500778" y="368445"/>
                </a:lnTo>
                <a:lnTo>
                  <a:pt x="500567" y="368594"/>
                </a:lnTo>
                <a:lnTo>
                  <a:pt x="500366" y="368757"/>
                </a:lnTo>
                <a:lnTo>
                  <a:pt x="500174" y="368934"/>
                </a:lnTo>
                <a:lnTo>
                  <a:pt x="499992" y="369126"/>
                </a:lnTo>
                <a:lnTo>
                  <a:pt x="499822" y="369332"/>
                </a:lnTo>
                <a:lnTo>
                  <a:pt x="499663" y="369551"/>
                </a:lnTo>
                <a:lnTo>
                  <a:pt x="499516" y="369784"/>
                </a:lnTo>
                <a:lnTo>
                  <a:pt x="499386" y="370017"/>
                </a:lnTo>
                <a:lnTo>
                  <a:pt x="499273" y="370256"/>
                </a:lnTo>
                <a:lnTo>
                  <a:pt x="499178" y="370499"/>
                </a:lnTo>
                <a:lnTo>
                  <a:pt x="499101" y="370747"/>
                </a:lnTo>
                <a:lnTo>
                  <a:pt x="499042" y="370998"/>
                </a:lnTo>
                <a:lnTo>
                  <a:pt x="499000" y="371251"/>
                </a:lnTo>
                <a:lnTo>
                  <a:pt x="498974" y="371506"/>
                </a:lnTo>
                <a:lnTo>
                  <a:pt x="498966" y="371761"/>
                </a:lnTo>
                <a:lnTo>
                  <a:pt x="498974" y="372016"/>
                </a:lnTo>
                <a:lnTo>
                  <a:pt x="498999" y="372269"/>
                </a:lnTo>
                <a:lnTo>
                  <a:pt x="499040" y="372521"/>
                </a:lnTo>
                <a:lnTo>
                  <a:pt x="499097" y="372770"/>
                </a:lnTo>
                <a:lnTo>
                  <a:pt x="499170" y="373015"/>
                </a:lnTo>
                <a:lnTo>
                  <a:pt x="499258" y="373256"/>
                </a:lnTo>
                <a:lnTo>
                  <a:pt x="499362" y="373491"/>
                </a:lnTo>
                <a:lnTo>
                  <a:pt x="499481" y="373719"/>
                </a:lnTo>
                <a:lnTo>
                  <a:pt x="499615" y="373941"/>
                </a:lnTo>
                <a:lnTo>
                  <a:pt x="499763" y="374154"/>
                </a:lnTo>
                <a:lnTo>
                  <a:pt x="499927" y="374359"/>
                </a:lnTo>
                <a:lnTo>
                  <a:pt x="500104" y="374553"/>
                </a:lnTo>
                <a:lnTo>
                  <a:pt x="500296" y="374737"/>
                </a:lnTo>
                <a:lnTo>
                  <a:pt x="500502" y="374910"/>
                </a:lnTo>
                <a:lnTo>
                  <a:pt x="500721" y="375070"/>
                </a:lnTo>
                <a:lnTo>
                  <a:pt x="500954" y="375216"/>
                </a:lnTo>
                <a:lnTo>
                  <a:pt x="536149" y="395747"/>
                </a:lnTo>
                <a:lnTo>
                  <a:pt x="7988" y="395747"/>
                </a:lnTo>
                <a:lnTo>
                  <a:pt x="7988" y="0"/>
                </a:lnTo>
                <a:lnTo>
                  <a:pt x="0" y="0"/>
                </a:lnTo>
                <a:lnTo>
                  <a:pt x="0" y="399741"/>
                </a:lnTo>
                <a:lnTo>
                  <a:pt x="9" y="4000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744C1-1FE2-4B1D-B328-E07C66A9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9503" y="4528843"/>
            <a:ext cx="1015888" cy="731181"/>
          </a:xfrm>
          <a:custGeom xmlns:a="http://schemas.openxmlformats.org/drawingml/2006/main">
            <a:pathLst>
              <a:path w="1015888" h="731181" fill="none">
                <a:moveTo>
                  <a:pt x="0" y="0"/>
                </a:moveTo>
                <a:lnTo>
                  <a:pt x="0" y="731181"/>
                </a:lnTo>
                <a:lnTo>
                  <a:pt x="1015888" y="731181"/>
                </a:lnTo>
              </a:path>
            </a:pathLst>
          </a:custGeom>
          <a:noFill xmlns:a="http://schemas.openxmlformats.org/drawingml/2006/main"/>
          <a:ln xmlns:a="http://schemas.openxmlformats.org/drawingml/2006/main" w="7988" cap="flat">
            <a:solidFill>
              <a:srgbClr val="000000"/>
            </a:solidFill>
            <a:round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C259F-F504-4521-8899-F9F4BE6D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633" y="4532678"/>
            <a:ext cx="555435" cy="2047865"/>
          </a:xfrm>
          <a:custGeom xmlns:a="http://schemas.openxmlformats.org/drawingml/2006/main">
            <a:pathLst>
              <a:path w="555435" h="2047865">
                <a:moveTo>
                  <a:pt x="9" y="2015618"/>
                </a:moveTo>
                <a:lnTo>
                  <a:pt x="36" y="2015886"/>
                </a:lnTo>
                <a:lnTo>
                  <a:pt x="81" y="2016149"/>
                </a:lnTo>
                <a:lnTo>
                  <a:pt x="143" y="2016406"/>
                </a:lnTo>
                <a:lnTo>
                  <a:pt x="221" y="2016656"/>
                </a:lnTo>
                <a:lnTo>
                  <a:pt x="314" y="2016899"/>
                </a:lnTo>
                <a:lnTo>
                  <a:pt x="423" y="2017133"/>
                </a:lnTo>
                <a:lnTo>
                  <a:pt x="546" y="2017360"/>
                </a:lnTo>
                <a:lnTo>
                  <a:pt x="682" y="2017577"/>
                </a:lnTo>
                <a:lnTo>
                  <a:pt x="833" y="2017785"/>
                </a:lnTo>
                <a:lnTo>
                  <a:pt x="995" y="2017982"/>
                </a:lnTo>
                <a:lnTo>
                  <a:pt x="1170" y="2018168"/>
                </a:lnTo>
                <a:lnTo>
                  <a:pt x="1357" y="2018343"/>
                </a:lnTo>
                <a:lnTo>
                  <a:pt x="1554" y="2018506"/>
                </a:lnTo>
                <a:lnTo>
                  <a:pt x="1762" y="2018656"/>
                </a:lnTo>
                <a:lnTo>
                  <a:pt x="1979" y="2018793"/>
                </a:lnTo>
                <a:lnTo>
                  <a:pt x="2205" y="2018916"/>
                </a:lnTo>
                <a:lnTo>
                  <a:pt x="2440" y="2019024"/>
                </a:lnTo>
                <a:lnTo>
                  <a:pt x="2683" y="2019118"/>
                </a:lnTo>
                <a:lnTo>
                  <a:pt x="2933" y="2019196"/>
                </a:lnTo>
                <a:lnTo>
                  <a:pt x="3190" y="2019257"/>
                </a:lnTo>
                <a:lnTo>
                  <a:pt x="3452" y="2019302"/>
                </a:lnTo>
                <a:lnTo>
                  <a:pt x="3721" y="2019329"/>
                </a:lnTo>
                <a:lnTo>
                  <a:pt x="3994" y="2019339"/>
                </a:lnTo>
                <a:lnTo>
                  <a:pt x="532766" y="2019339"/>
                </a:lnTo>
                <a:lnTo>
                  <a:pt x="497599" y="2039853"/>
                </a:lnTo>
                <a:lnTo>
                  <a:pt x="497366" y="2039999"/>
                </a:lnTo>
                <a:lnTo>
                  <a:pt x="497147" y="2040159"/>
                </a:lnTo>
                <a:lnTo>
                  <a:pt x="496941" y="2040331"/>
                </a:lnTo>
                <a:lnTo>
                  <a:pt x="496749" y="2040514"/>
                </a:lnTo>
                <a:lnTo>
                  <a:pt x="496572" y="2040708"/>
                </a:lnTo>
                <a:lnTo>
                  <a:pt x="496408" y="2040911"/>
                </a:lnTo>
                <a:lnTo>
                  <a:pt x="496260" y="2041123"/>
                </a:lnTo>
                <a:lnTo>
                  <a:pt x="496126" y="2041344"/>
                </a:lnTo>
                <a:lnTo>
                  <a:pt x="496007" y="2041572"/>
                </a:lnTo>
                <a:lnTo>
                  <a:pt x="495903" y="2041806"/>
                </a:lnTo>
                <a:lnTo>
                  <a:pt x="495815" y="2042046"/>
                </a:lnTo>
                <a:lnTo>
                  <a:pt x="495742" y="2042291"/>
                </a:lnTo>
                <a:lnTo>
                  <a:pt x="495685" y="2042540"/>
                </a:lnTo>
                <a:lnTo>
                  <a:pt x="495644" y="2042793"/>
                </a:lnTo>
                <a:lnTo>
                  <a:pt x="495619" y="2043047"/>
                </a:lnTo>
                <a:lnTo>
                  <a:pt x="495611" y="2043304"/>
                </a:lnTo>
                <a:lnTo>
                  <a:pt x="495619" y="2043561"/>
                </a:lnTo>
                <a:lnTo>
                  <a:pt x="495644" y="2043818"/>
                </a:lnTo>
                <a:lnTo>
                  <a:pt x="495687" y="2044075"/>
                </a:lnTo>
                <a:lnTo>
                  <a:pt x="495746" y="2044330"/>
                </a:lnTo>
                <a:lnTo>
                  <a:pt x="495823" y="2044582"/>
                </a:lnTo>
                <a:lnTo>
                  <a:pt x="495918" y="2044831"/>
                </a:lnTo>
                <a:lnTo>
                  <a:pt x="496031" y="2045077"/>
                </a:lnTo>
                <a:lnTo>
                  <a:pt x="496161" y="2045317"/>
                </a:lnTo>
                <a:lnTo>
                  <a:pt x="496308" y="2045549"/>
                </a:lnTo>
                <a:lnTo>
                  <a:pt x="496466" y="2045767"/>
                </a:lnTo>
                <a:lnTo>
                  <a:pt x="496637" y="2045972"/>
                </a:lnTo>
                <a:lnTo>
                  <a:pt x="496819" y="2046163"/>
                </a:lnTo>
                <a:lnTo>
                  <a:pt x="497011" y="2046340"/>
                </a:lnTo>
                <a:lnTo>
                  <a:pt x="497212" y="2046503"/>
                </a:lnTo>
                <a:lnTo>
                  <a:pt x="497422" y="2046651"/>
                </a:lnTo>
                <a:lnTo>
                  <a:pt x="497641" y="2046785"/>
                </a:lnTo>
                <a:lnTo>
                  <a:pt x="497866" y="2046904"/>
                </a:lnTo>
                <a:lnTo>
                  <a:pt x="498098" y="2047007"/>
                </a:lnTo>
                <a:lnTo>
                  <a:pt x="498335" y="2047095"/>
                </a:lnTo>
                <a:lnTo>
                  <a:pt x="498578" y="2047168"/>
                </a:lnTo>
                <a:lnTo>
                  <a:pt x="498824" y="2047225"/>
                </a:lnTo>
                <a:lnTo>
                  <a:pt x="499074" y="2047266"/>
                </a:lnTo>
                <a:lnTo>
                  <a:pt x="499327" y="2047291"/>
                </a:lnTo>
                <a:lnTo>
                  <a:pt x="499581" y="2047300"/>
                </a:lnTo>
                <a:lnTo>
                  <a:pt x="499837" y="2047292"/>
                </a:lnTo>
                <a:lnTo>
                  <a:pt x="500093" y="2047267"/>
                </a:lnTo>
                <a:lnTo>
                  <a:pt x="500349" y="2047225"/>
                </a:lnTo>
                <a:lnTo>
                  <a:pt x="500603" y="2047166"/>
                </a:lnTo>
                <a:lnTo>
                  <a:pt x="500855" y="2047090"/>
                </a:lnTo>
                <a:lnTo>
                  <a:pt x="501105" y="2046996"/>
                </a:lnTo>
                <a:lnTo>
                  <a:pt x="501351" y="2046885"/>
                </a:lnTo>
                <a:lnTo>
                  <a:pt x="501593" y="2046755"/>
                </a:lnTo>
                <a:lnTo>
                  <a:pt x="555435" y="2015344"/>
                </a:lnTo>
                <a:lnTo>
                  <a:pt x="501593" y="1983934"/>
                </a:lnTo>
                <a:lnTo>
                  <a:pt x="501351" y="1983804"/>
                </a:lnTo>
                <a:lnTo>
                  <a:pt x="501105" y="1983693"/>
                </a:lnTo>
                <a:lnTo>
                  <a:pt x="500855" y="1983599"/>
                </a:lnTo>
                <a:lnTo>
                  <a:pt x="500603" y="1983523"/>
                </a:lnTo>
                <a:lnTo>
                  <a:pt x="500349" y="1983464"/>
                </a:lnTo>
                <a:lnTo>
                  <a:pt x="500093" y="1983423"/>
                </a:lnTo>
                <a:lnTo>
                  <a:pt x="499837" y="1983398"/>
                </a:lnTo>
                <a:lnTo>
                  <a:pt x="499581" y="1983391"/>
                </a:lnTo>
                <a:lnTo>
                  <a:pt x="499327" y="1983400"/>
                </a:lnTo>
                <a:lnTo>
                  <a:pt x="499074" y="1983425"/>
                </a:lnTo>
                <a:lnTo>
                  <a:pt x="498824" y="1983466"/>
                </a:lnTo>
                <a:lnTo>
                  <a:pt x="498578" y="1983523"/>
                </a:lnTo>
                <a:lnTo>
                  <a:pt x="498335" y="1983596"/>
                </a:lnTo>
                <a:lnTo>
                  <a:pt x="498098" y="1983685"/>
                </a:lnTo>
                <a:lnTo>
                  <a:pt x="497866" y="1983788"/>
                </a:lnTo>
                <a:lnTo>
                  <a:pt x="497641" y="1983907"/>
                </a:lnTo>
                <a:lnTo>
                  <a:pt x="497422" y="1984041"/>
                </a:lnTo>
                <a:lnTo>
                  <a:pt x="497212" y="1984189"/>
                </a:lnTo>
                <a:lnTo>
                  <a:pt x="497011" y="1984351"/>
                </a:lnTo>
                <a:lnTo>
                  <a:pt x="496819" y="1984528"/>
                </a:lnTo>
                <a:lnTo>
                  <a:pt x="496637" y="1984719"/>
                </a:lnTo>
                <a:lnTo>
                  <a:pt x="496466" y="1984923"/>
                </a:lnTo>
                <a:lnTo>
                  <a:pt x="496308" y="1985141"/>
                </a:lnTo>
                <a:lnTo>
                  <a:pt x="496161" y="1985372"/>
                </a:lnTo>
                <a:lnTo>
                  <a:pt x="496031" y="1985613"/>
                </a:lnTo>
                <a:lnTo>
                  <a:pt x="495918" y="1985859"/>
                </a:lnTo>
                <a:lnTo>
                  <a:pt x="495823" y="1986109"/>
                </a:lnTo>
                <a:lnTo>
                  <a:pt x="495746" y="1986362"/>
                </a:lnTo>
                <a:lnTo>
                  <a:pt x="495687" y="1986618"/>
                </a:lnTo>
                <a:lnTo>
                  <a:pt x="495644" y="1986875"/>
                </a:lnTo>
                <a:lnTo>
                  <a:pt x="495619" y="1987133"/>
                </a:lnTo>
                <a:lnTo>
                  <a:pt x="495611" y="1987390"/>
                </a:lnTo>
                <a:lnTo>
                  <a:pt x="495619" y="1987647"/>
                </a:lnTo>
                <a:lnTo>
                  <a:pt x="495644" y="1987902"/>
                </a:lnTo>
                <a:lnTo>
                  <a:pt x="495685" y="1988154"/>
                </a:lnTo>
                <a:lnTo>
                  <a:pt x="495742" y="1988403"/>
                </a:lnTo>
                <a:lnTo>
                  <a:pt x="495815" y="1988648"/>
                </a:lnTo>
                <a:lnTo>
                  <a:pt x="495903" y="1988888"/>
                </a:lnTo>
                <a:lnTo>
                  <a:pt x="496007" y="1989122"/>
                </a:lnTo>
                <a:lnTo>
                  <a:pt x="496126" y="1989350"/>
                </a:lnTo>
                <a:lnTo>
                  <a:pt x="496260" y="1989570"/>
                </a:lnTo>
                <a:lnTo>
                  <a:pt x="496408" y="1989782"/>
                </a:lnTo>
                <a:lnTo>
                  <a:pt x="496572" y="1989985"/>
                </a:lnTo>
                <a:lnTo>
                  <a:pt x="496749" y="1990178"/>
                </a:lnTo>
                <a:lnTo>
                  <a:pt x="496941" y="1990361"/>
                </a:lnTo>
                <a:lnTo>
                  <a:pt x="497147" y="1990532"/>
                </a:lnTo>
                <a:lnTo>
                  <a:pt x="497366" y="1990690"/>
                </a:lnTo>
                <a:lnTo>
                  <a:pt x="497599" y="1990836"/>
                </a:lnTo>
                <a:lnTo>
                  <a:pt x="532766" y="2011350"/>
                </a:lnTo>
                <a:lnTo>
                  <a:pt x="7988" y="2011350"/>
                </a:lnTo>
                <a:lnTo>
                  <a:pt x="7988" y="0"/>
                </a:lnTo>
                <a:lnTo>
                  <a:pt x="0" y="0"/>
                </a:lnTo>
                <a:lnTo>
                  <a:pt x="0" y="2015344"/>
                </a:lnTo>
                <a:lnTo>
                  <a:pt x="9" y="20156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31A908-917A-4575-9768-41327507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027" y="5090589"/>
            <a:ext cx="1019004" cy="339348"/>
          </a:xfrm>
          <a:custGeom xmlns:a="http://schemas.openxmlformats.org/drawingml/2006/main">
            <a:pathLst>
              <a:path w="1019004" h="339348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009D3E-7F23-44D0-AF35-D3CD037C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027" y="5090589"/>
            <a:ext cx="1019004" cy="339348"/>
          </a:xfrm>
          <a:custGeom xmlns:a="http://schemas.openxmlformats.org/drawingml/2006/main">
            <a:pathLst>
              <a:path w="1019004" h="339348" fill="none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4A7EBB"/>
            </a:solidFill>
            <a:round/>
          </a:ln>
        </p:spPr>
      </p:sp>
      <p:sp>
        <p:nvSpPr>
          <p:cNvPr id="242" name="Text ChaCha20">
            <a:extLst xmlns:a="http://schemas.openxmlformats.org/drawingml/2006/main">
              <a:ext uri="{FF2B5EF4-FFF2-40B4-BE49-F238E27FC236}">
                <a16:creationId xmlns:a16="http://schemas.microsoft.com/office/drawing/2014/main" id="{268A319B-BF44-4EB7-8FA7-246A82E5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291" y="5208221"/>
            <a:ext cx="569386" cy="95012"/>
          </a:xfrm>
          <a:custGeom xmlns:a="http://schemas.openxmlformats.org/drawingml/2006/main">
            <a:pathLst>
              <a:path w="569386" h="95012">
                <a:moveTo>
                  <a:pt x="80698" y="31624"/>
                </a:moveTo>
                <a:lnTo>
                  <a:pt x="77563" y="31624"/>
                </a:lnTo>
                <a:cubicBezTo>
                  <a:pt x="76290" y="27172"/>
                  <a:pt x="75017" y="23764"/>
                  <a:pt x="73744" y="21401"/>
                </a:cubicBezTo>
                <a:cubicBezTo>
                  <a:pt x="72473" y="19038"/>
                  <a:pt x="70747" y="16766"/>
                  <a:pt x="68567" y="14585"/>
                </a:cubicBezTo>
                <a:cubicBezTo>
                  <a:pt x="62932" y="9133"/>
                  <a:pt x="56161" y="6406"/>
                  <a:pt x="48256" y="6406"/>
                </a:cubicBezTo>
                <a:cubicBezTo>
                  <a:pt x="41712" y="6406"/>
                  <a:pt x="36010" y="8065"/>
                  <a:pt x="31148" y="11382"/>
                </a:cubicBezTo>
                <a:cubicBezTo>
                  <a:pt x="26286" y="14699"/>
                  <a:pt x="22515" y="19401"/>
                  <a:pt x="19833" y="25490"/>
                </a:cubicBezTo>
                <a:cubicBezTo>
                  <a:pt x="17152" y="31579"/>
                  <a:pt x="15812" y="38759"/>
                  <a:pt x="15812" y="47029"/>
                </a:cubicBezTo>
                <a:cubicBezTo>
                  <a:pt x="15812" y="54571"/>
                  <a:pt x="16834" y="61295"/>
                  <a:pt x="18878" y="67203"/>
                </a:cubicBezTo>
                <a:cubicBezTo>
                  <a:pt x="20923" y="73110"/>
                  <a:pt x="23809" y="77745"/>
                  <a:pt x="27535" y="81107"/>
                </a:cubicBezTo>
                <a:cubicBezTo>
                  <a:pt x="33534" y="86378"/>
                  <a:pt x="40895" y="89013"/>
                  <a:pt x="49618" y="89013"/>
                </a:cubicBezTo>
                <a:cubicBezTo>
                  <a:pt x="55252" y="89013"/>
                  <a:pt x="60477" y="87923"/>
                  <a:pt x="65293" y="85742"/>
                </a:cubicBezTo>
                <a:cubicBezTo>
                  <a:pt x="70110" y="83560"/>
                  <a:pt x="75018" y="80062"/>
                  <a:pt x="80017" y="75246"/>
                </a:cubicBezTo>
                <a:lnTo>
                  <a:pt x="82470" y="77698"/>
                </a:lnTo>
                <a:cubicBezTo>
                  <a:pt x="78380" y="83242"/>
                  <a:pt x="73087" y="87514"/>
                  <a:pt x="66589" y="90513"/>
                </a:cubicBezTo>
                <a:cubicBezTo>
                  <a:pt x="60092" y="93512"/>
                  <a:pt x="52982" y="95012"/>
                  <a:pt x="45257" y="95012"/>
                </a:cubicBezTo>
                <a:cubicBezTo>
                  <a:pt x="36260" y="95012"/>
                  <a:pt x="28353" y="93081"/>
                  <a:pt x="21536" y="89219"/>
                </a:cubicBezTo>
                <a:cubicBezTo>
                  <a:pt x="14721" y="85356"/>
                  <a:pt x="9427" y="79949"/>
                  <a:pt x="5656" y="72997"/>
                </a:cubicBezTo>
                <a:cubicBezTo>
                  <a:pt x="1885" y="66045"/>
                  <a:pt x="0" y="57933"/>
                  <a:pt x="0" y="48664"/>
                </a:cubicBezTo>
                <a:cubicBezTo>
                  <a:pt x="0" y="33396"/>
                  <a:pt x="4907" y="21401"/>
                  <a:pt x="14722" y="12678"/>
                </a:cubicBezTo>
                <a:cubicBezTo>
                  <a:pt x="18993" y="8952"/>
                  <a:pt x="23832" y="6067"/>
                  <a:pt x="29238" y="4023"/>
                </a:cubicBezTo>
                <a:cubicBezTo>
                  <a:pt x="34646" y="1977"/>
                  <a:pt x="40122" y="955"/>
                  <a:pt x="45666" y="955"/>
                </a:cubicBezTo>
                <a:cubicBezTo>
                  <a:pt x="48846" y="955"/>
                  <a:pt x="52117" y="1227"/>
                  <a:pt x="55480" y="1772"/>
                </a:cubicBezTo>
                <a:cubicBezTo>
                  <a:pt x="58842" y="2317"/>
                  <a:pt x="62205" y="3180"/>
                  <a:pt x="65568" y="4362"/>
                </a:cubicBezTo>
                <a:cubicBezTo>
                  <a:pt x="67749" y="5088"/>
                  <a:pt x="69521" y="5452"/>
                  <a:pt x="70884" y="5452"/>
                </a:cubicBezTo>
                <a:cubicBezTo>
                  <a:pt x="73882" y="5452"/>
                  <a:pt x="75790" y="3953"/>
                  <a:pt x="76608" y="955"/>
                </a:cubicBezTo>
                <a:lnTo>
                  <a:pt x="79470" y="955"/>
                </a:lnTo>
                <a:lnTo>
                  <a:pt x="80698" y="31624"/>
                </a:lnTo>
                <a:close/>
                <a:moveTo>
                  <a:pt x="154444" y="91058"/>
                </a:moveTo>
                <a:lnTo>
                  <a:pt x="154444" y="93103"/>
                </a:lnTo>
                <a:lnTo>
                  <a:pt x="125545" y="93103"/>
                </a:lnTo>
                <a:lnTo>
                  <a:pt x="125545" y="91058"/>
                </a:lnTo>
                <a:cubicBezTo>
                  <a:pt x="128181" y="90785"/>
                  <a:pt x="130134" y="90353"/>
                  <a:pt x="131406" y="89762"/>
                </a:cubicBezTo>
                <a:cubicBezTo>
                  <a:pt x="132679" y="89171"/>
                  <a:pt x="133542" y="88059"/>
                  <a:pt x="133996" y="86424"/>
                </a:cubicBezTo>
                <a:cubicBezTo>
                  <a:pt x="134450" y="84788"/>
                  <a:pt x="134724" y="82379"/>
                  <a:pt x="134815" y="79198"/>
                </a:cubicBezTo>
                <a:lnTo>
                  <a:pt x="134815" y="52208"/>
                </a:lnTo>
                <a:cubicBezTo>
                  <a:pt x="134815" y="42575"/>
                  <a:pt x="131407" y="37758"/>
                  <a:pt x="124592" y="37758"/>
                </a:cubicBezTo>
                <a:cubicBezTo>
                  <a:pt x="121956" y="37758"/>
                  <a:pt x="119502" y="38395"/>
                  <a:pt x="117229" y="39668"/>
                </a:cubicBezTo>
                <a:cubicBezTo>
                  <a:pt x="114957" y="40939"/>
                  <a:pt x="112368" y="43165"/>
                  <a:pt x="109460" y="46346"/>
                </a:cubicBezTo>
                <a:lnTo>
                  <a:pt x="109460" y="79198"/>
                </a:lnTo>
                <a:cubicBezTo>
                  <a:pt x="109552" y="82379"/>
                  <a:pt x="109824" y="84788"/>
                  <a:pt x="110277" y="86424"/>
                </a:cubicBezTo>
                <a:cubicBezTo>
                  <a:pt x="110732" y="88059"/>
                  <a:pt x="111596" y="89171"/>
                  <a:pt x="112867" y="89762"/>
                </a:cubicBezTo>
                <a:cubicBezTo>
                  <a:pt x="114140" y="90353"/>
                  <a:pt x="116095" y="90785"/>
                  <a:pt x="118731" y="91058"/>
                </a:cubicBezTo>
                <a:lnTo>
                  <a:pt x="118731" y="93103"/>
                </a:lnTo>
                <a:lnTo>
                  <a:pt x="89286" y="93103"/>
                </a:lnTo>
                <a:lnTo>
                  <a:pt x="89286" y="91058"/>
                </a:lnTo>
                <a:cubicBezTo>
                  <a:pt x="91921" y="90695"/>
                  <a:pt x="93829" y="90241"/>
                  <a:pt x="95010" y="89696"/>
                </a:cubicBezTo>
                <a:cubicBezTo>
                  <a:pt x="96192" y="89149"/>
                  <a:pt x="96964" y="88082"/>
                  <a:pt x="97327" y="86492"/>
                </a:cubicBezTo>
                <a:cubicBezTo>
                  <a:pt x="97692" y="84902"/>
                  <a:pt x="97920" y="82470"/>
                  <a:pt x="98010" y="79198"/>
                </a:cubicBezTo>
                <a:lnTo>
                  <a:pt x="98010" y="14995"/>
                </a:lnTo>
                <a:cubicBezTo>
                  <a:pt x="98010" y="12087"/>
                  <a:pt x="97578" y="10202"/>
                  <a:pt x="96714" y="9339"/>
                </a:cubicBezTo>
                <a:cubicBezTo>
                  <a:pt x="95851" y="8475"/>
                  <a:pt x="93966" y="8043"/>
                  <a:pt x="91058" y="8043"/>
                </a:cubicBezTo>
                <a:cubicBezTo>
                  <a:pt x="90332" y="8043"/>
                  <a:pt x="89786" y="8088"/>
                  <a:pt x="89421" y="8179"/>
                </a:cubicBezTo>
                <a:lnTo>
                  <a:pt x="89421" y="5997"/>
                </a:lnTo>
                <a:lnTo>
                  <a:pt x="93103" y="4907"/>
                </a:lnTo>
                <a:cubicBezTo>
                  <a:pt x="96919" y="3817"/>
                  <a:pt x="99918" y="2931"/>
                  <a:pt x="102099" y="2251"/>
                </a:cubicBezTo>
                <a:cubicBezTo>
                  <a:pt x="104280" y="1568"/>
                  <a:pt x="106506" y="818"/>
                  <a:pt x="108778" y="0"/>
                </a:cubicBezTo>
                <a:lnTo>
                  <a:pt x="109460" y="410"/>
                </a:lnTo>
                <a:lnTo>
                  <a:pt x="109460" y="41847"/>
                </a:lnTo>
                <a:cubicBezTo>
                  <a:pt x="112641" y="37758"/>
                  <a:pt x="115776" y="34827"/>
                  <a:pt x="118866" y="33055"/>
                </a:cubicBezTo>
                <a:cubicBezTo>
                  <a:pt x="121955" y="31283"/>
                  <a:pt x="125500" y="30397"/>
                  <a:pt x="129499" y="30397"/>
                </a:cubicBezTo>
                <a:cubicBezTo>
                  <a:pt x="140677" y="30397"/>
                  <a:pt x="146266" y="37622"/>
                  <a:pt x="146266" y="52073"/>
                </a:cubicBezTo>
                <a:lnTo>
                  <a:pt x="146266" y="79198"/>
                </a:lnTo>
                <a:cubicBezTo>
                  <a:pt x="146356" y="82379"/>
                  <a:pt x="146560" y="84742"/>
                  <a:pt x="146877" y="86286"/>
                </a:cubicBezTo>
                <a:cubicBezTo>
                  <a:pt x="147196" y="87831"/>
                  <a:pt x="147923" y="88899"/>
                  <a:pt x="149059" y="89490"/>
                </a:cubicBezTo>
                <a:cubicBezTo>
                  <a:pt x="150196" y="90080"/>
                  <a:pt x="151991" y="90603"/>
                  <a:pt x="154444" y="91058"/>
                </a:cubicBezTo>
                <a:close/>
                <a:moveTo>
                  <a:pt x="216468" y="84107"/>
                </a:moveTo>
                <a:lnTo>
                  <a:pt x="216468" y="87651"/>
                </a:lnTo>
                <a:cubicBezTo>
                  <a:pt x="214105" y="90195"/>
                  <a:pt x="212061" y="91968"/>
                  <a:pt x="210334" y="92967"/>
                </a:cubicBezTo>
                <a:cubicBezTo>
                  <a:pt x="208608" y="93966"/>
                  <a:pt x="206563" y="94465"/>
                  <a:pt x="204200" y="94465"/>
                </a:cubicBezTo>
                <a:cubicBezTo>
                  <a:pt x="201383" y="94465"/>
                  <a:pt x="199315" y="93716"/>
                  <a:pt x="197998" y="92217"/>
                </a:cubicBezTo>
                <a:cubicBezTo>
                  <a:pt x="196680" y="90718"/>
                  <a:pt x="195839" y="88150"/>
                  <a:pt x="195475" y="84514"/>
                </a:cubicBezTo>
                <a:cubicBezTo>
                  <a:pt x="191295" y="88059"/>
                  <a:pt x="187683" y="90603"/>
                  <a:pt x="184638" y="92148"/>
                </a:cubicBezTo>
                <a:cubicBezTo>
                  <a:pt x="181594" y="93693"/>
                  <a:pt x="178573" y="94465"/>
                  <a:pt x="175573" y="94465"/>
                </a:cubicBezTo>
                <a:cubicBezTo>
                  <a:pt x="171393" y="94465"/>
                  <a:pt x="167962" y="93102"/>
                  <a:pt x="165282" y="90376"/>
                </a:cubicBezTo>
                <a:cubicBezTo>
                  <a:pt x="162601" y="87650"/>
                  <a:pt x="161261" y="84151"/>
                  <a:pt x="161261" y="79880"/>
                </a:cubicBezTo>
                <a:cubicBezTo>
                  <a:pt x="161261" y="77609"/>
                  <a:pt x="161715" y="75405"/>
                  <a:pt x="162623" y="73270"/>
                </a:cubicBezTo>
                <a:cubicBezTo>
                  <a:pt x="163533" y="71133"/>
                  <a:pt x="164714" y="69383"/>
                  <a:pt x="166168" y="68020"/>
                </a:cubicBezTo>
                <a:cubicBezTo>
                  <a:pt x="167622" y="66748"/>
                  <a:pt x="169008" y="65636"/>
                  <a:pt x="170326" y="64682"/>
                </a:cubicBezTo>
                <a:cubicBezTo>
                  <a:pt x="171643" y="63728"/>
                  <a:pt x="173233" y="62796"/>
                  <a:pt x="175095" y="61888"/>
                </a:cubicBezTo>
                <a:cubicBezTo>
                  <a:pt x="176959" y="60979"/>
                  <a:pt x="179481" y="59842"/>
                  <a:pt x="182662" y="58479"/>
                </a:cubicBezTo>
                <a:cubicBezTo>
                  <a:pt x="185843" y="57116"/>
                  <a:pt x="190069" y="55389"/>
                  <a:pt x="195340" y="53298"/>
                </a:cubicBezTo>
                <a:lnTo>
                  <a:pt x="195340" y="44984"/>
                </a:lnTo>
                <a:cubicBezTo>
                  <a:pt x="195340" y="37441"/>
                  <a:pt x="191886" y="33669"/>
                  <a:pt x="184979" y="33669"/>
                </a:cubicBezTo>
                <a:cubicBezTo>
                  <a:pt x="182253" y="33669"/>
                  <a:pt x="179936" y="34328"/>
                  <a:pt x="178028" y="35647"/>
                </a:cubicBezTo>
                <a:cubicBezTo>
                  <a:pt x="176120" y="36964"/>
                  <a:pt x="175166" y="38532"/>
                  <a:pt x="175166" y="40350"/>
                </a:cubicBezTo>
                <a:cubicBezTo>
                  <a:pt x="175166" y="41258"/>
                  <a:pt x="175302" y="42348"/>
                  <a:pt x="175573" y="43620"/>
                </a:cubicBezTo>
                <a:cubicBezTo>
                  <a:pt x="175665" y="44074"/>
                  <a:pt x="175733" y="44483"/>
                  <a:pt x="175777" y="44847"/>
                </a:cubicBezTo>
                <a:cubicBezTo>
                  <a:pt x="175823" y="45210"/>
                  <a:pt x="175846" y="45528"/>
                  <a:pt x="175846" y="45801"/>
                </a:cubicBezTo>
                <a:cubicBezTo>
                  <a:pt x="175846" y="47256"/>
                  <a:pt x="175232" y="48574"/>
                  <a:pt x="174005" y="49756"/>
                </a:cubicBezTo>
                <a:cubicBezTo>
                  <a:pt x="172779" y="50937"/>
                  <a:pt x="171348" y="51528"/>
                  <a:pt x="169712" y="51528"/>
                </a:cubicBezTo>
                <a:cubicBezTo>
                  <a:pt x="168076" y="51528"/>
                  <a:pt x="166690" y="50937"/>
                  <a:pt x="165554" y="49756"/>
                </a:cubicBezTo>
                <a:cubicBezTo>
                  <a:pt x="164418" y="48574"/>
                  <a:pt x="163851" y="47210"/>
                  <a:pt x="163851" y="45664"/>
                </a:cubicBezTo>
                <a:cubicBezTo>
                  <a:pt x="163851" y="42756"/>
                  <a:pt x="164872" y="40167"/>
                  <a:pt x="166916" y="37895"/>
                </a:cubicBezTo>
                <a:cubicBezTo>
                  <a:pt x="168962" y="35624"/>
                  <a:pt x="171711" y="33807"/>
                  <a:pt x="175164" y="32444"/>
                </a:cubicBezTo>
                <a:cubicBezTo>
                  <a:pt x="178618" y="31079"/>
                  <a:pt x="182480" y="30397"/>
                  <a:pt x="186751" y="30397"/>
                </a:cubicBezTo>
                <a:cubicBezTo>
                  <a:pt x="194930" y="30397"/>
                  <a:pt x="200564" y="32896"/>
                  <a:pt x="203655" y="37895"/>
                </a:cubicBezTo>
                <a:cubicBezTo>
                  <a:pt x="204654" y="39532"/>
                  <a:pt x="205357" y="41440"/>
                  <a:pt x="205767" y="43622"/>
                </a:cubicBezTo>
                <a:cubicBezTo>
                  <a:pt x="206176" y="45801"/>
                  <a:pt x="206380" y="48664"/>
                  <a:pt x="206380" y="52208"/>
                </a:cubicBezTo>
                <a:lnTo>
                  <a:pt x="206380" y="78790"/>
                </a:lnTo>
                <a:cubicBezTo>
                  <a:pt x="206380" y="81788"/>
                  <a:pt x="206676" y="83856"/>
                  <a:pt x="207266" y="84993"/>
                </a:cubicBezTo>
                <a:cubicBezTo>
                  <a:pt x="207857" y="86128"/>
                  <a:pt x="208925" y="86696"/>
                  <a:pt x="210469" y="86696"/>
                </a:cubicBezTo>
                <a:cubicBezTo>
                  <a:pt x="212379" y="86696"/>
                  <a:pt x="214378" y="85833"/>
                  <a:pt x="216468" y="84107"/>
                </a:cubicBezTo>
                <a:moveTo>
                  <a:pt x="195340" y="76336"/>
                </a:moveTo>
                <a:lnTo>
                  <a:pt x="195340" y="56570"/>
                </a:lnTo>
                <a:cubicBezTo>
                  <a:pt x="187343" y="59387"/>
                  <a:pt x="181686" y="62228"/>
                  <a:pt x="178369" y="65091"/>
                </a:cubicBezTo>
                <a:cubicBezTo>
                  <a:pt x="175052" y="67953"/>
                  <a:pt x="173348" y="71429"/>
                  <a:pt x="173256" y="75518"/>
                </a:cubicBezTo>
                <a:lnTo>
                  <a:pt x="173256" y="76063"/>
                </a:lnTo>
                <a:cubicBezTo>
                  <a:pt x="173256" y="78971"/>
                  <a:pt x="174097" y="81448"/>
                  <a:pt x="175777" y="83493"/>
                </a:cubicBezTo>
                <a:cubicBezTo>
                  <a:pt x="177459" y="85537"/>
                  <a:pt x="179482" y="86559"/>
                  <a:pt x="181845" y="86559"/>
                </a:cubicBezTo>
                <a:cubicBezTo>
                  <a:pt x="184934" y="86559"/>
                  <a:pt x="188251" y="85559"/>
                  <a:pt x="191795" y="83560"/>
                </a:cubicBezTo>
                <a:cubicBezTo>
                  <a:pt x="193248" y="82743"/>
                  <a:pt x="194202" y="81835"/>
                  <a:pt x="194657" y="80835"/>
                </a:cubicBezTo>
                <a:cubicBezTo>
                  <a:pt x="195112" y="79835"/>
                  <a:pt x="195340" y="78335"/>
                  <a:pt x="195340" y="76336"/>
                </a:cubicBezTo>
                <a:close/>
                <a:moveTo>
                  <a:pt x="301255" y="31624"/>
                </a:moveTo>
                <a:lnTo>
                  <a:pt x="298121" y="31624"/>
                </a:lnTo>
                <a:cubicBezTo>
                  <a:pt x="296848" y="27172"/>
                  <a:pt x="295575" y="23764"/>
                  <a:pt x="294302" y="21401"/>
                </a:cubicBezTo>
                <a:cubicBezTo>
                  <a:pt x="293030" y="19038"/>
                  <a:pt x="291304" y="16766"/>
                  <a:pt x="289125" y="14585"/>
                </a:cubicBezTo>
                <a:cubicBezTo>
                  <a:pt x="283489" y="9133"/>
                  <a:pt x="276719" y="6406"/>
                  <a:pt x="268813" y="6406"/>
                </a:cubicBezTo>
                <a:cubicBezTo>
                  <a:pt x="262270" y="6406"/>
                  <a:pt x="256567" y="8065"/>
                  <a:pt x="251705" y="11382"/>
                </a:cubicBezTo>
                <a:cubicBezTo>
                  <a:pt x="246844" y="14699"/>
                  <a:pt x="243072" y="19401"/>
                  <a:pt x="240390" y="25490"/>
                </a:cubicBezTo>
                <a:cubicBezTo>
                  <a:pt x="237710" y="31579"/>
                  <a:pt x="236370" y="38759"/>
                  <a:pt x="236370" y="47029"/>
                </a:cubicBezTo>
                <a:cubicBezTo>
                  <a:pt x="236370" y="54571"/>
                  <a:pt x="237392" y="61295"/>
                  <a:pt x="239436" y="67203"/>
                </a:cubicBezTo>
                <a:cubicBezTo>
                  <a:pt x="241481" y="73110"/>
                  <a:pt x="244367" y="77745"/>
                  <a:pt x="248093" y="81107"/>
                </a:cubicBezTo>
                <a:cubicBezTo>
                  <a:pt x="254091" y="86378"/>
                  <a:pt x="261452" y="89013"/>
                  <a:pt x="270176" y="89013"/>
                </a:cubicBezTo>
                <a:cubicBezTo>
                  <a:pt x="275810" y="89013"/>
                  <a:pt x="281035" y="87923"/>
                  <a:pt x="285851" y="85742"/>
                </a:cubicBezTo>
                <a:cubicBezTo>
                  <a:pt x="290668" y="83560"/>
                  <a:pt x="295576" y="80062"/>
                  <a:pt x="300575" y="75246"/>
                </a:cubicBezTo>
                <a:lnTo>
                  <a:pt x="303027" y="77698"/>
                </a:lnTo>
                <a:cubicBezTo>
                  <a:pt x="298938" y="83242"/>
                  <a:pt x="293644" y="87514"/>
                  <a:pt x="287147" y="90513"/>
                </a:cubicBezTo>
                <a:cubicBezTo>
                  <a:pt x="280650" y="93512"/>
                  <a:pt x="273539" y="95012"/>
                  <a:pt x="265814" y="95012"/>
                </a:cubicBezTo>
                <a:cubicBezTo>
                  <a:pt x="256817" y="95012"/>
                  <a:pt x="248911" y="93081"/>
                  <a:pt x="242094" y="89219"/>
                </a:cubicBezTo>
                <a:cubicBezTo>
                  <a:pt x="235278" y="85356"/>
                  <a:pt x="229985" y="79949"/>
                  <a:pt x="226213" y="72997"/>
                </a:cubicBezTo>
                <a:cubicBezTo>
                  <a:pt x="222443" y="66045"/>
                  <a:pt x="220558" y="57933"/>
                  <a:pt x="220558" y="48664"/>
                </a:cubicBezTo>
                <a:cubicBezTo>
                  <a:pt x="220558" y="33396"/>
                  <a:pt x="225465" y="21401"/>
                  <a:pt x="235280" y="12678"/>
                </a:cubicBezTo>
                <a:cubicBezTo>
                  <a:pt x="239551" y="8952"/>
                  <a:pt x="244389" y="6067"/>
                  <a:pt x="249796" y="4023"/>
                </a:cubicBezTo>
                <a:cubicBezTo>
                  <a:pt x="255204" y="1977"/>
                  <a:pt x="260680" y="955"/>
                  <a:pt x="266224" y="955"/>
                </a:cubicBezTo>
                <a:cubicBezTo>
                  <a:pt x="269403" y="955"/>
                  <a:pt x="272675" y="1227"/>
                  <a:pt x="276037" y="1772"/>
                </a:cubicBezTo>
                <a:cubicBezTo>
                  <a:pt x="279400" y="2317"/>
                  <a:pt x="282763" y="3180"/>
                  <a:pt x="286125" y="4362"/>
                </a:cubicBezTo>
                <a:cubicBezTo>
                  <a:pt x="288306" y="5088"/>
                  <a:pt x="290079" y="5452"/>
                  <a:pt x="291442" y="5452"/>
                </a:cubicBezTo>
                <a:cubicBezTo>
                  <a:pt x="294440" y="5452"/>
                  <a:pt x="296348" y="3953"/>
                  <a:pt x="297166" y="955"/>
                </a:cubicBezTo>
                <a:lnTo>
                  <a:pt x="300028" y="955"/>
                </a:lnTo>
                <a:lnTo>
                  <a:pt x="301255" y="31624"/>
                </a:lnTo>
                <a:close/>
                <a:moveTo>
                  <a:pt x="374047" y="91058"/>
                </a:moveTo>
                <a:lnTo>
                  <a:pt x="374047" y="93103"/>
                </a:lnTo>
                <a:lnTo>
                  <a:pt x="345148" y="93103"/>
                </a:lnTo>
                <a:lnTo>
                  <a:pt x="345148" y="91058"/>
                </a:lnTo>
                <a:cubicBezTo>
                  <a:pt x="347784" y="90785"/>
                  <a:pt x="349738" y="90353"/>
                  <a:pt x="351009" y="89762"/>
                </a:cubicBezTo>
                <a:cubicBezTo>
                  <a:pt x="352282" y="89171"/>
                  <a:pt x="353145" y="88059"/>
                  <a:pt x="353599" y="86424"/>
                </a:cubicBezTo>
                <a:cubicBezTo>
                  <a:pt x="354054" y="84788"/>
                  <a:pt x="354327" y="82379"/>
                  <a:pt x="354418" y="79198"/>
                </a:cubicBezTo>
                <a:lnTo>
                  <a:pt x="354418" y="52208"/>
                </a:lnTo>
                <a:cubicBezTo>
                  <a:pt x="354418" y="42575"/>
                  <a:pt x="351011" y="37758"/>
                  <a:pt x="344195" y="37758"/>
                </a:cubicBezTo>
                <a:cubicBezTo>
                  <a:pt x="341559" y="37758"/>
                  <a:pt x="339105" y="38395"/>
                  <a:pt x="336832" y="39668"/>
                </a:cubicBezTo>
                <a:cubicBezTo>
                  <a:pt x="334561" y="40939"/>
                  <a:pt x="331971" y="43165"/>
                  <a:pt x="329063" y="46346"/>
                </a:cubicBezTo>
                <a:lnTo>
                  <a:pt x="329063" y="79198"/>
                </a:lnTo>
                <a:cubicBezTo>
                  <a:pt x="329155" y="82379"/>
                  <a:pt x="329427" y="84788"/>
                  <a:pt x="329881" y="86424"/>
                </a:cubicBezTo>
                <a:cubicBezTo>
                  <a:pt x="330335" y="88059"/>
                  <a:pt x="331199" y="89171"/>
                  <a:pt x="332470" y="89762"/>
                </a:cubicBezTo>
                <a:cubicBezTo>
                  <a:pt x="333743" y="90353"/>
                  <a:pt x="335698" y="90785"/>
                  <a:pt x="338334" y="91058"/>
                </a:cubicBezTo>
                <a:lnTo>
                  <a:pt x="338334" y="93103"/>
                </a:lnTo>
                <a:lnTo>
                  <a:pt x="308889" y="93103"/>
                </a:lnTo>
                <a:lnTo>
                  <a:pt x="308889" y="91058"/>
                </a:lnTo>
                <a:cubicBezTo>
                  <a:pt x="311524" y="90695"/>
                  <a:pt x="313432" y="90241"/>
                  <a:pt x="314613" y="89696"/>
                </a:cubicBezTo>
                <a:cubicBezTo>
                  <a:pt x="315795" y="89149"/>
                  <a:pt x="316567" y="88082"/>
                  <a:pt x="316931" y="86492"/>
                </a:cubicBezTo>
                <a:cubicBezTo>
                  <a:pt x="317295" y="84902"/>
                  <a:pt x="317523" y="82470"/>
                  <a:pt x="317613" y="79198"/>
                </a:cubicBezTo>
                <a:lnTo>
                  <a:pt x="317613" y="14995"/>
                </a:lnTo>
                <a:cubicBezTo>
                  <a:pt x="317613" y="12087"/>
                  <a:pt x="317181" y="10202"/>
                  <a:pt x="316317" y="9339"/>
                </a:cubicBezTo>
                <a:cubicBezTo>
                  <a:pt x="315454" y="8475"/>
                  <a:pt x="313569" y="8043"/>
                  <a:pt x="310661" y="8043"/>
                </a:cubicBezTo>
                <a:cubicBezTo>
                  <a:pt x="309935" y="8043"/>
                  <a:pt x="309389" y="8088"/>
                  <a:pt x="309025" y="8179"/>
                </a:cubicBezTo>
                <a:lnTo>
                  <a:pt x="309025" y="5997"/>
                </a:lnTo>
                <a:lnTo>
                  <a:pt x="312706" y="4907"/>
                </a:lnTo>
                <a:cubicBezTo>
                  <a:pt x="316522" y="3817"/>
                  <a:pt x="319521" y="2931"/>
                  <a:pt x="321702" y="2251"/>
                </a:cubicBezTo>
                <a:cubicBezTo>
                  <a:pt x="323883" y="1568"/>
                  <a:pt x="326110" y="818"/>
                  <a:pt x="328381" y="0"/>
                </a:cubicBezTo>
                <a:lnTo>
                  <a:pt x="329063" y="410"/>
                </a:lnTo>
                <a:lnTo>
                  <a:pt x="329063" y="41847"/>
                </a:lnTo>
                <a:cubicBezTo>
                  <a:pt x="332244" y="37758"/>
                  <a:pt x="335379" y="34827"/>
                  <a:pt x="338469" y="33055"/>
                </a:cubicBezTo>
                <a:cubicBezTo>
                  <a:pt x="341558" y="31283"/>
                  <a:pt x="345103" y="30397"/>
                  <a:pt x="349102" y="30397"/>
                </a:cubicBezTo>
                <a:cubicBezTo>
                  <a:pt x="360280" y="30397"/>
                  <a:pt x="365869" y="37622"/>
                  <a:pt x="365869" y="52073"/>
                </a:cubicBezTo>
                <a:lnTo>
                  <a:pt x="365869" y="79198"/>
                </a:lnTo>
                <a:cubicBezTo>
                  <a:pt x="365959" y="82379"/>
                  <a:pt x="366163" y="84742"/>
                  <a:pt x="366480" y="86286"/>
                </a:cubicBezTo>
                <a:cubicBezTo>
                  <a:pt x="366799" y="87831"/>
                  <a:pt x="367526" y="88899"/>
                  <a:pt x="368662" y="89490"/>
                </a:cubicBezTo>
                <a:cubicBezTo>
                  <a:pt x="369799" y="90080"/>
                  <a:pt x="371594" y="90603"/>
                  <a:pt x="374047" y="91058"/>
                </a:cubicBezTo>
                <a:close/>
                <a:moveTo>
                  <a:pt x="436071" y="84107"/>
                </a:moveTo>
                <a:lnTo>
                  <a:pt x="436071" y="87651"/>
                </a:lnTo>
                <a:cubicBezTo>
                  <a:pt x="433708" y="90195"/>
                  <a:pt x="431664" y="91968"/>
                  <a:pt x="429937" y="92967"/>
                </a:cubicBezTo>
                <a:cubicBezTo>
                  <a:pt x="428211" y="93966"/>
                  <a:pt x="426166" y="94465"/>
                  <a:pt x="423803" y="94465"/>
                </a:cubicBezTo>
                <a:cubicBezTo>
                  <a:pt x="420986" y="94465"/>
                  <a:pt x="418918" y="93716"/>
                  <a:pt x="417601" y="92217"/>
                </a:cubicBezTo>
                <a:cubicBezTo>
                  <a:pt x="416284" y="90718"/>
                  <a:pt x="415443" y="88150"/>
                  <a:pt x="415078" y="84514"/>
                </a:cubicBezTo>
                <a:cubicBezTo>
                  <a:pt x="410898" y="88059"/>
                  <a:pt x="407286" y="90603"/>
                  <a:pt x="404241" y="92148"/>
                </a:cubicBezTo>
                <a:cubicBezTo>
                  <a:pt x="401197" y="93693"/>
                  <a:pt x="398176" y="94465"/>
                  <a:pt x="395177" y="94465"/>
                </a:cubicBezTo>
                <a:cubicBezTo>
                  <a:pt x="390996" y="94465"/>
                  <a:pt x="387565" y="93102"/>
                  <a:pt x="384885" y="90376"/>
                </a:cubicBezTo>
                <a:cubicBezTo>
                  <a:pt x="382204" y="87650"/>
                  <a:pt x="380864" y="84151"/>
                  <a:pt x="380864" y="79880"/>
                </a:cubicBezTo>
                <a:cubicBezTo>
                  <a:pt x="380864" y="77609"/>
                  <a:pt x="381318" y="75405"/>
                  <a:pt x="382226" y="73270"/>
                </a:cubicBezTo>
                <a:cubicBezTo>
                  <a:pt x="383136" y="71133"/>
                  <a:pt x="384318" y="69383"/>
                  <a:pt x="385771" y="68020"/>
                </a:cubicBezTo>
                <a:cubicBezTo>
                  <a:pt x="387225" y="66748"/>
                  <a:pt x="388611" y="65636"/>
                  <a:pt x="389929" y="64682"/>
                </a:cubicBezTo>
                <a:cubicBezTo>
                  <a:pt x="391246" y="63728"/>
                  <a:pt x="392836" y="62796"/>
                  <a:pt x="394698" y="61888"/>
                </a:cubicBezTo>
                <a:cubicBezTo>
                  <a:pt x="396562" y="60979"/>
                  <a:pt x="399084" y="59842"/>
                  <a:pt x="402265" y="58479"/>
                </a:cubicBezTo>
                <a:cubicBezTo>
                  <a:pt x="405446" y="57116"/>
                  <a:pt x="409672" y="55389"/>
                  <a:pt x="414943" y="53298"/>
                </a:cubicBezTo>
                <a:lnTo>
                  <a:pt x="414943" y="44984"/>
                </a:lnTo>
                <a:cubicBezTo>
                  <a:pt x="414943" y="37441"/>
                  <a:pt x="411489" y="33669"/>
                  <a:pt x="404582" y="33669"/>
                </a:cubicBezTo>
                <a:cubicBezTo>
                  <a:pt x="401856" y="33669"/>
                  <a:pt x="399539" y="34328"/>
                  <a:pt x="397631" y="35647"/>
                </a:cubicBezTo>
                <a:cubicBezTo>
                  <a:pt x="395723" y="36964"/>
                  <a:pt x="394769" y="38532"/>
                  <a:pt x="394769" y="40350"/>
                </a:cubicBezTo>
                <a:cubicBezTo>
                  <a:pt x="394769" y="41258"/>
                  <a:pt x="394905" y="42348"/>
                  <a:pt x="395177" y="43620"/>
                </a:cubicBezTo>
                <a:cubicBezTo>
                  <a:pt x="395268" y="44074"/>
                  <a:pt x="395336" y="44483"/>
                  <a:pt x="395380" y="44847"/>
                </a:cubicBezTo>
                <a:cubicBezTo>
                  <a:pt x="395426" y="45210"/>
                  <a:pt x="395449" y="45528"/>
                  <a:pt x="395449" y="45801"/>
                </a:cubicBezTo>
                <a:cubicBezTo>
                  <a:pt x="395449" y="47256"/>
                  <a:pt x="394835" y="48574"/>
                  <a:pt x="393608" y="49756"/>
                </a:cubicBezTo>
                <a:cubicBezTo>
                  <a:pt x="392382" y="50937"/>
                  <a:pt x="390951" y="51528"/>
                  <a:pt x="389315" y="51528"/>
                </a:cubicBezTo>
                <a:cubicBezTo>
                  <a:pt x="387679" y="51528"/>
                  <a:pt x="386293" y="50937"/>
                  <a:pt x="385157" y="49756"/>
                </a:cubicBezTo>
                <a:cubicBezTo>
                  <a:pt x="384022" y="48574"/>
                  <a:pt x="383454" y="47210"/>
                  <a:pt x="383454" y="45664"/>
                </a:cubicBezTo>
                <a:cubicBezTo>
                  <a:pt x="383454" y="42756"/>
                  <a:pt x="384476" y="40167"/>
                  <a:pt x="386520" y="37895"/>
                </a:cubicBezTo>
                <a:cubicBezTo>
                  <a:pt x="388565" y="35624"/>
                  <a:pt x="391314" y="33807"/>
                  <a:pt x="394767" y="32444"/>
                </a:cubicBezTo>
                <a:cubicBezTo>
                  <a:pt x="398221" y="31079"/>
                  <a:pt x="402083" y="30397"/>
                  <a:pt x="406354" y="30397"/>
                </a:cubicBezTo>
                <a:cubicBezTo>
                  <a:pt x="414533" y="30397"/>
                  <a:pt x="420168" y="32896"/>
                  <a:pt x="423259" y="37895"/>
                </a:cubicBezTo>
                <a:cubicBezTo>
                  <a:pt x="424257" y="39532"/>
                  <a:pt x="424961" y="41440"/>
                  <a:pt x="425370" y="43622"/>
                </a:cubicBezTo>
                <a:cubicBezTo>
                  <a:pt x="425779" y="45801"/>
                  <a:pt x="425983" y="48664"/>
                  <a:pt x="425983" y="52208"/>
                </a:cubicBezTo>
                <a:lnTo>
                  <a:pt x="425983" y="78790"/>
                </a:lnTo>
                <a:cubicBezTo>
                  <a:pt x="425983" y="81788"/>
                  <a:pt x="426279" y="83856"/>
                  <a:pt x="426869" y="84993"/>
                </a:cubicBezTo>
                <a:cubicBezTo>
                  <a:pt x="427460" y="86128"/>
                  <a:pt x="428528" y="86696"/>
                  <a:pt x="430073" y="86696"/>
                </a:cubicBezTo>
                <a:cubicBezTo>
                  <a:pt x="431982" y="86696"/>
                  <a:pt x="433982" y="85833"/>
                  <a:pt x="436071" y="84107"/>
                </a:cubicBezTo>
                <a:moveTo>
                  <a:pt x="414943" y="76336"/>
                </a:moveTo>
                <a:lnTo>
                  <a:pt x="414943" y="56570"/>
                </a:lnTo>
                <a:cubicBezTo>
                  <a:pt x="406946" y="59387"/>
                  <a:pt x="401289" y="62228"/>
                  <a:pt x="397972" y="65091"/>
                </a:cubicBezTo>
                <a:cubicBezTo>
                  <a:pt x="394655" y="67953"/>
                  <a:pt x="392951" y="71429"/>
                  <a:pt x="392859" y="75518"/>
                </a:cubicBezTo>
                <a:lnTo>
                  <a:pt x="392859" y="76063"/>
                </a:lnTo>
                <a:cubicBezTo>
                  <a:pt x="392859" y="78971"/>
                  <a:pt x="393700" y="81448"/>
                  <a:pt x="395380" y="83493"/>
                </a:cubicBezTo>
                <a:cubicBezTo>
                  <a:pt x="397062" y="85537"/>
                  <a:pt x="399085" y="86559"/>
                  <a:pt x="401448" y="86559"/>
                </a:cubicBezTo>
                <a:cubicBezTo>
                  <a:pt x="404537" y="86559"/>
                  <a:pt x="407854" y="85559"/>
                  <a:pt x="411398" y="83560"/>
                </a:cubicBezTo>
                <a:cubicBezTo>
                  <a:pt x="412852" y="82743"/>
                  <a:pt x="413806" y="81835"/>
                  <a:pt x="414260" y="80835"/>
                </a:cubicBezTo>
                <a:cubicBezTo>
                  <a:pt x="414715" y="79835"/>
                  <a:pt x="414943" y="78335"/>
                  <a:pt x="414943" y="76336"/>
                </a:cubicBezTo>
                <a:close/>
                <a:moveTo>
                  <a:pt x="501093" y="74428"/>
                </a:moveTo>
                <a:lnTo>
                  <a:pt x="493595" y="93103"/>
                </a:lnTo>
                <a:lnTo>
                  <a:pt x="440432" y="93103"/>
                </a:lnTo>
                <a:lnTo>
                  <a:pt x="440432" y="91468"/>
                </a:lnTo>
                <a:lnTo>
                  <a:pt x="464695" y="65703"/>
                </a:lnTo>
                <a:cubicBezTo>
                  <a:pt x="470421" y="59614"/>
                  <a:pt x="474806" y="53526"/>
                  <a:pt x="477849" y="47438"/>
                </a:cubicBezTo>
                <a:cubicBezTo>
                  <a:pt x="480894" y="41350"/>
                  <a:pt x="482417" y="35624"/>
                  <a:pt x="482417" y="30262"/>
                </a:cubicBezTo>
                <a:cubicBezTo>
                  <a:pt x="482417" y="24536"/>
                  <a:pt x="480668" y="19901"/>
                  <a:pt x="477169" y="16357"/>
                </a:cubicBezTo>
                <a:cubicBezTo>
                  <a:pt x="473671" y="12813"/>
                  <a:pt x="469014" y="11041"/>
                  <a:pt x="463198" y="11041"/>
                </a:cubicBezTo>
                <a:cubicBezTo>
                  <a:pt x="458472" y="11041"/>
                  <a:pt x="454678" y="12313"/>
                  <a:pt x="451814" y="14857"/>
                </a:cubicBezTo>
                <a:cubicBezTo>
                  <a:pt x="448952" y="17402"/>
                  <a:pt x="446158" y="22037"/>
                  <a:pt x="443432" y="28762"/>
                </a:cubicBezTo>
                <a:lnTo>
                  <a:pt x="440570" y="28080"/>
                </a:lnTo>
                <a:cubicBezTo>
                  <a:pt x="441751" y="23264"/>
                  <a:pt x="442955" y="19516"/>
                  <a:pt x="444180" y="16835"/>
                </a:cubicBezTo>
                <a:cubicBezTo>
                  <a:pt x="445408" y="14154"/>
                  <a:pt x="447112" y="11677"/>
                  <a:pt x="449293" y="9406"/>
                </a:cubicBezTo>
                <a:cubicBezTo>
                  <a:pt x="451838" y="6680"/>
                  <a:pt x="454813" y="4590"/>
                  <a:pt x="458220" y="3137"/>
                </a:cubicBezTo>
                <a:cubicBezTo>
                  <a:pt x="461629" y="1682"/>
                  <a:pt x="465196" y="955"/>
                  <a:pt x="468922" y="955"/>
                </a:cubicBezTo>
                <a:cubicBezTo>
                  <a:pt x="473648" y="955"/>
                  <a:pt x="477919" y="2022"/>
                  <a:pt x="481735" y="4158"/>
                </a:cubicBezTo>
                <a:cubicBezTo>
                  <a:pt x="485552" y="6293"/>
                  <a:pt x="488574" y="9156"/>
                  <a:pt x="490799" y="12746"/>
                </a:cubicBezTo>
                <a:cubicBezTo>
                  <a:pt x="493026" y="16335"/>
                  <a:pt x="494140" y="20401"/>
                  <a:pt x="494140" y="24945"/>
                </a:cubicBezTo>
                <a:cubicBezTo>
                  <a:pt x="494140" y="30308"/>
                  <a:pt x="492754" y="35692"/>
                  <a:pt x="489982" y="41099"/>
                </a:cubicBezTo>
                <a:cubicBezTo>
                  <a:pt x="487211" y="46505"/>
                  <a:pt x="482782" y="52390"/>
                  <a:pt x="476693" y="58752"/>
                </a:cubicBezTo>
                <a:lnTo>
                  <a:pt x="453792" y="82742"/>
                </a:lnTo>
                <a:lnTo>
                  <a:pt x="486371" y="82742"/>
                </a:lnTo>
                <a:cubicBezTo>
                  <a:pt x="488552" y="82652"/>
                  <a:pt x="490279" y="82425"/>
                  <a:pt x="491550" y="82062"/>
                </a:cubicBezTo>
                <a:cubicBezTo>
                  <a:pt x="492823" y="81697"/>
                  <a:pt x="494028" y="80879"/>
                  <a:pt x="495163" y="79608"/>
                </a:cubicBezTo>
                <a:cubicBezTo>
                  <a:pt x="496299" y="78335"/>
                  <a:pt x="497685" y="76381"/>
                  <a:pt x="499321" y="73746"/>
                </a:cubicBezTo>
                <a:lnTo>
                  <a:pt x="501093" y="74428"/>
                </a:lnTo>
                <a:close/>
                <a:moveTo>
                  <a:pt x="539124" y="955"/>
                </a:moveTo>
                <a:cubicBezTo>
                  <a:pt x="545123" y="955"/>
                  <a:pt x="550394" y="2954"/>
                  <a:pt x="554936" y="6953"/>
                </a:cubicBezTo>
                <a:cubicBezTo>
                  <a:pt x="559481" y="10951"/>
                  <a:pt x="563025" y="16471"/>
                  <a:pt x="565569" y="23514"/>
                </a:cubicBezTo>
                <a:cubicBezTo>
                  <a:pt x="568114" y="30557"/>
                  <a:pt x="569386" y="38759"/>
                  <a:pt x="569386" y="48119"/>
                </a:cubicBezTo>
                <a:cubicBezTo>
                  <a:pt x="569386" y="53571"/>
                  <a:pt x="568841" y="58865"/>
                  <a:pt x="567749" y="63999"/>
                </a:cubicBezTo>
                <a:cubicBezTo>
                  <a:pt x="566659" y="69134"/>
                  <a:pt x="565137" y="73769"/>
                  <a:pt x="563184" y="77904"/>
                </a:cubicBezTo>
                <a:cubicBezTo>
                  <a:pt x="561230" y="82039"/>
                  <a:pt x="558936" y="85379"/>
                  <a:pt x="556301" y="87923"/>
                </a:cubicBezTo>
                <a:cubicBezTo>
                  <a:pt x="551484" y="92649"/>
                  <a:pt x="545576" y="95012"/>
                  <a:pt x="538579" y="95012"/>
                </a:cubicBezTo>
                <a:cubicBezTo>
                  <a:pt x="530491" y="95012"/>
                  <a:pt x="523857" y="91922"/>
                  <a:pt x="518678" y="85742"/>
                </a:cubicBezTo>
                <a:cubicBezTo>
                  <a:pt x="516587" y="83197"/>
                  <a:pt x="514701" y="79880"/>
                  <a:pt x="513020" y="75791"/>
                </a:cubicBezTo>
                <a:cubicBezTo>
                  <a:pt x="511340" y="71702"/>
                  <a:pt x="510045" y="67180"/>
                  <a:pt x="509135" y="62227"/>
                </a:cubicBezTo>
                <a:cubicBezTo>
                  <a:pt x="508227" y="57274"/>
                  <a:pt x="507773" y="52299"/>
                  <a:pt x="507773" y="47301"/>
                </a:cubicBezTo>
                <a:cubicBezTo>
                  <a:pt x="507773" y="41939"/>
                  <a:pt x="508318" y="36759"/>
                  <a:pt x="509407" y="31762"/>
                </a:cubicBezTo>
                <a:cubicBezTo>
                  <a:pt x="510499" y="26763"/>
                  <a:pt x="512021" y="22196"/>
                  <a:pt x="513975" y="18063"/>
                </a:cubicBezTo>
                <a:cubicBezTo>
                  <a:pt x="515929" y="13928"/>
                  <a:pt x="518223" y="10588"/>
                  <a:pt x="520858" y="8043"/>
                </a:cubicBezTo>
                <a:cubicBezTo>
                  <a:pt x="525675" y="3318"/>
                  <a:pt x="531764" y="955"/>
                  <a:pt x="539124" y="955"/>
                </a:cubicBezTo>
                <a:moveTo>
                  <a:pt x="538717" y="4499"/>
                </a:moveTo>
                <a:cubicBezTo>
                  <a:pt x="532900" y="4499"/>
                  <a:pt x="528469" y="8202"/>
                  <a:pt x="525423" y="15608"/>
                </a:cubicBezTo>
                <a:cubicBezTo>
                  <a:pt x="522380" y="23014"/>
                  <a:pt x="520858" y="33988"/>
                  <a:pt x="520858" y="48528"/>
                </a:cubicBezTo>
                <a:cubicBezTo>
                  <a:pt x="520858" y="77155"/>
                  <a:pt x="526765" y="91468"/>
                  <a:pt x="538579" y="91468"/>
                </a:cubicBezTo>
                <a:cubicBezTo>
                  <a:pt x="550394" y="91468"/>
                  <a:pt x="556301" y="77109"/>
                  <a:pt x="556301" y="48391"/>
                </a:cubicBezTo>
                <a:cubicBezTo>
                  <a:pt x="556301" y="34124"/>
                  <a:pt x="554801" y="23242"/>
                  <a:pt x="551802" y="15746"/>
                </a:cubicBezTo>
                <a:cubicBezTo>
                  <a:pt x="548803" y="8248"/>
                  <a:pt x="544441" y="4499"/>
                  <a:pt x="538717" y="449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Text ChaCha20">
            <a:extLst xmlns:a="http://schemas.openxmlformats.org/drawingml/2006/main">
              <a:ext uri="{FF2B5EF4-FFF2-40B4-BE49-F238E27FC236}">
                <a16:creationId xmlns:a16="http://schemas.microsoft.com/office/drawing/2014/main" id="{75113A4A-F006-476D-8774-A9B91EEC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291" y="5208221"/>
            <a:ext cx="569386" cy="95012"/>
          </a:xfrm>
          <a:custGeom xmlns:a="http://schemas.openxmlformats.org/drawingml/2006/main">
            <a:pathLst>
              <a:path w="569386" h="95012" fill="none">
                <a:moveTo>
                  <a:pt x="80698" y="31624"/>
                </a:moveTo>
                <a:lnTo>
                  <a:pt x="77563" y="31624"/>
                </a:lnTo>
                <a:cubicBezTo>
                  <a:pt x="76290" y="27172"/>
                  <a:pt x="75017" y="23764"/>
                  <a:pt x="73744" y="21401"/>
                </a:cubicBezTo>
                <a:cubicBezTo>
                  <a:pt x="72473" y="19038"/>
                  <a:pt x="70747" y="16766"/>
                  <a:pt x="68567" y="14585"/>
                </a:cubicBezTo>
                <a:cubicBezTo>
                  <a:pt x="62932" y="9133"/>
                  <a:pt x="56161" y="6406"/>
                  <a:pt x="48256" y="6406"/>
                </a:cubicBezTo>
                <a:cubicBezTo>
                  <a:pt x="41712" y="6406"/>
                  <a:pt x="36010" y="8065"/>
                  <a:pt x="31148" y="11382"/>
                </a:cubicBezTo>
                <a:cubicBezTo>
                  <a:pt x="26286" y="14699"/>
                  <a:pt x="22515" y="19401"/>
                  <a:pt x="19833" y="25490"/>
                </a:cubicBezTo>
                <a:cubicBezTo>
                  <a:pt x="17152" y="31579"/>
                  <a:pt x="15812" y="38759"/>
                  <a:pt x="15812" y="47029"/>
                </a:cubicBezTo>
                <a:cubicBezTo>
                  <a:pt x="15812" y="54571"/>
                  <a:pt x="16834" y="61295"/>
                  <a:pt x="18878" y="67203"/>
                </a:cubicBezTo>
                <a:cubicBezTo>
                  <a:pt x="20923" y="73110"/>
                  <a:pt x="23809" y="77745"/>
                  <a:pt x="27535" y="81107"/>
                </a:cubicBezTo>
                <a:cubicBezTo>
                  <a:pt x="33534" y="86378"/>
                  <a:pt x="40895" y="89013"/>
                  <a:pt x="49618" y="89013"/>
                </a:cubicBezTo>
                <a:cubicBezTo>
                  <a:pt x="55252" y="89013"/>
                  <a:pt x="60477" y="87923"/>
                  <a:pt x="65293" y="85742"/>
                </a:cubicBezTo>
                <a:cubicBezTo>
                  <a:pt x="70110" y="83560"/>
                  <a:pt x="75018" y="80062"/>
                  <a:pt x="80017" y="75246"/>
                </a:cubicBezTo>
                <a:lnTo>
                  <a:pt x="82470" y="77698"/>
                </a:lnTo>
                <a:cubicBezTo>
                  <a:pt x="78380" y="83242"/>
                  <a:pt x="73087" y="87514"/>
                  <a:pt x="66589" y="90513"/>
                </a:cubicBezTo>
                <a:cubicBezTo>
                  <a:pt x="60092" y="93512"/>
                  <a:pt x="52982" y="95012"/>
                  <a:pt x="45257" y="95012"/>
                </a:cubicBezTo>
                <a:cubicBezTo>
                  <a:pt x="36260" y="95012"/>
                  <a:pt x="28353" y="93081"/>
                  <a:pt x="21536" y="89219"/>
                </a:cubicBezTo>
                <a:cubicBezTo>
                  <a:pt x="14721" y="85356"/>
                  <a:pt x="9427" y="79949"/>
                  <a:pt x="5656" y="72997"/>
                </a:cubicBezTo>
                <a:cubicBezTo>
                  <a:pt x="1885" y="66045"/>
                  <a:pt x="0" y="57933"/>
                  <a:pt x="0" y="48664"/>
                </a:cubicBezTo>
                <a:cubicBezTo>
                  <a:pt x="0" y="33396"/>
                  <a:pt x="4907" y="21401"/>
                  <a:pt x="14722" y="12678"/>
                </a:cubicBezTo>
                <a:cubicBezTo>
                  <a:pt x="18993" y="8952"/>
                  <a:pt x="23832" y="6067"/>
                  <a:pt x="29238" y="4023"/>
                </a:cubicBezTo>
                <a:cubicBezTo>
                  <a:pt x="34646" y="1977"/>
                  <a:pt x="40122" y="955"/>
                  <a:pt x="45666" y="955"/>
                </a:cubicBezTo>
                <a:cubicBezTo>
                  <a:pt x="48846" y="955"/>
                  <a:pt x="52117" y="1227"/>
                  <a:pt x="55480" y="1772"/>
                </a:cubicBezTo>
                <a:cubicBezTo>
                  <a:pt x="58842" y="2317"/>
                  <a:pt x="62205" y="3180"/>
                  <a:pt x="65568" y="4362"/>
                </a:cubicBezTo>
                <a:cubicBezTo>
                  <a:pt x="67749" y="5088"/>
                  <a:pt x="69521" y="5452"/>
                  <a:pt x="70884" y="5452"/>
                </a:cubicBezTo>
                <a:cubicBezTo>
                  <a:pt x="73882" y="5452"/>
                  <a:pt x="75790" y="3953"/>
                  <a:pt x="76608" y="955"/>
                </a:cubicBezTo>
                <a:lnTo>
                  <a:pt x="79470" y="955"/>
                </a:lnTo>
                <a:lnTo>
                  <a:pt x="80698" y="31624"/>
                </a:lnTo>
                <a:close/>
                <a:moveTo>
                  <a:pt x="154444" y="91058"/>
                </a:moveTo>
                <a:lnTo>
                  <a:pt x="154444" y="93103"/>
                </a:lnTo>
                <a:lnTo>
                  <a:pt x="125545" y="93103"/>
                </a:lnTo>
                <a:lnTo>
                  <a:pt x="125545" y="91058"/>
                </a:lnTo>
                <a:cubicBezTo>
                  <a:pt x="128181" y="90785"/>
                  <a:pt x="130134" y="90353"/>
                  <a:pt x="131406" y="89762"/>
                </a:cubicBezTo>
                <a:cubicBezTo>
                  <a:pt x="132679" y="89171"/>
                  <a:pt x="133542" y="88059"/>
                  <a:pt x="133996" y="86424"/>
                </a:cubicBezTo>
                <a:cubicBezTo>
                  <a:pt x="134450" y="84788"/>
                  <a:pt x="134724" y="82379"/>
                  <a:pt x="134815" y="79198"/>
                </a:cubicBezTo>
                <a:lnTo>
                  <a:pt x="134815" y="52208"/>
                </a:lnTo>
                <a:cubicBezTo>
                  <a:pt x="134815" y="42575"/>
                  <a:pt x="131407" y="37758"/>
                  <a:pt x="124592" y="37758"/>
                </a:cubicBezTo>
                <a:cubicBezTo>
                  <a:pt x="121956" y="37758"/>
                  <a:pt x="119502" y="38395"/>
                  <a:pt x="117229" y="39668"/>
                </a:cubicBezTo>
                <a:cubicBezTo>
                  <a:pt x="114957" y="40939"/>
                  <a:pt x="112368" y="43165"/>
                  <a:pt x="109460" y="46346"/>
                </a:cubicBezTo>
                <a:lnTo>
                  <a:pt x="109460" y="79198"/>
                </a:lnTo>
                <a:cubicBezTo>
                  <a:pt x="109552" y="82379"/>
                  <a:pt x="109824" y="84788"/>
                  <a:pt x="110277" y="86424"/>
                </a:cubicBezTo>
                <a:cubicBezTo>
                  <a:pt x="110732" y="88059"/>
                  <a:pt x="111596" y="89171"/>
                  <a:pt x="112867" y="89762"/>
                </a:cubicBezTo>
                <a:cubicBezTo>
                  <a:pt x="114140" y="90353"/>
                  <a:pt x="116095" y="90785"/>
                  <a:pt x="118731" y="91058"/>
                </a:cubicBezTo>
                <a:lnTo>
                  <a:pt x="118731" y="93103"/>
                </a:lnTo>
                <a:lnTo>
                  <a:pt x="89286" y="93103"/>
                </a:lnTo>
                <a:lnTo>
                  <a:pt x="89286" y="91058"/>
                </a:lnTo>
                <a:cubicBezTo>
                  <a:pt x="91921" y="90695"/>
                  <a:pt x="93829" y="90241"/>
                  <a:pt x="95010" y="89696"/>
                </a:cubicBezTo>
                <a:cubicBezTo>
                  <a:pt x="96192" y="89149"/>
                  <a:pt x="96964" y="88082"/>
                  <a:pt x="97327" y="86492"/>
                </a:cubicBezTo>
                <a:cubicBezTo>
                  <a:pt x="97692" y="84902"/>
                  <a:pt x="97920" y="82470"/>
                  <a:pt x="98010" y="79198"/>
                </a:cubicBezTo>
                <a:lnTo>
                  <a:pt x="98010" y="14995"/>
                </a:lnTo>
                <a:cubicBezTo>
                  <a:pt x="98010" y="12087"/>
                  <a:pt x="97578" y="10202"/>
                  <a:pt x="96714" y="9339"/>
                </a:cubicBezTo>
                <a:cubicBezTo>
                  <a:pt x="95851" y="8475"/>
                  <a:pt x="93966" y="8043"/>
                  <a:pt x="91058" y="8043"/>
                </a:cubicBezTo>
                <a:cubicBezTo>
                  <a:pt x="90332" y="8043"/>
                  <a:pt x="89786" y="8088"/>
                  <a:pt x="89421" y="8179"/>
                </a:cubicBezTo>
                <a:lnTo>
                  <a:pt x="89421" y="5997"/>
                </a:lnTo>
                <a:lnTo>
                  <a:pt x="93103" y="4907"/>
                </a:lnTo>
                <a:cubicBezTo>
                  <a:pt x="96919" y="3817"/>
                  <a:pt x="99918" y="2931"/>
                  <a:pt x="102099" y="2251"/>
                </a:cubicBezTo>
                <a:cubicBezTo>
                  <a:pt x="104280" y="1568"/>
                  <a:pt x="106506" y="818"/>
                  <a:pt x="108778" y="0"/>
                </a:cubicBezTo>
                <a:lnTo>
                  <a:pt x="109460" y="410"/>
                </a:lnTo>
                <a:lnTo>
                  <a:pt x="109460" y="41847"/>
                </a:lnTo>
                <a:cubicBezTo>
                  <a:pt x="112641" y="37758"/>
                  <a:pt x="115776" y="34827"/>
                  <a:pt x="118866" y="33055"/>
                </a:cubicBezTo>
                <a:cubicBezTo>
                  <a:pt x="121955" y="31283"/>
                  <a:pt x="125500" y="30397"/>
                  <a:pt x="129499" y="30397"/>
                </a:cubicBezTo>
                <a:cubicBezTo>
                  <a:pt x="140677" y="30397"/>
                  <a:pt x="146266" y="37622"/>
                  <a:pt x="146266" y="52073"/>
                </a:cubicBezTo>
                <a:lnTo>
                  <a:pt x="146266" y="79198"/>
                </a:lnTo>
                <a:cubicBezTo>
                  <a:pt x="146356" y="82379"/>
                  <a:pt x="146560" y="84742"/>
                  <a:pt x="146877" y="86286"/>
                </a:cubicBezTo>
                <a:cubicBezTo>
                  <a:pt x="147196" y="87831"/>
                  <a:pt x="147923" y="88899"/>
                  <a:pt x="149059" y="89490"/>
                </a:cubicBezTo>
                <a:cubicBezTo>
                  <a:pt x="150196" y="90080"/>
                  <a:pt x="151991" y="90603"/>
                  <a:pt x="154444" y="91058"/>
                </a:cubicBezTo>
                <a:close/>
                <a:moveTo>
                  <a:pt x="216468" y="84107"/>
                </a:moveTo>
                <a:lnTo>
                  <a:pt x="216468" y="87651"/>
                </a:lnTo>
                <a:cubicBezTo>
                  <a:pt x="214105" y="90195"/>
                  <a:pt x="212061" y="91968"/>
                  <a:pt x="210334" y="92967"/>
                </a:cubicBezTo>
                <a:cubicBezTo>
                  <a:pt x="208608" y="93966"/>
                  <a:pt x="206563" y="94465"/>
                  <a:pt x="204200" y="94465"/>
                </a:cubicBezTo>
                <a:cubicBezTo>
                  <a:pt x="201383" y="94465"/>
                  <a:pt x="199315" y="93716"/>
                  <a:pt x="197998" y="92217"/>
                </a:cubicBezTo>
                <a:cubicBezTo>
                  <a:pt x="196680" y="90718"/>
                  <a:pt x="195839" y="88150"/>
                  <a:pt x="195475" y="84514"/>
                </a:cubicBezTo>
                <a:cubicBezTo>
                  <a:pt x="191295" y="88059"/>
                  <a:pt x="187683" y="90603"/>
                  <a:pt x="184638" y="92148"/>
                </a:cubicBezTo>
                <a:cubicBezTo>
                  <a:pt x="181594" y="93693"/>
                  <a:pt x="178573" y="94465"/>
                  <a:pt x="175573" y="94465"/>
                </a:cubicBezTo>
                <a:cubicBezTo>
                  <a:pt x="171393" y="94465"/>
                  <a:pt x="167962" y="93102"/>
                  <a:pt x="165282" y="90376"/>
                </a:cubicBezTo>
                <a:cubicBezTo>
                  <a:pt x="162601" y="87650"/>
                  <a:pt x="161261" y="84151"/>
                  <a:pt x="161261" y="79880"/>
                </a:cubicBezTo>
                <a:cubicBezTo>
                  <a:pt x="161261" y="77609"/>
                  <a:pt x="161715" y="75405"/>
                  <a:pt x="162623" y="73270"/>
                </a:cubicBezTo>
                <a:cubicBezTo>
                  <a:pt x="163533" y="71133"/>
                  <a:pt x="164714" y="69383"/>
                  <a:pt x="166168" y="68020"/>
                </a:cubicBezTo>
                <a:cubicBezTo>
                  <a:pt x="167622" y="66748"/>
                  <a:pt x="169008" y="65636"/>
                  <a:pt x="170326" y="64682"/>
                </a:cubicBezTo>
                <a:cubicBezTo>
                  <a:pt x="171643" y="63728"/>
                  <a:pt x="173233" y="62796"/>
                  <a:pt x="175095" y="61888"/>
                </a:cubicBezTo>
                <a:cubicBezTo>
                  <a:pt x="176959" y="60979"/>
                  <a:pt x="179481" y="59842"/>
                  <a:pt x="182662" y="58479"/>
                </a:cubicBezTo>
                <a:cubicBezTo>
                  <a:pt x="185843" y="57116"/>
                  <a:pt x="190069" y="55389"/>
                  <a:pt x="195340" y="53298"/>
                </a:cubicBezTo>
                <a:lnTo>
                  <a:pt x="195340" y="44984"/>
                </a:lnTo>
                <a:cubicBezTo>
                  <a:pt x="195340" y="37441"/>
                  <a:pt x="191886" y="33669"/>
                  <a:pt x="184979" y="33669"/>
                </a:cubicBezTo>
                <a:cubicBezTo>
                  <a:pt x="182253" y="33669"/>
                  <a:pt x="179936" y="34328"/>
                  <a:pt x="178028" y="35647"/>
                </a:cubicBezTo>
                <a:cubicBezTo>
                  <a:pt x="176120" y="36964"/>
                  <a:pt x="175166" y="38532"/>
                  <a:pt x="175166" y="40350"/>
                </a:cubicBezTo>
                <a:cubicBezTo>
                  <a:pt x="175166" y="41258"/>
                  <a:pt x="175302" y="42348"/>
                  <a:pt x="175573" y="43620"/>
                </a:cubicBezTo>
                <a:cubicBezTo>
                  <a:pt x="175665" y="44074"/>
                  <a:pt x="175733" y="44483"/>
                  <a:pt x="175777" y="44847"/>
                </a:cubicBezTo>
                <a:cubicBezTo>
                  <a:pt x="175823" y="45210"/>
                  <a:pt x="175846" y="45528"/>
                  <a:pt x="175846" y="45801"/>
                </a:cubicBezTo>
                <a:cubicBezTo>
                  <a:pt x="175846" y="47256"/>
                  <a:pt x="175232" y="48574"/>
                  <a:pt x="174005" y="49756"/>
                </a:cubicBezTo>
                <a:cubicBezTo>
                  <a:pt x="172779" y="50937"/>
                  <a:pt x="171348" y="51528"/>
                  <a:pt x="169712" y="51528"/>
                </a:cubicBezTo>
                <a:cubicBezTo>
                  <a:pt x="168076" y="51528"/>
                  <a:pt x="166690" y="50937"/>
                  <a:pt x="165554" y="49756"/>
                </a:cubicBezTo>
                <a:cubicBezTo>
                  <a:pt x="164418" y="48574"/>
                  <a:pt x="163851" y="47210"/>
                  <a:pt x="163851" y="45664"/>
                </a:cubicBezTo>
                <a:cubicBezTo>
                  <a:pt x="163851" y="42756"/>
                  <a:pt x="164872" y="40167"/>
                  <a:pt x="166916" y="37895"/>
                </a:cubicBezTo>
                <a:cubicBezTo>
                  <a:pt x="168962" y="35624"/>
                  <a:pt x="171711" y="33807"/>
                  <a:pt x="175164" y="32444"/>
                </a:cubicBezTo>
                <a:cubicBezTo>
                  <a:pt x="178618" y="31079"/>
                  <a:pt x="182480" y="30397"/>
                  <a:pt x="186751" y="30397"/>
                </a:cubicBezTo>
                <a:cubicBezTo>
                  <a:pt x="194930" y="30397"/>
                  <a:pt x="200564" y="32896"/>
                  <a:pt x="203655" y="37895"/>
                </a:cubicBezTo>
                <a:cubicBezTo>
                  <a:pt x="204654" y="39532"/>
                  <a:pt x="205357" y="41440"/>
                  <a:pt x="205767" y="43622"/>
                </a:cubicBezTo>
                <a:cubicBezTo>
                  <a:pt x="206176" y="45801"/>
                  <a:pt x="206380" y="48664"/>
                  <a:pt x="206380" y="52208"/>
                </a:cubicBezTo>
                <a:lnTo>
                  <a:pt x="206380" y="78790"/>
                </a:lnTo>
                <a:cubicBezTo>
                  <a:pt x="206380" y="81788"/>
                  <a:pt x="206676" y="83856"/>
                  <a:pt x="207266" y="84993"/>
                </a:cubicBezTo>
                <a:cubicBezTo>
                  <a:pt x="207857" y="86128"/>
                  <a:pt x="208925" y="86696"/>
                  <a:pt x="210469" y="86696"/>
                </a:cubicBezTo>
                <a:cubicBezTo>
                  <a:pt x="212379" y="86696"/>
                  <a:pt x="214378" y="85833"/>
                  <a:pt x="216468" y="84107"/>
                </a:cubicBezTo>
                <a:moveTo>
                  <a:pt x="195340" y="76336"/>
                </a:moveTo>
                <a:lnTo>
                  <a:pt x="195340" y="56570"/>
                </a:lnTo>
                <a:cubicBezTo>
                  <a:pt x="187343" y="59387"/>
                  <a:pt x="181686" y="62228"/>
                  <a:pt x="178369" y="65091"/>
                </a:cubicBezTo>
                <a:cubicBezTo>
                  <a:pt x="175052" y="67953"/>
                  <a:pt x="173348" y="71429"/>
                  <a:pt x="173256" y="75518"/>
                </a:cubicBezTo>
                <a:lnTo>
                  <a:pt x="173256" y="76063"/>
                </a:lnTo>
                <a:cubicBezTo>
                  <a:pt x="173256" y="78971"/>
                  <a:pt x="174097" y="81448"/>
                  <a:pt x="175777" y="83493"/>
                </a:cubicBezTo>
                <a:cubicBezTo>
                  <a:pt x="177459" y="85537"/>
                  <a:pt x="179482" y="86559"/>
                  <a:pt x="181845" y="86559"/>
                </a:cubicBezTo>
                <a:cubicBezTo>
                  <a:pt x="184934" y="86559"/>
                  <a:pt x="188251" y="85559"/>
                  <a:pt x="191795" y="83560"/>
                </a:cubicBezTo>
                <a:cubicBezTo>
                  <a:pt x="193248" y="82743"/>
                  <a:pt x="194202" y="81835"/>
                  <a:pt x="194657" y="80835"/>
                </a:cubicBezTo>
                <a:cubicBezTo>
                  <a:pt x="195112" y="79835"/>
                  <a:pt x="195340" y="78335"/>
                  <a:pt x="195340" y="76336"/>
                </a:cubicBezTo>
                <a:close/>
                <a:moveTo>
                  <a:pt x="301255" y="31624"/>
                </a:moveTo>
                <a:lnTo>
                  <a:pt x="298121" y="31624"/>
                </a:lnTo>
                <a:cubicBezTo>
                  <a:pt x="296848" y="27172"/>
                  <a:pt x="295575" y="23764"/>
                  <a:pt x="294302" y="21401"/>
                </a:cubicBezTo>
                <a:cubicBezTo>
                  <a:pt x="293030" y="19038"/>
                  <a:pt x="291304" y="16766"/>
                  <a:pt x="289125" y="14585"/>
                </a:cubicBezTo>
                <a:cubicBezTo>
                  <a:pt x="283489" y="9133"/>
                  <a:pt x="276719" y="6406"/>
                  <a:pt x="268813" y="6406"/>
                </a:cubicBezTo>
                <a:cubicBezTo>
                  <a:pt x="262270" y="6406"/>
                  <a:pt x="256567" y="8065"/>
                  <a:pt x="251705" y="11382"/>
                </a:cubicBezTo>
                <a:cubicBezTo>
                  <a:pt x="246844" y="14699"/>
                  <a:pt x="243072" y="19401"/>
                  <a:pt x="240390" y="25490"/>
                </a:cubicBezTo>
                <a:cubicBezTo>
                  <a:pt x="237710" y="31579"/>
                  <a:pt x="236370" y="38759"/>
                  <a:pt x="236370" y="47029"/>
                </a:cubicBezTo>
                <a:cubicBezTo>
                  <a:pt x="236370" y="54571"/>
                  <a:pt x="237392" y="61295"/>
                  <a:pt x="239436" y="67203"/>
                </a:cubicBezTo>
                <a:cubicBezTo>
                  <a:pt x="241481" y="73110"/>
                  <a:pt x="244367" y="77745"/>
                  <a:pt x="248093" y="81107"/>
                </a:cubicBezTo>
                <a:cubicBezTo>
                  <a:pt x="254091" y="86378"/>
                  <a:pt x="261452" y="89013"/>
                  <a:pt x="270176" y="89013"/>
                </a:cubicBezTo>
                <a:cubicBezTo>
                  <a:pt x="275810" y="89013"/>
                  <a:pt x="281035" y="87923"/>
                  <a:pt x="285851" y="85742"/>
                </a:cubicBezTo>
                <a:cubicBezTo>
                  <a:pt x="290668" y="83560"/>
                  <a:pt x="295576" y="80062"/>
                  <a:pt x="300575" y="75246"/>
                </a:cubicBezTo>
                <a:lnTo>
                  <a:pt x="303027" y="77698"/>
                </a:lnTo>
                <a:cubicBezTo>
                  <a:pt x="298938" y="83242"/>
                  <a:pt x="293644" y="87514"/>
                  <a:pt x="287147" y="90513"/>
                </a:cubicBezTo>
                <a:cubicBezTo>
                  <a:pt x="280650" y="93512"/>
                  <a:pt x="273539" y="95012"/>
                  <a:pt x="265814" y="95012"/>
                </a:cubicBezTo>
                <a:cubicBezTo>
                  <a:pt x="256817" y="95012"/>
                  <a:pt x="248911" y="93081"/>
                  <a:pt x="242094" y="89219"/>
                </a:cubicBezTo>
                <a:cubicBezTo>
                  <a:pt x="235278" y="85356"/>
                  <a:pt x="229985" y="79949"/>
                  <a:pt x="226213" y="72997"/>
                </a:cubicBezTo>
                <a:cubicBezTo>
                  <a:pt x="222443" y="66045"/>
                  <a:pt x="220558" y="57933"/>
                  <a:pt x="220558" y="48664"/>
                </a:cubicBezTo>
                <a:cubicBezTo>
                  <a:pt x="220558" y="33396"/>
                  <a:pt x="225465" y="21401"/>
                  <a:pt x="235280" y="12678"/>
                </a:cubicBezTo>
                <a:cubicBezTo>
                  <a:pt x="239551" y="8952"/>
                  <a:pt x="244389" y="6067"/>
                  <a:pt x="249796" y="4023"/>
                </a:cubicBezTo>
                <a:cubicBezTo>
                  <a:pt x="255204" y="1977"/>
                  <a:pt x="260680" y="955"/>
                  <a:pt x="266224" y="955"/>
                </a:cubicBezTo>
                <a:cubicBezTo>
                  <a:pt x="269403" y="955"/>
                  <a:pt x="272675" y="1227"/>
                  <a:pt x="276037" y="1772"/>
                </a:cubicBezTo>
                <a:cubicBezTo>
                  <a:pt x="279400" y="2317"/>
                  <a:pt x="282763" y="3180"/>
                  <a:pt x="286125" y="4362"/>
                </a:cubicBezTo>
                <a:cubicBezTo>
                  <a:pt x="288306" y="5088"/>
                  <a:pt x="290079" y="5452"/>
                  <a:pt x="291442" y="5452"/>
                </a:cubicBezTo>
                <a:cubicBezTo>
                  <a:pt x="294440" y="5452"/>
                  <a:pt x="296348" y="3953"/>
                  <a:pt x="297166" y="955"/>
                </a:cubicBezTo>
                <a:lnTo>
                  <a:pt x="300028" y="955"/>
                </a:lnTo>
                <a:lnTo>
                  <a:pt x="301255" y="31624"/>
                </a:lnTo>
                <a:close/>
                <a:moveTo>
                  <a:pt x="374047" y="91058"/>
                </a:moveTo>
                <a:lnTo>
                  <a:pt x="374047" y="93103"/>
                </a:lnTo>
                <a:lnTo>
                  <a:pt x="345148" y="93103"/>
                </a:lnTo>
                <a:lnTo>
                  <a:pt x="345148" y="91058"/>
                </a:lnTo>
                <a:cubicBezTo>
                  <a:pt x="347784" y="90785"/>
                  <a:pt x="349738" y="90353"/>
                  <a:pt x="351009" y="89762"/>
                </a:cubicBezTo>
                <a:cubicBezTo>
                  <a:pt x="352282" y="89171"/>
                  <a:pt x="353145" y="88059"/>
                  <a:pt x="353599" y="86424"/>
                </a:cubicBezTo>
                <a:cubicBezTo>
                  <a:pt x="354054" y="84788"/>
                  <a:pt x="354327" y="82379"/>
                  <a:pt x="354418" y="79198"/>
                </a:cubicBezTo>
                <a:lnTo>
                  <a:pt x="354418" y="52208"/>
                </a:lnTo>
                <a:cubicBezTo>
                  <a:pt x="354418" y="42575"/>
                  <a:pt x="351011" y="37758"/>
                  <a:pt x="344195" y="37758"/>
                </a:cubicBezTo>
                <a:cubicBezTo>
                  <a:pt x="341559" y="37758"/>
                  <a:pt x="339105" y="38395"/>
                  <a:pt x="336832" y="39668"/>
                </a:cubicBezTo>
                <a:cubicBezTo>
                  <a:pt x="334561" y="40939"/>
                  <a:pt x="331971" y="43165"/>
                  <a:pt x="329063" y="46346"/>
                </a:cubicBezTo>
                <a:lnTo>
                  <a:pt x="329063" y="79198"/>
                </a:lnTo>
                <a:cubicBezTo>
                  <a:pt x="329155" y="82379"/>
                  <a:pt x="329427" y="84788"/>
                  <a:pt x="329881" y="86424"/>
                </a:cubicBezTo>
                <a:cubicBezTo>
                  <a:pt x="330335" y="88059"/>
                  <a:pt x="331199" y="89171"/>
                  <a:pt x="332470" y="89762"/>
                </a:cubicBezTo>
                <a:cubicBezTo>
                  <a:pt x="333743" y="90353"/>
                  <a:pt x="335698" y="90785"/>
                  <a:pt x="338334" y="91058"/>
                </a:cubicBezTo>
                <a:lnTo>
                  <a:pt x="338334" y="93103"/>
                </a:lnTo>
                <a:lnTo>
                  <a:pt x="308889" y="93103"/>
                </a:lnTo>
                <a:lnTo>
                  <a:pt x="308889" y="91058"/>
                </a:lnTo>
                <a:cubicBezTo>
                  <a:pt x="311524" y="90695"/>
                  <a:pt x="313432" y="90241"/>
                  <a:pt x="314613" y="89696"/>
                </a:cubicBezTo>
                <a:cubicBezTo>
                  <a:pt x="315795" y="89149"/>
                  <a:pt x="316567" y="88082"/>
                  <a:pt x="316931" y="86492"/>
                </a:cubicBezTo>
                <a:cubicBezTo>
                  <a:pt x="317295" y="84902"/>
                  <a:pt x="317523" y="82470"/>
                  <a:pt x="317613" y="79198"/>
                </a:cubicBezTo>
                <a:lnTo>
                  <a:pt x="317613" y="14995"/>
                </a:lnTo>
                <a:cubicBezTo>
                  <a:pt x="317613" y="12087"/>
                  <a:pt x="317181" y="10202"/>
                  <a:pt x="316317" y="9339"/>
                </a:cubicBezTo>
                <a:cubicBezTo>
                  <a:pt x="315454" y="8475"/>
                  <a:pt x="313569" y="8043"/>
                  <a:pt x="310661" y="8043"/>
                </a:cubicBezTo>
                <a:cubicBezTo>
                  <a:pt x="309935" y="8043"/>
                  <a:pt x="309389" y="8088"/>
                  <a:pt x="309025" y="8179"/>
                </a:cubicBezTo>
                <a:lnTo>
                  <a:pt x="309025" y="5997"/>
                </a:lnTo>
                <a:lnTo>
                  <a:pt x="312706" y="4907"/>
                </a:lnTo>
                <a:cubicBezTo>
                  <a:pt x="316522" y="3817"/>
                  <a:pt x="319521" y="2931"/>
                  <a:pt x="321702" y="2251"/>
                </a:cubicBezTo>
                <a:cubicBezTo>
                  <a:pt x="323883" y="1568"/>
                  <a:pt x="326110" y="818"/>
                  <a:pt x="328381" y="0"/>
                </a:cubicBezTo>
                <a:lnTo>
                  <a:pt x="329063" y="410"/>
                </a:lnTo>
                <a:lnTo>
                  <a:pt x="329063" y="41847"/>
                </a:lnTo>
                <a:cubicBezTo>
                  <a:pt x="332244" y="37758"/>
                  <a:pt x="335379" y="34827"/>
                  <a:pt x="338469" y="33055"/>
                </a:cubicBezTo>
                <a:cubicBezTo>
                  <a:pt x="341558" y="31283"/>
                  <a:pt x="345103" y="30397"/>
                  <a:pt x="349102" y="30397"/>
                </a:cubicBezTo>
                <a:cubicBezTo>
                  <a:pt x="360280" y="30397"/>
                  <a:pt x="365869" y="37622"/>
                  <a:pt x="365869" y="52073"/>
                </a:cubicBezTo>
                <a:lnTo>
                  <a:pt x="365869" y="79198"/>
                </a:lnTo>
                <a:cubicBezTo>
                  <a:pt x="365959" y="82379"/>
                  <a:pt x="366163" y="84742"/>
                  <a:pt x="366480" y="86286"/>
                </a:cubicBezTo>
                <a:cubicBezTo>
                  <a:pt x="366799" y="87831"/>
                  <a:pt x="367526" y="88899"/>
                  <a:pt x="368662" y="89490"/>
                </a:cubicBezTo>
                <a:cubicBezTo>
                  <a:pt x="369799" y="90080"/>
                  <a:pt x="371594" y="90603"/>
                  <a:pt x="374047" y="91058"/>
                </a:cubicBezTo>
                <a:close/>
                <a:moveTo>
                  <a:pt x="436071" y="84107"/>
                </a:moveTo>
                <a:lnTo>
                  <a:pt x="436071" y="87651"/>
                </a:lnTo>
                <a:cubicBezTo>
                  <a:pt x="433708" y="90195"/>
                  <a:pt x="431664" y="91968"/>
                  <a:pt x="429937" y="92967"/>
                </a:cubicBezTo>
                <a:cubicBezTo>
                  <a:pt x="428211" y="93966"/>
                  <a:pt x="426166" y="94465"/>
                  <a:pt x="423803" y="94465"/>
                </a:cubicBezTo>
                <a:cubicBezTo>
                  <a:pt x="420986" y="94465"/>
                  <a:pt x="418918" y="93716"/>
                  <a:pt x="417601" y="92217"/>
                </a:cubicBezTo>
                <a:cubicBezTo>
                  <a:pt x="416284" y="90718"/>
                  <a:pt x="415443" y="88150"/>
                  <a:pt x="415078" y="84514"/>
                </a:cubicBezTo>
                <a:cubicBezTo>
                  <a:pt x="410898" y="88059"/>
                  <a:pt x="407286" y="90603"/>
                  <a:pt x="404241" y="92148"/>
                </a:cubicBezTo>
                <a:cubicBezTo>
                  <a:pt x="401197" y="93693"/>
                  <a:pt x="398176" y="94465"/>
                  <a:pt x="395177" y="94465"/>
                </a:cubicBezTo>
                <a:cubicBezTo>
                  <a:pt x="390996" y="94465"/>
                  <a:pt x="387565" y="93102"/>
                  <a:pt x="384885" y="90376"/>
                </a:cubicBezTo>
                <a:cubicBezTo>
                  <a:pt x="382204" y="87650"/>
                  <a:pt x="380864" y="84151"/>
                  <a:pt x="380864" y="79880"/>
                </a:cubicBezTo>
                <a:cubicBezTo>
                  <a:pt x="380864" y="77609"/>
                  <a:pt x="381318" y="75405"/>
                  <a:pt x="382226" y="73270"/>
                </a:cubicBezTo>
                <a:cubicBezTo>
                  <a:pt x="383136" y="71133"/>
                  <a:pt x="384318" y="69383"/>
                  <a:pt x="385771" y="68020"/>
                </a:cubicBezTo>
                <a:cubicBezTo>
                  <a:pt x="387225" y="66748"/>
                  <a:pt x="388611" y="65636"/>
                  <a:pt x="389929" y="64682"/>
                </a:cubicBezTo>
                <a:cubicBezTo>
                  <a:pt x="391246" y="63728"/>
                  <a:pt x="392836" y="62796"/>
                  <a:pt x="394698" y="61888"/>
                </a:cubicBezTo>
                <a:cubicBezTo>
                  <a:pt x="396562" y="60979"/>
                  <a:pt x="399084" y="59842"/>
                  <a:pt x="402265" y="58479"/>
                </a:cubicBezTo>
                <a:cubicBezTo>
                  <a:pt x="405446" y="57116"/>
                  <a:pt x="409672" y="55389"/>
                  <a:pt x="414943" y="53298"/>
                </a:cubicBezTo>
                <a:lnTo>
                  <a:pt x="414943" y="44984"/>
                </a:lnTo>
                <a:cubicBezTo>
                  <a:pt x="414943" y="37441"/>
                  <a:pt x="411489" y="33669"/>
                  <a:pt x="404582" y="33669"/>
                </a:cubicBezTo>
                <a:cubicBezTo>
                  <a:pt x="401856" y="33669"/>
                  <a:pt x="399539" y="34328"/>
                  <a:pt x="397631" y="35647"/>
                </a:cubicBezTo>
                <a:cubicBezTo>
                  <a:pt x="395723" y="36964"/>
                  <a:pt x="394769" y="38532"/>
                  <a:pt x="394769" y="40350"/>
                </a:cubicBezTo>
                <a:cubicBezTo>
                  <a:pt x="394769" y="41258"/>
                  <a:pt x="394905" y="42348"/>
                  <a:pt x="395177" y="43620"/>
                </a:cubicBezTo>
                <a:cubicBezTo>
                  <a:pt x="395268" y="44074"/>
                  <a:pt x="395336" y="44483"/>
                  <a:pt x="395380" y="44847"/>
                </a:cubicBezTo>
                <a:cubicBezTo>
                  <a:pt x="395426" y="45210"/>
                  <a:pt x="395449" y="45528"/>
                  <a:pt x="395449" y="45801"/>
                </a:cubicBezTo>
                <a:cubicBezTo>
                  <a:pt x="395449" y="47256"/>
                  <a:pt x="394835" y="48574"/>
                  <a:pt x="393608" y="49756"/>
                </a:cubicBezTo>
                <a:cubicBezTo>
                  <a:pt x="392382" y="50937"/>
                  <a:pt x="390951" y="51528"/>
                  <a:pt x="389315" y="51528"/>
                </a:cubicBezTo>
                <a:cubicBezTo>
                  <a:pt x="387679" y="51528"/>
                  <a:pt x="386293" y="50937"/>
                  <a:pt x="385157" y="49756"/>
                </a:cubicBezTo>
                <a:cubicBezTo>
                  <a:pt x="384022" y="48574"/>
                  <a:pt x="383454" y="47210"/>
                  <a:pt x="383454" y="45664"/>
                </a:cubicBezTo>
                <a:cubicBezTo>
                  <a:pt x="383454" y="42756"/>
                  <a:pt x="384476" y="40167"/>
                  <a:pt x="386520" y="37895"/>
                </a:cubicBezTo>
                <a:cubicBezTo>
                  <a:pt x="388565" y="35624"/>
                  <a:pt x="391314" y="33807"/>
                  <a:pt x="394767" y="32444"/>
                </a:cubicBezTo>
                <a:cubicBezTo>
                  <a:pt x="398221" y="31079"/>
                  <a:pt x="402083" y="30397"/>
                  <a:pt x="406354" y="30397"/>
                </a:cubicBezTo>
                <a:cubicBezTo>
                  <a:pt x="414533" y="30397"/>
                  <a:pt x="420168" y="32896"/>
                  <a:pt x="423259" y="37895"/>
                </a:cubicBezTo>
                <a:cubicBezTo>
                  <a:pt x="424257" y="39532"/>
                  <a:pt x="424961" y="41440"/>
                  <a:pt x="425370" y="43622"/>
                </a:cubicBezTo>
                <a:cubicBezTo>
                  <a:pt x="425779" y="45801"/>
                  <a:pt x="425983" y="48664"/>
                  <a:pt x="425983" y="52208"/>
                </a:cubicBezTo>
                <a:lnTo>
                  <a:pt x="425983" y="78790"/>
                </a:lnTo>
                <a:cubicBezTo>
                  <a:pt x="425983" y="81788"/>
                  <a:pt x="426279" y="83856"/>
                  <a:pt x="426869" y="84993"/>
                </a:cubicBezTo>
                <a:cubicBezTo>
                  <a:pt x="427460" y="86128"/>
                  <a:pt x="428528" y="86696"/>
                  <a:pt x="430073" y="86696"/>
                </a:cubicBezTo>
                <a:cubicBezTo>
                  <a:pt x="431982" y="86696"/>
                  <a:pt x="433982" y="85833"/>
                  <a:pt x="436071" y="84107"/>
                </a:cubicBezTo>
                <a:moveTo>
                  <a:pt x="414943" y="76336"/>
                </a:moveTo>
                <a:lnTo>
                  <a:pt x="414943" y="56570"/>
                </a:lnTo>
                <a:cubicBezTo>
                  <a:pt x="406946" y="59387"/>
                  <a:pt x="401289" y="62228"/>
                  <a:pt x="397972" y="65091"/>
                </a:cubicBezTo>
                <a:cubicBezTo>
                  <a:pt x="394655" y="67953"/>
                  <a:pt x="392951" y="71429"/>
                  <a:pt x="392859" y="75518"/>
                </a:cubicBezTo>
                <a:lnTo>
                  <a:pt x="392859" y="76063"/>
                </a:lnTo>
                <a:cubicBezTo>
                  <a:pt x="392859" y="78971"/>
                  <a:pt x="393700" y="81448"/>
                  <a:pt x="395380" y="83493"/>
                </a:cubicBezTo>
                <a:cubicBezTo>
                  <a:pt x="397062" y="85537"/>
                  <a:pt x="399085" y="86559"/>
                  <a:pt x="401448" y="86559"/>
                </a:cubicBezTo>
                <a:cubicBezTo>
                  <a:pt x="404537" y="86559"/>
                  <a:pt x="407854" y="85559"/>
                  <a:pt x="411398" y="83560"/>
                </a:cubicBezTo>
                <a:cubicBezTo>
                  <a:pt x="412852" y="82743"/>
                  <a:pt x="413806" y="81835"/>
                  <a:pt x="414260" y="80835"/>
                </a:cubicBezTo>
                <a:cubicBezTo>
                  <a:pt x="414715" y="79835"/>
                  <a:pt x="414943" y="78335"/>
                  <a:pt x="414943" y="76336"/>
                </a:cubicBezTo>
                <a:close/>
                <a:moveTo>
                  <a:pt x="501093" y="74428"/>
                </a:moveTo>
                <a:lnTo>
                  <a:pt x="493595" y="93103"/>
                </a:lnTo>
                <a:lnTo>
                  <a:pt x="440432" y="93103"/>
                </a:lnTo>
                <a:lnTo>
                  <a:pt x="440432" y="91468"/>
                </a:lnTo>
                <a:lnTo>
                  <a:pt x="464695" y="65703"/>
                </a:lnTo>
                <a:cubicBezTo>
                  <a:pt x="470421" y="59614"/>
                  <a:pt x="474806" y="53526"/>
                  <a:pt x="477849" y="47438"/>
                </a:cubicBezTo>
                <a:cubicBezTo>
                  <a:pt x="480894" y="41350"/>
                  <a:pt x="482417" y="35624"/>
                  <a:pt x="482417" y="30262"/>
                </a:cubicBezTo>
                <a:cubicBezTo>
                  <a:pt x="482417" y="24536"/>
                  <a:pt x="480668" y="19901"/>
                  <a:pt x="477169" y="16357"/>
                </a:cubicBezTo>
                <a:cubicBezTo>
                  <a:pt x="473671" y="12813"/>
                  <a:pt x="469014" y="11041"/>
                  <a:pt x="463198" y="11041"/>
                </a:cubicBezTo>
                <a:cubicBezTo>
                  <a:pt x="458472" y="11041"/>
                  <a:pt x="454678" y="12313"/>
                  <a:pt x="451814" y="14857"/>
                </a:cubicBezTo>
                <a:cubicBezTo>
                  <a:pt x="448952" y="17402"/>
                  <a:pt x="446158" y="22037"/>
                  <a:pt x="443432" y="28762"/>
                </a:cubicBezTo>
                <a:lnTo>
                  <a:pt x="440570" y="28080"/>
                </a:lnTo>
                <a:cubicBezTo>
                  <a:pt x="441751" y="23264"/>
                  <a:pt x="442955" y="19516"/>
                  <a:pt x="444180" y="16835"/>
                </a:cubicBezTo>
                <a:cubicBezTo>
                  <a:pt x="445408" y="14154"/>
                  <a:pt x="447112" y="11677"/>
                  <a:pt x="449293" y="9406"/>
                </a:cubicBezTo>
                <a:cubicBezTo>
                  <a:pt x="451838" y="6680"/>
                  <a:pt x="454813" y="4590"/>
                  <a:pt x="458220" y="3137"/>
                </a:cubicBezTo>
                <a:cubicBezTo>
                  <a:pt x="461629" y="1682"/>
                  <a:pt x="465196" y="955"/>
                  <a:pt x="468922" y="955"/>
                </a:cubicBezTo>
                <a:cubicBezTo>
                  <a:pt x="473648" y="955"/>
                  <a:pt x="477919" y="2022"/>
                  <a:pt x="481735" y="4158"/>
                </a:cubicBezTo>
                <a:cubicBezTo>
                  <a:pt x="485552" y="6293"/>
                  <a:pt x="488574" y="9156"/>
                  <a:pt x="490799" y="12746"/>
                </a:cubicBezTo>
                <a:cubicBezTo>
                  <a:pt x="493026" y="16335"/>
                  <a:pt x="494140" y="20401"/>
                  <a:pt x="494140" y="24945"/>
                </a:cubicBezTo>
                <a:cubicBezTo>
                  <a:pt x="494140" y="30308"/>
                  <a:pt x="492754" y="35692"/>
                  <a:pt x="489982" y="41099"/>
                </a:cubicBezTo>
                <a:cubicBezTo>
                  <a:pt x="487211" y="46505"/>
                  <a:pt x="482782" y="52390"/>
                  <a:pt x="476693" y="58752"/>
                </a:cubicBezTo>
                <a:lnTo>
                  <a:pt x="453792" y="82742"/>
                </a:lnTo>
                <a:lnTo>
                  <a:pt x="486371" y="82742"/>
                </a:lnTo>
                <a:cubicBezTo>
                  <a:pt x="488552" y="82652"/>
                  <a:pt x="490279" y="82425"/>
                  <a:pt x="491550" y="82062"/>
                </a:cubicBezTo>
                <a:cubicBezTo>
                  <a:pt x="492823" y="81697"/>
                  <a:pt x="494028" y="80879"/>
                  <a:pt x="495163" y="79608"/>
                </a:cubicBezTo>
                <a:cubicBezTo>
                  <a:pt x="496299" y="78335"/>
                  <a:pt x="497685" y="76381"/>
                  <a:pt x="499321" y="73746"/>
                </a:cubicBezTo>
                <a:lnTo>
                  <a:pt x="501093" y="74428"/>
                </a:lnTo>
                <a:close/>
                <a:moveTo>
                  <a:pt x="539124" y="955"/>
                </a:moveTo>
                <a:cubicBezTo>
                  <a:pt x="545123" y="955"/>
                  <a:pt x="550394" y="2954"/>
                  <a:pt x="554936" y="6953"/>
                </a:cubicBezTo>
                <a:cubicBezTo>
                  <a:pt x="559481" y="10951"/>
                  <a:pt x="563025" y="16471"/>
                  <a:pt x="565569" y="23514"/>
                </a:cubicBezTo>
                <a:cubicBezTo>
                  <a:pt x="568114" y="30557"/>
                  <a:pt x="569386" y="38759"/>
                  <a:pt x="569386" y="48119"/>
                </a:cubicBezTo>
                <a:cubicBezTo>
                  <a:pt x="569386" y="53571"/>
                  <a:pt x="568841" y="58865"/>
                  <a:pt x="567749" y="63999"/>
                </a:cubicBezTo>
                <a:cubicBezTo>
                  <a:pt x="566659" y="69134"/>
                  <a:pt x="565137" y="73769"/>
                  <a:pt x="563184" y="77904"/>
                </a:cubicBezTo>
                <a:cubicBezTo>
                  <a:pt x="561230" y="82039"/>
                  <a:pt x="558936" y="85379"/>
                  <a:pt x="556301" y="87923"/>
                </a:cubicBezTo>
                <a:cubicBezTo>
                  <a:pt x="551484" y="92649"/>
                  <a:pt x="545576" y="95012"/>
                  <a:pt x="538579" y="95012"/>
                </a:cubicBezTo>
                <a:cubicBezTo>
                  <a:pt x="530491" y="95012"/>
                  <a:pt x="523857" y="91922"/>
                  <a:pt x="518678" y="85742"/>
                </a:cubicBezTo>
                <a:cubicBezTo>
                  <a:pt x="516587" y="83197"/>
                  <a:pt x="514701" y="79880"/>
                  <a:pt x="513020" y="75791"/>
                </a:cubicBezTo>
                <a:cubicBezTo>
                  <a:pt x="511340" y="71702"/>
                  <a:pt x="510045" y="67180"/>
                  <a:pt x="509135" y="62227"/>
                </a:cubicBezTo>
                <a:cubicBezTo>
                  <a:pt x="508227" y="57274"/>
                  <a:pt x="507773" y="52299"/>
                  <a:pt x="507773" y="47301"/>
                </a:cubicBezTo>
                <a:cubicBezTo>
                  <a:pt x="507773" y="41939"/>
                  <a:pt x="508318" y="36759"/>
                  <a:pt x="509407" y="31762"/>
                </a:cubicBezTo>
                <a:cubicBezTo>
                  <a:pt x="510499" y="26763"/>
                  <a:pt x="512021" y="22196"/>
                  <a:pt x="513975" y="18063"/>
                </a:cubicBezTo>
                <a:cubicBezTo>
                  <a:pt x="515929" y="13928"/>
                  <a:pt x="518223" y="10588"/>
                  <a:pt x="520858" y="8043"/>
                </a:cubicBezTo>
                <a:cubicBezTo>
                  <a:pt x="525675" y="3318"/>
                  <a:pt x="531764" y="955"/>
                  <a:pt x="539124" y="955"/>
                </a:cubicBezTo>
                <a:moveTo>
                  <a:pt x="538717" y="4499"/>
                </a:moveTo>
                <a:cubicBezTo>
                  <a:pt x="532900" y="4499"/>
                  <a:pt x="528469" y="8202"/>
                  <a:pt x="525423" y="15608"/>
                </a:cubicBezTo>
                <a:cubicBezTo>
                  <a:pt x="522380" y="23014"/>
                  <a:pt x="520858" y="33988"/>
                  <a:pt x="520858" y="48528"/>
                </a:cubicBezTo>
                <a:cubicBezTo>
                  <a:pt x="520858" y="77155"/>
                  <a:pt x="526765" y="91468"/>
                  <a:pt x="538579" y="91468"/>
                </a:cubicBezTo>
                <a:cubicBezTo>
                  <a:pt x="550394" y="91468"/>
                  <a:pt x="556301" y="77109"/>
                  <a:pt x="556301" y="48391"/>
                </a:cubicBezTo>
                <a:cubicBezTo>
                  <a:pt x="556301" y="34124"/>
                  <a:pt x="554801" y="23242"/>
                  <a:pt x="551802" y="15746"/>
                </a:cubicBezTo>
                <a:cubicBezTo>
                  <a:pt x="548803" y="8248"/>
                  <a:pt x="544441" y="4499"/>
                  <a:pt x="538717" y="449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920" cap="flat">
            <a:solidFill>
              <a:srgbClr val="FFFFFF"/>
            </a:solidFill>
            <a:round/>
          </a:ln>
        </p:spPr>
      </p:sp>
      <p:sp>
        <p:nvSpPr>
          <p:cNvPr id="244" name="Text 𝑲">
            <a:extLst xmlns:a="http://schemas.openxmlformats.org/drawingml/2006/main">
              <a:ext uri="{FF2B5EF4-FFF2-40B4-BE49-F238E27FC236}">
                <a16:creationId xmlns:a16="http://schemas.microsoft.com/office/drawing/2014/main" id="{8CA89FDE-D07E-4641-8470-348B8558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423" y="5262836"/>
            <a:ext cx="72971" cy="66447"/>
          </a:xfrm>
          <a:custGeom xmlns:a="http://schemas.openxmlformats.org/drawingml/2006/main">
            <a:pathLst>
              <a:path w="72971" h="66447">
                <a:moveTo>
                  <a:pt x="26968" y="29597"/>
                </a:moveTo>
                <a:lnTo>
                  <a:pt x="27699" y="29597"/>
                </a:lnTo>
                <a:cubicBezTo>
                  <a:pt x="29062" y="29597"/>
                  <a:pt x="30295" y="29362"/>
                  <a:pt x="31398" y="28891"/>
                </a:cubicBezTo>
                <a:cubicBezTo>
                  <a:pt x="32502" y="28421"/>
                  <a:pt x="33719" y="27658"/>
                  <a:pt x="35049" y="26603"/>
                </a:cubicBezTo>
                <a:cubicBezTo>
                  <a:pt x="36380" y="25549"/>
                  <a:pt x="38554" y="23528"/>
                  <a:pt x="41572" y="20543"/>
                </a:cubicBezTo>
                <a:cubicBezTo>
                  <a:pt x="44590" y="17557"/>
                  <a:pt x="46773" y="15253"/>
                  <a:pt x="48120" y="13630"/>
                </a:cubicBezTo>
                <a:cubicBezTo>
                  <a:pt x="49466" y="12008"/>
                  <a:pt x="50424" y="10636"/>
                  <a:pt x="50992" y="9517"/>
                </a:cubicBezTo>
                <a:cubicBezTo>
                  <a:pt x="51560" y="8397"/>
                  <a:pt x="51844" y="7367"/>
                  <a:pt x="51844" y="6426"/>
                </a:cubicBezTo>
                <a:cubicBezTo>
                  <a:pt x="51844" y="5290"/>
                  <a:pt x="51584" y="4503"/>
                  <a:pt x="51065" y="4065"/>
                </a:cubicBezTo>
                <a:cubicBezTo>
                  <a:pt x="50546" y="3627"/>
                  <a:pt x="49686" y="3343"/>
                  <a:pt x="48485" y="3213"/>
                </a:cubicBezTo>
                <a:lnTo>
                  <a:pt x="49215" y="0"/>
                </a:lnTo>
                <a:lnTo>
                  <a:pt x="72971" y="0"/>
                </a:lnTo>
                <a:lnTo>
                  <a:pt x="72240" y="3310"/>
                </a:lnTo>
                <a:cubicBezTo>
                  <a:pt x="71169" y="3537"/>
                  <a:pt x="70228" y="3846"/>
                  <a:pt x="69417" y="4235"/>
                </a:cubicBezTo>
                <a:cubicBezTo>
                  <a:pt x="68606" y="4625"/>
                  <a:pt x="67591" y="5322"/>
                  <a:pt x="66374" y="6328"/>
                </a:cubicBezTo>
                <a:cubicBezTo>
                  <a:pt x="65157" y="7334"/>
                  <a:pt x="63348" y="8989"/>
                  <a:pt x="60947" y="11294"/>
                </a:cubicBezTo>
                <a:lnTo>
                  <a:pt x="43325" y="28185"/>
                </a:lnTo>
                <a:lnTo>
                  <a:pt x="53596" y="53499"/>
                </a:lnTo>
                <a:cubicBezTo>
                  <a:pt x="54570" y="55900"/>
                  <a:pt x="55430" y="57758"/>
                  <a:pt x="56176" y="59073"/>
                </a:cubicBezTo>
                <a:cubicBezTo>
                  <a:pt x="56923" y="60387"/>
                  <a:pt x="57677" y="61344"/>
                  <a:pt x="58440" y="61945"/>
                </a:cubicBezTo>
                <a:cubicBezTo>
                  <a:pt x="59202" y="62545"/>
                  <a:pt x="60200" y="62991"/>
                  <a:pt x="61434" y="63283"/>
                </a:cubicBezTo>
                <a:lnTo>
                  <a:pt x="60801" y="66447"/>
                </a:lnTo>
                <a:lnTo>
                  <a:pt x="36461" y="66447"/>
                </a:lnTo>
                <a:lnTo>
                  <a:pt x="37191" y="63235"/>
                </a:lnTo>
                <a:cubicBezTo>
                  <a:pt x="38067" y="63137"/>
                  <a:pt x="38684" y="62910"/>
                  <a:pt x="39041" y="62553"/>
                </a:cubicBezTo>
                <a:cubicBezTo>
                  <a:pt x="39398" y="62196"/>
                  <a:pt x="39576" y="61612"/>
                  <a:pt x="39576" y="60801"/>
                </a:cubicBezTo>
                <a:cubicBezTo>
                  <a:pt x="39576" y="60022"/>
                  <a:pt x="39414" y="59024"/>
                  <a:pt x="39090" y="57807"/>
                </a:cubicBezTo>
                <a:cubicBezTo>
                  <a:pt x="38765" y="56590"/>
                  <a:pt x="38067" y="54602"/>
                  <a:pt x="36996" y="51844"/>
                </a:cubicBezTo>
                <a:lnTo>
                  <a:pt x="32567" y="40355"/>
                </a:lnTo>
                <a:cubicBezTo>
                  <a:pt x="31950" y="38765"/>
                  <a:pt x="31374" y="37605"/>
                  <a:pt x="30838" y="36875"/>
                </a:cubicBezTo>
                <a:cubicBezTo>
                  <a:pt x="30303" y="36145"/>
                  <a:pt x="29735" y="35633"/>
                  <a:pt x="29135" y="35341"/>
                </a:cubicBezTo>
                <a:cubicBezTo>
                  <a:pt x="28534" y="35049"/>
                  <a:pt x="27666" y="34903"/>
                  <a:pt x="26530" y="34903"/>
                </a:cubicBezTo>
                <a:lnTo>
                  <a:pt x="25800" y="34903"/>
                </a:lnTo>
                <a:lnTo>
                  <a:pt x="21760" y="53304"/>
                </a:lnTo>
                <a:cubicBezTo>
                  <a:pt x="21533" y="54375"/>
                  <a:pt x="21370" y="55276"/>
                  <a:pt x="21273" y="56006"/>
                </a:cubicBezTo>
                <a:cubicBezTo>
                  <a:pt x="21176" y="56736"/>
                  <a:pt x="21127" y="57734"/>
                  <a:pt x="21127" y="59000"/>
                </a:cubicBezTo>
                <a:cubicBezTo>
                  <a:pt x="21127" y="60363"/>
                  <a:pt x="21443" y="61360"/>
                  <a:pt x="22076" y="61993"/>
                </a:cubicBezTo>
                <a:cubicBezTo>
                  <a:pt x="22709" y="62626"/>
                  <a:pt x="23739" y="63040"/>
                  <a:pt x="25167" y="63235"/>
                </a:cubicBezTo>
                <a:lnTo>
                  <a:pt x="24486" y="66447"/>
                </a:lnTo>
                <a:lnTo>
                  <a:pt x="0" y="66447"/>
                </a:lnTo>
                <a:lnTo>
                  <a:pt x="682" y="63235"/>
                </a:lnTo>
                <a:cubicBezTo>
                  <a:pt x="2531" y="62715"/>
                  <a:pt x="3894" y="61807"/>
                  <a:pt x="4771" y="60509"/>
                </a:cubicBezTo>
                <a:cubicBezTo>
                  <a:pt x="5647" y="59210"/>
                  <a:pt x="6474" y="56809"/>
                  <a:pt x="7253" y="53304"/>
                </a:cubicBezTo>
                <a:lnTo>
                  <a:pt x="16113" y="13143"/>
                </a:lnTo>
                <a:cubicBezTo>
                  <a:pt x="16535" y="11229"/>
                  <a:pt x="16746" y="9330"/>
                  <a:pt x="16746" y="7448"/>
                </a:cubicBezTo>
                <a:cubicBezTo>
                  <a:pt x="16746" y="6085"/>
                  <a:pt x="16429" y="5087"/>
                  <a:pt x="15796" y="4454"/>
                </a:cubicBezTo>
                <a:cubicBezTo>
                  <a:pt x="15164" y="3821"/>
                  <a:pt x="14133" y="3408"/>
                  <a:pt x="12705" y="3213"/>
                </a:cubicBezTo>
                <a:lnTo>
                  <a:pt x="13387" y="0"/>
                </a:lnTo>
                <a:lnTo>
                  <a:pt x="37873" y="0"/>
                </a:lnTo>
                <a:lnTo>
                  <a:pt x="37191" y="3213"/>
                </a:lnTo>
                <a:cubicBezTo>
                  <a:pt x="35341" y="3732"/>
                  <a:pt x="33978" y="4641"/>
                  <a:pt x="33102" y="5939"/>
                </a:cubicBezTo>
                <a:cubicBezTo>
                  <a:pt x="32226" y="7237"/>
                  <a:pt x="31398" y="9639"/>
                  <a:pt x="30619" y="13143"/>
                </a:cubicBezTo>
                <a:lnTo>
                  <a:pt x="26968" y="2959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𝟐">
            <a:extLst xmlns:a="http://schemas.openxmlformats.org/drawingml/2006/main">
              <a:ext uri="{FF2B5EF4-FFF2-40B4-BE49-F238E27FC236}">
                <a16:creationId xmlns:a16="http://schemas.microsoft.com/office/drawing/2014/main" id="{E5B877CA-C87F-4C14-A779-73742363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3914" y="5294469"/>
            <a:ext cx="37359" cy="54945"/>
          </a:xfrm>
          <a:custGeom xmlns:a="http://schemas.openxmlformats.org/drawingml/2006/main">
            <a:pathLst>
              <a:path w="37359" h="54945">
                <a:moveTo>
                  <a:pt x="25702" y="45197"/>
                </a:moveTo>
                <a:cubicBezTo>
                  <a:pt x="27426" y="45197"/>
                  <a:pt x="28712" y="45071"/>
                  <a:pt x="29561" y="44819"/>
                </a:cubicBezTo>
                <a:cubicBezTo>
                  <a:pt x="30410" y="44567"/>
                  <a:pt x="31080" y="44129"/>
                  <a:pt x="31570" y="43506"/>
                </a:cubicBezTo>
                <a:cubicBezTo>
                  <a:pt x="32061" y="42883"/>
                  <a:pt x="32465" y="41948"/>
                  <a:pt x="32784" y="40701"/>
                </a:cubicBezTo>
                <a:lnTo>
                  <a:pt x="37359" y="40701"/>
                </a:lnTo>
                <a:lnTo>
                  <a:pt x="36444" y="54945"/>
                </a:lnTo>
                <a:lnTo>
                  <a:pt x="0" y="54945"/>
                </a:lnTo>
                <a:lnTo>
                  <a:pt x="0" y="52319"/>
                </a:lnTo>
                <a:cubicBezTo>
                  <a:pt x="2042" y="47624"/>
                  <a:pt x="6220" y="41576"/>
                  <a:pt x="12533" y="34176"/>
                </a:cubicBezTo>
                <a:cubicBezTo>
                  <a:pt x="15397" y="30808"/>
                  <a:pt x="17579" y="28036"/>
                  <a:pt x="19077" y="25861"/>
                </a:cubicBezTo>
                <a:cubicBezTo>
                  <a:pt x="20576" y="23686"/>
                  <a:pt x="21697" y="21630"/>
                  <a:pt x="22439" y="19694"/>
                </a:cubicBezTo>
                <a:cubicBezTo>
                  <a:pt x="23182" y="17758"/>
                  <a:pt x="23553" y="15755"/>
                  <a:pt x="23553" y="13686"/>
                </a:cubicBezTo>
                <a:cubicBezTo>
                  <a:pt x="23553" y="10769"/>
                  <a:pt x="22904" y="8481"/>
                  <a:pt x="21604" y="6823"/>
                </a:cubicBezTo>
                <a:cubicBezTo>
                  <a:pt x="20304" y="5166"/>
                  <a:pt x="18527" y="4337"/>
                  <a:pt x="16273" y="4337"/>
                </a:cubicBezTo>
                <a:cubicBezTo>
                  <a:pt x="11949" y="4337"/>
                  <a:pt x="9177" y="7453"/>
                  <a:pt x="7957" y="13686"/>
                </a:cubicBezTo>
                <a:lnTo>
                  <a:pt x="796" y="13686"/>
                </a:lnTo>
                <a:lnTo>
                  <a:pt x="796" y="4297"/>
                </a:lnTo>
                <a:cubicBezTo>
                  <a:pt x="5119" y="2546"/>
                  <a:pt x="8607" y="1393"/>
                  <a:pt x="11259" y="836"/>
                </a:cubicBezTo>
                <a:cubicBezTo>
                  <a:pt x="13912" y="279"/>
                  <a:pt x="16710" y="0"/>
                  <a:pt x="19654" y="0"/>
                </a:cubicBezTo>
                <a:cubicBezTo>
                  <a:pt x="23553" y="0"/>
                  <a:pt x="26736" y="524"/>
                  <a:pt x="29203" y="1572"/>
                </a:cubicBezTo>
                <a:cubicBezTo>
                  <a:pt x="31670" y="2619"/>
                  <a:pt x="33453" y="4038"/>
                  <a:pt x="34554" y="5829"/>
                </a:cubicBezTo>
                <a:cubicBezTo>
                  <a:pt x="35655" y="7619"/>
                  <a:pt x="36205" y="9708"/>
                  <a:pt x="36205" y="12095"/>
                </a:cubicBezTo>
                <a:cubicBezTo>
                  <a:pt x="36205" y="14190"/>
                  <a:pt x="35814" y="16140"/>
                  <a:pt x="35032" y="17944"/>
                </a:cubicBezTo>
                <a:cubicBezTo>
                  <a:pt x="34249" y="19747"/>
                  <a:pt x="32896" y="21803"/>
                  <a:pt x="30973" y="24110"/>
                </a:cubicBezTo>
                <a:cubicBezTo>
                  <a:pt x="29050" y="26418"/>
                  <a:pt x="25808" y="29720"/>
                  <a:pt x="21246" y="34017"/>
                </a:cubicBezTo>
                <a:cubicBezTo>
                  <a:pt x="19840" y="35343"/>
                  <a:pt x="18162" y="37087"/>
                  <a:pt x="16213" y="39249"/>
                </a:cubicBezTo>
                <a:cubicBezTo>
                  <a:pt x="14263" y="41411"/>
                  <a:pt x="12718" y="43261"/>
                  <a:pt x="11578" y="44799"/>
                </a:cubicBezTo>
                <a:lnTo>
                  <a:pt x="11578" y="45197"/>
                </a:lnTo>
                <a:lnTo>
                  <a:pt x="25702" y="4519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D3A95-1A9A-479E-9CAC-E766F01C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8787" y="6445107"/>
            <a:ext cx="1019004" cy="340307"/>
          </a:xfrm>
          <a:custGeom xmlns:a="http://schemas.openxmlformats.org/drawingml/2006/main">
            <a:pathLst>
              <a:path w="1019004" h="340307">
                <a:moveTo>
                  <a:pt x="0" y="56718"/>
                </a:moveTo>
                <a:cubicBezTo>
                  <a:pt x="0" y="25395"/>
                  <a:pt x="25403" y="0"/>
                  <a:pt x="56718" y="0"/>
                </a:cubicBezTo>
                <a:lnTo>
                  <a:pt x="962286" y="0"/>
                </a:lnTo>
                <a:cubicBezTo>
                  <a:pt x="993601" y="0"/>
                  <a:pt x="1019004" y="25395"/>
                  <a:pt x="1019004" y="56718"/>
                </a:cubicBezTo>
                <a:lnTo>
                  <a:pt x="1019004" y="283589"/>
                </a:lnTo>
                <a:cubicBezTo>
                  <a:pt x="1019004" y="314912"/>
                  <a:pt x="993601" y="340307"/>
                  <a:pt x="962286" y="340307"/>
                </a:cubicBezTo>
                <a:lnTo>
                  <a:pt x="56718" y="340307"/>
                </a:lnTo>
                <a:cubicBezTo>
                  <a:pt x="25403" y="340307"/>
                  <a:pt x="0" y="314912"/>
                  <a:pt x="0" y="283589"/>
                </a:cubicBezTo>
                <a:lnTo>
                  <a:pt x="0" y="567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70B1C-3D08-40E8-9FC3-630ABB7E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8787" y="6445107"/>
            <a:ext cx="1019004" cy="340307"/>
          </a:xfrm>
          <a:custGeom xmlns:a="http://schemas.openxmlformats.org/drawingml/2006/main">
            <a:pathLst>
              <a:path w="1019004" h="340307" fill="none">
                <a:moveTo>
                  <a:pt x="0" y="56718"/>
                </a:moveTo>
                <a:cubicBezTo>
                  <a:pt x="0" y="25395"/>
                  <a:pt x="25403" y="0"/>
                  <a:pt x="56718" y="0"/>
                </a:cubicBezTo>
                <a:lnTo>
                  <a:pt x="962286" y="0"/>
                </a:lnTo>
                <a:cubicBezTo>
                  <a:pt x="993601" y="0"/>
                  <a:pt x="1019004" y="25395"/>
                  <a:pt x="1019004" y="56718"/>
                </a:cubicBezTo>
                <a:lnTo>
                  <a:pt x="1019004" y="283589"/>
                </a:lnTo>
                <a:cubicBezTo>
                  <a:pt x="1019004" y="314912"/>
                  <a:pt x="993601" y="340307"/>
                  <a:pt x="962286" y="340307"/>
                </a:cubicBezTo>
                <a:lnTo>
                  <a:pt x="56718" y="340307"/>
                </a:lnTo>
                <a:cubicBezTo>
                  <a:pt x="25403" y="340307"/>
                  <a:pt x="0" y="314912"/>
                  <a:pt x="0" y="283589"/>
                </a:cubicBezTo>
                <a:lnTo>
                  <a:pt x="0" y="567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4A7EBB"/>
            </a:solidFill>
            <a:round/>
          </a:ln>
        </p:spPr>
      </p:sp>
      <p:sp>
        <p:nvSpPr>
          <p:cNvPr id="248" name="Text ChaCha20">
            <a:extLst xmlns:a="http://schemas.openxmlformats.org/drawingml/2006/main">
              <a:ext uri="{FF2B5EF4-FFF2-40B4-BE49-F238E27FC236}">
                <a16:creationId xmlns:a16="http://schemas.microsoft.com/office/drawing/2014/main" id="{5159C210-15B6-4C08-8908-23D9AF73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488" y="6564180"/>
            <a:ext cx="568721" cy="94878"/>
          </a:xfrm>
          <a:custGeom xmlns:a="http://schemas.openxmlformats.org/drawingml/2006/main">
            <a:pathLst>
              <a:path w="568721" h="94878">
                <a:moveTo>
                  <a:pt x="80584" y="31580"/>
                </a:moveTo>
                <a:lnTo>
                  <a:pt x="77454" y="31580"/>
                </a:lnTo>
                <a:cubicBezTo>
                  <a:pt x="76183" y="27133"/>
                  <a:pt x="74912" y="23731"/>
                  <a:pt x="73640" y="21371"/>
                </a:cubicBezTo>
                <a:cubicBezTo>
                  <a:pt x="72371" y="19011"/>
                  <a:pt x="70647" y="16743"/>
                  <a:pt x="68471" y="14564"/>
                </a:cubicBezTo>
                <a:cubicBezTo>
                  <a:pt x="62843" y="9120"/>
                  <a:pt x="56082" y="6397"/>
                  <a:pt x="48188" y="6397"/>
                </a:cubicBezTo>
                <a:cubicBezTo>
                  <a:pt x="41654" y="6397"/>
                  <a:pt x="35959" y="8053"/>
                  <a:pt x="31104" y="11366"/>
                </a:cubicBezTo>
                <a:cubicBezTo>
                  <a:pt x="26249" y="14678"/>
                  <a:pt x="22483" y="19374"/>
                  <a:pt x="19805" y="25454"/>
                </a:cubicBezTo>
                <a:cubicBezTo>
                  <a:pt x="17128" y="31535"/>
                  <a:pt x="15790" y="38704"/>
                  <a:pt x="15790" y="46963"/>
                </a:cubicBezTo>
                <a:cubicBezTo>
                  <a:pt x="15790" y="54494"/>
                  <a:pt x="16810" y="61209"/>
                  <a:pt x="18851" y="67108"/>
                </a:cubicBezTo>
                <a:cubicBezTo>
                  <a:pt x="20894" y="73007"/>
                  <a:pt x="23776" y="77635"/>
                  <a:pt x="27496" y="80993"/>
                </a:cubicBezTo>
                <a:cubicBezTo>
                  <a:pt x="33487" y="86257"/>
                  <a:pt x="40837" y="88888"/>
                  <a:pt x="49548" y="88888"/>
                </a:cubicBezTo>
                <a:cubicBezTo>
                  <a:pt x="55175" y="88888"/>
                  <a:pt x="60392" y="87799"/>
                  <a:pt x="65201" y="85621"/>
                </a:cubicBezTo>
                <a:cubicBezTo>
                  <a:pt x="70012" y="83443"/>
                  <a:pt x="74913" y="79949"/>
                  <a:pt x="79905" y="75140"/>
                </a:cubicBezTo>
                <a:lnTo>
                  <a:pt x="82354" y="77589"/>
                </a:lnTo>
                <a:cubicBezTo>
                  <a:pt x="78270" y="83125"/>
                  <a:pt x="72984" y="87391"/>
                  <a:pt x="66495" y="90386"/>
                </a:cubicBezTo>
                <a:cubicBezTo>
                  <a:pt x="60008" y="93381"/>
                  <a:pt x="52907" y="94878"/>
                  <a:pt x="45193" y="94878"/>
                </a:cubicBezTo>
                <a:cubicBezTo>
                  <a:pt x="36209" y="94878"/>
                  <a:pt x="28313" y="92950"/>
                  <a:pt x="21506" y="89094"/>
                </a:cubicBezTo>
                <a:cubicBezTo>
                  <a:pt x="14700" y="85236"/>
                  <a:pt x="9414" y="79836"/>
                  <a:pt x="5648" y="72895"/>
                </a:cubicBezTo>
                <a:cubicBezTo>
                  <a:pt x="1883" y="65952"/>
                  <a:pt x="0" y="57852"/>
                  <a:pt x="0" y="48595"/>
                </a:cubicBezTo>
                <a:cubicBezTo>
                  <a:pt x="0" y="33349"/>
                  <a:pt x="4900" y="21371"/>
                  <a:pt x="14701" y="12660"/>
                </a:cubicBezTo>
                <a:cubicBezTo>
                  <a:pt x="18966" y="8939"/>
                  <a:pt x="23798" y="6058"/>
                  <a:pt x="29197" y="4017"/>
                </a:cubicBezTo>
                <a:cubicBezTo>
                  <a:pt x="34598" y="1975"/>
                  <a:pt x="40066" y="953"/>
                  <a:pt x="45602" y="953"/>
                </a:cubicBezTo>
                <a:cubicBezTo>
                  <a:pt x="48777" y="953"/>
                  <a:pt x="52044" y="1225"/>
                  <a:pt x="55402" y="1770"/>
                </a:cubicBezTo>
                <a:cubicBezTo>
                  <a:pt x="58760" y="2314"/>
                  <a:pt x="62118" y="3176"/>
                  <a:pt x="65475" y="4356"/>
                </a:cubicBezTo>
                <a:cubicBezTo>
                  <a:pt x="67654" y="5081"/>
                  <a:pt x="69423" y="5444"/>
                  <a:pt x="70784" y="5444"/>
                </a:cubicBezTo>
                <a:cubicBezTo>
                  <a:pt x="73778" y="5444"/>
                  <a:pt x="75684" y="3947"/>
                  <a:pt x="76501" y="953"/>
                </a:cubicBezTo>
                <a:lnTo>
                  <a:pt x="79359" y="953"/>
                </a:lnTo>
                <a:lnTo>
                  <a:pt x="80584" y="31580"/>
                </a:lnTo>
                <a:close/>
                <a:moveTo>
                  <a:pt x="154364" y="90930"/>
                </a:moveTo>
                <a:lnTo>
                  <a:pt x="154364" y="92972"/>
                </a:lnTo>
                <a:lnTo>
                  <a:pt x="125505" y="92972"/>
                </a:lnTo>
                <a:lnTo>
                  <a:pt x="125505" y="90930"/>
                </a:lnTo>
                <a:cubicBezTo>
                  <a:pt x="128137" y="90657"/>
                  <a:pt x="130088" y="90226"/>
                  <a:pt x="131358" y="89636"/>
                </a:cubicBezTo>
                <a:cubicBezTo>
                  <a:pt x="132629" y="89046"/>
                  <a:pt x="133491" y="87935"/>
                  <a:pt x="133944" y="86302"/>
                </a:cubicBezTo>
                <a:cubicBezTo>
                  <a:pt x="134398" y="84668"/>
                  <a:pt x="134671" y="82263"/>
                  <a:pt x="134762" y="79086"/>
                </a:cubicBezTo>
                <a:lnTo>
                  <a:pt x="134762" y="52134"/>
                </a:lnTo>
                <a:cubicBezTo>
                  <a:pt x="134762" y="42515"/>
                  <a:pt x="131359" y="37705"/>
                  <a:pt x="124553" y="37705"/>
                </a:cubicBezTo>
                <a:cubicBezTo>
                  <a:pt x="121921" y="37705"/>
                  <a:pt x="119470" y="38341"/>
                  <a:pt x="117201" y="39612"/>
                </a:cubicBezTo>
                <a:cubicBezTo>
                  <a:pt x="114932" y="40882"/>
                  <a:pt x="112346" y="43105"/>
                  <a:pt x="109443" y="46281"/>
                </a:cubicBezTo>
                <a:lnTo>
                  <a:pt x="109443" y="79086"/>
                </a:lnTo>
                <a:cubicBezTo>
                  <a:pt x="109534" y="82263"/>
                  <a:pt x="109806" y="84668"/>
                  <a:pt x="110259" y="86302"/>
                </a:cubicBezTo>
                <a:cubicBezTo>
                  <a:pt x="110713" y="87935"/>
                  <a:pt x="111575" y="89046"/>
                  <a:pt x="112845" y="89636"/>
                </a:cubicBezTo>
                <a:cubicBezTo>
                  <a:pt x="114116" y="90226"/>
                  <a:pt x="116068" y="90657"/>
                  <a:pt x="118700" y="90930"/>
                </a:cubicBezTo>
                <a:lnTo>
                  <a:pt x="118700" y="92972"/>
                </a:lnTo>
                <a:lnTo>
                  <a:pt x="89297" y="92972"/>
                </a:lnTo>
                <a:lnTo>
                  <a:pt x="89297" y="90930"/>
                </a:lnTo>
                <a:cubicBezTo>
                  <a:pt x="91928" y="90567"/>
                  <a:pt x="93834" y="90114"/>
                  <a:pt x="95013" y="89569"/>
                </a:cubicBezTo>
                <a:cubicBezTo>
                  <a:pt x="96193" y="89024"/>
                  <a:pt x="96964" y="87958"/>
                  <a:pt x="97327" y="86371"/>
                </a:cubicBezTo>
                <a:cubicBezTo>
                  <a:pt x="97691" y="84783"/>
                  <a:pt x="97918" y="82354"/>
                  <a:pt x="98008" y="79086"/>
                </a:cubicBezTo>
                <a:lnTo>
                  <a:pt x="98008" y="14974"/>
                </a:lnTo>
                <a:cubicBezTo>
                  <a:pt x="98008" y="12070"/>
                  <a:pt x="97577" y="10187"/>
                  <a:pt x="96714" y="9326"/>
                </a:cubicBezTo>
                <a:cubicBezTo>
                  <a:pt x="95853" y="8463"/>
                  <a:pt x="93971" y="8032"/>
                  <a:pt x="91067" y="8032"/>
                </a:cubicBezTo>
                <a:cubicBezTo>
                  <a:pt x="90341" y="8032"/>
                  <a:pt x="89796" y="8077"/>
                  <a:pt x="89432" y="8167"/>
                </a:cubicBezTo>
                <a:lnTo>
                  <a:pt x="89432" y="5988"/>
                </a:lnTo>
                <a:lnTo>
                  <a:pt x="93109" y="4900"/>
                </a:lnTo>
                <a:cubicBezTo>
                  <a:pt x="96919" y="3811"/>
                  <a:pt x="99914" y="2927"/>
                  <a:pt x="102092" y="2247"/>
                </a:cubicBezTo>
                <a:cubicBezTo>
                  <a:pt x="104270" y="1566"/>
                  <a:pt x="106493" y="817"/>
                  <a:pt x="108761" y="0"/>
                </a:cubicBezTo>
                <a:lnTo>
                  <a:pt x="109443" y="409"/>
                </a:lnTo>
                <a:lnTo>
                  <a:pt x="109443" y="41789"/>
                </a:lnTo>
                <a:cubicBezTo>
                  <a:pt x="112619" y="37705"/>
                  <a:pt x="115750" y="34778"/>
                  <a:pt x="118835" y="33009"/>
                </a:cubicBezTo>
                <a:cubicBezTo>
                  <a:pt x="121920" y="31239"/>
                  <a:pt x="125460" y="30354"/>
                  <a:pt x="129453" y="30354"/>
                </a:cubicBezTo>
                <a:cubicBezTo>
                  <a:pt x="140615" y="30354"/>
                  <a:pt x="146196" y="37569"/>
                  <a:pt x="146196" y="51999"/>
                </a:cubicBezTo>
                <a:lnTo>
                  <a:pt x="146196" y="79086"/>
                </a:lnTo>
                <a:cubicBezTo>
                  <a:pt x="146286" y="82263"/>
                  <a:pt x="146490" y="84623"/>
                  <a:pt x="146807" y="86165"/>
                </a:cubicBezTo>
                <a:cubicBezTo>
                  <a:pt x="147126" y="87708"/>
                  <a:pt x="147852" y="88774"/>
                  <a:pt x="148986" y="89364"/>
                </a:cubicBezTo>
                <a:cubicBezTo>
                  <a:pt x="150121" y="89954"/>
                  <a:pt x="151914" y="90476"/>
                  <a:pt x="154364" y="90930"/>
                </a:cubicBezTo>
                <a:close/>
                <a:moveTo>
                  <a:pt x="216299" y="83988"/>
                </a:moveTo>
                <a:lnTo>
                  <a:pt x="216299" y="87528"/>
                </a:lnTo>
                <a:cubicBezTo>
                  <a:pt x="213939" y="90069"/>
                  <a:pt x="211898" y="91838"/>
                  <a:pt x="210174" y="92837"/>
                </a:cubicBezTo>
                <a:cubicBezTo>
                  <a:pt x="208450" y="93834"/>
                  <a:pt x="206408" y="94332"/>
                  <a:pt x="204048" y="94332"/>
                </a:cubicBezTo>
                <a:cubicBezTo>
                  <a:pt x="201235" y="94332"/>
                  <a:pt x="199170" y="93584"/>
                  <a:pt x="197855" y="92087"/>
                </a:cubicBezTo>
                <a:cubicBezTo>
                  <a:pt x="196539" y="90590"/>
                  <a:pt x="195699" y="88026"/>
                  <a:pt x="195335" y="84395"/>
                </a:cubicBezTo>
                <a:cubicBezTo>
                  <a:pt x="191162" y="87935"/>
                  <a:pt x="187554" y="90476"/>
                  <a:pt x="184514" y="92018"/>
                </a:cubicBezTo>
                <a:cubicBezTo>
                  <a:pt x="181474" y="93561"/>
                  <a:pt x="178457" y="94332"/>
                  <a:pt x="175462" y="94332"/>
                </a:cubicBezTo>
                <a:cubicBezTo>
                  <a:pt x="171287" y="94332"/>
                  <a:pt x="167861" y="92971"/>
                  <a:pt x="165184" y="90249"/>
                </a:cubicBezTo>
                <a:cubicBezTo>
                  <a:pt x="162508" y="87526"/>
                  <a:pt x="161169" y="84033"/>
                  <a:pt x="161169" y="79768"/>
                </a:cubicBezTo>
                <a:cubicBezTo>
                  <a:pt x="161169" y="77500"/>
                  <a:pt x="161623" y="75299"/>
                  <a:pt x="162530" y="73167"/>
                </a:cubicBezTo>
                <a:cubicBezTo>
                  <a:pt x="163438" y="71033"/>
                  <a:pt x="164618" y="69285"/>
                  <a:pt x="166069" y="67924"/>
                </a:cubicBezTo>
                <a:cubicBezTo>
                  <a:pt x="167522" y="66655"/>
                  <a:pt x="168906" y="65543"/>
                  <a:pt x="170221" y="64591"/>
                </a:cubicBezTo>
                <a:cubicBezTo>
                  <a:pt x="171537" y="63638"/>
                  <a:pt x="173124" y="62708"/>
                  <a:pt x="174984" y="61801"/>
                </a:cubicBezTo>
                <a:cubicBezTo>
                  <a:pt x="176845" y="60893"/>
                  <a:pt x="179364" y="59758"/>
                  <a:pt x="182540" y="58397"/>
                </a:cubicBezTo>
                <a:cubicBezTo>
                  <a:pt x="185717" y="57036"/>
                  <a:pt x="189937" y="55311"/>
                  <a:pt x="195200" y="53223"/>
                </a:cubicBezTo>
                <a:lnTo>
                  <a:pt x="195200" y="44921"/>
                </a:lnTo>
                <a:cubicBezTo>
                  <a:pt x="195200" y="37388"/>
                  <a:pt x="191752" y="33622"/>
                  <a:pt x="184854" y="33622"/>
                </a:cubicBezTo>
                <a:cubicBezTo>
                  <a:pt x="182132" y="33622"/>
                  <a:pt x="179818" y="34280"/>
                  <a:pt x="177913" y="35597"/>
                </a:cubicBezTo>
                <a:cubicBezTo>
                  <a:pt x="176007" y="36912"/>
                  <a:pt x="175055" y="38478"/>
                  <a:pt x="175055" y="40293"/>
                </a:cubicBezTo>
                <a:cubicBezTo>
                  <a:pt x="175055" y="41200"/>
                  <a:pt x="175190" y="42288"/>
                  <a:pt x="175462" y="43558"/>
                </a:cubicBezTo>
                <a:cubicBezTo>
                  <a:pt x="175553" y="44012"/>
                  <a:pt x="175621" y="44421"/>
                  <a:pt x="175665" y="44784"/>
                </a:cubicBezTo>
                <a:cubicBezTo>
                  <a:pt x="175711" y="45146"/>
                  <a:pt x="175734" y="45464"/>
                  <a:pt x="175734" y="45737"/>
                </a:cubicBezTo>
                <a:cubicBezTo>
                  <a:pt x="175734" y="47190"/>
                  <a:pt x="175121" y="48506"/>
                  <a:pt x="173896" y="49686"/>
                </a:cubicBezTo>
                <a:cubicBezTo>
                  <a:pt x="172672" y="50865"/>
                  <a:pt x="171243" y="51455"/>
                  <a:pt x="169609" y="51455"/>
                </a:cubicBezTo>
                <a:cubicBezTo>
                  <a:pt x="167975" y="51455"/>
                  <a:pt x="166591" y="50865"/>
                  <a:pt x="165457" y="49686"/>
                </a:cubicBezTo>
                <a:cubicBezTo>
                  <a:pt x="164322" y="48506"/>
                  <a:pt x="163755" y="47144"/>
                  <a:pt x="163755" y="45600"/>
                </a:cubicBezTo>
                <a:cubicBezTo>
                  <a:pt x="163755" y="42696"/>
                  <a:pt x="164776" y="40110"/>
                  <a:pt x="166817" y="37842"/>
                </a:cubicBezTo>
                <a:cubicBezTo>
                  <a:pt x="168859" y="35574"/>
                  <a:pt x="171605" y="33759"/>
                  <a:pt x="175053" y="32398"/>
                </a:cubicBezTo>
                <a:cubicBezTo>
                  <a:pt x="178502" y="31036"/>
                  <a:pt x="182359" y="30354"/>
                  <a:pt x="186624" y="30354"/>
                </a:cubicBezTo>
                <a:cubicBezTo>
                  <a:pt x="194791" y="30354"/>
                  <a:pt x="200418" y="32850"/>
                  <a:pt x="203504" y="37842"/>
                </a:cubicBezTo>
                <a:cubicBezTo>
                  <a:pt x="204501" y="39476"/>
                  <a:pt x="205204" y="41382"/>
                  <a:pt x="205613" y="43560"/>
                </a:cubicBezTo>
                <a:cubicBezTo>
                  <a:pt x="206021" y="45737"/>
                  <a:pt x="206225" y="48595"/>
                  <a:pt x="206225" y="52134"/>
                </a:cubicBezTo>
                <a:lnTo>
                  <a:pt x="206225" y="78679"/>
                </a:lnTo>
                <a:cubicBezTo>
                  <a:pt x="206225" y="81673"/>
                  <a:pt x="206520" y="83738"/>
                  <a:pt x="207110" y="84873"/>
                </a:cubicBezTo>
                <a:cubicBezTo>
                  <a:pt x="207700" y="86007"/>
                  <a:pt x="208766" y="86574"/>
                  <a:pt x="210309" y="86574"/>
                </a:cubicBezTo>
                <a:cubicBezTo>
                  <a:pt x="212216" y="86574"/>
                  <a:pt x="214212" y="85712"/>
                  <a:pt x="216299" y="83988"/>
                </a:cubicBezTo>
                <a:moveTo>
                  <a:pt x="195200" y="76228"/>
                </a:moveTo>
                <a:lnTo>
                  <a:pt x="195200" y="56490"/>
                </a:lnTo>
                <a:cubicBezTo>
                  <a:pt x="187215" y="59304"/>
                  <a:pt x="181566" y="62140"/>
                  <a:pt x="178253" y="65000"/>
                </a:cubicBezTo>
                <a:cubicBezTo>
                  <a:pt x="174941" y="67858"/>
                  <a:pt x="173239" y="71329"/>
                  <a:pt x="173148" y="75412"/>
                </a:cubicBezTo>
                <a:lnTo>
                  <a:pt x="173148" y="75956"/>
                </a:lnTo>
                <a:cubicBezTo>
                  <a:pt x="173148" y="78860"/>
                  <a:pt x="173987" y="81333"/>
                  <a:pt x="175665" y="83376"/>
                </a:cubicBezTo>
                <a:cubicBezTo>
                  <a:pt x="177345" y="85417"/>
                  <a:pt x="179365" y="86437"/>
                  <a:pt x="181724" y="86437"/>
                </a:cubicBezTo>
                <a:cubicBezTo>
                  <a:pt x="184809" y="86437"/>
                  <a:pt x="188122" y="85439"/>
                  <a:pt x="191661" y="83442"/>
                </a:cubicBezTo>
                <a:cubicBezTo>
                  <a:pt x="193112" y="82627"/>
                  <a:pt x="194065" y="81720"/>
                  <a:pt x="194519" y="80721"/>
                </a:cubicBezTo>
                <a:cubicBezTo>
                  <a:pt x="194973" y="79723"/>
                  <a:pt x="195200" y="78225"/>
                  <a:pt x="195200" y="76228"/>
                </a:cubicBezTo>
                <a:close/>
                <a:moveTo>
                  <a:pt x="300967" y="31580"/>
                </a:moveTo>
                <a:lnTo>
                  <a:pt x="297837" y="31580"/>
                </a:lnTo>
                <a:cubicBezTo>
                  <a:pt x="296565" y="27133"/>
                  <a:pt x="295294" y="23731"/>
                  <a:pt x="294023" y="21371"/>
                </a:cubicBezTo>
                <a:cubicBezTo>
                  <a:pt x="292753" y="19011"/>
                  <a:pt x="291030" y="16743"/>
                  <a:pt x="288853" y="14564"/>
                </a:cubicBezTo>
                <a:cubicBezTo>
                  <a:pt x="283226" y="9120"/>
                  <a:pt x="276465" y="6397"/>
                  <a:pt x="268571" y="6397"/>
                </a:cubicBezTo>
                <a:cubicBezTo>
                  <a:pt x="262036" y="6397"/>
                  <a:pt x="256342" y="8053"/>
                  <a:pt x="251487" y="11366"/>
                </a:cubicBezTo>
                <a:cubicBezTo>
                  <a:pt x="246632" y="14678"/>
                  <a:pt x="242866" y="19374"/>
                  <a:pt x="240188" y="25454"/>
                </a:cubicBezTo>
                <a:cubicBezTo>
                  <a:pt x="237511" y="31535"/>
                  <a:pt x="236173" y="38704"/>
                  <a:pt x="236173" y="46963"/>
                </a:cubicBezTo>
                <a:cubicBezTo>
                  <a:pt x="236173" y="54494"/>
                  <a:pt x="237193" y="61209"/>
                  <a:pt x="239234" y="67108"/>
                </a:cubicBezTo>
                <a:cubicBezTo>
                  <a:pt x="241277" y="73007"/>
                  <a:pt x="244158" y="77635"/>
                  <a:pt x="247879" y="80993"/>
                </a:cubicBezTo>
                <a:cubicBezTo>
                  <a:pt x="253869" y="86257"/>
                  <a:pt x="261220" y="88888"/>
                  <a:pt x="269931" y="88888"/>
                </a:cubicBezTo>
                <a:cubicBezTo>
                  <a:pt x="275557" y="88888"/>
                  <a:pt x="280775" y="87799"/>
                  <a:pt x="285584" y="85621"/>
                </a:cubicBezTo>
                <a:cubicBezTo>
                  <a:pt x="290394" y="83443"/>
                  <a:pt x="295296" y="79949"/>
                  <a:pt x="300288" y="75140"/>
                </a:cubicBezTo>
                <a:lnTo>
                  <a:pt x="302736" y="77589"/>
                </a:lnTo>
                <a:cubicBezTo>
                  <a:pt x="298653" y="83125"/>
                  <a:pt x="293367" y="87391"/>
                  <a:pt x="286878" y="90386"/>
                </a:cubicBezTo>
                <a:cubicBezTo>
                  <a:pt x="280391" y="93381"/>
                  <a:pt x="273290" y="94878"/>
                  <a:pt x="265576" y="94878"/>
                </a:cubicBezTo>
                <a:cubicBezTo>
                  <a:pt x="256592" y="94878"/>
                  <a:pt x="248696" y="92950"/>
                  <a:pt x="241889" y="89094"/>
                </a:cubicBezTo>
                <a:cubicBezTo>
                  <a:pt x="235083" y="85236"/>
                  <a:pt x="229797" y="79836"/>
                  <a:pt x="226030" y="72895"/>
                </a:cubicBezTo>
                <a:cubicBezTo>
                  <a:pt x="222265" y="65952"/>
                  <a:pt x="220383" y="57852"/>
                  <a:pt x="220383" y="48595"/>
                </a:cubicBezTo>
                <a:cubicBezTo>
                  <a:pt x="220383" y="33349"/>
                  <a:pt x="225283" y="21371"/>
                  <a:pt x="235084" y="12660"/>
                </a:cubicBezTo>
                <a:cubicBezTo>
                  <a:pt x="239349" y="8939"/>
                  <a:pt x="244181" y="6058"/>
                  <a:pt x="249580" y="4017"/>
                </a:cubicBezTo>
                <a:cubicBezTo>
                  <a:pt x="254980" y="1975"/>
                  <a:pt x="260449" y="953"/>
                  <a:pt x="265985" y="953"/>
                </a:cubicBezTo>
                <a:cubicBezTo>
                  <a:pt x="269160" y="953"/>
                  <a:pt x="272426" y="1225"/>
                  <a:pt x="275784" y="1770"/>
                </a:cubicBezTo>
                <a:cubicBezTo>
                  <a:pt x="279142" y="2314"/>
                  <a:pt x="282500" y="3176"/>
                  <a:pt x="285858" y="4356"/>
                </a:cubicBezTo>
                <a:cubicBezTo>
                  <a:pt x="288036" y="5081"/>
                  <a:pt x="289806" y="5444"/>
                  <a:pt x="291167" y="5444"/>
                </a:cubicBezTo>
                <a:cubicBezTo>
                  <a:pt x="294161" y="5444"/>
                  <a:pt x="296066" y="3947"/>
                  <a:pt x="296883" y="953"/>
                </a:cubicBezTo>
                <a:lnTo>
                  <a:pt x="299741" y="953"/>
                </a:lnTo>
                <a:lnTo>
                  <a:pt x="300967" y="31580"/>
                </a:lnTo>
                <a:close/>
                <a:moveTo>
                  <a:pt x="373657" y="90930"/>
                </a:moveTo>
                <a:lnTo>
                  <a:pt x="373657" y="92972"/>
                </a:lnTo>
                <a:lnTo>
                  <a:pt x="344798" y="92972"/>
                </a:lnTo>
                <a:lnTo>
                  <a:pt x="344798" y="90930"/>
                </a:lnTo>
                <a:cubicBezTo>
                  <a:pt x="347431" y="90657"/>
                  <a:pt x="349382" y="90226"/>
                  <a:pt x="350652" y="89636"/>
                </a:cubicBezTo>
                <a:cubicBezTo>
                  <a:pt x="351923" y="89046"/>
                  <a:pt x="352785" y="87935"/>
                  <a:pt x="353238" y="86302"/>
                </a:cubicBezTo>
                <a:cubicBezTo>
                  <a:pt x="353692" y="84668"/>
                  <a:pt x="353965" y="82263"/>
                  <a:pt x="354056" y="79086"/>
                </a:cubicBezTo>
                <a:lnTo>
                  <a:pt x="354056" y="52134"/>
                </a:lnTo>
                <a:cubicBezTo>
                  <a:pt x="354056" y="42515"/>
                  <a:pt x="350653" y="37705"/>
                  <a:pt x="343847" y="37705"/>
                </a:cubicBezTo>
                <a:cubicBezTo>
                  <a:pt x="341215" y="37705"/>
                  <a:pt x="338764" y="38341"/>
                  <a:pt x="336494" y="39612"/>
                </a:cubicBezTo>
                <a:cubicBezTo>
                  <a:pt x="334226" y="40882"/>
                  <a:pt x="331640" y="43105"/>
                  <a:pt x="328736" y="46281"/>
                </a:cubicBezTo>
                <a:lnTo>
                  <a:pt x="328736" y="79086"/>
                </a:lnTo>
                <a:cubicBezTo>
                  <a:pt x="328828" y="82263"/>
                  <a:pt x="329100" y="84668"/>
                  <a:pt x="329553" y="86302"/>
                </a:cubicBezTo>
                <a:cubicBezTo>
                  <a:pt x="330007" y="87935"/>
                  <a:pt x="330869" y="89046"/>
                  <a:pt x="332139" y="89636"/>
                </a:cubicBezTo>
                <a:cubicBezTo>
                  <a:pt x="333410" y="90226"/>
                  <a:pt x="335362" y="90657"/>
                  <a:pt x="337994" y="90930"/>
                </a:cubicBezTo>
                <a:lnTo>
                  <a:pt x="337994" y="92972"/>
                </a:lnTo>
                <a:lnTo>
                  <a:pt x="308591" y="92972"/>
                </a:lnTo>
                <a:lnTo>
                  <a:pt x="308591" y="90930"/>
                </a:lnTo>
                <a:cubicBezTo>
                  <a:pt x="311222" y="90567"/>
                  <a:pt x="313127" y="90114"/>
                  <a:pt x="314307" y="89569"/>
                </a:cubicBezTo>
                <a:cubicBezTo>
                  <a:pt x="315487" y="89024"/>
                  <a:pt x="316258" y="87958"/>
                  <a:pt x="316621" y="86371"/>
                </a:cubicBezTo>
                <a:cubicBezTo>
                  <a:pt x="316985" y="84783"/>
                  <a:pt x="317212" y="82354"/>
                  <a:pt x="317302" y="79086"/>
                </a:cubicBezTo>
                <a:lnTo>
                  <a:pt x="317302" y="14974"/>
                </a:lnTo>
                <a:cubicBezTo>
                  <a:pt x="317302" y="12070"/>
                  <a:pt x="316871" y="10187"/>
                  <a:pt x="316008" y="9326"/>
                </a:cubicBezTo>
                <a:cubicBezTo>
                  <a:pt x="315147" y="8463"/>
                  <a:pt x="313264" y="8032"/>
                  <a:pt x="310361" y="8032"/>
                </a:cubicBezTo>
                <a:cubicBezTo>
                  <a:pt x="309635" y="8032"/>
                  <a:pt x="309090" y="8077"/>
                  <a:pt x="308726" y="8167"/>
                </a:cubicBezTo>
                <a:lnTo>
                  <a:pt x="308726" y="5988"/>
                </a:lnTo>
                <a:lnTo>
                  <a:pt x="312402" y="4900"/>
                </a:lnTo>
                <a:cubicBezTo>
                  <a:pt x="316213" y="3811"/>
                  <a:pt x="319208" y="2927"/>
                  <a:pt x="321386" y="2247"/>
                </a:cubicBezTo>
                <a:cubicBezTo>
                  <a:pt x="323564" y="1566"/>
                  <a:pt x="325787" y="817"/>
                  <a:pt x="328055" y="0"/>
                </a:cubicBezTo>
                <a:lnTo>
                  <a:pt x="328736" y="409"/>
                </a:lnTo>
                <a:lnTo>
                  <a:pt x="328736" y="41789"/>
                </a:lnTo>
                <a:cubicBezTo>
                  <a:pt x="331913" y="37705"/>
                  <a:pt x="335044" y="34778"/>
                  <a:pt x="338129" y="33009"/>
                </a:cubicBezTo>
                <a:cubicBezTo>
                  <a:pt x="341214" y="31239"/>
                  <a:pt x="344753" y="30354"/>
                  <a:pt x="348747" y="30354"/>
                </a:cubicBezTo>
                <a:cubicBezTo>
                  <a:pt x="359909" y="30354"/>
                  <a:pt x="365490" y="37569"/>
                  <a:pt x="365490" y="51999"/>
                </a:cubicBezTo>
                <a:lnTo>
                  <a:pt x="365490" y="79086"/>
                </a:lnTo>
                <a:cubicBezTo>
                  <a:pt x="365580" y="82263"/>
                  <a:pt x="365784" y="84623"/>
                  <a:pt x="366101" y="86165"/>
                </a:cubicBezTo>
                <a:cubicBezTo>
                  <a:pt x="366419" y="87708"/>
                  <a:pt x="367146" y="88774"/>
                  <a:pt x="368280" y="89364"/>
                </a:cubicBezTo>
                <a:cubicBezTo>
                  <a:pt x="369415" y="89954"/>
                  <a:pt x="371208" y="90476"/>
                  <a:pt x="373657" y="90930"/>
                </a:cubicBezTo>
                <a:close/>
                <a:moveTo>
                  <a:pt x="435594" y="83988"/>
                </a:moveTo>
                <a:lnTo>
                  <a:pt x="435594" y="87528"/>
                </a:lnTo>
                <a:cubicBezTo>
                  <a:pt x="433234" y="90069"/>
                  <a:pt x="431192" y="91838"/>
                  <a:pt x="429468" y="92837"/>
                </a:cubicBezTo>
                <a:cubicBezTo>
                  <a:pt x="427744" y="93834"/>
                  <a:pt x="425703" y="94332"/>
                  <a:pt x="423343" y="94332"/>
                </a:cubicBezTo>
                <a:cubicBezTo>
                  <a:pt x="420529" y="94332"/>
                  <a:pt x="418465" y="93584"/>
                  <a:pt x="417149" y="92087"/>
                </a:cubicBezTo>
                <a:cubicBezTo>
                  <a:pt x="415834" y="90590"/>
                  <a:pt x="414994" y="88026"/>
                  <a:pt x="414630" y="84395"/>
                </a:cubicBezTo>
                <a:cubicBezTo>
                  <a:pt x="410456" y="87935"/>
                  <a:pt x="406849" y="90476"/>
                  <a:pt x="403808" y="92018"/>
                </a:cubicBezTo>
                <a:cubicBezTo>
                  <a:pt x="400769" y="93561"/>
                  <a:pt x="397751" y="94332"/>
                  <a:pt x="394756" y="94332"/>
                </a:cubicBezTo>
                <a:cubicBezTo>
                  <a:pt x="390581" y="94332"/>
                  <a:pt x="387156" y="92971"/>
                  <a:pt x="384479" y="90249"/>
                </a:cubicBezTo>
                <a:cubicBezTo>
                  <a:pt x="381802" y="87526"/>
                  <a:pt x="380464" y="84033"/>
                  <a:pt x="380464" y="79768"/>
                </a:cubicBezTo>
                <a:cubicBezTo>
                  <a:pt x="380464" y="77500"/>
                  <a:pt x="380918" y="75299"/>
                  <a:pt x="381824" y="73167"/>
                </a:cubicBezTo>
                <a:cubicBezTo>
                  <a:pt x="382733" y="71033"/>
                  <a:pt x="383913" y="69285"/>
                  <a:pt x="385364" y="67924"/>
                </a:cubicBezTo>
                <a:cubicBezTo>
                  <a:pt x="386816" y="66655"/>
                  <a:pt x="388200" y="65543"/>
                  <a:pt x="389516" y="64591"/>
                </a:cubicBezTo>
                <a:cubicBezTo>
                  <a:pt x="390831" y="63638"/>
                  <a:pt x="392419" y="62708"/>
                  <a:pt x="394279" y="61801"/>
                </a:cubicBezTo>
                <a:cubicBezTo>
                  <a:pt x="396140" y="60893"/>
                  <a:pt x="398658" y="59758"/>
                  <a:pt x="401835" y="58397"/>
                </a:cubicBezTo>
                <a:cubicBezTo>
                  <a:pt x="405012" y="57036"/>
                  <a:pt x="409231" y="55311"/>
                  <a:pt x="414495" y="53223"/>
                </a:cubicBezTo>
                <a:lnTo>
                  <a:pt x="414495" y="44921"/>
                </a:lnTo>
                <a:cubicBezTo>
                  <a:pt x="414495" y="37388"/>
                  <a:pt x="411046" y="33622"/>
                  <a:pt x="404149" y="33622"/>
                </a:cubicBezTo>
                <a:cubicBezTo>
                  <a:pt x="401426" y="33622"/>
                  <a:pt x="399113" y="34280"/>
                  <a:pt x="397207" y="35597"/>
                </a:cubicBezTo>
                <a:cubicBezTo>
                  <a:pt x="395302" y="36912"/>
                  <a:pt x="394349" y="38478"/>
                  <a:pt x="394349" y="40293"/>
                </a:cubicBezTo>
                <a:cubicBezTo>
                  <a:pt x="394349" y="41200"/>
                  <a:pt x="394485" y="42288"/>
                  <a:pt x="394756" y="43558"/>
                </a:cubicBezTo>
                <a:cubicBezTo>
                  <a:pt x="394848" y="44012"/>
                  <a:pt x="394916" y="44421"/>
                  <a:pt x="394960" y="44784"/>
                </a:cubicBezTo>
                <a:cubicBezTo>
                  <a:pt x="395006" y="45146"/>
                  <a:pt x="395028" y="45464"/>
                  <a:pt x="395028" y="45737"/>
                </a:cubicBezTo>
                <a:cubicBezTo>
                  <a:pt x="395028" y="47190"/>
                  <a:pt x="394416" y="48506"/>
                  <a:pt x="393190" y="49686"/>
                </a:cubicBezTo>
                <a:cubicBezTo>
                  <a:pt x="391966" y="50865"/>
                  <a:pt x="390537" y="51455"/>
                  <a:pt x="388903" y="51455"/>
                </a:cubicBezTo>
                <a:cubicBezTo>
                  <a:pt x="387269" y="51455"/>
                  <a:pt x="385885" y="50865"/>
                  <a:pt x="384751" y="49686"/>
                </a:cubicBezTo>
                <a:cubicBezTo>
                  <a:pt x="383617" y="48506"/>
                  <a:pt x="383050" y="47144"/>
                  <a:pt x="383050" y="45600"/>
                </a:cubicBezTo>
                <a:cubicBezTo>
                  <a:pt x="383050" y="42696"/>
                  <a:pt x="384070" y="40110"/>
                  <a:pt x="386112" y="37842"/>
                </a:cubicBezTo>
                <a:cubicBezTo>
                  <a:pt x="388154" y="35574"/>
                  <a:pt x="390899" y="33759"/>
                  <a:pt x="394347" y="32398"/>
                </a:cubicBezTo>
                <a:cubicBezTo>
                  <a:pt x="397796" y="31036"/>
                  <a:pt x="401654" y="30354"/>
                  <a:pt x="405918" y="30354"/>
                </a:cubicBezTo>
                <a:cubicBezTo>
                  <a:pt x="414086" y="30354"/>
                  <a:pt x="419712" y="32850"/>
                  <a:pt x="422799" y="37842"/>
                </a:cubicBezTo>
                <a:cubicBezTo>
                  <a:pt x="423796" y="39476"/>
                  <a:pt x="424499" y="41382"/>
                  <a:pt x="424907" y="43560"/>
                </a:cubicBezTo>
                <a:cubicBezTo>
                  <a:pt x="425316" y="45737"/>
                  <a:pt x="425520" y="48595"/>
                  <a:pt x="425520" y="52134"/>
                </a:cubicBezTo>
                <a:lnTo>
                  <a:pt x="425520" y="78679"/>
                </a:lnTo>
                <a:cubicBezTo>
                  <a:pt x="425520" y="81673"/>
                  <a:pt x="425815" y="83738"/>
                  <a:pt x="426405" y="84873"/>
                </a:cubicBezTo>
                <a:cubicBezTo>
                  <a:pt x="426995" y="86007"/>
                  <a:pt x="428061" y="86574"/>
                  <a:pt x="429603" y="86574"/>
                </a:cubicBezTo>
                <a:cubicBezTo>
                  <a:pt x="431510" y="86574"/>
                  <a:pt x="433507" y="85712"/>
                  <a:pt x="435594" y="83988"/>
                </a:cubicBezTo>
                <a:moveTo>
                  <a:pt x="414495" y="76228"/>
                </a:moveTo>
                <a:lnTo>
                  <a:pt x="414495" y="56490"/>
                </a:lnTo>
                <a:cubicBezTo>
                  <a:pt x="406509" y="59304"/>
                  <a:pt x="400860" y="62140"/>
                  <a:pt x="397548" y="65000"/>
                </a:cubicBezTo>
                <a:cubicBezTo>
                  <a:pt x="394236" y="67858"/>
                  <a:pt x="392534" y="71329"/>
                  <a:pt x="392442" y="75412"/>
                </a:cubicBezTo>
                <a:lnTo>
                  <a:pt x="392442" y="75956"/>
                </a:lnTo>
                <a:cubicBezTo>
                  <a:pt x="392442" y="78860"/>
                  <a:pt x="393282" y="81333"/>
                  <a:pt x="394960" y="83376"/>
                </a:cubicBezTo>
                <a:cubicBezTo>
                  <a:pt x="396640" y="85417"/>
                  <a:pt x="398659" y="86437"/>
                  <a:pt x="401019" y="86437"/>
                </a:cubicBezTo>
                <a:cubicBezTo>
                  <a:pt x="404104" y="86437"/>
                  <a:pt x="407416" y="85439"/>
                  <a:pt x="410955" y="83442"/>
                </a:cubicBezTo>
                <a:cubicBezTo>
                  <a:pt x="412407" y="82627"/>
                  <a:pt x="413359" y="81720"/>
                  <a:pt x="413813" y="80721"/>
                </a:cubicBezTo>
                <a:cubicBezTo>
                  <a:pt x="414268" y="79723"/>
                  <a:pt x="414495" y="78225"/>
                  <a:pt x="414495" y="76228"/>
                </a:cubicBezTo>
                <a:close/>
                <a:moveTo>
                  <a:pt x="500525" y="74324"/>
                </a:moveTo>
                <a:lnTo>
                  <a:pt x="493037" y="92972"/>
                </a:lnTo>
                <a:lnTo>
                  <a:pt x="439949" y="92972"/>
                </a:lnTo>
                <a:lnTo>
                  <a:pt x="439949" y="91339"/>
                </a:lnTo>
                <a:lnTo>
                  <a:pt x="464178" y="65610"/>
                </a:lnTo>
                <a:cubicBezTo>
                  <a:pt x="469896" y="59530"/>
                  <a:pt x="474274" y="53451"/>
                  <a:pt x="477314" y="47372"/>
                </a:cubicBezTo>
                <a:cubicBezTo>
                  <a:pt x="480355" y="41291"/>
                  <a:pt x="481875" y="35574"/>
                  <a:pt x="481875" y="30219"/>
                </a:cubicBezTo>
                <a:cubicBezTo>
                  <a:pt x="481875" y="24502"/>
                  <a:pt x="480128" y="19873"/>
                  <a:pt x="476635" y="16334"/>
                </a:cubicBezTo>
                <a:cubicBezTo>
                  <a:pt x="473141" y="12795"/>
                  <a:pt x="468490" y="11025"/>
                  <a:pt x="462683" y="11025"/>
                </a:cubicBezTo>
                <a:cubicBezTo>
                  <a:pt x="457964" y="11025"/>
                  <a:pt x="454174" y="12296"/>
                  <a:pt x="451315" y="14837"/>
                </a:cubicBezTo>
                <a:cubicBezTo>
                  <a:pt x="448457" y="17377"/>
                  <a:pt x="445667" y="22006"/>
                  <a:pt x="442944" y="28722"/>
                </a:cubicBezTo>
                <a:lnTo>
                  <a:pt x="440086" y="28040"/>
                </a:lnTo>
                <a:cubicBezTo>
                  <a:pt x="441266" y="23231"/>
                  <a:pt x="442468" y="19488"/>
                  <a:pt x="443692" y="16812"/>
                </a:cubicBezTo>
                <a:cubicBezTo>
                  <a:pt x="444918" y="14134"/>
                  <a:pt x="446619" y="11661"/>
                  <a:pt x="448798" y="9393"/>
                </a:cubicBezTo>
                <a:cubicBezTo>
                  <a:pt x="451339" y="6670"/>
                  <a:pt x="454310" y="4583"/>
                  <a:pt x="457712" y="3132"/>
                </a:cubicBezTo>
                <a:cubicBezTo>
                  <a:pt x="461116" y="1680"/>
                  <a:pt x="464678" y="953"/>
                  <a:pt x="468399" y="953"/>
                </a:cubicBezTo>
                <a:cubicBezTo>
                  <a:pt x="473118" y="953"/>
                  <a:pt x="477383" y="2020"/>
                  <a:pt x="481194" y="4152"/>
                </a:cubicBezTo>
                <a:cubicBezTo>
                  <a:pt x="485006" y="6285"/>
                  <a:pt x="488023" y="9143"/>
                  <a:pt x="490246" y="12728"/>
                </a:cubicBezTo>
                <a:cubicBezTo>
                  <a:pt x="492469" y="16312"/>
                  <a:pt x="493581" y="20373"/>
                  <a:pt x="493581" y="24910"/>
                </a:cubicBezTo>
                <a:cubicBezTo>
                  <a:pt x="493581" y="30265"/>
                  <a:pt x="492197" y="35642"/>
                  <a:pt x="489429" y="41041"/>
                </a:cubicBezTo>
                <a:cubicBezTo>
                  <a:pt x="486663" y="46440"/>
                  <a:pt x="482239" y="52316"/>
                  <a:pt x="476159" y="58669"/>
                </a:cubicBezTo>
                <a:lnTo>
                  <a:pt x="453290" y="82626"/>
                </a:lnTo>
                <a:lnTo>
                  <a:pt x="485823" y="82626"/>
                </a:lnTo>
                <a:cubicBezTo>
                  <a:pt x="488002" y="82536"/>
                  <a:pt x="489726" y="82309"/>
                  <a:pt x="490995" y="81947"/>
                </a:cubicBezTo>
                <a:cubicBezTo>
                  <a:pt x="492267" y="81582"/>
                  <a:pt x="493469" y="80765"/>
                  <a:pt x="494603" y="79496"/>
                </a:cubicBezTo>
                <a:cubicBezTo>
                  <a:pt x="495737" y="78225"/>
                  <a:pt x="497121" y="76273"/>
                  <a:pt x="498755" y="73642"/>
                </a:cubicBezTo>
                <a:lnTo>
                  <a:pt x="500525" y="74324"/>
                </a:lnTo>
                <a:close/>
                <a:moveTo>
                  <a:pt x="538502" y="953"/>
                </a:moveTo>
                <a:cubicBezTo>
                  <a:pt x="544492" y="953"/>
                  <a:pt x="549755" y="2950"/>
                  <a:pt x="554291" y="6944"/>
                </a:cubicBezTo>
                <a:cubicBezTo>
                  <a:pt x="558829" y="10936"/>
                  <a:pt x="562368" y="16448"/>
                  <a:pt x="564909" y="23481"/>
                </a:cubicBezTo>
                <a:cubicBezTo>
                  <a:pt x="567450" y="30514"/>
                  <a:pt x="568721" y="38704"/>
                  <a:pt x="568721" y="48051"/>
                </a:cubicBezTo>
                <a:cubicBezTo>
                  <a:pt x="568721" y="53496"/>
                  <a:pt x="568176" y="58782"/>
                  <a:pt x="567086" y="63909"/>
                </a:cubicBezTo>
                <a:cubicBezTo>
                  <a:pt x="565998" y="69037"/>
                  <a:pt x="564478" y="73665"/>
                  <a:pt x="562527" y="77795"/>
                </a:cubicBezTo>
                <a:cubicBezTo>
                  <a:pt x="560576" y="81924"/>
                  <a:pt x="558285" y="85259"/>
                  <a:pt x="555654" y="87800"/>
                </a:cubicBezTo>
                <a:cubicBezTo>
                  <a:pt x="550843" y="92519"/>
                  <a:pt x="544945" y="94878"/>
                  <a:pt x="537957" y="94878"/>
                </a:cubicBezTo>
                <a:cubicBezTo>
                  <a:pt x="529880" y="94878"/>
                  <a:pt x="523256" y="91793"/>
                  <a:pt x="518084" y="85621"/>
                </a:cubicBezTo>
                <a:cubicBezTo>
                  <a:pt x="515996" y="83080"/>
                  <a:pt x="514113" y="79768"/>
                  <a:pt x="512434" y="75684"/>
                </a:cubicBezTo>
                <a:cubicBezTo>
                  <a:pt x="510756" y="71601"/>
                  <a:pt x="509463" y="67086"/>
                  <a:pt x="508554" y="62140"/>
                </a:cubicBezTo>
                <a:cubicBezTo>
                  <a:pt x="507647" y="57193"/>
                  <a:pt x="507194" y="52225"/>
                  <a:pt x="507194" y="47235"/>
                </a:cubicBezTo>
                <a:cubicBezTo>
                  <a:pt x="507194" y="41880"/>
                  <a:pt x="507738" y="36707"/>
                  <a:pt x="508826" y="31717"/>
                </a:cubicBezTo>
                <a:cubicBezTo>
                  <a:pt x="509916" y="26725"/>
                  <a:pt x="511437" y="22165"/>
                  <a:pt x="513388" y="18037"/>
                </a:cubicBezTo>
                <a:cubicBezTo>
                  <a:pt x="515339" y="13908"/>
                  <a:pt x="517630" y="10573"/>
                  <a:pt x="520261" y="8032"/>
                </a:cubicBezTo>
                <a:cubicBezTo>
                  <a:pt x="525071" y="3313"/>
                  <a:pt x="531151" y="953"/>
                  <a:pt x="538502" y="953"/>
                </a:cubicBezTo>
                <a:moveTo>
                  <a:pt x="538094" y="4493"/>
                </a:moveTo>
                <a:cubicBezTo>
                  <a:pt x="532286" y="4493"/>
                  <a:pt x="527861" y="8191"/>
                  <a:pt x="524820" y="15586"/>
                </a:cubicBezTo>
                <a:cubicBezTo>
                  <a:pt x="521780" y="22982"/>
                  <a:pt x="520261" y="33940"/>
                  <a:pt x="520261" y="48460"/>
                </a:cubicBezTo>
                <a:cubicBezTo>
                  <a:pt x="520261" y="77046"/>
                  <a:pt x="526160" y="91339"/>
                  <a:pt x="537957" y="91339"/>
                </a:cubicBezTo>
                <a:cubicBezTo>
                  <a:pt x="549755" y="91339"/>
                  <a:pt x="555654" y="77000"/>
                  <a:pt x="555654" y="48323"/>
                </a:cubicBezTo>
                <a:cubicBezTo>
                  <a:pt x="555654" y="34076"/>
                  <a:pt x="554156" y="23209"/>
                  <a:pt x="551161" y="15723"/>
                </a:cubicBezTo>
                <a:cubicBezTo>
                  <a:pt x="548166" y="8236"/>
                  <a:pt x="543810" y="4493"/>
                  <a:pt x="538094" y="449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ChaCha20">
            <a:extLst xmlns:a="http://schemas.openxmlformats.org/drawingml/2006/main">
              <a:ext uri="{FF2B5EF4-FFF2-40B4-BE49-F238E27FC236}">
                <a16:creationId xmlns:a16="http://schemas.microsoft.com/office/drawing/2014/main" id="{D4F8EDC5-8E57-4CB5-900B-F76FDB96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488" y="6564180"/>
            <a:ext cx="568721" cy="94878"/>
          </a:xfrm>
          <a:custGeom xmlns:a="http://schemas.openxmlformats.org/drawingml/2006/main">
            <a:pathLst>
              <a:path w="568721" h="94878" fill="none">
                <a:moveTo>
                  <a:pt x="80584" y="31580"/>
                </a:moveTo>
                <a:lnTo>
                  <a:pt x="77454" y="31580"/>
                </a:lnTo>
                <a:cubicBezTo>
                  <a:pt x="76183" y="27133"/>
                  <a:pt x="74912" y="23731"/>
                  <a:pt x="73640" y="21371"/>
                </a:cubicBezTo>
                <a:cubicBezTo>
                  <a:pt x="72371" y="19011"/>
                  <a:pt x="70647" y="16743"/>
                  <a:pt x="68471" y="14564"/>
                </a:cubicBezTo>
                <a:cubicBezTo>
                  <a:pt x="62843" y="9120"/>
                  <a:pt x="56082" y="6397"/>
                  <a:pt x="48188" y="6397"/>
                </a:cubicBezTo>
                <a:cubicBezTo>
                  <a:pt x="41654" y="6397"/>
                  <a:pt x="35959" y="8053"/>
                  <a:pt x="31104" y="11366"/>
                </a:cubicBezTo>
                <a:cubicBezTo>
                  <a:pt x="26249" y="14678"/>
                  <a:pt x="22483" y="19374"/>
                  <a:pt x="19805" y="25454"/>
                </a:cubicBezTo>
                <a:cubicBezTo>
                  <a:pt x="17128" y="31535"/>
                  <a:pt x="15790" y="38704"/>
                  <a:pt x="15790" y="46963"/>
                </a:cubicBezTo>
                <a:cubicBezTo>
                  <a:pt x="15790" y="54494"/>
                  <a:pt x="16810" y="61209"/>
                  <a:pt x="18851" y="67108"/>
                </a:cubicBezTo>
                <a:cubicBezTo>
                  <a:pt x="20894" y="73007"/>
                  <a:pt x="23776" y="77635"/>
                  <a:pt x="27496" y="80993"/>
                </a:cubicBezTo>
                <a:cubicBezTo>
                  <a:pt x="33487" y="86257"/>
                  <a:pt x="40837" y="88888"/>
                  <a:pt x="49548" y="88888"/>
                </a:cubicBezTo>
                <a:cubicBezTo>
                  <a:pt x="55175" y="88888"/>
                  <a:pt x="60392" y="87799"/>
                  <a:pt x="65201" y="85621"/>
                </a:cubicBezTo>
                <a:cubicBezTo>
                  <a:pt x="70012" y="83443"/>
                  <a:pt x="74913" y="79949"/>
                  <a:pt x="79905" y="75140"/>
                </a:cubicBezTo>
                <a:lnTo>
                  <a:pt x="82354" y="77589"/>
                </a:lnTo>
                <a:cubicBezTo>
                  <a:pt x="78270" y="83125"/>
                  <a:pt x="72984" y="87391"/>
                  <a:pt x="66495" y="90386"/>
                </a:cubicBezTo>
                <a:cubicBezTo>
                  <a:pt x="60008" y="93381"/>
                  <a:pt x="52907" y="94878"/>
                  <a:pt x="45193" y="94878"/>
                </a:cubicBezTo>
                <a:cubicBezTo>
                  <a:pt x="36209" y="94878"/>
                  <a:pt x="28313" y="92950"/>
                  <a:pt x="21506" y="89094"/>
                </a:cubicBezTo>
                <a:cubicBezTo>
                  <a:pt x="14700" y="85236"/>
                  <a:pt x="9414" y="79836"/>
                  <a:pt x="5648" y="72895"/>
                </a:cubicBezTo>
                <a:cubicBezTo>
                  <a:pt x="1883" y="65952"/>
                  <a:pt x="0" y="57852"/>
                  <a:pt x="0" y="48595"/>
                </a:cubicBezTo>
                <a:cubicBezTo>
                  <a:pt x="0" y="33349"/>
                  <a:pt x="4900" y="21371"/>
                  <a:pt x="14701" y="12660"/>
                </a:cubicBezTo>
                <a:cubicBezTo>
                  <a:pt x="18966" y="8939"/>
                  <a:pt x="23798" y="6058"/>
                  <a:pt x="29197" y="4017"/>
                </a:cubicBezTo>
                <a:cubicBezTo>
                  <a:pt x="34598" y="1975"/>
                  <a:pt x="40066" y="953"/>
                  <a:pt x="45602" y="953"/>
                </a:cubicBezTo>
                <a:cubicBezTo>
                  <a:pt x="48777" y="953"/>
                  <a:pt x="52044" y="1225"/>
                  <a:pt x="55402" y="1770"/>
                </a:cubicBezTo>
                <a:cubicBezTo>
                  <a:pt x="58760" y="2314"/>
                  <a:pt x="62118" y="3176"/>
                  <a:pt x="65475" y="4356"/>
                </a:cubicBezTo>
                <a:cubicBezTo>
                  <a:pt x="67654" y="5081"/>
                  <a:pt x="69423" y="5444"/>
                  <a:pt x="70784" y="5444"/>
                </a:cubicBezTo>
                <a:cubicBezTo>
                  <a:pt x="73778" y="5444"/>
                  <a:pt x="75684" y="3947"/>
                  <a:pt x="76501" y="953"/>
                </a:cubicBezTo>
                <a:lnTo>
                  <a:pt x="79359" y="953"/>
                </a:lnTo>
                <a:lnTo>
                  <a:pt x="80584" y="31580"/>
                </a:lnTo>
                <a:close/>
                <a:moveTo>
                  <a:pt x="154364" y="90930"/>
                </a:moveTo>
                <a:lnTo>
                  <a:pt x="154364" y="92972"/>
                </a:lnTo>
                <a:lnTo>
                  <a:pt x="125505" y="92972"/>
                </a:lnTo>
                <a:lnTo>
                  <a:pt x="125505" y="90930"/>
                </a:lnTo>
                <a:cubicBezTo>
                  <a:pt x="128137" y="90657"/>
                  <a:pt x="130088" y="90226"/>
                  <a:pt x="131358" y="89636"/>
                </a:cubicBezTo>
                <a:cubicBezTo>
                  <a:pt x="132629" y="89046"/>
                  <a:pt x="133491" y="87935"/>
                  <a:pt x="133944" y="86302"/>
                </a:cubicBezTo>
                <a:cubicBezTo>
                  <a:pt x="134398" y="84668"/>
                  <a:pt x="134671" y="82263"/>
                  <a:pt x="134762" y="79086"/>
                </a:cubicBezTo>
                <a:lnTo>
                  <a:pt x="134762" y="52134"/>
                </a:lnTo>
                <a:cubicBezTo>
                  <a:pt x="134762" y="42515"/>
                  <a:pt x="131359" y="37705"/>
                  <a:pt x="124553" y="37705"/>
                </a:cubicBezTo>
                <a:cubicBezTo>
                  <a:pt x="121921" y="37705"/>
                  <a:pt x="119470" y="38341"/>
                  <a:pt x="117201" y="39612"/>
                </a:cubicBezTo>
                <a:cubicBezTo>
                  <a:pt x="114932" y="40882"/>
                  <a:pt x="112346" y="43105"/>
                  <a:pt x="109443" y="46281"/>
                </a:cubicBezTo>
                <a:lnTo>
                  <a:pt x="109443" y="79086"/>
                </a:lnTo>
                <a:cubicBezTo>
                  <a:pt x="109534" y="82263"/>
                  <a:pt x="109806" y="84668"/>
                  <a:pt x="110259" y="86302"/>
                </a:cubicBezTo>
                <a:cubicBezTo>
                  <a:pt x="110713" y="87935"/>
                  <a:pt x="111575" y="89046"/>
                  <a:pt x="112845" y="89636"/>
                </a:cubicBezTo>
                <a:cubicBezTo>
                  <a:pt x="114116" y="90226"/>
                  <a:pt x="116068" y="90657"/>
                  <a:pt x="118700" y="90930"/>
                </a:cubicBezTo>
                <a:lnTo>
                  <a:pt x="118700" y="92972"/>
                </a:lnTo>
                <a:lnTo>
                  <a:pt x="89297" y="92972"/>
                </a:lnTo>
                <a:lnTo>
                  <a:pt x="89297" y="90930"/>
                </a:lnTo>
                <a:cubicBezTo>
                  <a:pt x="91928" y="90567"/>
                  <a:pt x="93834" y="90114"/>
                  <a:pt x="95013" y="89569"/>
                </a:cubicBezTo>
                <a:cubicBezTo>
                  <a:pt x="96193" y="89024"/>
                  <a:pt x="96964" y="87958"/>
                  <a:pt x="97327" y="86371"/>
                </a:cubicBezTo>
                <a:cubicBezTo>
                  <a:pt x="97691" y="84783"/>
                  <a:pt x="97918" y="82354"/>
                  <a:pt x="98008" y="79086"/>
                </a:cubicBezTo>
                <a:lnTo>
                  <a:pt x="98008" y="14974"/>
                </a:lnTo>
                <a:cubicBezTo>
                  <a:pt x="98008" y="12070"/>
                  <a:pt x="97577" y="10187"/>
                  <a:pt x="96714" y="9326"/>
                </a:cubicBezTo>
                <a:cubicBezTo>
                  <a:pt x="95853" y="8463"/>
                  <a:pt x="93971" y="8032"/>
                  <a:pt x="91067" y="8032"/>
                </a:cubicBezTo>
                <a:cubicBezTo>
                  <a:pt x="90341" y="8032"/>
                  <a:pt x="89796" y="8077"/>
                  <a:pt x="89432" y="8167"/>
                </a:cubicBezTo>
                <a:lnTo>
                  <a:pt x="89432" y="5988"/>
                </a:lnTo>
                <a:lnTo>
                  <a:pt x="93109" y="4900"/>
                </a:lnTo>
                <a:cubicBezTo>
                  <a:pt x="96919" y="3811"/>
                  <a:pt x="99914" y="2927"/>
                  <a:pt x="102092" y="2247"/>
                </a:cubicBezTo>
                <a:cubicBezTo>
                  <a:pt x="104270" y="1566"/>
                  <a:pt x="106493" y="817"/>
                  <a:pt x="108761" y="0"/>
                </a:cubicBezTo>
                <a:lnTo>
                  <a:pt x="109443" y="409"/>
                </a:lnTo>
                <a:lnTo>
                  <a:pt x="109443" y="41789"/>
                </a:lnTo>
                <a:cubicBezTo>
                  <a:pt x="112619" y="37705"/>
                  <a:pt x="115750" y="34778"/>
                  <a:pt x="118835" y="33009"/>
                </a:cubicBezTo>
                <a:cubicBezTo>
                  <a:pt x="121920" y="31239"/>
                  <a:pt x="125460" y="30354"/>
                  <a:pt x="129453" y="30354"/>
                </a:cubicBezTo>
                <a:cubicBezTo>
                  <a:pt x="140615" y="30354"/>
                  <a:pt x="146196" y="37569"/>
                  <a:pt x="146196" y="51999"/>
                </a:cubicBezTo>
                <a:lnTo>
                  <a:pt x="146196" y="79086"/>
                </a:lnTo>
                <a:cubicBezTo>
                  <a:pt x="146286" y="82263"/>
                  <a:pt x="146490" y="84623"/>
                  <a:pt x="146807" y="86165"/>
                </a:cubicBezTo>
                <a:cubicBezTo>
                  <a:pt x="147126" y="87708"/>
                  <a:pt x="147852" y="88774"/>
                  <a:pt x="148986" y="89364"/>
                </a:cubicBezTo>
                <a:cubicBezTo>
                  <a:pt x="150121" y="89954"/>
                  <a:pt x="151914" y="90476"/>
                  <a:pt x="154364" y="90930"/>
                </a:cubicBezTo>
                <a:close/>
                <a:moveTo>
                  <a:pt x="216299" y="83988"/>
                </a:moveTo>
                <a:lnTo>
                  <a:pt x="216299" y="87528"/>
                </a:lnTo>
                <a:cubicBezTo>
                  <a:pt x="213939" y="90069"/>
                  <a:pt x="211898" y="91838"/>
                  <a:pt x="210174" y="92837"/>
                </a:cubicBezTo>
                <a:cubicBezTo>
                  <a:pt x="208450" y="93834"/>
                  <a:pt x="206408" y="94332"/>
                  <a:pt x="204048" y="94332"/>
                </a:cubicBezTo>
                <a:cubicBezTo>
                  <a:pt x="201235" y="94332"/>
                  <a:pt x="199170" y="93584"/>
                  <a:pt x="197855" y="92087"/>
                </a:cubicBezTo>
                <a:cubicBezTo>
                  <a:pt x="196539" y="90590"/>
                  <a:pt x="195699" y="88026"/>
                  <a:pt x="195335" y="84395"/>
                </a:cubicBezTo>
                <a:cubicBezTo>
                  <a:pt x="191162" y="87935"/>
                  <a:pt x="187554" y="90476"/>
                  <a:pt x="184514" y="92018"/>
                </a:cubicBezTo>
                <a:cubicBezTo>
                  <a:pt x="181474" y="93561"/>
                  <a:pt x="178457" y="94332"/>
                  <a:pt x="175462" y="94332"/>
                </a:cubicBezTo>
                <a:cubicBezTo>
                  <a:pt x="171287" y="94332"/>
                  <a:pt x="167861" y="92971"/>
                  <a:pt x="165184" y="90249"/>
                </a:cubicBezTo>
                <a:cubicBezTo>
                  <a:pt x="162508" y="87526"/>
                  <a:pt x="161169" y="84033"/>
                  <a:pt x="161169" y="79768"/>
                </a:cubicBezTo>
                <a:cubicBezTo>
                  <a:pt x="161169" y="77500"/>
                  <a:pt x="161623" y="75299"/>
                  <a:pt x="162530" y="73167"/>
                </a:cubicBezTo>
                <a:cubicBezTo>
                  <a:pt x="163438" y="71033"/>
                  <a:pt x="164618" y="69285"/>
                  <a:pt x="166069" y="67924"/>
                </a:cubicBezTo>
                <a:cubicBezTo>
                  <a:pt x="167522" y="66655"/>
                  <a:pt x="168906" y="65543"/>
                  <a:pt x="170221" y="64591"/>
                </a:cubicBezTo>
                <a:cubicBezTo>
                  <a:pt x="171537" y="63638"/>
                  <a:pt x="173124" y="62708"/>
                  <a:pt x="174984" y="61801"/>
                </a:cubicBezTo>
                <a:cubicBezTo>
                  <a:pt x="176845" y="60893"/>
                  <a:pt x="179364" y="59758"/>
                  <a:pt x="182540" y="58397"/>
                </a:cubicBezTo>
                <a:cubicBezTo>
                  <a:pt x="185717" y="57036"/>
                  <a:pt x="189937" y="55311"/>
                  <a:pt x="195200" y="53223"/>
                </a:cubicBezTo>
                <a:lnTo>
                  <a:pt x="195200" y="44921"/>
                </a:lnTo>
                <a:cubicBezTo>
                  <a:pt x="195200" y="37388"/>
                  <a:pt x="191752" y="33622"/>
                  <a:pt x="184854" y="33622"/>
                </a:cubicBezTo>
                <a:cubicBezTo>
                  <a:pt x="182132" y="33622"/>
                  <a:pt x="179818" y="34280"/>
                  <a:pt x="177913" y="35597"/>
                </a:cubicBezTo>
                <a:cubicBezTo>
                  <a:pt x="176007" y="36912"/>
                  <a:pt x="175055" y="38478"/>
                  <a:pt x="175055" y="40293"/>
                </a:cubicBezTo>
                <a:cubicBezTo>
                  <a:pt x="175055" y="41200"/>
                  <a:pt x="175190" y="42288"/>
                  <a:pt x="175462" y="43558"/>
                </a:cubicBezTo>
                <a:cubicBezTo>
                  <a:pt x="175553" y="44012"/>
                  <a:pt x="175621" y="44421"/>
                  <a:pt x="175665" y="44784"/>
                </a:cubicBezTo>
                <a:cubicBezTo>
                  <a:pt x="175711" y="45146"/>
                  <a:pt x="175734" y="45464"/>
                  <a:pt x="175734" y="45737"/>
                </a:cubicBezTo>
                <a:cubicBezTo>
                  <a:pt x="175734" y="47190"/>
                  <a:pt x="175121" y="48506"/>
                  <a:pt x="173896" y="49686"/>
                </a:cubicBezTo>
                <a:cubicBezTo>
                  <a:pt x="172672" y="50865"/>
                  <a:pt x="171243" y="51455"/>
                  <a:pt x="169609" y="51455"/>
                </a:cubicBezTo>
                <a:cubicBezTo>
                  <a:pt x="167975" y="51455"/>
                  <a:pt x="166591" y="50865"/>
                  <a:pt x="165457" y="49686"/>
                </a:cubicBezTo>
                <a:cubicBezTo>
                  <a:pt x="164322" y="48506"/>
                  <a:pt x="163755" y="47144"/>
                  <a:pt x="163755" y="45600"/>
                </a:cubicBezTo>
                <a:cubicBezTo>
                  <a:pt x="163755" y="42696"/>
                  <a:pt x="164776" y="40110"/>
                  <a:pt x="166817" y="37842"/>
                </a:cubicBezTo>
                <a:cubicBezTo>
                  <a:pt x="168859" y="35574"/>
                  <a:pt x="171605" y="33759"/>
                  <a:pt x="175053" y="32398"/>
                </a:cubicBezTo>
                <a:cubicBezTo>
                  <a:pt x="178502" y="31036"/>
                  <a:pt x="182359" y="30354"/>
                  <a:pt x="186624" y="30354"/>
                </a:cubicBezTo>
                <a:cubicBezTo>
                  <a:pt x="194791" y="30354"/>
                  <a:pt x="200418" y="32850"/>
                  <a:pt x="203504" y="37842"/>
                </a:cubicBezTo>
                <a:cubicBezTo>
                  <a:pt x="204501" y="39476"/>
                  <a:pt x="205204" y="41382"/>
                  <a:pt x="205613" y="43560"/>
                </a:cubicBezTo>
                <a:cubicBezTo>
                  <a:pt x="206021" y="45737"/>
                  <a:pt x="206225" y="48595"/>
                  <a:pt x="206225" y="52134"/>
                </a:cubicBezTo>
                <a:lnTo>
                  <a:pt x="206225" y="78679"/>
                </a:lnTo>
                <a:cubicBezTo>
                  <a:pt x="206225" y="81673"/>
                  <a:pt x="206520" y="83738"/>
                  <a:pt x="207110" y="84873"/>
                </a:cubicBezTo>
                <a:cubicBezTo>
                  <a:pt x="207700" y="86007"/>
                  <a:pt x="208766" y="86574"/>
                  <a:pt x="210309" y="86574"/>
                </a:cubicBezTo>
                <a:cubicBezTo>
                  <a:pt x="212216" y="86574"/>
                  <a:pt x="214212" y="85712"/>
                  <a:pt x="216299" y="83988"/>
                </a:cubicBezTo>
                <a:moveTo>
                  <a:pt x="195200" y="76228"/>
                </a:moveTo>
                <a:lnTo>
                  <a:pt x="195200" y="56490"/>
                </a:lnTo>
                <a:cubicBezTo>
                  <a:pt x="187215" y="59304"/>
                  <a:pt x="181566" y="62140"/>
                  <a:pt x="178253" y="65000"/>
                </a:cubicBezTo>
                <a:cubicBezTo>
                  <a:pt x="174941" y="67858"/>
                  <a:pt x="173239" y="71329"/>
                  <a:pt x="173148" y="75412"/>
                </a:cubicBezTo>
                <a:lnTo>
                  <a:pt x="173148" y="75956"/>
                </a:lnTo>
                <a:cubicBezTo>
                  <a:pt x="173148" y="78860"/>
                  <a:pt x="173987" y="81333"/>
                  <a:pt x="175665" y="83376"/>
                </a:cubicBezTo>
                <a:cubicBezTo>
                  <a:pt x="177345" y="85417"/>
                  <a:pt x="179365" y="86437"/>
                  <a:pt x="181724" y="86437"/>
                </a:cubicBezTo>
                <a:cubicBezTo>
                  <a:pt x="184809" y="86437"/>
                  <a:pt x="188122" y="85439"/>
                  <a:pt x="191661" y="83442"/>
                </a:cubicBezTo>
                <a:cubicBezTo>
                  <a:pt x="193112" y="82627"/>
                  <a:pt x="194065" y="81720"/>
                  <a:pt x="194519" y="80721"/>
                </a:cubicBezTo>
                <a:cubicBezTo>
                  <a:pt x="194973" y="79723"/>
                  <a:pt x="195200" y="78225"/>
                  <a:pt x="195200" y="76228"/>
                </a:cubicBezTo>
                <a:close/>
                <a:moveTo>
                  <a:pt x="300967" y="31580"/>
                </a:moveTo>
                <a:lnTo>
                  <a:pt x="297837" y="31580"/>
                </a:lnTo>
                <a:cubicBezTo>
                  <a:pt x="296565" y="27133"/>
                  <a:pt x="295294" y="23731"/>
                  <a:pt x="294023" y="21371"/>
                </a:cubicBezTo>
                <a:cubicBezTo>
                  <a:pt x="292753" y="19011"/>
                  <a:pt x="291030" y="16743"/>
                  <a:pt x="288853" y="14564"/>
                </a:cubicBezTo>
                <a:cubicBezTo>
                  <a:pt x="283226" y="9120"/>
                  <a:pt x="276465" y="6397"/>
                  <a:pt x="268571" y="6397"/>
                </a:cubicBezTo>
                <a:cubicBezTo>
                  <a:pt x="262036" y="6397"/>
                  <a:pt x="256342" y="8053"/>
                  <a:pt x="251487" y="11366"/>
                </a:cubicBezTo>
                <a:cubicBezTo>
                  <a:pt x="246632" y="14678"/>
                  <a:pt x="242866" y="19374"/>
                  <a:pt x="240188" y="25454"/>
                </a:cubicBezTo>
                <a:cubicBezTo>
                  <a:pt x="237511" y="31535"/>
                  <a:pt x="236173" y="38704"/>
                  <a:pt x="236173" y="46963"/>
                </a:cubicBezTo>
                <a:cubicBezTo>
                  <a:pt x="236173" y="54494"/>
                  <a:pt x="237193" y="61209"/>
                  <a:pt x="239234" y="67108"/>
                </a:cubicBezTo>
                <a:cubicBezTo>
                  <a:pt x="241277" y="73007"/>
                  <a:pt x="244158" y="77635"/>
                  <a:pt x="247879" y="80993"/>
                </a:cubicBezTo>
                <a:cubicBezTo>
                  <a:pt x="253869" y="86257"/>
                  <a:pt x="261220" y="88888"/>
                  <a:pt x="269931" y="88888"/>
                </a:cubicBezTo>
                <a:cubicBezTo>
                  <a:pt x="275557" y="88888"/>
                  <a:pt x="280775" y="87799"/>
                  <a:pt x="285584" y="85621"/>
                </a:cubicBezTo>
                <a:cubicBezTo>
                  <a:pt x="290394" y="83443"/>
                  <a:pt x="295296" y="79949"/>
                  <a:pt x="300288" y="75140"/>
                </a:cubicBezTo>
                <a:lnTo>
                  <a:pt x="302736" y="77589"/>
                </a:lnTo>
                <a:cubicBezTo>
                  <a:pt x="298653" y="83125"/>
                  <a:pt x="293367" y="87391"/>
                  <a:pt x="286878" y="90386"/>
                </a:cubicBezTo>
                <a:cubicBezTo>
                  <a:pt x="280391" y="93381"/>
                  <a:pt x="273290" y="94878"/>
                  <a:pt x="265576" y="94878"/>
                </a:cubicBezTo>
                <a:cubicBezTo>
                  <a:pt x="256592" y="94878"/>
                  <a:pt x="248696" y="92950"/>
                  <a:pt x="241889" y="89094"/>
                </a:cubicBezTo>
                <a:cubicBezTo>
                  <a:pt x="235083" y="85236"/>
                  <a:pt x="229797" y="79836"/>
                  <a:pt x="226030" y="72895"/>
                </a:cubicBezTo>
                <a:cubicBezTo>
                  <a:pt x="222265" y="65952"/>
                  <a:pt x="220383" y="57852"/>
                  <a:pt x="220383" y="48595"/>
                </a:cubicBezTo>
                <a:cubicBezTo>
                  <a:pt x="220383" y="33349"/>
                  <a:pt x="225283" y="21371"/>
                  <a:pt x="235084" y="12660"/>
                </a:cubicBezTo>
                <a:cubicBezTo>
                  <a:pt x="239349" y="8939"/>
                  <a:pt x="244181" y="6058"/>
                  <a:pt x="249580" y="4017"/>
                </a:cubicBezTo>
                <a:cubicBezTo>
                  <a:pt x="254980" y="1975"/>
                  <a:pt x="260449" y="953"/>
                  <a:pt x="265985" y="953"/>
                </a:cubicBezTo>
                <a:cubicBezTo>
                  <a:pt x="269160" y="953"/>
                  <a:pt x="272426" y="1225"/>
                  <a:pt x="275784" y="1770"/>
                </a:cubicBezTo>
                <a:cubicBezTo>
                  <a:pt x="279142" y="2314"/>
                  <a:pt x="282500" y="3176"/>
                  <a:pt x="285858" y="4356"/>
                </a:cubicBezTo>
                <a:cubicBezTo>
                  <a:pt x="288036" y="5081"/>
                  <a:pt x="289806" y="5444"/>
                  <a:pt x="291167" y="5444"/>
                </a:cubicBezTo>
                <a:cubicBezTo>
                  <a:pt x="294161" y="5444"/>
                  <a:pt x="296066" y="3947"/>
                  <a:pt x="296883" y="953"/>
                </a:cubicBezTo>
                <a:lnTo>
                  <a:pt x="299741" y="953"/>
                </a:lnTo>
                <a:lnTo>
                  <a:pt x="300967" y="31580"/>
                </a:lnTo>
                <a:close/>
                <a:moveTo>
                  <a:pt x="373657" y="90930"/>
                </a:moveTo>
                <a:lnTo>
                  <a:pt x="373657" y="92972"/>
                </a:lnTo>
                <a:lnTo>
                  <a:pt x="344798" y="92972"/>
                </a:lnTo>
                <a:lnTo>
                  <a:pt x="344798" y="90930"/>
                </a:lnTo>
                <a:cubicBezTo>
                  <a:pt x="347431" y="90657"/>
                  <a:pt x="349382" y="90226"/>
                  <a:pt x="350652" y="89636"/>
                </a:cubicBezTo>
                <a:cubicBezTo>
                  <a:pt x="351923" y="89046"/>
                  <a:pt x="352785" y="87935"/>
                  <a:pt x="353238" y="86302"/>
                </a:cubicBezTo>
                <a:cubicBezTo>
                  <a:pt x="353692" y="84668"/>
                  <a:pt x="353965" y="82263"/>
                  <a:pt x="354056" y="79086"/>
                </a:cubicBezTo>
                <a:lnTo>
                  <a:pt x="354056" y="52134"/>
                </a:lnTo>
                <a:cubicBezTo>
                  <a:pt x="354056" y="42515"/>
                  <a:pt x="350653" y="37705"/>
                  <a:pt x="343847" y="37705"/>
                </a:cubicBezTo>
                <a:cubicBezTo>
                  <a:pt x="341215" y="37705"/>
                  <a:pt x="338764" y="38341"/>
                  <a:pt x="336494" y="39612"/>
                </a:cubicBezTo>
                <a:cubicBezTo>
                  <a:pt x="334226" y="40882"/>
                  <a:pt x="331640" y="43105"/>
                  <a:pt x="328736" y="46281"/>
                </a:cubicBezTo>
                <a:lnTo>
                  <a:pt x="328736" y="79086"/>
                </a:lnTo>
                <a:cubicBezTo>
                  <a:pt x="328828" y="82263"/>
                  <a:pt x="329100" y="84668"/>
                  <a:pt x="329553" y="86302"/>
                </a:cubicBezTo>
                <a:cubicBezTo>
                  <a:pt x="330007" y="87935"/>
                  <a:pt x="330869" y="89046"/>
                  <a:pt x="332139" y="89636"/>
                </a:cubicBezTo>
                <a:cubicBezTo>
                  <a:pt x="333410" y="90226"/>
                  <a:pt x="335362" y="90657"/>
                  <a:pt x="337994" y="90930"/>
                </a:cubicBezTo>
                <a:lnTo>
                  <a:pt x="337994" y="92972"/>
                </a:lnTo>
                <a:lnTo>
                  <a:pt x="308591" y="92972"/>
                </a:lnTo>
                <a:lnTo>
                  <a:pt x="308591" y="90930"/>
                </a:lnTo>
                <a:cubicBezTo>
                  <a:pt x="311222" y="90567"/>
                  <a:pt x="313127" y="90114"/>
                  <a:pt x="314307" y="89569"/>
                </a:cubicBezTo>
                <a:cubicBezTo>
                  <a:pt x="315487" y="89024"/>
                  <a:pt x="316258" y="87958"/>
                  <a:pt x="316621" y="86371"/>
                </a:cubicBezTo>
                <a:cubicBezTo>
                  <a:pt x="316985" y="84783"/>
                  <a:pt x="317212" y="82354"/>
                  <a:pt x="317302" y="79086"/>
                </a:cubicBezTo>
                <a:lnTo>
                  <a:pt x="317302" y="14974"/>
                </a:lnTo>
                <a:cubicBezTo>
                  <a:pt x="317302" y="12070"/>
                  <a:pt x="316871" y="10187"/>
                  <a:pt x="316008" y="9326"/>
                </a:cubicBezTo>
                <a:cubicBezTo>
                  <a:pt x="315147" y="8463"/>
                  <a:pt x="313264" y="8032"/>
                  <a:pt x="310361" y="8032"/>
                </a:cubicBezTo>
                <a:cubicBezTo>
                  <a:pt x="309635" y="8032"/>
                  <a:pt x="309090" y="8077"/>
                  <a:pt x="308726" y="8167"/>
                </a:cubicBezTo>
                <a:lnTo>
                  <a:pt x="308726" y="5988"/>
                </a:lnTo>
                <a:lnTo>
                  <a:pt x="312402" y="4900"/>
                </a:lnTo>
                <a:cubicBezTo>
                  <a:pt x="316213" y="3811"/>
                  <a:pt x="319208" y="2927"/>
                  <a:pt x="321386" y="2247"/>
                </a:cubicBezTo>
                <a:cubicBezTo>
                  <a:pt x="323564" y="1566"/>
                  <a:pt x="325787" y="817"/>
                  <a:pt x="328055" y="0"/>
                </a:cubicBezTo>
                <a:lnTo>
                  <a:pt x="328736" y="409"/>
                </a:lnTo>
                <a:lnTo>
                  <a:pt x="328736" y="41789"/>
                </a:lnTo>
                <a:cubicBezTo>
                  <a:pt x="331913" y="37705"/>
                  <a:pt x="335044" y="34778"/>
                  <a:pt x="338129" y="33009"/>
                </a:cubicBezTo>
                <a:cubicBezTo>
                  <a:pt x="341214" y="31239"/>
                  <a:pt x="344753" y="30354"/>
                  <a:pt x="348747" y="30354"/>
                </a:cubicBezTo>
                <a:cubicBezTo>
                  <a:pt x="359909" y="30354"/>
                  <a:pt x="365490" y="37569"/>
                  <a:pt x="365490" y="51999"/>
                </a:cubicBezTo>
                <a:lnTo>
                  <a:pt x="365490" y="79086"/>
                </a:lnTo>
                <a:cubicBezTo>
                  <a:pt x="365580" y="82263"/>
                  <a:pt x="365784" y="84623"/>
                  <a:pt x="366101" y="86165"/>
                </a:cubicBezTo>
                <a:cubicBezTo>
                  <a:pt x="366419" y="87708"/>
                  <a:pt x="367146" y="88774"/>
                  <a:pt x="368280" y="89364"/>
                </a:cubicBezTo>
                <a:cubicBezTo>
                  <a:pt x="369415" y="89954"/>
                  <a:pt x="371208" y="90476"/>
                  <a:pt x="373657" y="90930"/>
                </a:cubicBezTo>
                <a:close/>
                <a:moveTo>
                  <a:pt x="435594" y="83988"/>
                </a:moveTo>
                <a:lnTo>
                  <a:pt x="435594" y="87528"/>
                </a:lnTo>
                <a:cubicBezTo>
                  <a:pt x="433234" y="90069"/>
                  <a:pt x="431192" y="91838"/>
                  <a:pt x="429468" y="92837"/>
                </a:cubicBezTo>
                <a:cubicBezTo>
                  <a:pt x="427744" y="93834"/>
                  <a:pt x="425703" y="94332"/>
                  <a:pt x="423343" y="94332"/>
                </a:cubicBezTo>
                <a:cubicBezTo>
                  <a:pt x="420529" y="94332"/>
                  <a:pt x="418465" y="93584"/>
                  <a:pt x="417149" y="92087"/>
                </a:cubicBezTo>
                <a:cubicBezTo>
                  <a:pt x="415834" y="90590"/>
                  <a:pt x="414994" y="88026"/>
                  <a:pt x="414630" y="84395"/>
                </a:cubicBezTo>
                <a:cubicBezTo>
                  <a:pt x="410456" y="87935"/>
                  <a:pt x="406849" y="90476"/>
                  <a:pt x="403808" y="92018"/>
                </a:cubicBezTo>
                <a:cubicBezTo>
                  <a:pt x="400769" y="93561"/>
                  <a:pt x="397751" y="94332"/>
                  <a:pt x="394756" y="94332"/>
                </a:cubicBezTo>
                <a:cubicBezTo>
                  <a:pt x="390581" y="94332"/>
                  <a:pt x="387156" y="92971"/>
                  <a:pt x="384479" y="90249"/>
                </a:cubicBezTo>
                <a:cubicBezTo>
                  <a:pt x="381802" y="87526"/>
                  <a:pt x="380464" y="84033"/>
                  <a:pt x="380464" y="79768"/>
                </a:cubicBezTo>
                <a:cubicBezTo>
                  <a:pt x="380464" y="77500"/>
                  <a:pt x="380918" y="75299"/>
                  <a:pt x="381824" y="73167"/>
                </a:cubicBezTo>
                <a:cubicBezTo>
                  <a:pt x="382733" y="71033"/>
                  <a:pt x="383913" y="69285"/>
                  <a:pt x="385364" y="67924"/>
                </a:cubicBezTo>
                <a:cubicBezTo>
                  <a:pt x="386816" y="66655"/>
                  <a:pt x="388200" y="65543"/>
                  <a:pt x="389516" y="64591"/>
                </a:cubicBezTo>
                <a:cubicBezTo>
                  <a:pt x="390831" y="63638"/>
                  <a:pt x="392419" y="62708"/>
                  <a:pt x="394279" y="61801"/>
                </a:cubicBezTo>
                <a:cubicBezTo>
                  <a:pt x="396140" y="60893"/>
                  <a:pt x="398658" y="59758"/>
                  <a:pt x="401835" y="58397"/>
                </a:cubicBezTo>
                <a:cubicBezTo>
                  <a:pt x="405012" y="57036"/>
                  <a:pt x="409231" y="55311"/>
                  <a:pt x="414495" y="53223"/>
                </a:cubicBezTo>
                <a:lnTo>
                  <a:pt x="414495" y="44921"/>
                </a:lnTo>
                <a:cubicBezTo>
                  <a:pt x="414495" y="37388"/>
                  <a:pt x="411046" y="33622"/>
                  <a:pt x="404149" y="33622"/>
                </a:cubicBezTo>
                <a:cubicBezTo>
                  <a:pt x="401426" y="33622"/>
                  <a:pt x="399113" y="34280"/>
                  <a:pt x="397207" y="35597"/>
                </a:cubicBezTo>
                <a:cubicBezTo>
                  <a:pt x="395302" y="36912"/>
                  <a:pt x="394349" y="38478"/>
                  <a:pt x="394349" y="40293"/>
                </a:cubicBezTo>
                <a:cubicBezTo>
                  <a:pt x="394349" y="41200"/>
                  <a:pt x="394485" y="42288"/>
                  <a:pt x="394756" y="43558"/>
                </a:cubicBezTo>
                <a:cubicBezTo>
                  <a:pt x="394848" y="44012"/>
                  <a:pt x="394916" y="44421"/>
                  <a:pt x="394960" y="44784"/>
                </a:cubicBezTo>
                <a:cubicBezTo>
                  <a:pt x="395006" y="45146"/>
                  <a:pt x="395028" y="45464"/>
                  <a:pt x="395028" y="45737"/>
                </a:cubicBezTo>
                <a:cubicBezTo>
                  <a:pt x="395028" y="47190"/>
                  <a:pt x="394416" y="48506"/>
                  <a:pt x="393190" y="49686"/>
                </a:cubicBezTo>
                <a:cubicBezTo>
                  <a:pt x="391966" y="50865"/>
                  <a:pt x="390537" y="51455"/>
                  <a:pt x="388903" y="51455"/>
                </a:cubicBezTo>
                <a:cubicBezTo>
                  <a:pt x="387269" y="51455"/>
                  <a:pt x="385885" y="50865"/>
                  <a:pt x="384751" y="49686"/>
                </a:cubicBezTo>
                <a:cubicBezTo>
                  <a:pt x="383617" y="48506"/>
                  <a:pt x="383050" y="47144"/>
                  <a:pt x="383050" y="45600"/>
                </a:cubicBezTo>
                <a:cubicBezTo>
                  <a:pt x="383050" y="42696"/>
                  <a:pt x="384070" y="40110"/>
                  <a:pt x="386112" y="37842"/>
                </a:cubicBezTo>
                <a:cubicBezTo>
                  <a:pt x="388154" y="35574"/>
                  <a:pt x="390899" y="33759"/>
                  <a:pt x="394347" y="32398"/>
                </a:cubicBezTo>
                <a:cubicBezTo>
                  <a:pt x="397796" y="31036"/>
                  <a:pt x="401654" y="30354"/>
                  <a:pt x="405918" y="30354"/>
                </a:cubicBezTo>
                <a:cubicBezTo>
                  <a:pt x="414086" y="30354"/>
                  <a:pt x="419712" y="32850"/>
                  <a:pt x="422799" y="37842"/>
                </a:cubicBezTo>
                <a:cubicBezTo>
                  <a:pt x="423796" y="39476"/>
                  <a:pt x="424499" y="41382"/>
                  <a:pt x="424907" y="43560"/>
                </a:cubicBezTo>
                <a:cubicBezTo>
                  <a:pt x="425316" y="45737"/>
                  <a:pt x="425520" y="48595"/>
                  <a:pt x="425520" y="52134"/>
                </a:cubicBezTo>
                <a:lnTo>
                  <a:pt x="425520" y="78679"/>
                </a:lnTo>
                <a:cubicBezTo>
                  <a:pt x="425520" y="81673"/>
                  <a:pt x="425815" y="83738"/>
                  <a:pt x="426405" y="84873"/>
                </a:cubicBezTo>
                <a:cubicBezTo>
                  <a:pt x="426995" y="86007"/>
                  <a:pt x="428061" y="86574"/>
                  <a:pt x="429603" y="86574"/>
                </a:cubicBezTo>
                <a:cubicBezTo>
                  <a:pt x="431510" y="86574"/>
                  <a:pt x="433507" y="85712"/>
                  <a:pt x="435594" y="83988"/>
                </a:cubicBezTo>
                <a:moveTo>
                  <a:pt x="414495" y="76228"/>
                </a:moveTo>
                <a:lnTo>
                  <a:pt x="414495" y="56490"/>
                </a:lnTo>
                <a:cubicBezTo>
                  <a:pt x="406509" y="59304"/>
                  <a:pt x="400860" y="62140"/>
                  <a:pt x="397548" y="65000"/>
                </a:cubicBezTo>
                <a:cubicBezTo>
                  <a:pt x="394236" y="67858"/>
                  <a:pt x="392534" y="71329"/>
                  <a:pt x="392442" y="75412"/>
                </a:cubicBezTo>
                <a:lnTo>
                  <a:pt x="392442" y="75956"/>
                </a:lnTo>
                <a:cubicBezTo>
                  <a:pt x="392442" y="78860"/>
                  <a:pt x="393282" y="81333"/>
                  <a:pt x="394960" y="83376"/>
                </a:cubicBezTo>
                <a:cubicBezTo>
                  <a:pt x="396640" y="85417"/>
                  <a:pt x="398659" y="86437"/>
                  <a:pt x="401019" y="86437"/>
                </a:cubicBezTo>
                <a:cubicBezTo>
                  <a:pt x="404104" y="86437"/>
                  <a:pt x="407416" y="85439"/>
                  <a:pt x="410955" y="83442"/>
                </a:cubicBezTo>
                <a:cubicBezTo>
                  <a:pt x="412407" y="82627"/>
                  <a:pt x="413359" y="81720"/>
                  <a:pt x="413813" y="80721"/>
                </a:cubicBezTo>
                <a:cubicBezTo>
                  <a:pt x="414268" y="79723"/>
                  <a:pt x="414495" y="78225"/>
                  <a:pt x="414495" y="76228"/>
                </a:cubicBezTo>
                <a:close/>
                <a:moveTo>
                  <a:pt x="500525" y="74324"/>
                </a:moveTo>
                <a:lnTo>
                  <a:pt x="493037" y="92972"/>
                </a:lnTo>
                <a:lnTo>
                  <a:pt x="439949" y="92972"/>
                </a:lnTo>
                <a:lnTo>
                  <a:pt x="439949" y="91339"/>
                </a:lnTo>
                <a:lnTo>
                  <a:pt x="464178" y="65610"/>
                </a:lnTo>
                <a:cubicBezTo>
                  <a:pt x="469896" y="59530"/>
                  <a:pt x="474274" y="53451"/>
                  <a:pt x="477314" y="47372"/>
                </a:cubicBezTo>
                <a:cubicBezTo>
                  <a:pt x="480355" y="41291"/>
                  <a:pt x="481875" y="35574"/>
                  <a:pt x="481875" y="30219"/>
                </a:cubicBezTo>
                <a:cubicBezTo>
                  <a:pt x="481875" y="24502"/>
                  <a:pt x="480128" y="19873"/>
                  <a:pt x="476635" y="16334"/>
                </a:cubicBezTo>
                <a:cubicBezTo>
                  <a:pt x="473141" y="12795"/>
                  <a:pt x="468490" y="11025"/>
                  <a:pt x="462683" y="11025"/>
                </a:cubicBezTo>
                <a:cubicBezTo>
                  <a:pt x="457964" y="11025"/>
                  <a:pt x="454174" y="12296"/>
                  <a:pt x="451315" y="14837"/>
                </a:cubicBezTo>
                <a:cubicBezTo>
                  <a:pt x="448457" y="17377"/>
                  <a:pt x="445667" y="22006"/>
                  <a:pt x="442944" y="28722"/>
                </a:cubicBezTo>
                <a:lnTo>
                  <a:pt x="440086" y="28040"/>
                </a:lnTo>
                <a:cubicBezTo>
                  <a:pt x="441266" y="23231"/>
                  <a:pt x="442468" y="19488"/>
                  <a:pt x="443692" y="16812"/>
                </a:cubicBezTo>
                <a:cubicBezTo>
                  <a:pt x="444918" y="14134"/>
                  <a:pt x="446619" y="11661"/>
                  <a:pt x="448798" y="9393"/>
                </a:cubicBezTo>
                <a:cubicBezTo>
                  <a:pt x="451339" y="6670"/>
                  <a:pt x="454310" y="4583"/>
                  <a:pt x="457712" y="3132"/>
                </a:cubicBezTo>
                <a:cubicBezTo>
                  <a:pt x="461116" y="1680"/>
                  <a:pt x="464678" y="953"/>
                  <a:pt x="468399" y="953"/>
                </a:cubicBezTo>
                <a:cubicBezTo>
                  <a:pt x="473118" y="953"/>
                  <a:pt x="477383" y="2020"/>
                  <a:pt x="481194" y="4152"/>
                </a:cubicBezTo>
                <a:cubicBezTo>
                  <a:pt x="485006" y="6285"/>
                  <a:pt x="488023" y="9143"/>
                  <a:pt x="490246" y="12728"/>
                </a:cubicBezTo>
                <a:cubicBezTo>
                  <a:pt x="492469" y="16312"/>
                  <a:pt x="493581" y="20373"/>
                  <a:pt x="493581" y="24910"/>
                </a:cubicBezTo>
                <a:cubicBezTo>
                  <a:pt x="493581" y="30265"/>
                  <a:pt x="492197" y="35642"/>
                  <a:pt x="489429" y="41041"/>
                </a:cubicBezTo>
                <a:cubicBezTo>
                  <a:pt x="486663" y="46440"/>
                  <a:pt x="482239" y="52316"/>
                  <a:pt x="476159" y="58669"/>
                </a:cubicBezTo>
                <a:lnTo>
                  <a:pt x="453290" y="82626"/>
                </a:lnTo>
                <a:lnTo>
                  <a:pt x="485823" y="82626"/>
                </a:lnTo>
                <a:cubicBezTo>
                  <a:pt x="488002" y="82536"/>
                  <a:pt x="489726" y="82309"/>
                  <a:pt x="490995" y="81947"/>
                </a:cubicBezTo>
                <a:cubicBezTo>
                  <a:pt x="492267" y="81582"/>
                  <a:pt x="493469" y="80765"/>
                  <a:pt x="494603" y="79496"/>
                </a:cubicBezTo>
                <a:cubicBezTo>
                  <a:pt x="495737" y="78225"/>
                  <a:pt x="497121" y="76273"/>
                  <a:pt x="498755" y="73642"/>
                </a:cubicBezTo>
                <a:lnTo>
                  <a:pt x="500525" y="74324"/>
                </a:lnTo>
                <a:close/>
                <a:moveTo>
                  <a:pt x="538502" y="953"/>
                </a:moveTo>
                <a:cubicBezTo>
                  <a:pt x="544492" y="953"/>
                  <a:pt x="549755" y="2950"/>
                  <a:pt x="554291" y="6944"/>
                </a:cubicBezTo>
                <a:cubicBezTo>
                  <a:pt x="558829" y="10936"/>
                  <a:pt x="562368" y="16448"/>
                  <a:pt x="564909" y="23481"/>
                </a:cubicBezTo>
                <a:cubicBezTo>
                  <a:pt x="567450" y="30514"/>
                  <a:pt x="568721" y="38704"/>
                  <a:pt x="568721" y="48051"/>
                </a:cubicBezTo>
                <a:cubicBezTo>
                  <a:pt x="568721" y="53496"/>
                  <a:pt x="568176" y="58782"/>
                  <a:pt x="567086" y="63909"/>
                </a:cubicBezTo>
                <a:cubicBezTo>
                  <a:pt x="565998" y="69037"/>
                  <a:pt x="564478" y="73665"/>
                  <a:pt x="562527" y="77795"/>
                </a:cubicBezTo>
                <a:cubicBezTo>
                  <a:pt x="560576" y="81924"/>
                  <a:pt x="558285" y="85259"/>
                  <a:pt x="555654" y="87800"/>
                </a:cubicBezTo>
                <a:cubicBezTo>
                  <a:pt x="550843" y="92519"/>
                  <a:pt x="544945" y="94878"/>
                  <a:pt x="537957" y="94878"/>
                </a:cubicBezTo>
                <a:cubicBezTo>
                  <a:pt x="529880" y="94878"/>
                  <a:pt x="523256" y="91793"/>
                  <a:pt x="518084" y="85621"/>
                </a:cubicBezTo>
                <a:cubicBezTo>
                  <a:pt x="515996" y="83080"/>
                  <a:pt x="514113" y="79768"/>
                  <a:pt x="512434" y="75684"/>
                </a:cubicBezTo>
                <a:cubicBezTo>
                  <a:pt x="510756" y="71601"/>
                  <a:pt x="509463" y="67086"/>
                  <a:pt x="508554" y="62140"/>
                </a:cubicBezTo>
                <a:cubicBezTo>
                  <a:pt x="507647" y="57193"/>
                  <a:pt x="507194" y="52225"/>
                  <a:pt x="507194" y="47235"/>
                </a:cubicBezTo>
                <a:cubicBezTo>
                  <a:pt x="507194" y="41880"/>
                  <a:pt x="507738" y="36707"/>
                  <a:pt x="508826" y="31717"/>
                </a:cubicBezTo>
                <a:cubicBezTo>
                  <a:pt x="509916" y="26725"/>
                  <a:pt x="511437" y="22165"/>
                  <a:pt x="513388" y="18037"/>
                </a:cubicBezTo>
                <a:cubicBezTo>
                  <a:pt x="515339" y="13908"/>
                  <a:pt x="517630" y="10573"/>
                  <a:pt x="520261" y="8032"/>
                </a:cubicBezTo>
                <a:cubicBezTo>
                  <a:pt x="525071" y="3313"/>
                  <a:pt x="531151" y="953"/>
                  <a:pt x="538502" y="953"/>
                </a:cubicBezTo>
                <a:moveTo>
                  <a:pt x="538094" y="4493"/>
                </a:moveTo>
                <a:cubicBezTo>
                  <a:pt x="532286" y="4493"/>
                  <a:pt x="527861" y="8191"/>
                  <a:pt x="524820" y="15586"/>
                </a:cubicBezTo>
                <a:cubicBezTo>
                  <a:pt x="521780" y="22982"/>
                  <a:pt x="520261" y="33940"/>
                  <a:pt x="520261" y="48460"/>
                </a:cubicBezTo>
                <a:cubicBezTo>
                  <a:pt x="520261" y="77046"/>
                  <a:pt x="526160" y="91339"/>
                  <a:pt x="537957" y="91339"/>
                </a:cubicBezTo>
                <a:cubicBezTo>
                  <a:pt x="549755" y="91339"/>
                  <a:pt x="555654" y="77000"/>
                  <a:pt x="555654" y="48323"/>
                </a:cubicBezTo>
                <a:cubicBezTo>
                  <a:pt x="555654" y="34076"/>
                  <a:pt x="554156" y="23209"/>
                  <a:pt x="551161" y="15723"/>
                </a:cubicBezTo>
                <a:cubicBezTo>
                  <a:pt x="548166" y="8236"/>
                  <a:pt x="543810" y="4493"/>
                  <a:pt x="538094" y="44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920" cap="flat">
            <a:solidFill>
              <a:srgbClr val="FFFFFF"/>
            </a:solidFill>
            <a:round/>
          </a:ln>
        </p:spPr>
      </p:sp>
      <p:sp>
        <p:nvSpPr>
          <p:cNvPr id="250" name="Text 𝑲">
            <a:extLst xmlns:a="http://schemas.openxmlformats.org/drawingml/2006/main">
              <a:ext uri="{FF2B5EF4-FFF2-40B4-BE49-F238E27FC236}">
                <a16:creationId xmlns:a16="http://schemas.microsoft.com/office/drawing/2014/main" id="{E1537DDD-42DF-4845-B62F-9179F4A7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864" y="6618504"/>
            <a:ext cx="72971" cy="66447"/>
          </a:xfrm>
          <a:custGeom xmlns:a="http://schemas.openxmlformats.org/drawingml/2006/main">
            <a:pathLst>
              <a:path w="72971" h="66447">
                <a:moveTo>
                  <a:pt x="26968" y="29597"/>
                </a:moveTo>
                <a:lnTo>
                  <a:pt x="27699" y="29597"/>
                </a:lnTo>
                <a:cubicBezTo>
                  <a:pt x="29062" y="29597"/>
                  <a:pt x="30295" y="29362"/>
                  <a:pt x="31398" y="28891"/>
                </a:cubicBezTo>
                <a:cubicBezTo>
                  <a:pt x="32502" y="28421"/>
                  <a:pt x="33719" y="27658"/>
                  <a:pt x="35049" y="26603"/>
                </a:cubicBezTo>
                <a:cubicBezTo>
                  <a:pt x="36380" y="25549"/>
                  <a:pt x="38554" y="23528"/>
                  <a:pt x="41572" y="20543"/>
                </a:cubicBezTo>
                <a:cubicBezTo>
                  <a:pt x="44590" y="17557"/>
                  <a:pt x="46773" y="15253"/>
                  <a:pt x="48120" y="13630"/>
                </a:cubicBezTo>
                <a:cubicBezTo>
                  <a:pt x="49466" y="12008"/>
                  <a:pt x="50424" y="10636"/>
                  <a:pt x="50992" y="9517"/>
                </a:cubicBezTo>
                <a:cubicBezTo>
                  <a:pt x="51560" y="8397"/>
                  <a:pt x="51844" y="7367"/>
                  <a:pt x="51844" y="6426"/>
                </a:cubicBezTo>
                <a:cubicBezTo>
                  <a:pt x="51844" y="5290"/>
                  <a:pt x="51584" y="4503"/>
                  <a:pt x="51065" y="4065"/>
                </a:cubicBezTo>
                <a:cubicBezTo>
                  <a:pt x="50546" y="3627"/>
                  <a:pt x="49686" y="3343"/>
                  <a:pt x="48485" y="3213"/>
                </a:cubicBezTo>
                <a:lnTo>
                  <a:pt x="49215" y="0"/>
                </a:lnTo>
                <a:lnTo>
                  <a:pt x="72971" y="0"/>
                </a:lnTo>
                <a:lnTo>
                  <a:pt x="72240" y="3310"/>
                </a:lnTo>
                <a:cubicBezTo>
                  <a:pt x="71169" y="3537"/>
                  <a:pt x="70228" y="3846"/>
                  <a:pt x="69417" y="4235"/>
                </a:cubicBezTo>
                <a:cubicBezTo>
                  <a:pt x="68606" y="4625"/>
                  <a:pt x="67591" y="5322"/>
                  <a:pt x="66374" y="6328"/>
                </a:cubicBezTo>
                <a:cubicBezTo>
                  <a:pt x="65157" y="7334"/>
                  <a:pt x="63348" y="8989"/>
                  <a:pt x="60947" y="11294"/>
                </a:cubicBezTo>
                <a:lnTo>
                  <a:pt x="43325" y="28185"/>
                </a:lnTo>
                <a:lnTo>
                  <a:pt x="53596" y="53499"/>
                </a:lnTo>
                <a:cubicBezTo>
                  <a:pt x="54570" y="55900"/>
                  <a:pt x="55430" y="57758"/>
                  <a:pt x="56176" y="59073"/>
                </a:cubicBezTo>
                <a:cubicBezTo>
                  <a:pt x="56923" y="60387"/>
                  <a:pt x="57677" y="61344"/>
                  <a:pt x="58440" y="61945"/>
                </a:cubicBezTo>
                <a:cubicBezTo>
                  <a:pt x="59202" y="62545"/>
                  <a:pt x="60200" y="62991"/>
                  <a:pt x="61434" y="63283"/>
                </a:cubicBezTo>
                <a:lnTo>
                  <a:pt x="60801" y="66447"/>
                </a:lnTo>
                <a:lnTo>
                  <a:pt x="36461" y="66447"/>
                </a:lnTo>
                <a:lnTo>
                  <a:pt x="37191" y="63235"/>
                </a:lnTo>
                <a:cubicBezTo>
                  <a:pt x="38067" y="63137"/>
                  <a:pt x="38684" y="62910"/>
                  <a:pt x="39041" y="62553"/>
                </a:cubicBezTo>
                <a:cubicBezTo>
                  <a:pt x="39398" y="62196"/>
                  <a:pt x="39576" y="61612"/>
                  <a:pt x="39576" y="60801"/>
                </a:cubicBezTo>
                <a:cubicBezTo>
                  <a:pt x="39576" y="60022"/>
                  <a:pt x="39414" y="59024"/>
                  <a:pt x="39090" y="57807"/>
                </a:cubicBezTo>
                <a:cubicBezTo>
                  <a:pt x="38765" y="56590"/>
                  <a:pt x="38067" y="54602"/>
                  <a:pt x="36996" y="51844"/>
                </a:cubicBezTo>
                <a:lnTo>
                  <a:pt x="32567" y="40355"/>
                </a:lnTo>
                <a:cubicBezTo>
                  <a:pt x="31950" y="38765"/>
                  <a:pt x="31374" y="37605"/>
                  <a:pt x="30838" y="36875"/>
                </a:cubicBezTo>
                <a:cubicBezTo>
                  <a:pt x="30303" y="36145"/>
                  <a:pt x="29735" y="35633"/>
                  <a:pt x="29135" y="35341"/>
                </a:cubicBezTo>
                <a:cubicBezTo>
                  <a:pt x="28534" y="35049"/>
                  <a:pt x="27666" y="34903"/>
                  <a:pt x="26530" y="34903"/>
                </a:cubicBezTo>
                <a:lnTo>
                  <a:pt x="25800" y="34903"/>
                </a:lnTo>
                <a:lnTo>
                  <a:pt x="21760" y="53304"/>
                </a:lnTo>
                <a:cubicBezTo>
                  <a:pt x="21533" y="54375"/>
                  <a:pt x="21370" y="55276"/>
                  <a:pt x="21273" y="56006"/>
                </a:cubicBezTo>
                <a:cubicBezTo>
                  <a:pt x="21176" y="56736"/>
                  <a:pt x="21127" y="57734"/>
                  <a:pt x="21127" y="59000"/>
                </a:cubicBezTo>
                <a:cubicBezTo>
                  <a:pt x="21127" y="60363"/>
                  <a:pt x="21443" y="61360"/>
                  <a:pt x="22076" y="61993"/>
                </a:cubicBezTo>
                <a:cubicBezTo>
                  <a:pt x="22709" y="62626"/>
                  <a:pt x="23739" y="63040"/>
                  <a:pt x="25167" y="63235"/>
                </a:cubicBezTo>
                <a:lnTo>
                  <a:pt x="24486" y="66447"/>
                </a:lnTo>
                <a:lnTo>
                  <a:pt x="0" y="66447"/>
                </a:lnTo>
                <a:lnTo>
                  <a:pt x="682" y="63235"/>
                </a:lnTo>
                <a:cubicBezTo>
                  <a:pt x="2531" y="62715"/>
                  <a:pt x="3894" y="61807"/>
                  <a:pt x="4771" y="60509"/>
                </a:cubicBezTo>
                <a:cubicBezTo>
                  <a:pt x="5647" y="59210"/>
                  <a:pt x="6474" y="56809"/>
                  <a:pt x="7253" y="53304"/>
                </a:cubicBezTo>
                <a:lnTo>
                  <a:pt x="16113" y="13143"/>
                </a:lnTo>
                <a:cubicBezTo>
                  <a:pt x="16535" y="11229"/>
                  <a:pt x="16746" y="9330"/>
                  <a:pt x="16746" y="7448"/>
                </a:cubicBezTo>
                <a:cubicBezTo>
                  <a:pt x="16746" y="6085"/>
                  <a:pt x="16429" y="5087"/>
                  <a:pt x="15796" y="4454"/>
                </a:cubicBezTo>
                <a:cubicBezTo>
                  <a:pt x="15164" y="3821"/>
                  <a:pt x="14133" y="3408"/>
                  <a:pt x="12705" y="3213"/>
                </a:cubicBezTo>
                <a:lnTo>
                  <a:pt x="13387" y="0"/>
                </a:lnTo>
                <a:lnTo>
                  <a:pt x="37873" y="0"/>
                </a:lnTo>
                <a:lnTo>
                  <a:pt x="37191" y="3213"/>
                </a:lnTo>
                <a:cubicBezTo>
                  <a:pt x="35341" y="3732"/>
                  <a:pt x="33978" y="4641"/>
                  <a:pt x="33102" y="5939"/>
                </a:cubicBezTo>
                <a:cubicBezTo>
                  <a:pt x="32226" y="7237"/>
                  <a:pt x="31398" y="9639"/>
                  <a:pt x="30619" y="13143"/>
                </a:cubicBezTo>
                <a:lnTo>
                  <a:pt x="26968" y="2959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𝟐">
            <a:extLst xmlns:a="http://schemas.openxmlformats.org/drawingml/2006/main">
              <a:ext uri="{FF2B5EF4-FFF2-40B4-BE49-F238E27FC236}">
                <a16:creationId xmlns:a16="http://schemas.microsoft.com/office/drawing/2014/main" id="{D337AF67-BCA4-40AF-9BC2-98E6469A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355" y="6650138"/>
            <a:ext cx="37359" cy="54945"/>
          </a:xfrm>
          <a:custGeom xmlns:a="http://schemas.openxmlformats.org/drawingml/2006/main">
            <a:pathLst>
              <a:path w="37359" h="54945">
                <a:moveTo>
                  <a:pt x="25702" y="45197"/>
                </a:moveTo>
                <a:cubicBezTo>
                  <a:pt x="27426" y="45197"/>
                  <a:pt x="28712" y="45071"/>
                  <a:pt x="29561" y="44819"/>
                </a:cubicBezTo>
                <a:cubicBezTo>
                  <a:pt x="30410" y="44567"/>
                  <a:pt x="31080" y="44129"/>
                  <a:pt x="31570" y="43506"/>
                </a:cubicBezTo>
                <a:cubicBezTo>
                  <a:pt x="32061" y="42883"/>
                  <a:pt x="32465" y="41948"/>
                  <a:pt x="32784" y="40701"/>
                </a:cubicBezTo>
                <a:lnTo>
                  <a:pt x="37359" y="40701"/>
                </a:lnTo>
                <a:lnTo>
                  <a:pt x="36444" y="54945"/>
                </a:lnTo>
                <a:lnTo>
                  <a:pt x="0" y="54945"/>
                </a:lnTo>
                <a:lnTo>
                  <a:pt x="0" y="52319"/>
                </a:lnTo>
                <a:cubicBezTo>
                  <a:pt x="2042" y="47624"/>
                  <a:pt x="6220" y="41576"/>
                  <a:pt x="12533" y="34176"/>
                </a:cubicBezTo>
                <a:cubicBezTo>
                  <a:pt x="15397" y="30808"/>
                  <a:pt x="17579" y="28036"/>
                  <a:pt x="19077" y="25861"/>
                </a:cubicBezTo>
                <a:cubicBezTo>
                  <a:pt x="20576" y="23686"/>
                  <a:pt x="21697" y="21630"/>
                  <a:pt x="22439" y="19694"/>
                </a:cubicBezTo>
                <a:cubicBezTo>
                  <a:pt x="23182" y="17758"/>
                  <a:pt x="23553" y="15755"/>
                  <a:pt x="23553" y="13686"/>
                </a:cubicBezTo>
                <a:cubicBezTo>
                  <a:pt x="23553" y="10769"/>
                  <a:pt x="22904" y="8481"/>
                  <a:pt x="21604" y="6823"/>
                </a:cubicBezTo>
                <a:cubicBezTo>
                  <a:pt x="20304" y="5166"/>
                  <a:pt x="18527" y="4337"/>
                  <a:pt x="16273" y="4337"/>
                </a:cubicBezTo>
                <a:cubicBezTo>
                  <a:pt x="11949" y="4337"/>
                  <a:pt x="9177" y="7453"/>
                  <a:pt x="7957" y="13686"/>
                </a:cubicBezTo>
                <a:lnTo>
                  <a:pt x="796" y="13686"/>
                </a:lnTo>
                <a:lnTo>
                  <a:pt x="796" y="4297"/>
                </a:lnTo>
                <a:cubicBezTo>
                  <a:pt x="5119" y="2546"/>
                  <a:pt x="8607" y="1393"/>
                  <a:pt x="11259" y="836"/>
                </a:cubicBezTo>
                <a:cubicBezTo>
                  <a:pt x="13912" y="279"/>
                  <a:pt x="16710" y="0"/>
                  <a:pt x="19654" y="0"/>
                </a:cubicBezTo>
                <a:cubicBezTo>
                  <a:pt x="23553" y="0"/>
                  <a:pt x="26736" y="524"/>
                  <a:pt x="29203" y="1572"/>
                </a:cubicBezTo>
                <a:cubicBezTo>
                  <a:pt x="31670" y="2619"/>
                  <a:pt x="33453" y="4038"/>
                  <a:pt x="34554" y="5829"/>
                </a:cubicBezTo>
                <a:cubicBezTo>
                  <a:pt x="35655" y="7619"/>
                  <a:pt x="36205" y="9708"/>
                  <a:pt x="36205" y="12095"/>
                </a:cubicBezTo>
                <a:cubicBezTo>
                  <a:pt x="36205" y="14190"/>
                  <a:pt x="35814" y="16140"/>
                  <a:pt x="35032" y="17944"/>
                </a:cubicBezTo>
                <a:cubicBezTo>
                  <a:pt x="34249" y="19747"/>
                  <a:pt x="32896" y="21803"/>
                  <a:pt x="30973" y="24110"/>
                </a:cubicBezTo>
                <a:cubicBezTo>
                  <a:pt x="29050" y="26418"/>
                  <a:pt x="25808" y="29720"/>
                  <a:pt x="21246" y="34017"/>
                </a:cubicBezTo>
                <a:cubicBezTo>
                  <a:pt x="19840" y="35343"/>
                  <a:pt x="18162" y="37087"/>
                  <a:pt x="16213" y="39249"/>
                </a:cubicBezTo>
                <a:cubicBezTo>
                  <a:pt x="14263" y="41411"/>
                  <a:pt x="12718" y="43261"/>
                  <a:pt x="11578" y="44799"/>
                </a:cubicBezTo>
                <a:lnTo>
                  <a:pt x="11578" y="45197"/>
                </a:lnTo>
                <a:lnTo>
                  <a:pt x="25702" y="4519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694EB-905B-487D-B5DA-21C0F77E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985" y="6449900"/>
            <a:ext cx="1019004" cy="339348"/>
          </a:xfrm>
          <a:custGeom xmlns:a="http://schemas.openxmlformats.org/drawingml/2006/main">
            <a:pathLst>
              <a:path w="1019004" h="339348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87CE7-BD08-4A4C-B50F-867F3F72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985" y="6449900"/>
            <a:ext cx="1019004" cy="339348"/>
          </a:xfrm>
          <a:custGeom xmlns:a="http://schemas.openxmlformats.org/drawingml/2006/main">
            <a:pathLst>
              <a:path w="1019004" h="339348" fill="none">
                <a:moveTo>
                  <a:pt x="0" y="56558"/>
                </a:moveTo>
                <a:cubicBezTo>
                  <a:pt x="0" y="25323"/>
                  <a:pt x="25323" y="0"/>
                  <a:pt x="56558" y="0"/>
                </a:cubicBezTo>
                <a:lnTo>
                  <a:pt x="962446" y="0"/>
                </a:lnTo>
                <a:cubicBezTo>
                  <a:pt x="993680" y="0"/>
                  <a:pt x="1019004" y="25323"/>
                  <a:pt x="1019004" y="56558"/>
                </a:cubicBezTo>
                <a:lnTo>
                  <a:pt x="1019004" y="282790"/>
                </a:lnTo>
                <a:cubicBezTo>
                  <a:pt x="1019004" y="314025"/>
                  <a:pt x="993680" y="339348"/>
                  <a:pt x="962446" y="339348"/>
                </a:cubicBezTo>
                <a:lnTo>
                  <a:pt x="56558" y="339348"/>
                </a:lnTo>
                <a:cubicBezTo>
                  <a:pt x="25323" y="339348"/>
                  <a:pt x="0" y="314025"/>
                  <a:pt x="0" y="282790"/>
                </a:cubicBezTo>
                <a:lnTo>
                  <a:pt x="0" y="565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91" cap="flat">
            <a:solidFill>
              <a:srgbClr val="4A7EBB"/>
            </a:solidFill>
            <a:round/>
          </a:ln>
        </p:spPr>
      </p:sp>
      <p:sp>
        <p:nvSpPr>
          <p:cNvPr id="254" name="Text Poly1305">
            <a:extLst xmlns:a="http://schemas.openxmlformats.org/drawingml/2006/main">
              <a:ext uri="{FF2B5EF4-FFF2-40B4-BE49-F238E27FC236}">
                <a16:creationId xmlns:a16="http://schemas.microsoft.com/office/drawing/2014/main" id="{0215BE49-BB39-4472-A573-65AED32E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894" y="6576919"/>
            <a:ext cx="504062" cy="123328"/>
          </a:xfrm>
          <a:custGeom xmlns:a="http://schemas.openxmlformats.org/drawingml/2006/main">
            <a:pathLst>
              <a:path w="504062" h="123328">
                <a:moveTo>
                  <a:pt x="0" y="6125"/>
                </a:moveTo>
                <a:lnTo>
                  <a:pt x="0" y="3539"/>
                </a:lnTo>
                <a:lnTo>
                  <a:pt x="35935" y="3539"/>
                </a:lnTo>
                <a:cubicBezTo>
                  <a:pt x="42378" y="3539"/>
                  <a:pt x="48322" y="4424"/>
                  <a:pt x="53767" y="6194"/>
                </a:cubicBezTo>
                <a:cubicBezTo>
                  <a:pt x="59212" y="7963"/>
                  <a:pt x="63296" y="10346"/>
                  <a:pt x="66020" y="13341"/>
                </a:cubicBezTo>
                <a:cubicBezTo>
                  <a:pt x="69740" y="17333"/>
                  <a:pt x="71601" y="22279"/>
                  <a:pt x="71601" y="28178"/>
                </a:cubicBezTo>
                <a:cubicBezTo>
                  <a:pt x="71601" y="32624"/>
                  <a:pt x="70443" y="36799"/>
                  <a:pt x="68128" y="40702"/>
                </a:cubicBezTo>
                <a:cubicBezTo>
                  <a:pt x="65814" y="44604"/>
                  <a:pt x="62615" y="47644"/>
                  <a:pt x="58532" y="49821"/>
                </a:cubicBezTo>
                <a:cubicBezTo>
                  <a:pt x="52996" y="52907"/>
                  <a:pt x="45055" y="54450"/>
                  <a:pt x="34710" y="54450"/>
                </a:cubicBezTo>
                <a:cubicBezTo>
                  <a:pt x="32986" y="54450"/>
                  <a:pt x="31443" y="54405"/>
                  <a:pt x="30082" y="54315"/>
                </a:cubicBezTo>
                <a:cubicBezTo>
                  <a:pt x="28721" y="54224"/>
                  <a:pt x="27133" y="54133"/>
                  <a:pt x="25317" y="54041"/>
                </a:cubicBezTo>
                <a:lnTo>
                  <a:pt x="25317" y="78816"/>
                </a:lnTo>
                <a:cubicBezTo>
                  <a:pt x="25409" y="82173"/>
                  <a:pt x="25772" y="84714"/>
                  <a:pt x="26406" y="86439"/>
                </a:cubicBezTo>
                <a:cubicBezTo>
                  <a:pt x="27041" y="88163"/>
                  <a:pt x="28267" y="89343"/>
                  <a:pt x="30082" y="89979"/>
                </a:cubicBezTo>
                <a:cubicBezTo>
                  <a:pt x="31898" y="90613"/>
                  <a:pt x="34575" y="90976"/>
                  <a:pt x="38114" y="91067"/>
                </a:cubicBezTo>
                <a:lnTo>
                  <a:pt x="38114" y="93653"/>
                </a:lnTo>
                <a:lnTo>
                  <a:pt x="0" y="93653"/>
                </a:lnTo>
                <a:lnTo>
                  <a:pt x="0" y="91067"/>
                </a:lnTo>
                <a:cubicBezTo>
                  <a:pt x="3448" y="90704"/>
                  <a:pt x="5966" y="90205"/>
                  <a:pt x="7554" y="89569"/>
                </a:cubicBezTo>
                <a:cubicBezTo>
                  <a:pt x="9143" y="88934"/>
                  <a:pt x="10186" y="87686"/>
                  <a:pt x="10684" y="85827"/>
                </a:cubicBezTo>
                <a:cubicBezTo>
                  <a:pt x="11184" y="83966"/>
                  <a:pt x="11434" y="81130"/>
                  <a:pt x="11434" y="77319"/>
                </a:cubicBezTo>
                <a:lnTo>
                  <a:pt x="11434" y="18378"/>
                </a:lnTo>
                <a:cubicBezTo>
                  <a:pt x="11434" y="15020"/>
                  <a:pt x="11161" y="12547"/>
                  <a:pt x="10616" y="10959"/>
                </a:cubicBezTo>
                <a:cubicBezTo>
                  <a:pt x="10072" y="9370"/>
                  <a:pt x="9005" y="8258"/>
                  <a:pt x="7417" y="7623"/>
                </a:cubicBezTo>
                <a:cubicBezTo>
                  <a:pt x="5829" y="6987"/>
                  <a:pt x="3357" y="6488"/>
                  <a:pt x="0" y="6125"/>
                </a:cubicBezTo>
                <a:moveTo>
                  <a:pt x="25317" y="13204"/>
                </a:moveTo>
                <a:lnTo>
                  <a:pt x="25317" y="48597"/>
                </a:lnTo>
                <a:cubicBezTo>
                  <a:pt x="26860" y="48687"/>
                  <a:pt x="28198" y="48778"/>
                  <a:pt x="29332" y="48869"/>
                </a:cubicBezTo>
                <a:cubicBezTo>
                  <a:pt x="30468" y="48959"/>
                  <a:pt x="31716" y="49004"/>
                  <a:pt x="33077" y="49004"/>
                </a:cubicBezTo>
                <a:cubicBezTo>
                  <a:pt x="48867" y="49004"/>
                  <a:pt x="56762" y="42334"/>
                  <a:pt x="56762" y="28994"/>
                </a:cubicBezTo>
                <a:cubicBezTo>
                  <a:pt x="56762" y="22007"/>
                  <a:pt x="54584" y="16857"/>
                  <a:pt x="50228" y="13545"/>
                </a:cubicBezTo>
                <a:cubicBezTo>
                  <a:pt x="45873" y="10232"/>
                  <a:pt x="39112" y="8576"/>
                  <a:pt x="29945" y="8576"/>
                </a:cubicBezTo>
                <a:cubicBezTo>
                  <a:pt x="28131" y="8576"/>
                  <a:pt x="26906" y="8894"/>
                  <a:pt x="26271" y="9530"/>
                </a:cubicBezTo>
                <a:cubicBezTo>
                  <a:pt x="25635" y="10165"/>
                  <a:pt x="25317" y="11390"/>
                  <a:pt x="25317" y="13204"/>
                </a:cubicBezTo>
                <a:close/>
                <a:moveTo>
                  <a:pt x="104678" y="31036"/>
                </a:moveTo>
                <a:cubicBezTo>
                  <a:pt x="110485" y="31036"/>
                  <a:pt x="115635" y="32352"/>
                  <a:pt x="120127" y="34984"/>
                </a:cubicBezTo>
                <a:cubicBezTo>
                  <a:pt x="124619" y="37616"/>
                  <a:pt x="128158" y="41246"/>
                  <a:pt x="130745" y="45874"/>
                </a:cubicBezTo>
                <a:cubicBezTo>
                  <a:pt x="133332" y="50502"/>
                  <a:pt x="134625" y="55811"/>
                  <a:pt x="134625" y="61801"/>
                </a:cubicBezTo>
                <a:cubicBezTo>
                  <a:pt x="134625" y="68063"/>
                  <a:pt x="133309" y="73712"/>
                  <a:pt x="130676" y="78748"/>
                </a:cubicBezTo>
                <a:cubicBezTo>
                  <a:pt x="128046" y="83784"/>
                  <a:pt x="124438" y="87754"/>
                  <a:pt x="119855" y="90658"/>
                </a:cubicBezTo>
                <a:cubicBezTo>
                  <a:pt x="115273" y="93562"/>
                  <a:pt x="110123" y="95013"/>
                  <a:pt x="104406" y="95013"/>
                </a:cubicBezTo>
                <a:cubicBezTo>
                  <a:pt x="98688" y="95013"/>
                  <a:pt x="93583" y="93630"/>
                  <a:pt x="89091" y="90863"/>
                </a:cubicBezTo>
                <a:cubicBezTo>
                  <a:pt x="84599" y="88095"/>
                  <a:pt x="81060" y="84284"/>
                  <a:pt x="78474" y="79429"/>
                </a:cubicBezTo>
                <a:cubicBezTo>
                  <a:pt x="75888" y="74573"/>
                  <a:pt x="74596" y="69060"/>
                  <a:pt x="74596" y="62890"/>
                </a:cubicBezTo>
                <a:cubicBezTo>
                  <a:pt x="74596" y="56628"/>
                  <a:pt x="75866" y="51092"/>
                  <a:pt x="78407" y="46283"/>
                </a:cubicBezTo>
                <a:cubicBezTo>
                  <a:pt x="80948" y="41473"/>
                  <a:pt x="84487" y="37729"/>
                  <a:pt x="89023" y="35053"/>
                </a:cubicBezTo>
                <a:cubicBezTo>
                  <a:pt x="93561" y="32375"/>
                  <a:pt x="98779" y="31036"/>
                  <a:pt x="104678" y="31036"/>
                </a:cubicBezTo>
                <a:moveTo>
                  <a:pt x="102908" y="34847"/>
                </a:moveTo>
                <a:cubicBezTo>
                  <a:pt x="98008" y="34847"/>
                  <a:pt x="94106" y="36799"/>
                  <a:pt x="91202" y="40702"/>
                </a:cubicBezTo>
                <a:cubicBezTo>
                  <a:pt x="88298" y="44604"/>
                  <a:pt x="86846" y="49777"/>
                  <a:pt x="86846" y="56220"/>
                </a:cubicBezTo>
                <a:cubicBezTo>
                  <a:pt x="86846" y="61029"/>
                  <a:pt x="87368" y="65725"/>
                  <a:pt x="88410" y="70309"/>
                </a:cubicBezTo>
                <a:cubicBezTo>
                  <a:pt x="89454" y="74891"/>
                  <a:pt x="90929" y="78951"/>
                  <a:pt x="92834" y="82491"/>
                </a:cubicBezTo>
                <a:cubicBezTo>
                  <a:pt x="94287" y="85213"/>
                  <a:pt x="96193" y="87346"/>
                  <a:pt x="98553" y="88888"/>
                </a:cubicBezTo>
                <a:cubicBezTo>
                  <a:pt x="100912" y="90431"/>
                  <a:pt x="103407" y="91202"/>
                  <a:pt x="106038" y="91202"/>
                </a:cubicBezTo>
                <a:cubicBezTo>
                  <a:pt x="111120" y="91202"/>
                  <a:pt x="115113" y="89025"/>
                  <a:pt x="118017" y="84670"/>
                </a:cubicBezTo>
                <a:cubicBezTo>
                  <a:pt x="120922" y="80313"/>
                  <a:pt x="122374" y="74278"/>
                  <a:pt x="122374" y="66564"/>
                </a:cubicBezTo>
                <a:cubicBezTo>
                  <a:pt x="122374" y="60302"/>
                  <a:pt x="121535" y="54790"/>
                  <a:pt x="119855" y="50026"/>
                </a:cubicBezTo>
                <a:cubicBezTo>
                  <a:pt x="118177" y="45261"/>
                  <a:pt x="115886" y="41541"/>
                  <a:pt x="112982" y="38864"/>
                </a:cubicBezTo>
                <a:cubicBezTo>
                  <a:pt x="110078" y="36186"/>
                  <a:pt x="106720" y="34847"/>
                  <a:pt x="102908" y="34847"/>
                </a:cubicBezTo>
                <a:close/>
                <a:moveTo>
                  <a:pt x="141566" y="93653"/>
                </a:moveTo>
                <a:lnTo>
                  <a:pt x="141566" y="91611"/>
                </a:lnTo>
                <a:cubicBezTo>
                  <a:pt x="145831" y="91338"/>
                  <a:pt x="148621" y="90544"/>
                  <a:pt x="149937" y="89229"/>
                </a:cubicBezTo>
                <a:cubicBezTo>
                  <a:pt x="151253" y="87913"/>
                  <a:pt x="151958" y="85440"/>
                  <a:pt x="152049" y="81810"/>
                </a:cubicBezTo>
                <a:lnTo>
                  <a:pt x="152049" y="16880"/>
                </a:lnTo>
                <a:cubicBezTo>
                  <a:pt x="152049" y="13704"/>
                  <a:pt x="151640" y="11526"/>
                  <a:pt x="150823" y="10346"/>
                </a:cubicBezTo>
                <a:cubicBezTo>
                  <a:pt x="150006" y="9166"/>
                  <a:pt x="148509" y="8576"/>
                  <a:pt x="146331" y="8576"/>
                </a:cubicBezTo>
                <a:cubicBezTo>
                  <a:pt x="145787" y="8576"/>
                  <a:pt x="145129" y="8599"/>
                  <a:pt x="144358" y="8645"/>
                </a:cubicBezTo>
                <a:cubicBezTo>
                  <a:pt x="143586" y="8690"/>
                  <a:pt x="142837" y="8758"/>
                  <a:pt x="142110" y="8848"/>
                </a:cubicBezTo>
                <a:lnTo>
                  <a:pt x="141294" y="8848"/>
                </a:lnTo>
                <a:lnTo>
                  <a:pt x="141294" y="6669"/>
                </a:lnTo>
                <a:cubicBezTo>
                  <a:pt x="146013" y="5491"/>
                  <a:pt x="149915" y="4493"/>
                  <a:pt x="153000" y="3676"/>
                </a:cubicBezTo>
                <a:cubicBezTo>
                  <a:pt x="156087" y="2859"/>
                  <a:pt x="159399" y="1861"/>
                  <a:pt x="162937" y="681"/>
                </a:cubicBezTo>
                <a:lnTo>
                  <a:pt x="163483" y="953"/>
                </a:lnTo>
                <a:lnTo>
                  <a:pt x="163483" y="82219"/>
                </a:lnTo>
                <a:cubicBezTo>
                  <a:pt x="163573" y="84760"/>
                  <a:pt x="163867" y="86689"/>
                  <a:pt x="164366" y="88005"/>
                </a:cubicBezTo>
                <a:cubicBezTo>
                  <a:pt x="164866" y="89321"/>
                  <a:pt x="165841" y="90206"/>
                  <a:pt x="167293" y="90660"/>
                </a:cubicBezTo>
                <a:cubicBezTo>
                  <a:pt x="168745" y="91113"/>
                  <a:pt x="170878" y="91430"/>
                  <a:pt x="173692" y="91611"/>
                </a:cubicBezTo>
                <a:lnTo>
                  <a:pt x="173692" y="93653"/>
                </a:lnTo>
                <a:lnTo>
                  <a:pt x="141566" y="93653"/>
                </a:lnTo>
                <a:close/>
                <a:moveTo>
                  <a:pt x="236854" y="32398"/>
                </a:moveTo>
                <a:lnTo>
                  <a:pt x="236854" y="34440"/>
                </a:lnTo>
                <a:cubicBezTo>
                  <a:pt x="235220" y="34621"/>
                  <a:pt x="233948" y="35143"/>
                  <a:pt x="233040" y="36006"/>
                </a:cubicBezTo>
                <a:cubicBezTo>
                  <a:pt x="232133" y="36867"/>
                  <a:pt x="231226" y="38387"/>
                  <a:pt x="230319" y="40565"/>
                </a:cubicBezTo>
                <a:lnTo>
                  <a:pt x="209355" y="96104"/>
                </a:lnTo>
                <a:cubicBezTo>
                  <a:pt x="205635" y="105995"/>
                  <a:pt x="202027" y="113005"/>
                  <a:pt x="198534" y="117134"/>
                </a:cubicBezTo>
                <a:cubicBezTo>
                  <a:pt x="195040" y="121263"/>
                  <a:pt x="190979" y="123328"/>
                  <a:pt x="186352" y="123328"/>
                </a:cubicBezTo>
                <a:cubicBezTo>
                  <a:pt x="183448" y="123328"/>
                  <a:pt x="181043" y="122579"/>
                  <a:pt x="179136" y="121081"/>
                </a:cubicBezTo>
                <a:cubicBezTo>
                  <a:pt x="177231" y="119584"/>
                  <a:pt x="176278" y="117701"/>
                  <a:pt x="176278" y="115433"/>
                </a:cubicBezTo>
                <a:cubicBezTo>
                  <a:pt x="176278" y="113709"/>
                  <a:pt x="176845" y="112279"/>
                  <a:pt x="177979" y="111144"/>
                </a:cubicBezTo>
                <a:cubicBezTo>
                  <a:pt x="179113" y="110010"/>
                  <a:pt x="180497" y="109443"/>
                  <a:pt x="182131" y="109443"/>
                </a:cubicBezTo>
                <a:cubicBezTo>
                  <a:pt x="184309" y="109443"/>
                  <a:pt x="186669" y="109942"/>
                  <a:pt x="189210" y="110940"/>
                </a:cubicBezTo>
                <a:cubicBezTo>
                  <a:pt x="190571" y="111576"/>
                  <a:pt x="191751" y="111894"/>
                  <a:pt x="192749" y="111894"/>
                </a:cubicBezTo>
                <a:cubicBezTo>
                  <a:pt x="193747" y="111894"/>
                  <a:pt x="194882" y="111326"/>
                  <a:pt x="196151" y="110191"/>
                </a:cubicBezTo>
                <a:cubicBezTo>
                  <a:pt x="197422" y="109057"/>
                  <a:pt x="198557" y="107628"/>
                  <a:pt x="199556" y="105904"/>
                </a:cubicBezTo>
                <a:cubicBezTo>
                  <a:pt x="200373" y="104452"/>
                  <a:pt x="201189" y="102728"/>
                  <a:pt x="202004" y="100732"/>
                </a:cubicBezTo>
                <a:cubicBezTo>
                  <a:pt x="202821" y="98735"/>
                  <a:pt x="203525" y="96829"/>
                  <a:pt x="204115" y="95013"/>
                </a:cubicBezTo>
                <a:cubicBezTo>
                  <a:pt x="204705" y="93199"/>
                  <a:pt x="205000" y="91929"/>
                  <a:pt x="205000" y="91202"/>
                </a:cubicBezTo>
                <a:cubicBezTo>
                  <a:pt x="205000" y="90204"/>
                  <a:pt x="204478" y="88480"/>
                  <a:pt x="203433" y="86030"/>
                </a:cubicBezTo>
                <a:cubicBezTo>
                  <a:pt x="202391" y="83581"/>
                  <a:pt x="200917" y="80677"/>
                  <a:pt x="199011" y="77319"/>
                </a:cubicBezTo>
                <a:cubicBezTo>
                  <a:pt x="198647" y="76592"/>
                  <a:pt x="198352" y="76002"/>
                  <a:pt x="198125" y="75549"/>
                </a:cubicBezTo>
                <a:cubicBezTo>
                  <a:pt x="197899" y="75095"/>
                  <a:pt x="197377" y="73960"/>
                  <a:pt x="196560" y="72145"/>
                </a:cubicBezTo>
                <a:lnTo>
                  <a:pt x="181043" y="38658"/>
                </a:lnTo>
                <a:cubicBezTo>
                  <a:pt x="179953" y="36300"/>
                  <a:pt x="177639" y="34848"/>
                  <a:pt x="174101" y="34303"/>
                </a:cubicBezTo>
                <a:lnTo>
                  <a:pt x="174101" y="32398"/>
                </a:lnTo>
                <a:lnTo>
                  <a:pt x="202142" y="32398"/>
                </a:lnTo>
                <a:lnTo>
                  <a:pt x="202142" y="34440"/>
                </a:lnTo>
                <a:cubicBezTo>
                  <a:pt x="199238" y="34530"/>
                  <a:pt x="197196" y="34848"/>
                  <a:pt x="196016" y="35393"/>
                </a:cubicBezTo>
                <a:cubicBezTo>
                  <a:pt x="194837" y="35937"/>
                  <a:pt x="194247" y="36844"/>
                  <a:pt x="194247" y="38114"/>
                </a:cubicBezTo>
                <a:cubicBezTo>
                  <a:pt x="194247" y="39475"/>
                  <a:pt x="194700" y="41200"/>
                  <a:pt x="195607" y="43288"/>
                </a:cubicBezTo>
                <a:lnTo>
                  <a:pt x="211262" y="77726"/>
                </a:lnTo>
                <a:lnTo>
                  <a:pt x="224466" y="40156"/>
                </a:lnTo>
                <a:cubicBezTo>
                  <a:pt x="224829" y="39340"/>
                  <a:pt x="225010" y="38569"/>
                  <a:pt x="225010" y="37842"/>
                </a:cubicBezTo>
                <a:cubicBezTo>
                  <a:pt x="225010" y="35574"/>
                  <a:pt x="222832" y="34440"/>
                  <a:pt x="218476" y="34440"/>
                </a:cubicBezTo>
                <a:lnTo>
                  <a:pt x="218476" y="32398"/>
                </a:lnTo>
                <a:lnTo>
                  <a:pt x="236854" y="32398"/>
                </a:lnTo>
                <a:close/>
                <a:moveTo>
                  <a:pt x="256317" y="93653"/>
                </a:moveTo>
                <a:lnTo>
                  <a:pt x="256317" y="91611"/>
                </a:lnTo>
                <a:cubicBezTo>
                  <a:pt x="259766" y="91520"/>
                  <a:pt x="262398" y="91202"/>
                  <a:pt x="264212" y="90658"/>
                </a:cubicBezTo>
                <a:cubicBezTo>
                  <a:pt x="266027" y="90114"/>
                  <a:pt x="267298" y="89070"/>
                  <a:pt x="268024" y="87528"/>
                </a:cubicBezTo>
                <a:cubicBezTo>
                  <a:pt x="268750" y="85985"/>
                  <a:pt x="269159" y="83807"/>
                  <a:pt x="269249" y="80993"/>
                </a:cubicBezTo>
                <a:lnTo>
                  <a:pt x="269249" y="19329"/>
                </a:lnTo>
                <a:cubicBezTo>
                  <a:pt x="269249" y="15064"/>
                  <a:pt x="267888" y="12932"/>
                  <a:pt x="265165" y="12932"/>
                </a:cubicBezTo>
                <a:cubicBezTo>
                  <a:pt x="263804" y="12932"/>
                  <a:pt x="260537" y="13930"/>
                  <a:pt x="255364" y="15927"/>
                </a:cubicBezTo>
                <a:lnTo>
                  <a:pt x="255364" y="14020"/>
                </a:lnTo>
                <a:lnTo>
                  <a:pt x="279867" y="1635"/>
                </a:lnTo>
                <a:lnTo>
                  <a:pt x="280955" y="1907"/>
                </a:lnTo>
                <a:lnTo>
                  <a:pt x="280955" y="83579"/>
                </a:lnTo>
                <a:cubicBezTo>
                  <a:pt x="281047" y="86847"/>
                  <a:pt x="281909" y="89003"/>
                  <a:pt x="283541" y="90047"/>
                </a:cubicBezTo>
                <a:cubicBezTo>
                  <a:pt x="285175" y="91090"/>
                  <a:pt x="288624" y="91611"/>
                  <a:pt x="293887" y="91611"/>
                </a:cubicBezTo>
                <a:lnTo>
                  <a:pt x="293887" y="93653"/>
                </a:lnTo>
                <a:lnTo>
                  <a:pt x="256317" y="93653"/>
                </a:lnTo>
                <a:close/>
                <a:moveTo>
                  <a:pt x="329142" y="48732"/>
                </a:moveTo>
                <a:lnTo>
                  <a:pt x="329005" y="46963"/>
                </a:lnTo>
                <a:cubicBezTo>
                  <a:pt x="333634" y="45330"/>
                  <a:pt x="337151" y="43856"/>
                  <a:pt x="339555" y="42540"/>
                </a:cubicBezTo>
                <a:cubicBezTo>
                  <a:pt x="341960" y="41224"/>
                  <a:pt x="344161" y="39567"/>
                  <a:pt x="346158" y="37570"/>
                </a:cubicBezTo>
                <a:cubicBezTo>
                  <a:pt x="349787" y="33759"/>
                  <a:pt x="351602" y="29358"/>
                  <a:pt x="351602" y="24366"/>
                </a:cubicBezTo>
                <a:cubicBezTo>
                  <a:pt x="351602" y="20010"/>
                  <a:pt x="350241" y="16493"/>
                  <a:pt x="347518" y="13817"/>
                </a:cubicBezTo>
                <a:cubicBezTo>
                  <a:pt x="344796" y="11140"/>
                  <a:pt x="341166" y="9802"/>
                  <a:pt x="336628" y="9802"/>
                </a:cubicBezTo>
                <a:cubicBezTo>
                  <a:pt x="332363" y="9802"/>
                  <a:pt x="328620" y="10936"/>
                  <a:pt x="325397" y="13206"/>
                </a:cubicBezTo>
                <a:cubicBezTo>
                  <a:pt x="322177" y="15474"/>
                  <a:pt x="319205" y="19149"/>
                  <a:pt x="316483" y="24231"/>
                </a:cubicBezTo>
                <a:lnTo>
                  <a:pt x="314441" y="23685"/>
                </a:lnTo>
                <a:cubicBezTo>
                  <a:pt x="315894" y="19601"/>
                  <a:pt x="317255" y="16471"/>
                  <a:pt x="318524" y="14294"/>
                </a:cubicBezTo>
                <a:cubicBezTo>
                  <a:pt x="319796" y="12116"/>
                  <a:pt x="321429" y="10119"/>
                  <a:pt x="323424" y="8304"/>
                </a:cubicBezTo>
                <a:cubicBezTo>
                  <a:pt x="328416" y="3858"/>
                  <a:pt x="334315" y="1635"/>
                  <a:pt x="341121" y="1635"/>
                </a:cubicBezTo>
                <a:cubicBezTo>
                  <a:pt x="347474" y="1635"/>
                  <a:pt x="352602" y="3336"/>
                  <a:pt x="356504" y="6740"/>
                </a:cubicBezTo>
                <a:cubicBezTo>
                  <a:pt x="360406" y="10142"/>
                  <a:pt x="362357" y="14656"/>
                  <a:pt x="362357" y="20283"/>
                </a:cubicBezTo>
                <a:cubicBezTo>
                  <a:pt x="362357" y="23913"/>
                  <a:pt x="361403" y="27158"/>
                  <a:pt x="359497" y="30016"/>
                </a:cubicBezTo>
                <a:cubicBezTo>
                  <a:pt x="357591" y="32874"/>
                  <a:pt x="354325" y="35891"/>
                  <a:pt x="349697" y="39068"/>
                </a:cubicBezTo>
                <a:cubicBezTo>
                  <a:pt x="352601" y="40339"/>
                  <a:pt x="354847" y="41474"/>
                  <a:pt x="356435" y="42472"/>
                </a:cubicBezTo>
                <a:cubicBezTo>
                  <a:pt x="358023" y="43469"/>
                  <a:pt x="359543" y="44739"/>
                  <a:pt x="360994" y="46281"/>
                </a:cubicBezTo>
                <a:cubicBezTo>
                  <a:pt x="364988" y="50729"/>
                  <a:pt x="366985" y="56583"/>
                  <a:pt x="366985" y="63843"/>
                </a:cubicBezTo>
                <a:cubicBezTo>
                  <a:pt x="366985" y="73190"/>
                  <a:pt x="363717" y="80722"/>
                  <a:pt x="357183" y="86439"/>
                </a:cubicBezTo>
                <a:cubicBezTo>
                  <a:pt x="353916" y="89252"/>
                  <a:pt x="349787" y="91475"/>
                  <a:pt x="344795" y="93109"/>
                </a:cubicBezTo>
                <a:cubicBezTo>
                  <a:pt x="339805" y="94743"/>
                  <a:pt x="334724" y="95560"/>
                  <a:pt x="329552" y="95560"/>
                </a:cubicBezTo>
                <a:cubicBezTo>
                  <a:pt x="324833" y="95560"/>
                  <a:pt x="321089" y="94856"/>
                  <a:pt x="318321" y="93449"/>
                </a:cubicBezTo>
                <a:cubicBezTo>
                  <a:pt x="315553" y="92043"/>
                  <a:pt x="314169" y="90159"/>
                  <a:pt x="314169" y="87800"/>
                </a:cubicBezTo>
                <a:cubicBezTo>
                  <a:pt x="314169" y="86347"/>
                  <a:pt x="314645" y="85190"/>
                  <a:pt x="315598" y="84329"/>
                </a:cubicBezTo>
                <a:cubicBezTo>
                  <a:pt x="316551" y="83466"/>
                  <a:pt x="317798" y="83035"/>
                  <a:pt x="319341" y="83035"/>
                </a:cubicBezTo>
                <a:cubicBezTo>
                  <a:pt x="321429" y="83035"/>
                  <a:pt x="324288" y="84170"/>
                  <a:pt x="327917" y="86439"/>
                </a:cubicBezTo>
                <a:cubicBezTo>
                  <a:pt x="330458" y="88072"/>
                  <a:pt x="332545" y="89183"/>
                  <a:pt x="334177" y="89773"/>
                </a:cubicBezTo>
                <a:cubicBezTo>
                  <a:pt x="335811" y="90363"/>
                  <a:pt x="337582" y="90658"/>
                  <a:pt x="339488" y="90658"/>
                </a:cubicBezTo>
                <a:cubicBezTo>
                  <a:pt x="342846" y="90658"/>
                  <a:pt x="345864" y="89773"/>
                  <a:pt x="348540" y="88003"/>
                </a:cubicBezTo>
                <a:cubicBezTo>
                  <a:pt x="351217" y="86234"/>
                  <a:pt x="353326" y="83806"/>
                  <a:pt x="354869" y="80721"/>
                </a:cubicBezTo>
                <a:cubicBezTo>
                  <a:pt x="356412" y="77636"/>
                  <a:pt x="357183" y="74187"/>
                  <a:pt x="357183" y="70375"/>
                </a:cubicBezTo>
                <a:cubicBezTo>
                  <a:pt x="357183" y="65656"/>
                  <a:pt x="355957" y="61505"/>
                  <a:pt x="353506" y="57921"/>
                </a:cubicBezTo>
                <a:cubicBezTo>
                  <a:pt x="351057" y="54336"/>
                  <a:pt x="347700" y="51772"/>
                  <a:pt x="343435" y="50230"/>
                </a:cubicBezTo>
                <a:cubicBezTo>
                  <a:pt x="341892" y="49594"/>
                  <a:pt x="340123" y="49186"/>
                  <a:pt x="338126" y="49004"/>
                </a:cubicBezTo>
                <a:cubicBezTo>
                  <a:pt x="336130" y="48823"/>
                  <a:pt x="333136" y="48732"/>
                  <a:pt x="329142" y="48732"/>
                </a:cubicBezTo>
                <a:close/>
                <a:moveTo>
                  <a:pt x="410953" y="1635"/>
                </a:moveTo>
                <a:cubicBezTo>
                  <a:pt x="416943" y="1635"/>
                  <a:pt x="422207" y="3631"/>
                  <a:pt x="426743" y="7625"/>
                </a:cubicBezTo>
                <a:cubicBezTo>
                  <a:pt x="431281" y="11617"/>
                  <a:pt x="434820" y="17130"/>
                  <a:pt x="437361" y="24163"/>
                </a:cubicBezTo>
                <a:cubicBezTo>
                  <a:pt x="439902" y="31196"/>
                  <a:pt x="441172" y="39385"/>
                  <a:pt x="441172" y="48732"/>
                </a:cubicBezTo>
                <a:cubicBezTo>
                  <a:pt x="441172" y="54177"/>
                  <a:pt x="440627" y="59463"/>
                  <a:pt x="439538" y="64591"/>
                </a:cubicBezTo>
                <a:cubicBezTo>
                  <a:pt x="438449" y="69718"/>
                  <a:pt x="436930" y="74347"/>
                  <a:pt x="434979" y="78476"/>
                </a:cubicBezTo>
                <a:cubicBezTo>
                  <a:pt x="433027" y="82605"/>
                  <a:pt x="430736" y="85940"/>
                  <a:pt x="428106" y="88481"/>
                </a:cubicBezTo>
                <a:cubicBezTo>
                  <a:pt x="423295" y="93200"/>
                  <a:pt x="417396" y="95560"/>
                  <a:pt x="410409" y="95560"/>
                </a:cubicBezTo>
                <a:cubicBezTo>
                  <a:pt x="402332" y="95560"/>
                  <a:pt x="395707" y="92474"/>
                  <a:pt x="390535" y="86302"/>
                </a:cubicBezTo>
                <a:cubicBezTo>
                  <a:pt x="388447" y="83761"/>
                  <a:pt x="386564" y="80449"/>
                  <a:pt x="384886" y="76366"/>
                </a:cubicBezTo>
                <a:cubicBezTo>
                  <a:pt x="383208" y="72282"/>
                  <a:pt x="381914" y="67767"/>
                  <a:pt x="381006" y="62821"/>
                </a:cubicBezTo>
                <a:cubicBezTo>
                  <a:pt x="380099" y="57875"/>
                  <a:pt x="379645" y="52906"/>
                  <a:pt x="379645" y="47916"/>
                </a:cubicBezTo>
                <a:cubicBezTo>
                  <a:pt x="379645" y="42561"/>
                  <a:pt x="380190" y="37389"/>
                  <a:pt x="381278" y="32398"/>
                </a:cubicBezTo>
                <a:cubicBezTo>
                  <a:pt x="382368" y="27406"/>
                  <a:pt x="383888" y="22846"/>
                  <a:pt x="385839" y="18719"/>
                </a:cubicBezTo>
                <a:cubicBezTo>
                  <a:pt x="387790" y="14589"/>
                  <a:pt x="390081" y="11254"/>
                  <a:pt x="392712" y="8713"/>
                </a:cubicBezTo>
                <a:cubicBezTo>
                  <a:pt x="397523" y="3994"/>
                  <a:pt x="403603" y="1635"/>
                  <a:pt x="410953" y="1635"/>
                </a:cubicBezTo>
                <a:moveTo>
                  <a:pt x="410546" y="5174"/>
                </a:moveTo>
                <a:cubicBezTo>
                  <a:pt x="404737" y="5174"/>
                  <a:pt x="400312" y="8872"/>
                  <a:pt x="397271" y="16268"/>
                </a:cubicBezTo>
                <a:cubicBezTo>
                  <a:pt x="394232" y="23663"/>
                  <a:pt x="392712" y="34621"/>
                  <a:pt x="392712" y="49141"/>
                </a:cubicBezTo>
                <a:cubicBezTo>
                  <a:pt x="392712" y="77727"/>
                  <a:pt x="398611" y="92020"/>
                  <a:pt x="410409" y="92020"/>
                </a:cubicBezTo>
                <a:cubicBezTo>
                  <a:pt x="422207" y="92020"/>
                  <a:pt x="428106" y="77682"/>
                  <a:pt x="428106" y="49004"/>
                </a:cubicBezTo>
                <a:cubicBezTo>
                  <a:pt x="428106" y="34757"/>
                  <a:pt x="426608" y="23890"/>
                  <a:pt x="423613" y="16405"/>
                </a:cubicBezTo>
                <a:cubicBezTo>
                  <a:pt x="420618" y="8918"/>
                  <a:pt x="416262" y="5174"/>
                  <a:pt x="410546" y="5174"/>
                </a:cubicBezTo>
                <a:close/>
                <a:moveTo>
                  <a:pt x="469078" y="14294"/>
                </a:moveTo>
                <a:lnTo>
                  <a:pt x="463362" y="25864"/>
                </a:lnTo>
                <a:cubicBezTo>
                  <a:pt x="471438" y="27316"/>
                  <a:pt x="477676" y="28927"/>
                  <a:pt x="482076" y="30697"/>
                </a:cubicBezTo>
                <a:cubicBezTo>
                  <a:pt x="486478" y="32467"/>
                  <a:pt x="490177" y="34848"/>
                  <a:pt x="493172" y="37842"/>
                </a:cubicBezTo>
                <a:cubicBezTo>
                  <a:pt x="496530" y="41200"/>
                  <a:pt x="498912" y="44626"/>
                  <a:pt x="500317" y="48119"/>
                </a:cubicBezTo>
                <a:cubicBezTo>
                  <a:pt x="501724" y="51613"/>
                  <a:pt x="502427" y="55810"/>
                  <a:pt x="502427" y="60711"/>
                </a:cubicBezTo>
                <a:cubicBezTo>
                  <a:pt x="502427" y="70874"/>
                  <a:pt x="499433" y="78951"/>
                  <a:pt x="493444" y="84942"/>
                </a:cubicBezTo>
                <a:cubicBezTo>
                  <a:pt x="486365" y="92020"/>
                  <a:pt x="477019" y="95560"/>
                  <a:pt x="465404" y="95560"/>
                </a:cubicBezTo>
                <a:cubicBezTo>
                  <a:pt x="460230" y="95560"/>
                  <a:pt x="456169" y="94788"/>
                  <a:pt x="453220" y="93246"/>
                </a:cubicBezTo>
                <a:cubicBezTo>
                  <a:pt x="450270" y="91702"/>
                  <a:pt x="448795" y="89659"/>
                  <a:pt x="448795" y="87119"/>
                </a:cubicBezTo>
                <a:cubicBezTo>
                  <a:pt x="448795" y="83761"/>
                  <a:pt x="450702" y="82082"/>
                  <a:pt x="454514" y="82082"/>
                </a:cubicBezTo>
                <a:cubicBezTo>
                  <a:pt x="456056" y="82082"/>
                  <a:pt x="457644" y="82422"/>
                  <a:pt x="459276" y="83104"/>
                </a:cubicBezTo>
                <a:cubicBezTo>
                  <a:pt x="460910" y="83783"/>
                  <a:pt x="462816" y="84940"/>
                  <a:pt x="464995" y="86574"/>
                </a:cubicBezTo>
                <a:cubicBezTo>
                  <a:pt x="467081" y="88027"/>
                  <a:pt x="468760" y="89048"/>
                  <a:pt x="470029" y="89638"/>
                </a:cubicBezTo>
                <a:cubicBezTo>
                  <a:pt x="471300" y="90228"/>
                  <a:pt x="472617" y="90523"/>
                  <a:pt x="473978" y="90523"/>
                </a:cubicBezTo>
                <a:cubicBezTo>
                  <a:pt x="477609" y="90523"/>
                  <a:pt x="480830" y="89479"/>
                  <a:pt x="483642" y="87393"/>
                </a:cubicBezTo>
                <a:cubicBezTo>
                  <a:pt x="486456" y="85305"/>
                  <a:pt x="488702" y="82514"/>
                  <a:pt x="490380" y="79020"/>
                </a:cubicBezTo>
                <a:cubicBezTo>
                  <a:pt x="492060" y="75526"/>
                  <a:pt x="492900" y="71601"/>
                  <a:pt x="492900" y="67245"/>
                </a:cubicBezTo>
                <a:cubicBezTo>
                  <a:pt x="492900" y="60439"/>
                  <a:pt x="491062" y="54881"/>
                  <a:pt x="487385" y="50570"/>
                </a:cubicBezTo>
                <a:cubicBezTo>
                  <a:pt x="483710" y="46260"/>
                  <a:pt x="477971" y="42834"/>
                  <a:pt x="470166" y="40293"/>
                </a:cubicBezTo>
                <a:cubicBezTo>
                  <a:pt x="464268" y="38478"/>
                  <a:pt x="459141" y="37570"/>
                  <a:pt x="454786" y="37570"/>
                </a:cubicBezTo>
                <a:cubicBezTo>
                  <a:pt x="453696" y="37570"/>
                  <a:pt x="453151" y="37207"/>
                  <a:pt x="453151" y="36482"/>
                </a:cubicBezTo>
                <a:cubicBezTo>
                  <a:pt x="453151" y="36209"/>
                  <a:pt x="453197" y="35982"/>
                  <a:pt x="453288" y="35800"/>
                </a:cubicBezTo>
                <a:lnTo>
                  <a:pt x="468125" y="3539"/>
                </a:lnTo>
                <a:lnTo>
                  <a:pt x="496574" y="3539"/>
                </a:lnTo>
                <a:cubicBezTo>
                  <a:pt x="498117" y="3539"/>
                  <a:pt x="499297" y="3290"/>
                  <a:pt x="500114" y="2792"/>
                </a:cubicBezTo>
                <a:cubicBezTo>
                  <a:pt x="500931" y="2292"/>
                  <a:pt x="501838" y="1361"/>
                  <a:pt x="502837" y="0"/>
                </a:cubicBezTo>
                <a:lnTo>
                  <a:pt x="504062" y="953"/>
                </a:lnTo>
                <a:lnTo>
                  <a:pt x="498888" y="13069"/>
                </a:lnTo>
                <a:cubicBezTo>
                  <a:pt x="498707" y="13613"/>
                  <a:pt x="498435" y="13954"/>
                  <a:pt x="498072" y="14091"/>
                </a:cubicBezTo>
                <a:cubicBezTo>
                  <a:pt x="497709" y="14227"/>
                  <a:pt x="496938" y="14294"/>
                  <a:pt x="495758" y="14294"/>
                </a:cubicBezTo>
                <a:lnTo>
                  <a:pt x="469078" y="142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Text Poly1305">
            <a:extLst xmlns:a="http://schemas.openxmlformats.org/drawingml/2006/main">
              <a:ext uri="{FF2B5EF4-FFF2-40B4-BE49-F238E27FC236}">
                <a16:creationId xmlns:a16="http://schemas.microsoft.com/office/drawing/2014/main" id="{D60EC7AA-F243-48E0-B137-43682B09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894" y="6576919"/>
            <a:ext cx="504062" cy="123328"/>
          </a:xfrm>
          <a:custGeom xmlns:a="http://schemas.openxmlformats.org/drawingml/2006/main">
            <a:pathLst>
              <a:path w="504062" h="123328" fill="none">
                <a:moveTo>
                  <a:pt x="0" y="6125"/>
                </a:moveTo>
                <a:lnTo>
                  <a:pt x="0" y="3539"/>
                </a:lnTo>
                <a:lnTo>
                  <a:pt x="35935" y="3539"/>
                </a:lnTo>
                <a:cubicBezTo>
                  <a:pt x="42378" y="3539"/>
                  <a:pt x="48322" y="4424"/>
                  <a:pt x="53767" y="6194"/>
                </a:cubicBezTo>
                <a:cubicBezTo>
                  <a:pt x="59212" y="7963"/>
                  <a:pt x="63296" y="10346"/>
                  <a:pt x="66020" y="13341"/>
                </a:cubicBezTo>
                <a:cubicBezTo>
                  <a:pt x="69740" y="17333"/>
                  <a:pt x="71601" y="22279"/>
                  <a:pt x="71601" y="28178"/>
                </a:cubicBezTo>
                <a:cubicBezTo>
                  <a:pt x="71601" y="32624"/>
                  <a:pt x="70443" y="36799"/>
                  <a:pt x="68128" y="40702"/>
                </a:cubicBezTo>
                <a:cubicBezTo>
                  <a:pt x="65814" y="44604"/>
                  <a:pt x="62615" y="47644"/>
                  <a:pt x="58532" y="49821"/>
                </a:cubicBezTo>
                <a:cubicBezTo>
                  <a:pt x="52996" y="52907"/>
                  <a:pt x="45055" y="54450"/>
                  <a:pt x="34710" y="54450"/>
                </a:cubicBezTo>
                <a:cubicBezTo>
                  <a:pt x="32986" y="54450"/>
                  <a:pt x="31443" y="54405"/>
                  <a:pt x="30082" y="54315"/>
                </a:cubicBezTo>
                <a:cubicBezTo>
                  <a:pt x="28721" y="54224"/>
                  <a:pt x="27133" y="54133"/>
                  <a:pt x="25317" y="54041"/>
                </a:cubicBezTo>
                <a:lnTo>
                  <a:pt x="25317" y="78816"/>
                </a:lnTo>
                <a:cubicBezTo>
                  <a:pt x="25409" y="82173"/>
                  <a:pt x="25772" y="84714"/>
                  <a:pt x="26406" y="86439"/>
                </a:cubicBezTo>
                <a:cubicBezTo>
                  <a:pt x="27041" y="88163"/>
                  <a:pt x="28267" y="89343"/>
                  <a:pt x="30082" y="89979"/>
                </a:cubicBezTo>
                <a:cubicBezTo>
                  <a:pt x="31898" y="90613"/>
                  <a:pt x="34575" y="90976"/>
                  <a:pt x="38114" y="91067"/>
                </a:cubicBezTo>
                <a:lnTo>
                  <a:pt x="38114" y="93653"/>
                </a:lnTo>
                <a:lnTo>
                  <a:pt x="0" y="93653"/>
                </a:lnTo>
                <a:lnTo>
                  <a:pt x="0" y="91067"/>
                </a:lnTo>
                <a:cubicBezTo>
                  <a:pt x="3448" y="90704"/>
                  <a:pt x="5966" y="90205"/>
                  <a:pt x="7554" y="89569"/>
                </a:cubicBezTo>
                <a:cubicBezTo>
                  <a:pt x="9143" y="88934"/>
                  <a:pt x="10186" y="87686"/>
                  <a:pt x="10684" y="85827"/>
                </a:cubicBezTo>
                <a:cubicBezTo>
                  <a:pt x="11184" y="83966"/>
                  <a:pt x="11434" y="81130"/>
                  <a:pt x="11434" y="77319"/>
                </a:cubicBezTo>
                <a:lnTo>
                  <a:pt x="11434" y="18378"/>
                </a:lnTo>
                <a:cubicBezTo>
                  <a:pt x="11434" y="15020"/>
                  <a:pt x="11161" y="12547"/>
                  <a:pt x="10616" y="10959"/>
                </a:cubicBezTo>
                <a:cubicBezTo>
                  <a:pt x="10072" y="9370"/>
                  <a:pt x="9005" y="8258"/>
                  <a:pt x="7417" y="7623"/>
                </a:cubicBezTo>
                <a:cubicBezTo>
                  <a:pt x="5829" y="6987"/>
                  <a:pt x="3357" y="6488"/>
                  <a:pt x="0" y="6125"/>
                </a:cubicBezTo>
                <a:moveTo>
                  <a:pt x="25317" y="13204"/>
                </a:moveTo>
                <a:lnTo>
                  <a:pt x="25317" y="48597"/>
                </a:lnTo>
                <a:cubicBezTo>
                  <a:pt x="26860" y="48687"/>
                  <a:pt x="28198" y="48778"/>
                  <a:pt x="29332" y="48869"/>
                </a:cubicBezTo>
                <a:cubicBezTo>
                  <a:pt x="30468" y="48959"/>
                  <a:pt x="31716" y="49004"/>
                  <a:pt x="33077" y="49004"/>
                </a:cubicBezTo>
                <a:cubicBezTo>
                  <a:pt x="48867" y="49004"/>
                  <a:pt x="56762" y="42334"/>
                  <a:pt x="56762" y="28994"/>
                </a:cubicBezTo>
                <a:cubicBezTo>
                  <a:pt x="56762" y="22007"/>
                  <a:pt x="54584" y="16857"/>
                  <a:pt x="50228" y="13545"/>
                </a:cubicBezTo>
                <a:cubicBezTo>
                  <a:pt x="45873" y="10232"/>
                  <a:pt x="39112" y="8576"/>
                  <a:pt x="29945" y="8576"/>
                </a:cubicBezTo>
                <a:cubicBezTo>
                  <a:pt x="28131" y="8576"/>
                  <a:pt x="26906" y="8894"/>
                  <a:pt x="26271" y="9530"/>
                </a:cubicBezTo>
                <a:cubicBezTo>
                  <a:pt x="25635" y="10165"/>
                  <a:pt x="25317" y="11390"/>
                  <a:pt x="25317" y="13204"/>
                </a:cubicBezTo>
                <a:close/>
                <a:moveTo>
                  <a:pt x="104678" y="31036"/>
                </a:moveTo>
                <a:cubicBezTo>
                  <a:pt x="110485" y="31036"/>
                  <a:pt x="115635" y="32352"/>
                  <a:pt x="120127" y="34984"/>
                </a:cubicBezTo>
                <a:cubicBezTo>
                  <a:pt x="124619" y="37616"/>
                  <a:pt x="128158" y="41246"/>
                  <a:pt x="130745" y="45874"/>
                </a:cubicBezTo>
                <a:cubicBezTo>
                  <a:pt x="133332" y="50502"/>
                  <a:pt x="134625" y="55811"/>
                  <a:pt x="134625" y="61801"/>
                </a:cubicBezTo>
                <a:cubicBezTo>
                  <a:pt x="134625" y="68063"/>
                  <a:pt x="133309" y="73712"/>
                  <a:pt x="130676" y="78748"/>
                </a:cubicBezTo>
                <a:cubicBezTo>
                  <a:pt x="128046" y="83784"/>
                  <a:pt x="124438" y="87754"/>
                  <a:pt x="119855" y="90658"/>
                </a:cubicBezTo>
                <a:cubicBezTo>
                  <a:pt x="115273" y="93562"/>
                  <a:pt x="110123" y="95013"/>
                  <a:pt x="104406" y="95013"/>
                </a:cubicBezTo>
                <a:cubicBezTo>
                  <a:pt x="98688" y="95013"/>
                  <a:pt x="93583" y="93630"/>
                  <a:pt x="89091" y="90863"/>
                </a:cubicBezTo>
                <a:cubicBezTo>
                  <a:pt x="84599" y="88095"/>
                  <a:pt x="81060" y="84284"/>
                  <a:pt x="78474" y="79429"/>
                </a:cubicBezTo>
                <a:cubicBezTo>
                  <a:pt x="75888" y="74573"/>
                  <a:pt x="74596" y="69060"/>
                  <a:pt x="74596" y="62890"/>
                </a:cubicBezTo>
                <a:cubicBezTo>
                  <a:pt x="74596" y="56628"/>
                  <a:pt x="75866" y="51092"/>
                  <a:pt x="78407" y="46283"/>
                </a:cubicBezTo>
                <a:cubicBezTo>
                  <a:pt x="80948" y="41473"/>
                  <a:pt x="84487" y="37729"/>
                  <a:pt x="89023" y="35053"/>
                </a:cubicBezTo>
                <a:cubicBezTo>
                  <a:pt x="93561" y="32375"/>
                  <a:pt x="98779" y="31036"/>
                  <a:pt x="104678" y="31036"/>
                </a:cubicBezTo>
                <a:moveTo>
                  <a:pt x="102908" y="34847"/>
                </a:moveTo>
                <a:cubicBezTo>
                  <a:pt x="98008" y="34847"/>
                  <a:pt x="94106" y="36799"/>
                  <a:pt x="91202" y="40702"/>
                </a:cubicBezTo>
                <a:cubicBezTo>
                  <a:pt x="88298" y="44604"/>
                  <a:pt x="86846" y="49777"/>
                  <a:pt x="86846" y="56220"/>
                </a:cubicBezTo>
                <a:cubicBezTo>
                  <a:pt x="86846" y="61029"/>
                  <a:pt x="87368" y="65725"/>
                  <a:pt x="88410" y="70309"/>
                </a:cubicBezTo>
                <a:cubicBezTo>
                  <a:pt x="89454" y="74891"/>
                  <a:pt x="90929" y="78951"/>
                  <a:pt x="92834" y="82491"/>
                </a:cubicBezTo>
                <a:cubicBezTo>
                  <a:pt x="94287" y="85213"/>
                  <a:pt x="96193" y="87346"/>
                  <a:pt x="98553" y="88888"/>
                </a:cubicBezTo>
                <a:cubicBezTo>
                  <a:pt x="100912" y="90431"/>
                  <a:pt x="103407" y="91202"/>
                  <a:pt x="106038" y="91202"/>
                </a:cubicBezTo>
                <a:cubicBezTo>
                  <a:pt x="111120" y="91202"/>
                  <a:pt x="115113" y="89025"/>
                  <a:pt x="118017" y="84670"/>
                </a:cubicBezTo>
                <a:cubicBezTo>
                  <a:pt x="120922" y="80313"/>
                  <a:pt x="122374" y="74278"/>
                  <a:pt x="122374" y="66564"/>
                </a:cubicBezTo>
                <a:cubicBezTo>
                  <a:pt x="122374" y="60302"/>
                  <a:pt x="121535" y="54790"/>
                  <a:pt x="119855" y="50026"/>
                </a:cubicBezTo>
                <a:cubicBezTo>
                  <a:pt x="118177" y="45261"/>
                  <a:pt x="115886" y="41541"/>
                  <a:pt x="112982" y="38864"/>
                </a:cubicBezTo>
                <a:cubicBezTo>
                  <a:pt x="110078" y="36186"/>
                  <a:pt x="106720" y="34847"/>
                  <a:pt x="102908" y="34847"/>
                </a:cubicBezTo>
                <a:close/>
                <a:moveTo>
                  <a:pt x="141566" y="93653"/>
                </a:moveTo>
                <a:lnTo>
                  <a:pt x="141566" y="91611"/>
                </a:lnTo>
                <a:cubicBezTo>
                  <a:pt x="145831" y="91338"/>
                  <a:pt x="148621" y="90544"/>
                  <a:pt x="149937" y="89229"/>
                </a:cubicBezTo>
                <a:cubicBezTo>
                  <a:pt x="151253" y="87913"/>
                  <a:pt x="151958" y="85440"/>
                  <a:pt x="152049" y="81810"/>
                </a:cubicBezTo>
                <a:lnTo>
                  <a:pt x="152049" y="16880"/>
                </a:lnTo>
                <a:cubicBezTo>
                  <a:pt x="152049" y="13704"/>
                  <a:pt x="151640" y="11526"/>
                  <a:pt x="150823" y="10346"/>
                </a:cubicBezTo>
                <a:cubicBezTo>
                  <a:pt x="150006" y="9166"/>
                  <a:pt x="148509" y="8576"/>
                  <a:pt x="146331" y="8576"/>
                </a:cubicBezTo>
                <a:cubicBezTo>
                  <a:pt x="145787" y="8576"/>
                  <a:pt x="145129" y="8599"/>
                  <a:pt x="144358" y="8645"/>
                </a:cubicBezTo>
                <a:cubicBezTo>
                  <a:pt x="143586" y="8690"/>
                  <a:pt x="142837" y="8758"/>
                  <a:pt x="142110" y="8848"/>
                </a:cubicBezTo>
                <a:lnTo>
                  <a:pt x="141294" y="8848"/>
                </a:lnTo>
                <a:lnTo>
                  <a:pt x="141294" y="6669"/>
                </a:lnTo>
                <a:cubicBezTo>
                  <a:pt x="146013" y="5491"/>
                  <a:pt x="149915" y="4493"/>
                  <a:pt x="153000" y="3676"/>
                </a:cubicBezTo>
                <a:cubicBezTo>
                  <a:pt x="156087" y="2859"/>
                  <a:pt x="159399" y="1861"/>
                  <a:pt x="162937" y="681"/>
                </a:cubicBezTo>
                <a:lnTo>
                  <a:pt x="163483" y="953"/>
                </a:lnTo>
                <a:lnTo>
                  <a:pt x="163483" y="82219"/>
                </a:lnTo>
                <a:cubicBezTo>
                  <a:pt x="163573" y="84760"/>
                  <a:pt x="163867" y="86689"/>
                  <a:pt x="164366" y="88005"/>
                </a:cubicBezTo>
                <a:cubicBezTo>
                  <a:pt x="164866" y="89321"/>
                  <a:pt x="165841" y="90206"/>
                  <a:pt x="167293" y="90660"/>
                </a:cubicBezTo>
                <a:cubicBezTo>
                  <a:pt x="168745" y="91113"/>
                  <a:pt x="170878" y="91430"/>
                  <a:pt x="173692" y="91611"/>
                </a:cubicBezTo>
                <a:lnTo>
                  <a:pt x="173692" y="93653"/>
                </a:lnTo>
                <a:lnTo>
                  <a:pt x="141566" y="93653"/>
                </a:lnTo>
                <a:close/>
                <a:moveTo>
                  <a:pt x="236854" y="32398"/>
                </a:moveTo>
                <a:lnTo>
                  <a:pt x="236854" y="34440"/>
                </a:lnTo>
                <a:cubicBezTo>
                  <a:pt x="235220" y="34621"/>
                  <a:pt x="233948" y="35143"/>
                  <a:pt x="233040" y="36006"/>
                </a:cubicBezTo>
                <a:cubicBezTo>
                  <a:pt x="232133" y="36867"/>
                  <a:pt x="231226" y="38387"/>
                  <a:pt x="230319" y="40565"/>
                </a:cubicBezTo>
                <a:lnTo>
                  <a:pt x="209355" y="96104"/>
                </a:lnTo>
                <a:cubicBezTo>
                  <a:pt x="205635" y="105995"/>
                  <a:pt x="202027" y="113005"/>
                  <a:pt x="198534" y="117134"/>
                </a:cubicBezTo>
                <a:cubicBezTo>
                  <a:pt x="195040" y="121263"/>
                  <a:pt x="190979" y="123328"/>
                  <a:pt x="186352" y="123328"/>
                </a:cubicBezTo>
                <a:cubicBezTo>
                  <a:pt x="183448" y="123328"/>
                  <a:pt x="181043" y="122579"/>
                  <a:pt x="179136" y="121081"/>
                </a:cubicBezTo>
                <a:cubicBezTo>
                  <a:pt x="177231" y="119584"/>
                  <a:pt x="176278" y="117701"/>
                  <a:pt x="176278" y="115433"/>
                </a:cubicBezTo>
                <a:cubicBezTo>
                  <a:pt x="176278" y="113709"/>
                  <a:pt x="176845" y="112279"/>
                  <a:pt x="177979" y="111144"/>
                </a:cubicBezTo>
                <a:cubicBezTo>
                  <a:pt x="179113" y="110010"/>
                  <a:pt x="180497" y="109443"/>
                  <a:pt x="182131" y="109443"/>
                </a:cubicBezTo>
                <a:cubicBezTo>
                  <a:pt x="184309" y="109443"/>
                  <a:pt x="186669" y="109942"/>
                  <a:pt x="189210" y="110940"/>
                </a:cubicBezTo>
                <a:cubicBezTo>
                  <a:pt x="190571" y="111576"/>
                  <a:pt x="191751" y="111894"/>
                  <a:pt x="192749" y="111894"/>
                </a:cubicBezTo>
                <a:cubicBezTo>
                  <a:pt x="193747" y="111894"/>
                  <a:pt x="194882" y="111326"/>
                  <a:pt x="196151" y="110191"/>
                </a:cubicBezTo>
                <a:cubicBezTo>
                  <a:pt x="197422" y="109057"/>
                  <a:pt x="198557" y="107628"/>
                  <a:pt x="199556" y="105904"/>
                </a:cubicBezTo>
                <a:cubicBezTo>
                  <a:pt x="200373" y="104452"/>
                  <a:pt x="201189" y="102728"/>
                  <a:pt x="202004" y="100732"/>
                </a:cubicBezTo>
                <a:cubicBezTo>
                  <a:pt x="202821" y="98735"/>
                  <a:pt x="203525" y="96829"/>
                  <a:pt x="204115" y="95013"/>
                </a:cubicBezTo>
                <a:cubicBezTo>
                  <a:pt x="204705" y="93199"/>
                  <a:pt x="205000" y="91929"/>
                  <a:pt x="205000" y="91202"/>
                </a:cubicBezTo>
                <a:cubicBezTo>
                  <a:pt x="205000" y="90204"/>
                  <a:pt x="204478" y="88480"/>
                  <a:pt x="203433" y="86030"/>
                </a:cubicBezTo>
                <a:cubicBezTo>
                  <a:pt x="202391" y="83581"/>
                  <a:pt x="200917" y="80677"/>
                  <a:pt x="199011" y="77319"/>
                </a:cubicBezTo>
                <a:cubicBezTo>
                  <a:pt x="198647" y="76592"/>
                  <a:pt x="198352" y="76002"/>
                  <a:pt x="198125" y="75549"/>
                </a:cubicBezTo>
                <a:cubicBezTo>
                  <a:pt x="197899" y="75095"/>
                  <a:pt x="197377" y="73960"/>
                  <a:pt x="196560" y="72145"/>
                </a:cubicBezTo>
                <a:lnTo>
                  <a:pt x="181043" y="38658"/>
                </a:lnTo>
                <a:cubicBezTo>
                  <a:pt x="179953" y="36300"/>
                  <a:pt x="177639" y="34848"/>
                  <a:pt x="174101" y="34303"/>
                </a:cubicBezTo>
                <a:lnTo>
                  <a:pt x="174101" y="32398"/>
                </a:lnTo>
                <a:lnTo>
                  <a:pt x="202142" y="32398"/>
                </a:lnTo>
                <a:lnTo>
                  <a:pt x="202142" y="34440"/>
                </a:lnTo>
                <a:cubicBezTo>
                  <a:pt x="199238" y="34530"/>
                  <a:pt x="197196" y="34848"/>
                  <a:pt x="196016" y="35393"/>
                </a:cubicBezTo>
                <a:cubicBezTo>
                  <a:pt x="194837" y="35937"/>
                  <a:pt x="194247" y="36844"/>
                  <a:pt x="194247" y="38114"/>
                </a:cubicBezTo>
                <a:cubicBezTo>
                  <a:pt x="194247" y="39475"/>
                  <a:pt x="194700" y="41200"/>
                  <a:pt x="195607" y="43288"/>
                </a:cubicBezTo>
                <a:lnTo>
                  <a:pt x="211262" y="77726"/>
                </a:lnTo>
                <a:lnTo>
                  <a:pt x="224466" y="40156"/>
                </a:lnTo>
                <a:cubicBezTo>
                  <a:pt x="224829" y="39340"/>
                  <a:pt x="225010" y="38569"/>
                  <a:pt x="225010" y="37842"/>
                </a:cubicBezTo>
                <a:cubicBezTo>
                  <a:pt x="225010" y="35574"/>
                  <a:pt x="222832" y="34440"/>
                  <a:pt x="218476" y="34440"/>
                </a:cubicBezTo>
                <a:lnTo>
                  <a:pt x="218476" y="32398"/>
                </a:lnTo>
                <a:lnTo>
                  <a:pt x="236854" y="32398"/>
                </a:lnTo>
                <a:close/>
                <a:moveTo>
                  <a:pt x="256317" y="93653"/>
                </a:moveTo>
                <a:lnTo>
                  <a:pt x="256317" y="91611"/>
                </a:lnTo>
                <a:cubicBezTo>
                  <a:pt x="259766" y="91520"/>
                  <a:pt x="262398" y="91202"/>
                  <a:pt x="264212" y="90658"/>
                </a:cubicBezTo>
                <a:cubicBezTo>
                  <a:pt x="266027" y="90114"/>
                  <a:pt x="267298" y="89070"/>
                  <a:pt x="268024" y="87528"/>
                </a:cubicBezTo>
                <a:cubicBezTo>
                  <a:pt x="268750" y="85985"/>
                  <a:pt x="269159" y="83807"/>
                  <a:pt x="269249" y="80993"/>
                </a:cubicBezTo>
                <a:lnTo>
                  <a:pt x="269249" y="19329"/>
                </a:lnTo>
                <a:cubicBezTo>
                  <a:pt x="269249" y="15064"/>
                  <a:pt x="267888" y="12932"/>
                  <a:pt x="265165" y="12932"/>
                </a:cubicBezTo>
                <a:cubicBezTo>
                  <a:pt x="263804" y="12932"/>
                  <a:pt x="260537" y="13930"/>
                  <a:pt x="255364" y="15927"/>
                </a:cubicBezTo>
                <a:lnTo>
                  <a:pt x="255364" y="14020"/>
                </a:lnTo>
                <a:lnTo>
                  <a:pt x="279867" y="1635"/>
                </a:lnTo>
                <a:lnTo>
                  <a:pt x="280955" y="1907"/>
                </a:lnTo>
                <a:lnTo>
                  <a:pt x="280955" y="83579"/>
                </a:lnTo>
                <a:cubicBezTo>
                  <a:pt x="281047" y="86847"/>
                  <a:pt x="281909" y="89003"/>
                  <a:pt x="283541" y="90047"/>
                </a:cubicBezTo>
                <a:cubicBezTo>
                  <a:pt x="285175" y="91090"/>
                  <a:pt x="288624" y="91611"/>
                  <a:pt x="293887" y="91611"/>
                </a:cubicBezTo>
                <a:lnTo>
                  <a:pt x="293887" y="93653"/>
                </a:lnTo>
                <a:lnTo>
                  <a:pt x="256317" y="93653"/>
                </a:lnTo>
                <a:close/>
                <a:moveTo>
                  <a:pt x="329142" y="48732"/>
                </a:moveTo>
                <a:lnTo>
                  <a:pt x="329005" y="46963"/>
                </a:lnTo>
                <a:cubicBezTo>
                  <a:pt x="333634" y="45330"/>
                  <a:pt x="337151" y="43856"/>
                  <a:pt x="339555" y="42540"/>
                </a:cubicBezTo>
                <a:cubicBezTo>
                  <a:pt x="341960" y="41224"/>
                  <a:pt x="344161" y="39567"/>
                  <a:pt x="346158" y="37570"/>
                </a:cubicBezTo>
                <a:cubicBezTo>
                  <a:pt x="349787" y="33759"/>
                  <a:pt x="351602" y="29358"/>
                  <a:pt x="351602" y="24366"/>
                </a:cubicBezTo>
                <a:cubicBezTo>
                  <a:pt x="351602" y="20010"/>
                  <a:pt x="350241" y="16493"/>
                  <a:pt x="347518" y="13817"/>
                </a:cubicBezTo>
                <a:cubicBezTo>
                  <a:pt x="344796" y="11140"/>
                  <a:pt x="341166" y="9802"/>
                  <a:pt x="336628" y="9802"/>
                </a:cubicBezTo>
                <a:cubicBezTo>
                  <a:pt x="332363" y="9802"/>
                  <a:pt x="328620" y="10936"/>
                  <a:pt x="325397" y="13206"/>
                </a:cubicBezTo>
                <a:cubicBezTo>
                  <a:pt x="322177" y="15474"/>
                  <a:pt x="319205" y="19149"/>
                  <a:pt x="316483" y="24231"/>
                </a:cubicBezTo>
                <a:lnTo>
                  <a:pt x="314441" y="23685"/>
                </a:lnTo>
                <a:cubicBezTo>
                  <a:pt x="315894" y="19601"/>
                  <a:pt x="317255" y="16471"/>
                  <a:pt x="318524" y="14294"/>
                </a:cubicBezTo>
                <a:cubicBezTo>
                  <a:pt x="319796" y="12116"/>
                  <a:pt x="321429" y="10119"/>
                  <a:pt x="323424" y="8304"/>
                </a:cubicBezTo>
                <a:cubicBezTo>
                  <a:pt x="328416" y="3858"/>
                  <a:pt x="334315" y="1635"/>
                  <a:pt x="341121" y="1635"/>
                </a:cubicBezTo>
                <a:cubicBezTo>
                  <a:pt x="347474" y="1635"/>
                  <a:pt x="352602" y="3336"/>
                  <a:pt x="356504" y="6740"/>
                </a:cubicBezTo>
                <a:cubicBezTo>
                  <a:pt x="360406" y="10142"/>
                  <a:pt x="362357" y="14656"/>
                  <a:pt x="362357" y="20283"/>
                </a:cubicBezTo>
                <a:cubicBezTo>
                  <a:pt x="362357" y="23913"/>
                  <a:pt x="361403" y="27158"/>
                  <a:pt x="359497" y="30016"/>
                </a:cubicBezTo>
                <a:cubicBezTo>
                  <a:pt x="357591" y="32874"/>
                  <a:pt x="354325" y="35891"/>
                  <a:pt x="349697" y="39068"/>
                </a:cubicBezTo>
                <a:cubicBezTo>
                  <a:pt x="352601" y="40339"/>
                  <a:pt x="354847" y="41474"/>
                  <a:pt x="356435" y="42472"/>
                </a:cubicBezTo>
                <a:cubicBezTo>
                  <a:pt x="358023" y="43469"/>
                  <a:pt x="359543" y="44739"/>
                  <a:pt x="360994" y="46281"/>
                </a:cubicBezTo>
                <a:cubicBezTo>
                  <a:pt x="364988" y="50729"/>
                  <a:pt x="366985" y="56583"/>
                  <a:pt x="366985" y="63843"/>
                </a:cubicBezTo>
                <a:cubicBezTo>
                  <a:pt x="366985" y="73190"/>
                  <a:pt x="363717" y="80722"/>
                  <a:pt x="357183" y="86439"/>
                </a:cubicBezTo>
                <a:cubicBezTo>
                  <a:pt x="353916" y="89252"/>
                  <a:pt x="349787" y="91475"/>
                  <a:pt x="344795" y="93109"/>
                </a:cubicBezTo>
                <a:cubicBezTo>
                  <a:pt x="339805" y="94743"/>
                  <a:pt x="334724" y="95560"/>
                  <a:pt x="329552" y="95560"/>
                </a:cubicBezTo>
                <a:cubicBezTo>
                  <a:pt x="324833" y="95560"/>
                  <a:pt x="321089" y="94856"/>
                  <a:pt x="318321" y="93449"/>
                </a:cubicBezTo>
                <a:cubicBezTo>
                  <a:pt x="315553" y="92043"/>
                  <a:pt x="314169" y="90159"/>
                  <a:pt x="314169" y="87800"/>
                </a:cubicBezTo>
                <a:cubicBezTo>
                  <a:pt x="314169" y="86347"/>
                  <a:pt x="314645" y="85190"/>
                  <a:pt x="315598" y="84329"/>
                </a:cubicBezTo>
                <a:cubicBezTo>
                  <a:pt x="316551" y="83466"/>
                  <a:pt x="317798" y="83035"/>
                  <a:pt x="319341" y="83035"/>
                </a:cubicBezTo>
                <a:cubicBezTo>
                  <a:pt x="321429" y="83035"/>
                  <a:pt x="324288" y="84170"/>
                  <a:pt x="327917" y="86439"/>
                </a:cubicBezTo>
                <a:cubicBezTo>
                  <a:pt x="330458" y="88072"/>
                  <a:pt x="332545" y="89183"/>
                  <a:pt x="334177" y="89773"/>
                </a:cubicBezTo>
                <a:cubicBezTo>
                  <a:pt x="335811" y="90363"/>
                  <a:pt x="337582" y="90658"/>
                  <a:pt x="339488" y="90658"/>
                </a:cubicBezTo>
                <a:cubicBezTo>
                  <a:pt x="342846" y="90658"/>
                  <a:pt x="345864" y="89773"/>
                  <a:pt x="348540" y="88003"/>
                </a:cubicBezTo>
                <a:cubicBezTo>
                  <a:pt x="351217" y="86234"/>
                  <a:pt x="353326" y="83806"/>
                  <a:pt x="354869" y="80721"/>
                </a:cubicBezTo>
                <a:cubicBezTo>
                  <a:pt x="356412" y="77636"/>
                  <a:pt x="357183" y="74187"/>
                  <a:pt x="357183" y="70375"/>
                </a:cubicBezTo>
                <a:cubicBezTo>
                  <a:pt x="357183" y="65656"/>
                  <a:pt x="355957" y="61505"/>
                  <a:pt x="353506" y="57921"/>
                </a:cubicBezTo>
                <a:cubicBezTo>
                  <a:pt x="351057" y="54336"/>
                  <a:pt x="347700" y="51772"/>
                  <a:pt x="343435" y="50230"/>
                </a:cubicBezTo>
                <a:cubicBezTo>
                  <a:pt x="341892" y="49594"/>
                  <a:pt x="340123" y="49186"/>
                  <a:pt x="338126" y="49004"/>
                </a:cubicBezTo>
                <a:cubicBezTo>
                  <a:pt x="336130" y="48823"/>
                  <a:pt x="333136" y="48732"/>
                  <a:pt x="329142" y="48732"/>
                </a:cubicBezTo>
                <a:close/>
                <a:moveTo>
                  <a:pt x="410953" y="1635"/>
                </a:moveTo>
                <a:cubicBezTo>
                  <a:pt x="416943" y="1635"/>
                  <a:pt x="422207" y="3631"/>
                  <a:pt x="426743" y="7625"/>
                </a:cubicBezTo>
                <a:cubicBezTo>
                  <a:pt x="431281" y="11617"/>
                  <a:pt x="434820" y="17130"/>
                  <a:pt x="437361" y="24163"/>
                </a:cubicBezTo>
                <a:cubicBezTo>
                  <a:pt x="439902" y="31196"/>
                  <a:pt x="441172" y="39385"/>
                  <a:pt x="441172" y="48732"/>
                </a:cubicBezTo>
                <a:cubicBezTo>
                  <a:pt x="441172" y="54177"/>
                  <a:pt x="440627" y="59463"/>
                  <a:pt x="439538" y="64591"/>
                </a:cubicBezTo>
                <a:cubicBezTo>
                  <a:pt x="438449" y="69718"/>
                  <a:pt x="436930" y="74347"/>
                  <a:pt x="434979" y="78476"/>
                </a:cubicBezTo>
                <a:cubicBezTo>
                  <a:pt x="433027" y="82605"/>
                  <a:pt x="430736" y="85940"/>
                  <a:pt x="428106" y="88481"/>
                </a:cubicBezTo>
                <a:cubicBezTo>
                  <a:pt x="423295" y="93200"/>
                  <a:pt x="417396" y="95560"/>
                  <a:pt x="410409" y="95560"/>
                </a:cubicBezTo>
                <a:cubicBezTo>
                  <a:pt x="402332" y="95560"/>
                  <a:pt x="395707" y="92474"/>
                  <a:pt x="390535" y="86302"/>
                </a:cubicBezTo>
                <a:cubicBezTo>
                  <a:pt x="388447" y="83761"/>
                  <a:pt x="386564" y="80449"/>
                  <a:pt x="384886" y="76366"/>
                </a:cubicBezTo>
                <a:cubicBezTo>
                  <a:pt x="383208" y="72282"/>
                  <a:pt x="381914" y="67767"/>
                  <a:pt x="381006" y="62821"/>
                </a:cubicBezTo>
                <a:cubicBezTo>
                  <a:pt x="380099" y="57875"/>
                  <a:pt x="379645" y="52906"/>
                  <a:pt x="379645" y="47916"/>
                </a:cubicBezTo>
                <a:cubicBezTo>
                  <a:pt x="379645" y="42561"/>
                  <a:pt x="380190" y="37389"/>
                  <a:pt x="381278" y="32398"/>
                </a:cubicBezTo>
                <a:cubicBezTo>
                  <a:pt x="382368" y="27406"/>
                  <a:pt x="383888" y="22846"/>
                  <a:pt x="385839" y="18719"/>
                </a:cubicBezTo>
                <a:cubicBezTo>
                  <a:pt x="387790" y="14589"/>
                  <a:pt x="390081" y="11254"/>
                  <a:pt x="392712" y="8713"/>
                </a:cubicBezTo>
                <a:cubicBezTo>
                  <a:pt x="397523" y="3994"/>
                  <a:pt x="403603" y="1635"/>
                  <a:pt x="410953" y="1635"/>
                </a:cubicBezTo>
                <a:moveTo>
                  <a:pt x="410546" y="5174"/>
                </a:moveTo>
                <a:cubicBezTo>
                  <a:pt x="404737" y="5174"/>
                  <a:pt x="400312" y="8872"/>
                  <a:pt x="397271" y="16268"/>
                </a:cubicBezTo>
                <a:cubicBezTo>
                  <a:pt x="394232" y="23663"/>
                  <a:pt x="392712" y="34621"/>
                  <a:pt x="392712" y="49141"/>
                </a:cubicBezTo>
                <a:cubicBezTo>
                  <a:pt x="392712" y="77727"/>
                  <a:pt x="398611" y="92020"/>
                  <a:pt x="410409" y="92020"/>
                </a:cubicBezTo>
                <a:cubicBezTo>
                  <a:pt x="422207" y="92020"/>
                  <a:pt x="428106" y="77682"/>
                  <a:pt x="428106" y="49004"/>
                </a:cubicBezTo>
                <a:cubicBezTo>
                  <a:pt x="428106" y="34757"/>
                  <a:pt x="426608" y="23890"/>
                  <a:pt x="423613" y="16405"/>
                </a:cubicBezTo>
                <a:cubicBezTo>
                  <a:pt x="420618" y="8918"/>
                  <a:pt x="416262" y="5174"/>
                  <a:pt x="410546" y="5174"/>
                </a:cubicBezTo>
                <a:close/>
                <a:moveTo>
                  <a:pt x="469078" y="14294"/>
                </a:moveTo>
                <a:lnTo>
                  <a:pt x="463362" y="25864"/>
                </a:lnTo>
                <a:cubicBezTo>
                  <a:pt x="471438" y="27316"/>
                  <a:pt x="477676" y="28927"/>
                  <a:pt x="482076" y="30697"/>
                </a:cubicBezTo>
                <a:cubicBezTo>
                  <a:pt x="486478" y="32467"/>
                  <a:pt x="490177" y="34848"/>
                  <a:pt x="493172" y="37842"/>
                </a:cubicBezTo>
                <a:cubicBezTo>
                  <a:pt x="496530" y="41200"/>
                  <a:pt x="498912" y="44626"/>
                  <a:pt x="500317" y="48119"/>
                </a:cubicBezTo>
                <a:cubicBezTo>
                  <a:pt x="501724" y="51613"/>
                  <a:pt x="502427" y="55810"/>
                  <a:pt x="502427" y="60711"/>
                </a:cubicBezTo>
                <a:cubicBezTo>
                  <a:pt x="502427" y="70874"/>
                  <a:pt x="499433" y="78951"/>
                  <a:pt x="493444" y="84942"/>
                </a:cubicBezTo>
                <a:cubicBezTo>
                  <a:pt x="486365" y="92020"/>
                  <a:pt x="477019" y="95560"/>
                  <a:pt x="465404" y="95560"/>
                </a:cubicBezTo>
                <a:cubicBezTo>
                  <a:pt x="460230" y="95560"/>
                  <a:pt x="456169" y="94788"/>
                  <a:pt x="453220" y="93246"/>
                </a:cubicBezTo>
                <a:cubicBezTo>
                  <a:pt x="450270" y="91702"/>
                  <a:pt x="448795" y="89659"/>
                  <a:pt x="448795" y="87119"/>
                </a:cubicBezTo>
                <a:cubicBezTo>
                  <a:pt x="448795" y="83761"/>
                  <a:pt x="450702" y="82082"/>
                  <a:pt x="454514" y="82082"/>
                </a:cubicBezTo>
                <a:cubicBezTo>
                  <a:pt x="456056" y="82082"/>
                  <a:pt x="457644" y="82422"/>
                  <a:pt x="459276" y="83104"/>
                </a:cubicBezTo>
                <a:cubicBezTo>
                  <a:pt x="460910" y="83783"/>
                  <a:pt x="462816" y="84940"/>
                  <a:pt x="464995" y="86574"/>
                </a:cubicBezTo>
                <a:cubicBezTo>
                  <a:pt x="467081" y="88027"/>
                  <a:pt x="468760" y="89048"/>
                  <a:pt x="470029" y="89638"/>
                </a:cubicBezTo>
                <a:cubicBezTo>
                  <a:pt x="471300" y="90228"/>
                  <a:pt x="472617" y="90523"/>
                  <a:pt x="473978" y="90523"/>
                </a:cubicBezTo>
                <a:cubicBezTo>
                  <a:pt x="477609" y="90523"/>
                  <a:pt x="480830" y="89479"/>
                  <a:pt x="483642" y="87393"/>
                </a:cubicBezTo>
                <a:cubicBezTo>
                  <a:pt x="486456" y="85305"/>
                  <a:pt x="488702" y="82514"/>
                  <a:pt x="490380" y="79020"/>
                </a:cubicBezTo>
                <a:cubicBezTo>
                  <a:pt x="492060" y="75526"/>
                  <a:pt x="492900" y="71601"/>
                  <a:pt x="492900" y="67245"/>
                </a:cubicBezTo>
                <a:cubicBezTo>
                  <a:pt x="492900" y="60439"/>
                  <a:pt x="491062" y="54881"/>
                  <a:pt x="487385" y="50570"/>
                </a:cubicBezTo>
                <a:cubicBezTo>
                  <a:pt x="483710" y="46260"/>
                  <a:pt x="477971" y="42834"/>
                  <a:pt x="470166" y="40293"/>
                </a:cubicBezTo>
                <a:cubicBezTo>
                  <a:pt x="464268" y="38478"/>
                  <a:pt x="459141" y="37570"/>
                  <a:pt x="454786" y="37570"/>
                </a:cubicBezTo>
                <a:cubicBezTo>
                  <a:pt x="453696" y="37570"/>
                  <a:pt x="453151" y="37207"/>
                  <a:pt x="453151" y="36482"/>
                </a:cubicBezTo>
                <a:cubicBezTo>
                  <a:pt x="453151" y="36209"/>
                  <a:pt x="453197" y="35982"/>
                  <a:pt x="453288" y="35800"/>
                </a:cubicBezTo>
                <a:lnTo>
                  <a:pt x="468125" y="3539"/>
                </a:lnTo>
                <a:lnTo>
                  <a:pt x="496574" y="3539"/>
                </a:lnTo>
                <a:cubicBezTo>
                  <a:pt x="498117" y="3539"/>
                  <a:pt x="499297" y="3290"/>
                  <a:pt x="500114" y="2792"/>
                </a:cubicBezTo>
                <a:cubicBezTo>
                  <a:pt x="500931" y="2292"/>
                  <a:pt x="501838" y="1361"/>
                  <a:pt x="502837" y="0"/>
                </a:cubicBezTo>
                <a:lnTo>
                  <a:pt x="504062" y="953"/>
                </a:lnTo>
                <a:lnTo>
                  <a:pt x="498888" y="13069"/>
                </a:lnTo>
                <a:cubicBezTo>
                  <a:pt x="498707" y="13613"/>
                  <a:pt x="498435" y="13954"/>
                  <a:pt x="498072" y="14091"/>
                </a:cubicBezTo>
                <a:cubicBezTo>
                  <a:pt x="497709" y="14227"/>
                  <a:pt x="496938" y="14294"/>
                  <a:pt x="495758" y="14294"/>
                </a:cubicBezTo>
                <a:lnTo>
                  <a:pt x="469078" y="142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920" cap="flat">
            <a:solidFill>
              <a:srgbClr val="FFFFFF"/>
            </a:solidFill>
            <a:round/>
          </a:ln>
        </p:spPr>
      </p:sp>
      <p:sp>
        <p:nvSpPr>
          <p:cNvPr id="256" name="Text Nonce">
            <a:extLst xmlns:a="http://schemas.openxmlformats.org/drawingml/2006/main">
              <a:ext uri="{FF2B5EF4-FFF2-40B4-BE49-F238E27FC236}">
                <a16:creationId xmlns:a16="http://schemas.microsoft.com/office/drawing/2014/main" id="{66FAEFFF-24CB-4183-BDCD-A7B1F876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717" y="5141792"/>
            <a:ext cx="290198" cy="75612"/>
          </a:xfrm>
          <a:custGeom xmlns:a="http://schemas.openxmlformats.org/drawingml/2006/main">
            <a:pathLst>
              <a:path w="290198" h="75612">
                <a:moveTo>
                  <a:pt x="78084" y="0"/>
                </a:moveTo>
                <a:lnTo>
                  <a:pt x="78084" y="2134"/>
                </a:lnTo>
                <a:cubicBezTo>
                  <a:pt x="75162" y="2359"/>
                  <a:pt x="72953" y="2865"/>
                  <a:pt x="71454" y="3651"/>
                </a:cubicBezTo>
                <a:cubicBezTo>
                  <a:pt x="69957" y="4438"/>
                  <a:pt x="68946" y="5805"/>
                  <a:pt x="68422" y="7752"/>
                </a:cubicBezTo>
                <a:cubicBezTo>
                  <a:pt x="67897" y="9700"/>
                  <a:pt x="67560" y="12621"/>
                  <a:pt x="67410" y="16516"/>
                </a:cubicBezTo>
                <a:lnTo>
                  <a:pt x="67410" y="75612"/>
                </a:lnTo>
                <a:lnTo>
                  <a:pt x="65500" y="75612"/>
                </a:lnTo>
                <a:lnTo>
                  <a:pt x="15842" y="13819"/>
                </a:lnTo>
                <a:lnTo>
                  <a:pt x="15842" y="57860"/>
                </a:lnTo>
                <a:cubicBezTo>
                  <a:pt x="15917" y="61680"/>
                  <a:pt x="16236" y="64602"/>
                  <a:pt x="16797" y="66623"/>
                </a:cubicBezTo>
                <a:cubicBezTo>
                  <a:pt x="17359" y="68645"/>
                  <a:pt x="18389" y="70050"/>
                  <a:pt x="19886" y="70837"/>
                </a:cubicBezTo>
                <a:cubicBezTo>
                  <a:pt x="21384" y="71623"/>
                  <a:pt x="23556" y="72091"/>
                  <a:pt x="26402" y="72241"/>
                </a:cubicBezTo>
                <a:lnTo>
                  <a:pt x="26402" y="74375"/>
                </a:lnTo>
                <a:lnTo>
                  <a:pt x="0" y="74375"/>
                </a:lnTo>
                <a:lnTo>
                  <a:pt x="0" y="72241"/>
                </a:lnTo>
                <a:cubicBezTo>
                  <a:pt x="3071" y="72016"/>
                  <a:pt x="5374" y="71548"/>
                  <a:pt x="6909" y="70837"/>
                </a:cubicBezTo>
                <a:cubicBezTo>
                  <a:pt x="8445" y="70125"/>
                  <a:pt x="9475" y="68777"/>
                  <a:pt x="10000" y="66793"/>
                </a:cubicBezTo>
                <a:cubicBezTo>
                  <a:pt x="10524" y="64808"/>
                  <a:pt x="10824" y="61830"/>
                  <a:pt x="10898" y="57860"/>
                </a:cubicBezTo>
                <a:lnTo>
                  <a:pt x="10898" y="8314"/>
                </a:lnTo>
                <a:cubicBezTo>
                  <a:pt x="9401" y="6517"/>
                  <a:pt x="8146" y="5188"/>
                  <a:pt x="7135" y="4327"/>
                </a:cubicBezTo>
                <a:cubicBezTo>
                  <a:pt x="6124" y="3465"/>
                  <a:pt x="5093" y="2885"/>
                  <a:pt x="4044" y="2585"/>
                </a:cubicBezTo>
                <a:cubicBezTo>
                  <a:pt x="2996" y="2285"/>
                  <a:pt x="1648" y="2134"/>
                  <a:pt x="0" y="2134"/>
                </a:cubicBezTo>
                <a:lnTo>
                  <a:pt x="0" y="0"/>
                </a:lnTo>
                <a:lnTo>
                  <a:pt x="19212" y="0"/>
                </a:lnTo>
                <a:lnTo>
                  <a:pt x="62466" y="54378"/>
                </a:lnTo>
                <a:lnTo>
                  <a:pt x="62466" y="16516"/>
                </a:lnTo>
                <a:cubicBezTo>
                  <a:pt x="62392" y="12546"/>
                  <a:pt x="62074" y="9569"/>
                  <a:pt x="61511" y="7584"/>
                </a:cubicBezTo>
                <a:cubicBezTo>
                  <a:pt x="60950" y="5599"/>
                  <a:pt x="59920" y="4232"/>
                  <a:pt x="58422" y="3483"/>
                </a:cubicBezTo>
                <a:cubicBezTo>
                  <a:pt x="56924" y="2734"/>
                  <a:pt x="54677" y="2284"/>
                  <a:pt x="51681" y="2134"/>
                </a:cubicBezTo>
                <a:lnTo>
                  <a:pt x="51681" y="0"/>
                </a:lnTo>
                <a:lnTo>
                  <a:pt x="78084" y="0"/>
                </a:lnTo>
                <a:close/>
                <a:moveTo>
                  <a:pt x="107294" y="22694"/>
                </a:moveTo>
                <a:cubicBezTo>
                  <a:pt x="112087" y="22694"/>
                  <a:pt x="116338" y="23780"/>
                  <a:pt x="120045" y="25953"/>
                </a:cubicBezTo>
                <a:cubicBezTo>
                  <a:pt x="123753" y="28126"/>
                  <a:pt x="126674" y="31122"/>
                  <a:pt x="128809" y="34941"/>
                </a:cubicBezTo>
                <a:cubicBezTo>
                  <a:pt x="130944" y="38761"/>
                  <a:pt x="132011" y="43142"/>
                  <a:pt x="132011" y="48086"/>
                </a:cubicBezTo>
                <a:cubicBezTo>
                  <a:pt x="132011" y="53255"/>
                  <a:pt x="130925" y="57917"/>
                  <a:pt x="128752" y="62074"/>
                </a:cubicBezTo>
                <a:cubicBezTo>
                  <a:pt x="126581" y="66230"/>
                  <a:pt x="123604" y="69507"/>
                  <a:pt x="119821" y="71903"/>
                </a:cubicBezTo>
                <a:cubicBezTo>
                  <a:pt x="116039" y="74300"/>
                  <a:pt x="111789" y="75498"/>
                  <a:pt x="107070" y="75498"/>
                </a:cubicBezTo>
                <a:cubicBezTo>
                  <a:pt x="102351" y="75498"/>
                  <a:pt x="98137" y="74357"/>
                  <a:pt x="94430" y="72073"/>
                </a:cubicBezTo>
                <a:cubicBezTo>
                  <a:pt x="90723" y="69789"/>
                  <a:pt x="87801" y="66643"/>
                  <a:pt x="85666" y="62636"/>
                </a:cubicBezTo>
                <a:cubicBezTo>
                  <a:pt x="83533" y="58628"/>
                  <a:pt x="82466" y="54077"/>
                  <a:pt x="82466" y="48985"/>
                </a:cubicBezTo>
                <a:cubicBezTo>
                  <a:pt x="82466" y="43817"/>
                  <a:pt x="83514" y="39248"/>
                  <a:pt x="85612" y="35279"/>
                </a:cubicBezTo>
                <a:cubicBezTo>
                  <a:pt x="87709" y="31309"/>
                  <a:pt x="90629" y="28219"/>
                  <a:pt x="94373" y="26010"/>
                </a:cubicBezTo>
                <a:cubicBezTo>
                  <a:pt x="98119" y="23799"/>
                  <a:pt x="102426" y="22694"/>
                  <a:pt x="107294" y="22694"/>
                </a:cubicBezTo>
                <a:moveTo>
                  <a:pt x="105834" y="25840"/>
                </a:moveTo>
                <a:cubicBezTo>
                  <a:pt x="101789" y="25840"/>
                  <a:pt x="98568" y="27451"/>
                  <a:pt x="96172" y="30672"/>
                </a:cubicBezTo>
                <a:cubicBezTo>
                  <a:pt x="93775" y="33893"/>
                  <a:pt x="92577" y="38162"/>
                  <a:pt x="92577" y="43480"/>
                </a:cubicBezTo>
                <a:cubicBezTo>
                  <a:pt x="92577" y="47449"/>
                  <a:pt x="93007" y="51325"/>
                  <a:pt x="93868" y="55108"/>
                </a:cubicBezTo>
                <a:cubicBezTo>
                  <a:pt x="94729" y="58890"/>
                  <a:pt x="95947" y="62242"/>
                  <a:pt x="97519" y="65163"/>
                </a:cubicBezTo>
                <a:cubicBezTo>
                  <a:pt x="98718" y="67410"/>
                  <a:pt x="100291" y="69170"/>
                  <a:pt x="102239" y="70443"/>
                </a:cubicBezTo>
                <a:cubicBezTo>
                  <a:pt x="104186" y="71716"/>
                  <a:pt x="106246" y="72353"/>
                  <a:pt x="108417" y="72353"/>
                </a:cubicBezTo>
                <a:cubicBezTo>
                  <a:pt x="112611" y="72353"/>
                  <a:pt x="115907" y="70555"/>
                  <a:pt x="118304" y="66961"/>
                </a:cubicBezTo>
                <a:cubicBezTo>
                  <a:pt x="120701" y="63366"/>
                  <a:pt x="121900" y="58384"/>
                  <a:pt x="121900" y="52017"/>
                </a:cubicBezTo>
                <a:cubicBezTo>
                  <a:pt x="121900" y="46849"/>
                  <a:pt x="121207" y="42300"/>
                  <a:pt x="119821" y="38368"/>
                </a:cubicBezTo>
                <a:cubicBezTo>
                  <a:pt x="118436" y="34435"/>
                  <a:pt x="116545" y="31365"/>
                  <a:pt x="114148" y="29155"/>
                </a:cubicBezTo>
                <a:cubicBezTo>
                  <a:pt x="111751" y="26945"/>
                  <a:pt x="108980" y="25840"/>
                  <a:pt x="105834" y="25840"/>
                </a:cubicBezTo>
                <a:close/>
                <a:moveTo>
                  <a:pt x="137629" y="74375"/>
                </a:moveTo>
                <a:lnTo>
                  <a:pt x="137629" y="72690"/>
                </a:lnTo>
                <a:cubicBezTo>
                  <a:pt x="140475" y="72541"/>
                  <a:pt x="142328" y="71923"/>
                  <a:pt x="143189" y="70837"/>
                </a:cubicBezTo>
                <a:cubicBezTo>
                  <a:pt x="144051" y="69750"/>
                  <a:pt x="144519" y="67559"/>
                  <a:pt x="144595" y="64264"/>
                </a:cubicBezTo>
                <a:lnTo>
                  <a:pt x="144595" y="36402"/>
                </a:lnTo>
                <a:cubicBezTo>
                  <a:pt x="144595" y="33630"/>
                  <a:pt x="144295" y="31739"/>
                  <a:pt x="143695" y="30729"/>
                </a:cubicBezTo>
                <a:cubicBezTo>
                  <a:pt x="143096" y="29718"/>
                  <a:pt x="142010" y="29212"/>
                  <a:pt x="140437" y="29212"/>
                </a:cubicBezTo>
                <a:cubicBezTo>
                  <a:pt x="139015" y="29212"/>
                  <a:pt x="138004" y="29362"/>
                  <a:pt x="137405" y="29661"/>
                </a:cubicBezTo>
                <a:lnTo>
                  <a:pt x="137405" y="27751"/>
                </a:lnTo>
                <a:cubicBezTo>
                  <a:pt x="140476" y="26852"/>
                  <a:pt x="143135" y="26028"/>
                  <a:pt x="145382" y="25279"/>
                </a:cubicBezTo>
                <a:cubicBezTo>
                  <a:pt x="147628" y="24530"/>
                  <a:pt x="150138" y="23668"/>
                  <a:pt x="152909" y="22694"/>
                </a:cubicBezTo>
                <a:lnTo>
                  <a:pt x="153694" y="22920"/>
                </a:lnTo>
                <a:lnTo>
                  <a:pt x="153694" y="31795"/>
                </a:lnTo>
                <a:cubicBezTo>
                  <a:pt x="156242" y="29399"/>
                  <a:pt x="158414" y="27545"/>
                  <a:pt x="160210" y="26234"/>
                </a:cubicBezTo>
                <a:cubicBezTo>
                  <a:pt x="162008" y="24923"/>
                  <a:pt x="163656" y="24006"/>
                  <a:pt x="165154" y="23481"/>
                </a:cubicBezTo>
                <a:cubicBezTo>
                  <a:pt x="166653" y="22956"/>
                  <a:pt x="168263" y="22694"/>
                  <a:pt x="169985" y="22694"/>
                </a:cubicBezTo>
                <a:cubicBezTo>
                  <a:pt x="174180" y="22694"/>
                  <a:pt x="177437" y="24174"/>
                  <a:pt x="179759" y="27132"/>
                </a:cubicBezTo>
                <a:cubicBezTo>
                  <a:pt x="182081" y="30091"/>
                  <a:pt x="183242" y="34230"/>
                  <a:pt x="183242" y="39547"/>
                </a:cubicBezTo>
                <a:lnTo>
                  <a:pt x="183242" y="65276"/>
                </a:lnTo>
                <a:cubicBezTo>
                  <a:pt x="183318" y="68046"/>
                  <a:pt x="183786" y="69900"/>
                  <a:pt x="184646" y="70837"/>
                </a:cubicBezTo>
                <a:cubicBezTo>
                  <a:pt x="185508" y="71773"/>
                  <a:pt x="187325" y="72391"/>
                  <a:pt x="190096" y="72690"/>
                </a:cubicBezTo>
                <a:lnTo>
                  <a:pt x="190096" y="74375"/>
                </a:lnTo>
                <a:lnTo>
                  <a:pt x="166726" y="74375"/>
                </a:lnTo>
                <a:lnTo>
                  <a:pt x="166726" y="72690"/>
                </a:lnTo>
                <a:cubicBezTo>
                  <a:pt x="169498" y="72541"/>
                  <a:pt x="171352" y="71848"/>
                  <a:pt x="172288" y="70613"/>
                </a:cubicBezTo>
                <a:cubicBezTo>
                  <a:pt x="173225" y="69376"/>
                  <a:pt x="173731" y="66923"/>
                  <a:pt x="173805" y="63253"/>
                </a:cubicBezTo>
                <a:lnTo>
                  <a:pt x="173805" y="39772"/>
                </a:lnTo>
                <a:cubicBezTo>
                  <a:pt x="173805" y="32507"/>
                  <a:pt x="171071" y="28874"/>
                  <a:pt x="165604" y="28874"/>
                </a:cubicBezTo>
                <a:cubicBezTo>
                  <a:pt x="163732" y="28874"/>
                  <a:pt x="161990" y="29305"/>
                  <a:pt x="160380" y="30167"/>
                </a:cubicBezTo>
                <a:cubicBezTo>
                  <a:pt x="158770" y="31027"/>
                  <a:pt x="156654" y="32731"/>
                  <a:pt x="154032" y="35277"/>
                </a:cubicBezTo>
                <a:lnTo>
                  <a:pt x="154032" y="66848"/>
                </a:lnTo>
                <a:cubicBezTo>
                  <a:pt x="154032" y="68871"/>
                  <a:pt x="154575" y="70313"/>
                  <a:pt x="155661" y="71175"/>
                </a:cubicBezTo>
                <a:cubicBezTo>
                  <a:pt x="156746" y="72035"/>
                  <a:pt x="158675" y="72541"/>
                  <a:pt x="161446" y="72690"/>
                </a:cubicBezTo>
                <a:lnTo>
                  <a:pt x="161446" y="74375"/>
                </a:lnTo>
                <a:lnTo>
                  <a:pt x="137629" y="74375"/>
                </a:lnTo>
                <a:close/>
                <a:moveTo>
                  <a:pt x="236720" y="56848"/>
                </a:moveTo>
                <a:lnTo>
                  <a:pt x="238294" y="57860"/>
                </a:lnTo>
                <a:cubicBezTo>
                  <a:pt x="236646" y="61156"/>
                  <a:pt x="235185" y="63722"/>
                  <a:pt x="233912" y="65557"/>
                </a:cubicBezTo>
                <a:cubicBezTo>
                  <a:pt x="232639" y="67391"/>
                  <a:pt x="231253" y="68945"/>
                  <a:pt x="229755" y="70218"/>
                </a:cubicBezTo>
                <a:cubicBezTo>
                  <a:pt x="225636" y="73738"/>
                  <a:pt x="221104" y="75498"/>
                  <a:pt x="216160" y="75498"/>
                </a:cubicBezTo>
                <a:cubicBezTo>
                  <a:pt x="212041" y="75498"/>
                  <a:pt x="208372" y="74431"/>
                  <a:pt x="205151" y="72298"/>
                </a:cubicBezTo>
                <a:cubicBezTo>
                  <a:pt x="201930" y="70163"/>
                  <a:pt x="199402" y="67205"/>
                  <a:pt x="197567" y="63423"/>
                </a:cubicBezTo>
                <a:cubicBezTo>
                  <a:pt x="195731" y="59640"/>
                  <a:pt x="194814" y="55351"/>
                  <a:pt x="194814" y="50557"/>
                </a:cubicBezTo>
                <a:cubicBezTo>
                  <a:pt x="194814" y="41344"/>
                  <a:pt x="197735" y="34154"/>
                  <a:pt x="203577" y="28986"/>
                </a:cubicBezTo>
                <a:cubicBezTo>
                  <a:pt x="208372" y="24791"/>
                  <a:pt x="213652" y="22694"/>
                  <a:pt x="219419" y="22694"/>
                </a:cubicBezTo>
                <a:cubicBezTo>
                  <a:pt x="222564" y="22694"/>
                  <a:pt x="225448" y="23219"/>
                  <a:pt x="228070" y="24268"/>
                </a:cubicBezTo>
                <a:cubicBezTo>
                  <a:pt x="230691" y="25316"/>
                  <a:pt x="232789" y="26720"/>
                  <a:pt x="234361" y="28482"/>
                </a:cubicBezTo>
                <a:cubicBezTo>
                  <a:pt x="235934" y="30242"/>
                  <a:pt x="236720" y="32170"/>
                  <a:pt x="236720" y="34267"/>
                </a:cubicBezTo>
                <a:cubicBezTo>
                  <a:pt x="236720" y="35541"/>
                  <a:pt x="236214" y="36645"/>
                  <a:pt x="235203" y="37581"/>
                </a:cubicBezTo>
                <a:cubicBezTo>
                  <a:pt x="234193" y="38517"/>
                  <a:pt x="232938" y="38985"/>
                  <a:pt x="231440" y="38985"/>
                </a:cubicBezTo>
                <a:cubicBezTo>
                  <a:pt x="228818" y="38985"/>
                  <a:pt x="227020" y="37263"/>
                  <a:pt x="226047" y="33818"/>
                </a:cubicBezTo>
                <a:lnTo>
                  <a:pt x="225373" y="31346"/>
                </a:lnTo>
                <a:cubicBezTo>
                  <a:pt x="224848" y="29249"/>
                  <a:pt x="224118" y="27826"/>
                  <a:pt x="223182" y="27078"/>
                </a:cubicBezTo>
                <a:cubicBezTo>
                  <a:pt x="222246" y="26328"/>
                  <a:pt x="220767" y="25953"/>
                  <a:pt x="218745" y="25953"/>
                </a:cubicBezTo>
                <a:cubicBezTo>
                  <a:pt x="214176" y="25953"/>
                  <a:pt x="210487" y="27751"/>
                  <a:pt x="207678" y="31346"/>
                </a:cubicBezTo>
                <a:cubicBezTo>
                  <a:pt x="204870" y="34941"/>
                  <a:pt x="203466" y="39659"/>
                  <a:pt x="203466" y="45501"/>
                </a:cubicBezTo>
                <a:cubicBezTo>
                  <a:pt x="203466" y="49771"/>
                  <a:pt x="204196" y="53554"/>
                  <a:pt x="205657" y="56850"/>
                </a:cubicBezTo>
                <a:cubicBezTo>
                  <a:pt x="207117" y="60145"/>
                  <a:pt x="209158" y="62729"/>
                  <a:pt x="211778" y="64602"/>
                </a:cubicBezTo>
                <a:cubicBezTo>
                  <a:pt x="214400" y="66474"/>
                  <a:pt x="217434" y="67410"/>
                  <a:pt x="220880" y="67410"/>
                </a:cubicBezTo>
                <a:cubicBezTo>
                  <a:pt x="224100" y="67410"/>
                  <a:pt x="226871" y="66624"/>
                  <a:pt x="229192" y="65051"/>
                </a:cubicBezTo>
                <a:cubicBezTo>
                  <a:pt x="231515" y="63478"/>
                  <a:pt x="234024" y="60743"/>
                  <a:pt x="236720" y="56848"/>
                </a:cubicBezTo>
                <a:close/>
                <a:moveTo>
                  <a:pt x="288402" y="55950"/>
                </a:moveTo>
                <a:lnTo>
                  <a:pt x="290198" y="56737"/>
                </a:lnTo>
                <a:cubicBezTo>
                  <a:pt x="287877" y="62803"/>
                  <a:pt x="284675" y="67447"/>
                  <a:pt x="280593" y="70667"/>
                </a:cubicBezTo>
                <a:cubicBezTo>
                  <a:pt x="276511" y="73888"/>
                  <a:pt x="271773" y="75498"/>
                  <a:pt x="266381" y="75498"/>
                </a:cubicBezTo>
                <a:cubicBezTo>
                  <a:pt x="259940" y="75498"/>
                  <a:pt x="254828" y="73233"/>
                  <a:pt x="251045" y="68703"/>
                </a:cubicBezTo>
                <a:cubicBezTo>
                  <a:pt x="247263" y="64171"/>
                  <a:pt x="245372" y="58048"/>
                  <a:pt x="245372" y="50332"/>
                </a:cubicBezTo>
                <a:cubicBezTo>
                  <a:pt x="245372" y="45689"/>
                  <a:pt x="246103" y="41476"/>
                  <a:pt x="247563" y="37694"/>
                </a:cubicBezTo>
                <a:cubicBezTo>
                  <a:pt x="249024" y="33911"/>
                  <a:pt x="251065" y="30859"/>
                  <a:pt x="253685" y="28536"/>
                </a:cubicBezTo>
                <a:cubicBezTo>
                  <a:pt x="258029" y="24642"/>
                  <a:pt x="263085" y="22694"/>
                  <a:pt x="268853" y="22694"/>
                </a:cubicBezTo>
                <a:cubicBezTo>
                  <a:pt x="274920" y="22694"/>
                  <a:pt x="279713" y="24829"/>
                  <a:pt x="283233" y="29099"/>
                </a:cubicBezTo>
                <a:cubicBezTo>
                  <a:pt x="284656" y="30897"/>
                  <a:pt x="285705" y="32788"/>
                  <a:pt x="286379" y="34773"/>
                </a:cubicBezTo>
                <a:cubicBezTo>
                  <a:pt x="287053" y="36757"/>
                  <a:pt x="287615" y="39585"/>
                  <a:pt x="288064" y="43256"/>
                </a:cubicBezTo>
                <a:lnTo>
                  <a:pt x="253461" y="43256"/>
                </a:lnTo>
                <a:cubicBezTo>
                  <a:pt x="253610" y="46700"/>
                  <a:pt x="253910" y="49490"/>
                  <a:pt x="254359" y="51625"/>
                </a:cubicBezTo>
                <a:cubicBezTo>
                  <a:pt x="254809" y="53760"/>
                  <a:pt x="255521" y="55913"/>
                  <a:pt x="256495" y="58084"/>
                </a:cubicBezTo>
                <a:cubicBezTo>
                  <a:pt x="259790" y="64526"/>
                  <a:pt x="264621" y="67746"/>
                  <a:pt x="270988" y="67746"/>
                </a:cubicBezTo>
                <a:cubicBezTo>
                  <a:pt x="274583" y="67746"/>
                  <a:pt x="277710" y="66848"/>
                  <a:pt x="280368" y="65051"/>
                </a:cubicBezTo>
                <a:cubicBezTo>
                  <a:pt x="283028" y="63254"/>
                  <a:pt x="285706" y="60220"/>
                  <a:pt x="288402" y="55950"/>
                </a:cubicBezTo>
                <a:moveTo>
                  <a:pt x="253685" y="39659"/>
                </a:moveTo>
                <a:lnTo>
                  <a:pt x="276606" y="39659"/>
                </a:lnTo>
                <a:cubicBezTo>
                  <a:pt x="275856" y="34791"/>
                  <a:pt x="274695" y="31422"/>
                  <a:pt x="273122" y="29550"/>
                </a:cubicBezTo>
                <a:cubicBezTo>
                  <a:pt x="271549" y="27676"/>
                  <a:pt x="269040" y="26740"/>
                  <a:pt x="265594" y="26740"/>
                </a:cubicBezTo>
                <a:cubicBezTo>
                  <a:pt x="262149" y="26740"/>
                  <a:pt x="259452" y="27788"/>
                  <a:pt x="257505" y="29886"/>
                </a:cubicBezTo>
                <a:cubicBezTo>
                  <a:pt x="255558" y="31983"/>
                  <a:pt x="254285" y="35241"/>
                  <a:pt x="253685" y="396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Nonce">
            <a:extLst xmlns:a="http://schemas.openxmlformats.org/drawingml/2006/main">
              <a:ext uri="{FF2B5EF4-FFF2-40B4-BE49-F238E27FC236}">
                <a16:creationId xmlns:a16="http://schemas.microsoft.com/office/drawing/2014/main" id="{511E47A4-F459-4ED2-A567-CBE089A1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446" y="4806804"/>
            <a:ext cx="290039" cy="75482"/>
          </a:xfrm>
          <a:custGeom xmlns:a="http://schemas.openxmlformats.org/drawingml/2006/main">
            <a:pathLst>
              <a:path w="290039" h="75482">
                <a:moveTo>
                  <a:pt x="77950" y="0"/>
                </a:moveTo>
                <a:lnTo>
                  <a:pt x="77950" y="2131"/>
                </a:lnTo>
                <a:cubicBezTo>
                  <a:pt x="75034" y="2355"/>
                  <a:pt x="72828" y="2860"/>
                  <a:pt x="71332" y="3645"/>
                </a:cubicBezTo>
                <a:cubicBezTo>
                  <a:pt x="69838" y="4430"/>
                  <a:pt x="68829" y="5795"/>
                  <a:pt x="68305" y="7739"/>
                </a:cubicBezTo>
                <a:cubicBezTo>
                  <a:pt x="67781" y="9683"/>
                  <a:pt x="67445" y="12599"/>
                  <a:pt x="67295" y="16488"/>
                </a:cubicBezTo>
                <a:lnTo>
                  <a:pt x="67295" y="75482"/>
                </a:lnTo>
                <a:lnTo>
                  <a:pt x="65389" y="75482"/>
                </a:lnTo>
                <a:lnTo>
                  <a:pt x="15815" y="13795"/>
                </a:lnTo>
                <a:lnTo>
                  <a:pt x="15815" y="57761"/>
                </a:lnTo>
                <a:cubicBezTo>
                  <a:pt x="15890" y="61575"/>
                  <a:pt x="16208" y="64491"/>
                  <a:pt x="16768" y="66510"/>
                </a:cubicBezTo>
                <a:cubicBezTo>
                  <a:pt x="17330" y="68528"/>
                  <a:pt x="18357" y="69930"/>
                  <a:pt x="19852" y="70716"/>
                </a:cubicBezTo>
                <a:cubicBezTo>
                  <a:pt x="21348" y="71501"/>
                  <a:pt x="23516" y="71968"/>
                  <a:pt x="26357" y="72118"/>
                </a:cubicBezTo>
                <a:lnTo>
                  <a:pt x="26357" y="74249"/>
                </a:lnTo>
                <a:lnTo>
                  <a:pt x="0" y="74249"/>
                </a:lnTo>
                <a:lnTo>
                  <a:pt x="0" y="72118"/>
                </a:lnTo>
                <a:cubicBezTo>
                  <a:pt x="3066" y="71893"/>
                  <a:pt x="5365" y="71426"/>
                  <a:pt x="6897" y="70716"/>
                </a:cubicBezTo>
                <a:cubicBezTo>
                  <a:pt x="8430" y="70005"/>
                  <a:pt x="9459" y="68660"/>
                  <a:pt x="9983" y="66679"/>
                </a:cubicBezTo>
                <a:cubicBezTo>
                  <a:pt x="10506" y="64697"/>
                  <a:pt x="10805" y="61725"/>
                  <a:pt x="10879" y="57761"/>
                </a:cubicBezTo>
                <a:lnTo>
                  <a:pt x="10879" y="8300"/>
                </a:lnTo>
                <a:cubicBezTo>
                  <a:pt x="9385" y="6506"/>
                  <a:pt x="8133" y="5179"/>
                  <a:pt x="7123" y="4320"/>
                </a:cubicBezTo>
                <a:cubicBezTo>
                  <a:pt x="6113" y="3459"/>
                  <a:pt x="5085" y="2880"/>
                  <a:pt x="4037" y="2581"/>
                </a:cubicBezTo>
                <a:cubicBezTo>
                  <a:pt x="2991" y="2281"/>
                  <a:pt x="1645" y="2131"/>
                  <a:pt x="0" y="2131"/>
                </a:cubicBezTo>
                <a:lnTo>
                  <a:pt x="0" y="0"/>
                </a:lnTo>
                <a:lnTo>
                  <a:pt x="19180" y="0"/>
                </a:lnTo>
                <a:lnTo>
                  <a:pt x="62360" y="54285"/>
                </a:lnTo>
                <a:lnTo>
                  <a:pt x="62360" y="16488"/>
                </a:lnTo>
                <a:cubicBezTo>
                  <a:pt x="62285" y="12525"/>
                  <a:pt x="61968" y="9553"/>
                  <a:pt x="61406" y="7571"/>
                </a:cubicBezTo>
                <a:cubicBezTo>
                  <a:pt x="60846" y="5589"/>
                  <a:pt x="59818" y="4225"/>
                  <a:pt x="58322" y="3478"/>
                </a:cubicBezTo>
                <a:cubicBezTo>
                  <a:pt x="56827" y="2729"/>
                  <a:pt x="54584" y="2280"/>
                  <a:pt x="51593" y="2131"/>
                </a:cubicBezTo>
                <a:lnTo>
                  <a:pt x="51593" y="0"/>
                </a:lnTo>
                <a:lnTo>
                  <a:pt x="77950" y="0"/>
                </a:lnTo>
                <a:close/>
                <a:moveTo>
                  <a:pt x="107222" y="22655"/>
                </a:moveTo>
                <a:cubicBezTo>
                  <a:pt x="112007" y="22655"/>
                  <a:pt x="116250" y="23740"/>
                  <a:pt x="119952" y="25909"/>
                </a:cubicBezTo>
                <a:cubicBezTo>
                  <a:pt x="123653" y="28078"/>
                  <a:pt x="126569" y="31069"/>
                  <a:pt x="128700" y="34882"/>
                </a:cubicBezTo>
                <a:cubicBezTo>
                  <a:pt x="130831" y="38694"/>
                  <a:pt x="131897" y="43069"/>
                  <a:pt x="131897" y="48004"/>
                </a:cubicBezTo>
                <a:cubicBezTo>
                  <a:pt x="131897" y="53164"/>
                  <a:pt x="130813" y="57818"/>
                  <a:pt x="128644" y="61968"/>
                </a:cubicBezTo>
                <a:cubicBezTo>
                  <a:pt x="126476" y="66117"/>
                  <a:pt x="123504" y="69388"/>
                  <a:pt x="119727" y="71781"/>
                </a:cubicBezTo>
                <a:cubicBezTo>
                  <a:pt x="115952" y="74173"/>
                  <a:pt x="111709" y="75370"/>
                  <a:pt x="106998" y="75370"/>
                </a:cubicBezTo>
                <a:cubicBezTo>
                  <a:pt x="102287" y="75370"/>
                  <a:pt x="98081" y="74230"/>
                  <a:pt x="94380" y="71950"/>
                </a:cubicBezTo>
                <a:cubicBezTo>
                  <a:pt x="90679" y="69669"/>
                  <a:pt x="87763" y="66529"/>
                  <a:pt x="85631" y="62529"/>
                </a:cubicBezTo>
                <a:cubicBezTo>
                  <a:pt x="83501" y="58528"/>
                  <a:pt x="82436" y="53985"/>
                  <a:pt x="82436" y="48901"/>
                </a:cubicBezTo>
                <a:cubicBezTo>
                  <a:pt x="82436" y="43742"/>
                  <a:pt x="83483" y="39181"/>
                  <a:pt x="85577" y="35219"/>
                </a:cubicBezTo>
                <a:cubicBezTo>
                  <a:pt x="87670" y="31255"/>
                  <a:pt x="90586" y="28171"/>
                  <a:pt x="94324" y="25965"/>
                </a:cubicBezTo>
                <a:cubicBezTo>
                  <a:pt x="98062" y="23759"/>
                  <a:pt x="102362" y="22655"/>
                  <a:pt x="107222" y="22655"/>
                </a:cubicBezTo>
                <a:moveTo>
                  <a:pt x="105764" y="25796"/>
                </a:moveTo>
                <a:cubicBezTo>
                  <a:pt x="101726" y="25796"/>
                  <a:pt x="98511" y="27404"/>
                  <a:pt x="96119" y="30620"/>
                </a:cubicBezTo>
                <a:cubicBezTo>
                  <a:pt x="93726" y="33835"/>
                  <a:pt x="92530" y="38097"/>
                  <a:pt x="92530" y="43406"/>
                </a:cubicBezTo>
                <a:cubicBezTo>
                  <a:pt x="92530" y="47368"/>
                  <a:pt x="92960" y="51238"/>
                  <a:pt x="93819" y="55014"/>
                </a:cubicBezTo>
                <a:cubicBezTo>
                  <a:pt x="94679" y="58790"/>
                  <a:pt x="95894" y="62135"/>
                  <a:pt x="97464" y="65052"/>
                </a:cubicBezTo>
                <a:cubicBezTo>
                  <a:pt x="98661" y="67295"/>
                  <a:pt x="100231" y="69052"/>
                  <a:pt x="102175" y="70323"/>
                </a:cubicBezTo>
                <a:cubicBezTo>
                  <a:pt x="104120" y="71594"/>
                  <a:pt x="106175" y="72229"/>
                  <a:pt x="108343" y="72229"/>
                </a:cubicBezTo>
                <a:cubicBezTo>
                  <a:pt x="112530" y="72229"/>
                  <a:pt x="115820" y="70435"/>
                  <a:pt x="118213" y="66847"/>
                </a:cubicBezTo>
                <a:cubicBezTo>
                  <a:pt x="120606" y="63257"/>
                  <a:pt x="121803" y="58285"/>
                  <a:pt x="121803" y="51929"/>
                </a:cubicBezTo>
                <a:cubicBezTo>
                  <a:pt x="121803" y="46769"/>
                  <a:pt x="121111" y="42227"/>
                  <a:pt x="119727" y="38303"/>
                </a:cubicBezTo>
                <a:cubicBezTo>
                  <a:pt x="118345" y="34377"/>
                  <a:pt x="116457" y="31311"/>
                  <a:pt x="114064" y="29106"/>
                </a:cubicBezTo>
                <a:cubicBezTo>
                  <a:pt x="111672" y="26899"/>
                  <a:pt x="108905" y="25796"/>
                  <a:pt x="105764" y="25796"/>
                </a:cubicBezTo>
                <a:close/>
                <a:moveTo>
                  <a:pt x="137618" y="74249"/>
                </a:moveTo>
                <a:lnTo>
                  <a:pt x="137618" y="72566"/>
                </a:lnTo>
                <a:cubicBezTo>
                  <a:pt x="140459" y="72417"/>
                  <a:pt x="142309" y="71800"/>
                  <a:pt x="143168" y="70716"/>
                </a:cubicBezTo>
                <a:cubicBezTo>
                  <a:pt x="144028" y="69631"/>
                  <a:pt x="144496" y="67444"/>
                  <a:pt x="144571" y="64155"/>
                </a:cubicBezTo>
                <a:lnTo>
                  <a:pt x="144571" y="36340"/>
                </a:lnTo>
                <a:cubicBezTo>
                  <a:pt x="144571" y="33573"/>
                  <a:pt x="144272" y="31685"/>
                  <a:pt x="143673" y="30677"/>
                </a:cubicBezTo>
                <a:cubicBezTo>
                  <a:pt x="143075" y="29667"/>
                  <a:pt x="141991" y="29162"/>
                  <a:pt x="140421" y="29162"/>
                </a:cubicBezTo>
                <a:cubicBezTo>
                  <a:pt x="139001" y="29162"/>
                  <a:pt x="137992" y="29312"/>
                  <a:pt x="137394" y="29610"/>
                </a:cubicBezTo>
                <a:lnTo>
                  <a:pt x="137394" y="27704"/>
                </a:lnTo>
                <a:cubicBezTo>
                  <a:pt x="140459" y="26806"/>
                  <a:pt x="143114" y="25983"/>
                  <a:pt x="145357" y="25236"/>
                </a:cubicBezTo>
                <a:cubicBezTo>
                  <a:pt x="147600" y="24488"/>
                  <a:pt x="150105" y="23627"/>
                  <a:pt x="152872" y="22655"/>
                </a:cubicBezTo>
                <a:lnTo>
                  <a:pt x="153655" y="22881"/>
                </a:lnTo>
                <a:lnTo>
                  <a:pt x="153655" y="31741"/>
                </a:lnTo>
                <a:cubicBezTo>
                  <a:pt x="156199" y="29349"/>
                  <a:pt x="158367" y="27498"/>
                  <a:pt x="160160" y="26189"/>
                </a:cubicBezTo>
                <a:cubicBezTo>
                  <a:pt x="161955" y="24881"/>
                  <a:pt x="163600" y="23965"/>
                  <a:pt x="165096" y="23441"/>
                </a:cubicBezTo>
                <a:cubicBezTo>
                  <a:pt x="166592" y="22917"/>
                  <a:pt x="168199" y="22655"/>
                  <a:pt x="169919" y="22655"/>
                </a:cubicBezTo>
                <a:cubicBezTo>
                  <a:pt x="174106" y="22655"/>
                  <a:pt x="177358" y="24132"/>
                  <a:pt x="179675" y="27086"/>
                </a:cubicBezTo>
                <a:cubicBezTo>
                  <a:pt x="181994" y="30040"/>
                  <a:pt x="183153" y="34171"/>
                  <a:pt x="183153" y="39480"/>
                </a:cubicBezTo>
                <a:lnTo>
                  <a:pt x="183153" y="65165"/>
                </a:lnTo>
                <a:cubicBezTo>
                  <a:pt x="183228" y="67930"/>
                  <a:pt x="183695" y="69781"/>
                  <a:pt x="184554" y="70716"/>
                </a:cubicBezTo>
                <a:cubicBezTo>
                  <a:pt x="185415" y="71651"/>
                  <a:pt x="187228" y="72267"/>
                  <a:pt x="189995" y="72566"/>
                </a:cubicBezTo>
                <a:lnTo>
                  <a:pt x="189995" y="74249"/>
                </a:lnTo>
                <a:lnTo>
                  <a:pt x="166665" y="74249"/>
                </a:lnTo>
                <a:lnTo>
                  <a:pt x="166665" y="72566"/>
                </a:lnTo>
                <a:cubicBezTo>
                  <a:pt x="169432" y="72417"/>
                  <a:pt x="171283" y="71725"/>
                  <a:pt x="172217" y="70492"/>
                </a:cubicBezTo>
                <a:cubicBezTo>
                  <a:pt x="173153" y="69258"/>
                  <a:pt x="173658" y="66809"/>
                  <a:pt x="173732" y="63145"/>
                </a:cubicBezTo>
                <a:lnTo>
                  <a:pt x="173732" y="39704"/>
                </a:lnTo>
                <a:cubicBezTo>
                  <a:pt x="173732" y="32451"/>
                  <a:pt x="171003" y="28825"/>
                  <a:pt x="165544" y="28825"/>
                </a:cubicBezTo>
                <a:cubicBezTo>
                  <a:pt x="163676" y="28825"/>
                  <a:pt x="161937" y="29255"/>
                  <a:pt x="160330" y="30115"/>
                </a:cubicBezTo>
                <a:cubicBezTo>
                  <a:pt x="158722" y="30974"/>
                  <a:pt x="156610" y="32675"/>
                  <a:pt x="153993" y="35217"/>
                </a:cubicBezTo>
                <a:lnTo>
                  <a:pt x="153993" y="66734"/>
                </a:lnTo>
                <a:cubicBezTo>
                  <a:pt x="153993" y="68753"/>
                  <a:pt x="154534" y="70193"/>
                  <a:pt x="155618" y="71053"/>
                </a:cubicBezTo>
                <a:cubicBezTo>
                  <a:pt x="156702" y="71913"/>
                  <a:pt x="158628" y="72417"/>
                  <a:pt x="161394" y="72566"/>
                </a:cubicBezTo>
                <a:lnTo>
                  <a:pt x="161394" y="74249"/>
                </a:lnTo>
                <a:lnTo>
                  <a:pt x="137618" y="74249"/>
                </a:lnTo>
                <a:close/>
                <a:moveTo>
                  <a:pt x="236652" y="56751"/>
                </a:moveTo>
                <a:lnTo>
                  <a:pt x="238223" y="57761"/>
                </a:lnTo>
                <a:cubicBezTo>
                  <a:pt x="236578" y="61051"/>
                  <a:pt x="235120" y="63613"/>
                  <a:pt x="233849" y="65445"/>
                </a:cubicBezTo>
                <a:cubicBezTo>
                  <a:pt x="232578" y="67276"/>
                  <a:pt x="231194" y="68827"/>
                  <a:pt x="229699" y="70098"/>
                </a:cubicBezTo>
                <a:cubicBezTo>
                  <a:pt x="225587" y="73612"/>
                  <a:pt x="221063" y="75370"/>
                  <a:pt x="216127" y="75370"/>
                </a:cubicBezTo>
                <a:cubicBezTo>
                  <a:pt x="212015" y="75370"/>
                  <a:pt x="208352" y="74304"/>
                  <a:pt x="205137" y="72174"/>
                </a:cubicBezTo>
                <a:cubicBezTo>
                  <a:pt x="201922" y="70043"/>
                  <a:pt x="199398" y="67090"/>
                  <a:pt x="197566" y="63315"/>
                </a:cubicBezTo>
                <a:cubicBezTo>
                  <a:pt x="195733" y="59538"/>
                  <a:pt x="194817" y="55257"/>
                  <a:pt x="194817" y="50471"/>
                </a:cubicBezTo>
                <a:cubicBezTo>
                  <a:pt x="194817" y="41274"/>
                  <a:pt x="197733" y="34095"/>
                  <a:pt x="203566" y="28936"/>
                </a:cubicBezTo>
                <a:cubicBezTo>
                  <a:pt x="208352" y="24749"/>
                  <a:pt x="213624" y="22655"/>
                  <a:pt x="219381" y="22655"/>
                </a:cubicBezTo>
                <a:cubicBezTo>
                  <a:pt x="222521" y="22655"/>
                  <a:pt x="225399" y="23179"/>
                  <a:pt x="228016" y="24226"/>
                </a:cubicBezTo>
                <a:cubicBezTo>
                  <a:pt x="230634" y="25273"/>
                  <a:pt x="232727" y="26675"/>
                  <a:pt x="234297" y="28433"/>
                </a:cubicBezTo>
                <a:cubicBezTo>
                  <a:pt x="235867" y="30190"/>
                  <a:pt x="236652" y="32115"/>
                  <a:pt x="236652" y="34209"/>
                </a:cubicBezTo>
                <a:cubicBezTo>
                  <a:pt x="236652" y="35480"/>
                  <a:pt x="236147" y="36583"/>
                  <a:pt x="235137" y="37517"/>
                </a:cubicBezTo>
                <a:cubicBezTo>
                  <a:pt x="234129" y="38451"/>
                  <a:pt x="232877" y="38919"/>
                  <a:pt x="231381" y="38919"/>
                </a:cubicBezTo>
                <a:cubicBezTo>
                  <a:pt x="228764" y="38919"/>
                  <a:pt x="226969" y="37199"/>
                  <a:pt x="225997" y="33761"/>
                </a:cubicBezTo>
                <a:lnTo>
                  <a:pt x="225324" y="31293"/>
                </a:lnTo>
                <a:cubicBezTo>
                  <a:pt x="224801" y="29199"/>
                  <a:pt x="224072" y="27779"/>
                  <a:pt x="223137" y="27031"/>
                </a:cubicBezTo>
                <a:cubicBezTo>
                  <a:pt x="222203" y="26283"/>
                  <a:pt x="220726" y="25909"/>
                  <a:pt x="218708" y="25909"/>
                </a:cubicBezTo>
                <a:cubicBezTo>
                  <a:pt x="214147" y="25909"/>
                  <a:pt x="210464" y="27703"/>
                  <a:pt x="207659" y="31293"/>
                </a:cubicBezTo>
                <a:cubicBezTo>
                  <a:pt x="204856" y="34881"/>
                  <a:pt x="203455" y="39591"/>
                  <a:pt x="203455" y="45424"/>
                </a:cubicBezTo>
                <a:cubicBezTo>
                  <a:pt x="203455" y="49686"/>
                  <a:pt x="204184" y="53463"/>
                  <a:pt x="205642" y="56753"/>
                </a:cubicBezTo>
                <a:cubicBezTo>
                  <a:pt x="207100" y="60042"/>
                  <a:pt x="209137" y="62622"/>
                  <a:pt x="211753" y="64492"/>
                </a:cubicBezTo>
                <a:cubicBezTo>
                  <a:pt x="214370" y="66361"/>
                  <a:pt x="217399" y="67295"/>
                  <a:pt x="220839" y="67295"/>
                </a:cubicBezTo>
                <a:cubicBezTo>
                  <a:pt x="224054" y="67295"/>
                  <a:pt x="226820" y="66510"/>
                  <a:pt x="229137" y="64940"/>
                </a:cubicBezTo>
                <a:cubicBezTo>
                  <a:pt x="231456" y="63369"/>
                  <a:pt x="233961" y="60640"/>
                  <a:pt x="236652" y="56751"/>
                </a:cubicBezTo>
                <a:close/>
                <a:moveTo>
                  <a:pt x="288245" y="55855"/>
                </a:moveTo>
                <a:lnTo>
                  <a:pt x="290039" y="56640"/>
                </a:lnTo>
                <a:cubicBezTo>
                  <a:pt x="287722" y="62696"/>
                  <a:pt x="284525" y="67332"/>
                  <a:pt x="280450" y="70547"/>
                </a:cubicBezTo>
                <a:cubicBezTo>
                  <a:pt x="276374" y="73762"/>
                  <a:pt x="271645" y="75370"/>
                  <a:pt x="266262" y="75370"/>
                </a:cubicBezTo>
                <a:cubicBezTo>
                  <a:pt x="259832" y="75370"/>
                  <a:pt x="254729" y="73108"/>
                  <a:pt x="250952" y="68586"/>
                </a:cubicBezTo>
                <a:cubicBezTo>
                  <a:pt x="247177" y="64062"/>
                  <a:pt x="245289" y="57949"/>
                  <a:pt x="245289" y="50246"/>
                </a:cubicBezTo>
                <a:cubicBezTo>
                  <a:pt x="245289" y="45611"/>
                  <a:pt x="246018" y="41405"/>
                  <a:pt x="247477" y="37630"/>
                </a:cubicBezTo>
                <a:cubicBezTo>
                  <a:pt x="248935" y="33854"/>
                  <a:pt x="250972" y="30806"/>
                  <a:pt x="253588" y="28488"/>
                </a:cubicBezTo>
                <a:cubicBezTo>
                  <a:pt x="257925" y="24599"/>
                  <a:pt x="262972" y="22655"/>
                  <a:pt x="268730" y="22655"/>
                </a:cubicBezTo>
                <a:cubicBezTo>
                  <a:pt x="274786" y="22655"/>
                  <a:pt x="279571" y="24787"/>
                  <a:pt x="283085" y="29049"/>
                </a:cubicBezTo>
                <a:cubicBezTo>
                  <a:pt x="284506" y="30844"/>
                  <a:pt x="285553" y="32732"/>
                  <a:pt x="286226" y="34714"/>
                </a:cubicBezTo>
                <a:cubicBezTo>
                  <a:pt x="286899" y="36694"/>
                  <a:pt x="287460" y="39517"/>
                  <a:pt x="287908" y="43182"/>
                </a:cubicBezTo>
                <a:lnTo>
                  <a:pt x="253364" y="43182"/>
                </a:lnTo>
                <a:cubicBezTo>
                  <a:pt x="253513" y="46620"/>
                  <a:pt x="253812" y="49405"/>
                  <a:pt x="254260" y="51537"/>
                </a:cubicBezTo>
                <a:cubicBezTo>
                  <a:pt x="254710" y="53668"/>
                  <a:pt x="255421" y="55817"/>
                  <a:pt x="256393" y="57985"/>
                </a:cubicBezTo>
                <a:cubicBezTo>
                  <a:pt x="259682" y="64416"/>
                  <a:pt x="264505" y="67631"/>
                  <a:pt x="270861" y="67631"/>
                </a:cubicBezTo>
                <a:cubicBezTo>
                  <a:pt x="274450" y="67631"/>
                  <a:pt x="277572" y="66734"/>
                  <a:pt x="280226" y="64940"/>
                </a:cubicBezTo>
                <a:cubicBezTo>
                  <a:pt x="282881" y="63146"/>
                  <a:pt x="285554" y="60117"/>
                  <a:pt x="288245" y="55855"/>
                </a:cubicBezTo>
                <a:moveTo>
                  <a:pt x="253588" y="39591"/>
                </a:moveTo>
                <a:lnTo>
                  <a:pt x="276469" y="39591"/>
                </a:lnTo>
                <a:cubicBezTo>
                  <a:pt x="275721" y="34732"/>
                  <a:pt x="274562" y="31368"/>
                  <a:pt x="272992" y="29499"/>
                </a:cubicBezTo>
                <a:cubicBezTo>
                  <a:pt x="271422" y="27629"/>
                  <a:pt x="268917" y="26694"/>
                  <a:pt x="265477" y="26694"/>
                </a:cubicBezTo>
                <a:cubicBezTo>
                  <a:pt x="262037" y="26694"/>
                  <a:pt x="259345" y="27741"/>
                  <a:pt x="257401" y="29835"/>
                </a:cubicBezTo>
                <a:cubicBezTo>
                  <a:pt x="255458" y="31928"/>
                  <a:pt x="254187" y="35180"/>
                  <a:pt x="253588" y="395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A6FD5-580F-4550-978A-38F698F0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449" y="4808758"/>
            <a:ext cx="381527" cy="259784"/>
          </a:xfrm>
          <a:custGeom xmlns:a="http://schemas.openxmlformats.org/drawingml/2006/main">
            <a:pathLst>
              <a:path w="381527" h="259784" fill="none">
                <a:moveTo>
                  <a:pt x="0" y="259784"/>
                </a:moveTo>
                <a:lnTo>
                  <a:pt x="381527" y="259784"/>
                </a:lnTo>
                <a:lnTo>
                  <a:pt x="381527" y="0"/>
                </a:lnTo>
                <a:lnTo>
                  <a:pt x="0" y="0"/>
                </a:lnTo>
                <a:lnTo>
                  <a:pt x="0" y="2597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259" name="Text [0]">
            <a:extLst xmlns:a="http://schemas.openxmlformats.org/drawingml/2006/main">
              <a:ext uri="{FF2B5EF4-FFF2-40B4-BE49-F238E27FC236}">
                <a16:creationId xmlns:a16="http://schemas.microsoft.com/office/drawing/2014/main" id="{9523DE61-3D0A-453F-A5B5-ECA43253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671" y="4878128"/>
            <a:ext cx="141008" cy="126751"/>
          </a:xfrm>
          <a:custGeom xmlns:a="http://schemas.openxmlformats.org/drawingml/2006/main">
            <a:pathLst>
              <a:path w="141008" h="126751">
                <a:moveTo>
                  <a:pt x="29644" y="126751"/>
                </a:moveTo>
                <a:lnTo>
                  <a:pt x="0" y="126751"/>
                </a:lnTo>
                <a:lnTo>
                  <a:pt x="0" y="0"/>
                </a:lnTo>
                <a:lnTo>
                  <a:pt x="29644" y="0"/>
                </a:lnTo>
                <a:lnTo>
                  <a:pt x="29644" y="5118"/>
                </a:lnTo>
                <a:lnTo>
                  <a:pt x="11033" y="5118"/>
                </a:lnTo>
                <a:lnTo>
                  <a:pt x="11033" y="121633"/>
                </a:lnTo>
                <a:lnTo>
                  <a:pt x="29644" y="121633"/>
                </a:lnTo>
                <a:lnTo>
                  <a:pt x="29644" y="126751"/>
                </a:lnTo>
                <a:close/>
                <a:moveTo>
                  <a:pt x="69731" y="97373"/>
                </a:moveTo>
                <a:cubicBezTo>
                  <a:pt x="60160" y="97373"/>
                  <a:pt x="53037" y="93607"/>
                  <a:pt x="48362" y="86074"/>
                </a:cubicBezTo>
                <a:cubicBezTo>
                  <a:pt x="43687" y="78541"/>
                  <a:pt x="41350" y="67109"/>
                  <a:pt x="41350" y="51777"/>
                </a:cubicBezTo>
                <a:cubicBezTo>
                  <a:pt x="41350" y="43624"/>
                  <a:pt x="42070" y="36579"/>
                  <a:pt x="43510" y="30641"/>
                </a:cubicBezTo>
                <a:cubicBezTo>
                  <a:pt x="44950" y="24703"/>
                  <a:pt x="46966" y="19796"/>
                  <a:pt x="49558" y="15919"/>
                </a:cubicBezTo>
                <a:cubicBezTo>
                  <a:pt x="52151" y="12041"/>
                  <a:pt x="55263" y="9172"/>
                  <a:pt x="58897" y="7311"/>
                </a:cubicBezTo>
                <a:cubicBezTo>
                  <a:pt x="62530" y="5450"/>
                  <a:pt x="66496" y="4520"/>
                  <a:pt x="70794" y="4520"/>
                </a:cubicBezTo>
                <a:cubicBezTo>
                  <a:pt x="80498" y="4520"/>
                  <a:pt x="87721" y="8264"/>
                  <a:pt x="92462" y="15752"/>
                </a:cubicBezTo>
                <a:cubicBezTo>
                  <a:pt x="97204" y="23241"/>
                  <a:pt x="99574" y="34562"/>
                  <a:pt x="99574" y="49717"/>
                </a:cubicBezTo>
                <a:cubicBezTo>
                  <a:pt x="99574" y="65403"/>
                  <a:pt x="97037" y="77267"/>
                  <a:pt x="91964" y="85309"/>
                </a:cubicBezTo>
                <a:cubicBezTo>
                  <a:pt x="86890" y="93352"/>
                  <a:pt x="79479" y="97373"/>
                  <a:pt x="69731" y="97373"/>
                </a:cubicBezTo>
                <a:moveTo>
                  <a:pt x="54311" y="49783"/>
                </a:moveTo>
                <a:cubicBezTo>
                  <a:pt x="54311" y="64229"/>
                  <a:pt x="55651" y="74830"/>
                  <a:pt x="58332" y="81587"/>
                </a:cubicBezTo>
                <a:cubicBezTo>
                  <a:pt x="61013" y="88345"/>
                  <a:pt x="65167" y="91723"/>
                  <a:pt x="70794" y="91723"/>
                </a:cubicBezTo>
                <a:cubicBezTo>
                  <a:pt x="76156" y="91723"/>
                  <a:pt x="80133" y="88544"/>
                  <a:pt x="82725" y="82185"/>
                </a:cubicBezTo>
                <a:cubicBezTo>
                  <a:pt x="85317" y="75827"/>
                  <a:pt x="86613" y="65979"/>
                  <a:pt x="86613" y="52641"/>
                </a:cubicBezTo>
                <a:cubicBezTo>
                  <a:pt x="86613" y="42450"/>
                  <a:pt x="85949" y="34197"/>
                  <a:pt x="84619" y="27883"/>
                </a:cubicBezTo>
                <a:cubicBezTo>
                  <a:pt x="83290" y="21568"/>
                  <a:pt x="81440" y="17038"/>
                  <a:pt x="79069" y="14290"/>
                </a:cubicBezTo>
                <a:cubicBezTo>
                  <a:pt x="76699" y="11543"/>
                  <a:pt x="73830" y="10169"/>
                  <a:pt x="70462" y="10169"/>
                </a:cubicBezTo>
                <a:cubicBezTo>
                  <a:pt x="67405" y="10169"/>
                  <a:pt x="64846" y="11078"/>
                  <a:pt x="62785" y="12894"/>
                </a:cubicBezTo>
                <a:cubicBezTo>
                  <a:pt x="60725" y="14711"/>
                  <a:pt x="59063" y="17326"/>
                  <a:pt x="57800" y="20737"/>
                </a:cubicBezTo>
                <a:cubicBezTo>
                  <a:pt x="56537" y="24149"/>
                  <a:pt x="55640" y="28304"/>
                  <a:pt x="55108" y="33200"/>
                </a:cubicBezTo>
                <a:cubicBezTo>
                  <a:pt x="54577" y="38096"/>
                  <a:pt x="54311" y="43624"/>
                  <a:pt x="54311" y="49783"/>
                </a:cubicBezTo>
                <a:close/>
                <a:moveTo>
                  <a:pt x="111364" y="121633"/>
                </a:moveTo>
                <a:lnTo>
                  <a:pt x="129975" y="121633"/>
                </a:lnTo>
                <a:lnTo>
                  <a:pt x="129975" y="5118"/>
                </a:lnTo>
                <a:lnTo>
                  <a:pt x="111364" y="5118"/>
                </a:lnTo>
                <a:lnTo>
                  <a:pt x="111364" y="0"/>
                </a:lnTo>
                <a:lnTo>
                  <a:pt x="141008" y="0"/>
                </a:lnTo>
                <a:lnTo>
                  <a:pt x="141008" y="126751"/>
                </a:lnTo>
                <a:lnTo>
                  <a:pt x="111364" y="126751"/>
                </a:lnTo>
                <a:lnTo>
                  <a:pt x="111364" y="1216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64">
            <a:extLst xmlns:a="http://schemas.openxmlformats.org/drawingml/2006/main">
              <a:ext uri="{FF2B5EF4-FFF2-40B4-BE49-F238E27FC236}">
                <a16:creationId xmlns:a16="http://schemas.microsoft.com/office/drawing/2014/main" id="{EB4EED78-1224-4013-8B06-924D41C1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972" y="4861550"/>
            <a:ext cx="103761" cy="64062"/>
          </a:xfrm>
          <a:custGeom xmlns:a="http://schemas.openxmlformats.org/drawingml/2006/main">
            <a:pathLst>
              <a:path w="103761" h="64062">
                <a:moveTo>
                  <a:pt x="36996" y="0"/>
                </a:moveTo>
                <a:cubicBezTo>
                  <a:pt x="37386" y="454"/>
                  <a:pt x="37743" y="892"/>
                  <a:pt x="38067" y="1314"/>
                </a:cubicBezTo>
                <a:cubicBezTo>
                  <a:pt x="38392" y="1736"/>
                  <a:pt x="38749" y="2158"/>
                  <a:pt x="39138" y="2580"/>
                </a:cubicBezTo>
                <a:lnTo>
                  <a:pt x="39138" y="5452"/>
                </a:lnTo>
                <a:cubicBezTo>
                  <a:pt x="35211" y="5387"/>
                  <a:pt x="31674" y="5906"/>
                  <a:pt x="28526" y="7010"/>
                </a:cubicBezTo>
                <a:cubicBezTo>
                  <a:pt x="25378" y="8113"/>
                  <a:pt x="22604" y="9728"/>
                  <a:pt x="20202" y="11853"/>
                </a:cubicBezTo>
                <a:cubicBezTo>
                  <a:pt x="17800" y="13979"/>
                  <a:pt x="15788" y="16592"/>
                  <a:pt x="14166" y="19691"/>
                </a:cubicBezTo>
                <a:cubicBezTo>
                  <a:pt x="12543" y="22790"/>
                  <a:pt x="11277" y="26287"/>
                  <a:pt x="10369" y="30181"/>
                </a:cubicBezTo>
                <a:lnTo>
                  <a:pt x="10904" y="30425"/>
                </a:lnTo>
                <a:cubicBezTo>
                  <a:pt x="12235" y="29516"/>
                  <a:pt x="13549" y="28729"/>
                  <a:pt x="14847" y="28064"/>
                </a:cubicBezTo>
                <a:cubicBezTo>
                  <a:pt x="16145" y="27398"/>
                  <a:pt x="17460" y="26847"/>
                  <a:pt x="18790" y="26409"/>
                </a:cubicBezTo>
                <a:cubicBezTo>
                  <a:pt x="20121" y="25970"/>
                  <a:pt x="21500" y="25654"/>
                  <a:pt x="22928" y="25459"/>
                </a:cubicBezTo>
                <a:cubicBezTo>
                  <a:pt x="24356" y="25265"/>
                  <a:pt x="25881" y="25167"/>
                  <a:pt x="27504" y="25167"/>
                </a:cubicBezTo>
                <a:cubicBezTo>
                  <a:pt x="30360" y="25167"/>
                  <a:pt x="32883" y="25589"/>
                  <a:pt x="35074" y="26433"/>
                </a:cubicBezTo>
                <a:cubicBezTo>
                  <a:pt x="37264" y="27277"/>
                  <a:pt x="39122" y="28510"/>
                  <a:pt x="40647" y="30133"/>
                </a:cubicBezTo>
                <a:cubicBezTo>
                  <a:pt x="42173" y="31755"/>
                  <a:pt x="43325" y="33702"/>
                  <a:pt x="44104" y="35974"/>
                </a:cubicBezTo>
                <a:cubicBezTo>
                  <a:pt x="44882" y="38246"/>
                  <a:pt x="45272" y="40777"/>
                  <a:pt x="45272" y="43568"/>
                </a:cubicBezTo>
                <a:cubicBezTo>
                  <a:pt x="45272" y="46521"/>
                  <a:pt x="44785" y="49264"/>
                  <a:pt x="43812" y="51795"/>
                </a:cubicBezTo>
                <a:cubicBezTo>
                  <a:pt x="42838" y="54326"/>
                  <a:pt x="41378" y="56501"/>
                  <a:pt x="39430" y="58318"/>
                </a:cubicBezTo>
                <a:cubicBezTo>
                  <a:pt x="37483" y="60135"/>
                  <a:pt x="35074" y="61547"/>
                  <a:pt x="32201" y="62553"/>
                </a:cubicBezTo>
                <a:cubicBezTo>
                  <a:pt x="29329" y="63559"/>
                  <a:pt x="25962" y="64062"/>
                  <a:pt x="22100" y="64062"/>
                </a:cubicBezTo>
                <a:cubicBezTo>
                  <a:pt x="14799" y="64062"/>
                  <a:pt x="9290" y="61977"/>
                  <a:pt x="5574" y="57807"/>
                </a:cubicBezTo>
                <a:cubicBezTo>
                  <a:pt x="1858" y="53637"/>
                  <a:pt x="0" y="47495"/>
                  <a:pt x="0" y="39382"/>
                </a:cubicBezTo>
                <a:cubicBezTo>
                  <a:pt x="0" y="35747"/>
                  <a:pt x="406" y="32266"/>
                  <a:pt x="1217" y="28940"/>
                </a:cubicBezTo>
                <a:cubicBezTo>
                  <a:pt x="2028" y="25614"/>
                  <a:pt x="3221" y="22514"/>
                  <a:pt x="4795" y="19642"/>
                </a:cubicBezTo>
                <a:cubicBezTo>
                  <a:pt x="6369" y="16770"/>
                  <a:pt x="8276" y="14174"/>
                  <a:pt x="10515" y="11853"/>
                </a:cubicBezTo>
                <a:cubicBezTo>
                  <a:pt x="12754" y="9533"/>
                  <a:pt x="15253" y="7521"/>
                  <a:pt x="18011" y="5817"/>
                </a:cubicBezTo>
                <a:cubicBezTo>
                  <a:pt x="20770" y="4113"/>
                  <a:pt x="23756" y="2767"/>
                  <a:pt x="26968" y="1777"/>
                </a:cubicBezTo>
                <a:cubicBezTo>
                  <a:pt x="30181" y="787"/>
                  <a:pt x="33524" y="195"/>
                  <a:pt x="36996" y="0"/>
                </a:cubicBezTo>
                <a:moveTo>
                  <a:pt x="24096" y="30765"/>
                </a:moveTo>
                <a:cubicBezTo>
                  <a:pt x="21922" y="30765"/>
                  <a:pt x="19918" y="31058"/>
                  <a:pt x="18084" y="31642"/>
                </a:cubicBezTo>
                <a:cubicBezTo>
                  <a:pt x="16251" y="32226"/>
                  <a:pt x="14506" y="33021"/>
                  <a:pt x="12851" y="34027"/>
                </a:cubicBezTo>
                <a:cubicBezTo>
                  <a:pt x="12170" y="34481"/>
                  <a:pt x="11643" y="34903"/>
                  <a:pt x="11269" y="35293"/>
                </a:cubicBezTo>
                <a:cubicBezTo>
                  <a:pt x="10896" y="35682"/>
                  <a:pt x="10620" y="36145"/>
                  <a:pt x="10442" y="36680"/>
                </a:cubicBezTo>
                <a:cubicBezTo>
                  <a:pt x="10263" y="37215"/>
                  <a:pt x="10142" y="37881"/>
                  <a:pt x="10077" y="38676"/>
                </a:cubicBezTo>
                <a:cubicBezTo>
                  <a:pt x="10012" y="39471"/>
                  <a:pt x="9979" y="40550"/>
                  <a:pt x="9979" y="41913"/>
                </a:cubicBezTo>
                <a:cubicBezTo>
                  <a:pt x="9979" y="53401"/>
                  <a:pt x="14150" y="59146"/>
                  <a:pt x="22490" y="59146"/>
                </a:cubicBezTo>
                <a:cubicBezTo>
                  <a:pt x="24762" y="59146"/>
                  <a:pt x="26717" y="58813"/>
                  <a:pt x="28356" y="58148"/>
                </a:cubicBezTo>
                <a:cubicBezTo>
                  <a:pt x="29995" y="57482"/>
                  <a:pt x="31333" y="56525"/>
                  <a:pt x="32372" y="55276"/>
                </a:cubicBezTo>
                <a:cubicBezTo>
                  <a:pt x="33410" y="54026"/>
                  <a:pt x="34173" y="52485"/>
                  <a:pt x="34660" y="50651"/>
                </a:cubicBezTo>
                <a:cubicBezTo>
                  <a:pt x="35147" y="48817"/>
                  <a:pt x="35390" y="46732"/>
                  <a:pt x="35390" y="44396"/>
                </a:cubicBezTo>
                <a:cubicBezTo>
                  <a:pt x="35390" y="40047"/>
                  <a:pt x="34416" y="36688"/>
                  <a:pt x="32469" y="34319"/>
                </a:cubicBezTo>
                <a:cubicBezTo>
                  <a:pt x="30522" y="31950"/>
                  <a:pt x="27731" y="30765"/>
                  <a:pt x="24096" y="30765"/>
                </a:cubicBezTo>
                <a:close/>
                <a:moveTo>
                  <a:pt x="76111" y="60119"/>
                </a:moveTo>
                <a:cubicBezTo>
                  <a:pt x="77085" y="59860"/>
                  <a:pt x="77912" y="59624"/>
                  <a:pt x="78594" y="59413"/>
                </a:cubicBezTo>
                <a:cubicBezTo>
                  <a:pt x="79275" y="59202"/>
                  <a:pt x="79843" y="58959"/>
                  <a:pt x="80298" y="58683"/>
                </a:cubicBezTo>
                <a:cubicBezTo>
                  <a:pt x="80752" y="58407"/>
                  <a:pt x="81085" y="58083"/>
                  <a:pt x="81296" y="57710"/>
                </a:cubicBezTo>
                <a:cubicBezTo>
                  <a:pt x="81507" y="57336"/>
                  <a:pt x="81669" y="56866"/>
                  <a:pt x="81782" y="56298"/>
                </a:cubicBezTo>
                <a:cubicBezTo>
                  <a:pt x="81896" y="55730"/>
                  <a:pt x="81961" y="55016"/>
                  <a:pt x="81977" y="54156"/>
                </a:cubicBezTo>
                <a:cubicBezTo>
                  <a:pt x="81993" y="53296"/>
                  <a:pt x="82002" y="52233"/>
                  <a:pt x="82002" y="50967"/>
                </a:cubicBezTo>
                <a:lnTo>
                  <a:pt x="82002" y="44590"/>
                </a:lnTo>
                <a:lnTo>
                  <a:pt x="54595" y="44590"/>
                </a:lnTo>
                <a:lnTo>
                  <a:pt x="54595" y="40745"/>
                </a:lnTo>
                <a:cubicBezTo>
                  <a:pt x="59430" y="34027"/>
                  <a:pt x="64234" y="27350"/>
                  <a:pt x="69004" y="20713"/>
                </a:cubicBezTo>
                <a:cubicBezTo>
                  <a:pt x="73775" y="14076"/>
                  <a:pt x="78578" y="7399"/>
                  <a:pt x="83413" y="682"/>
                </a:cubicBezTo>
                <a:lnTo>
                  <a:pt x="91153" y="682"/>
                </a:lnTo>
                <a:lnTo>
                  <a:pt x="91153" y="39479"/>
                </a:lnTo>
                <a:lnTo>
                  <a:pt x="92030" y="39479"/>
                </a:lnTo>
                <a:cubicBezTo>
                  <a:pt x="93360" y="39479"/>
                  <a:pt x="94439" y="39414"/>
                  <a:pt x="95267" y="39284"/>
                </a:cubicBezTo>
                <a:cubicBezTo>
                  <a:pt x="96094" y="39155"/>
                  <a:pt x="96760" y="38887"/>
                  <a:pt x="97263" y="38481"/>
                </a:cubicBezTo>
                <a:cubicBezTo>
                  <a:pt x="97766" y="38075"/>
                  <a:pt x="98187" y="37508"/>
                  <a:pt x="98528" y="36777"/>
                </a:cubicBezTo>
                <a:cubicBezTo>
                  <a:pt x="98869" y="36047"/>
                  <a:pt x="99234" y="35098"/>
                  <a:pt x="99624" y="33930"/>
                </a:cubicBezTo>
                <a:lnTo>
                  <a:pt x="103761" y="33930"/>
                </a:lnTo>
                <a:cubicBezTo>
                  <a:pt x="103664" y="35715"/>
                  <a:pt x="103558" y="37483"/>
                  <a:pt x="103445" y="39236"/>
                </a:cubicBezTo>
                <a:cubicBezTo>
                  <a:pt x="103331" y="40988"/>
                  <a:pt x="103226" y="42773"/>
                  <a:pt x="103128" y="44590"/>
                </a:cubicBezTo>
                <a:lnTo>
                  <a:pt x="91153" y="44590"/>
                </a:lnTo>
                <a:lnTo>
                  <a:pt x="91153" y="50967"/>
                </a:lnTo>
                <a:cubicBezTo>
                  <a:pt x="91153" y="52850"/>
                  <a:pt x="91194" y="54310"/>
                  <a:pt x="91275" y="55349"/>
                </a:cubicBezTo>
                <a:cubicBezTo>
                  <a:pt x="91356" y="56387"/>
                  <a:pt x="91600" y="57198"/>
                  <a:pt x="92005" y="57783"/>
                </a:cubicBezTo>
                <a:cubicBezTo>
                  <a:pt x="92411" y="58367"/>
                  <a:pt x="93011" y="58805"/>
                  <a:pt x="93806" y="59097"/>
                </a:cubicBezTo>
                <a:cubicBezTo>
                  <a:pt x="94601" y="59389"/>
                  <a:pt x="95713" y="59730"/>
                  <a:pt x="97141" y="60119"/>
                </a:cubicBezTo>
                <a:lnTo>
                  <a:pt x="97141" y="63040"/>
                </a:lnTo>
                <a:lnTo>
                  <a:pt x="76111" y="63040"/>
                </a:lnTo>
                <a:lnTo>
                  <a:pt x="76111" y="60119"/>
                </a:lnTo>
                <a:moveTo>
                  <a:pt x="63309" y="39479"/>
                </a:moveTo>
                <a:lnTo>
                  <a:pt x="82002" y="39479"/>
                </a:lnTo>
                <a:lnTo>
                  <a:pt x="82002" y="29694"/>
                </a:lnTo>
                <a:cubicBezTo>
                  <a:pt x="82002" y="28591"/>
                  <a:pt x="82018" y="27228"/>
                  <a:pt x="82050" y="25605"/>
                </a:cubicBezTo>
                <a:cubicBezTo>
                  <a:pt x="82083" y="23983"/>
                  <a:pt x="82123" y="22336"/>
                  <a:pt x="82172" y="20664"/>
                </a:cubicBezTo>
                <a:cubicBezTo>
                  <a:pt x="82221" y="18993"/>
                  <a:pt x="82277" y="17403"/>
                  <a:pt x="82342" y="15894"/>
                </a:cubicBezTo>
                <a:cubicBezTo>
                  <a:pt x="82407" y="14385"/>
                  <a:pt x="82472" y="13111"/>
                  <a:pt x="82537" y="12073"/>
                </a:cubicBezTo>
                <a:lnTo>
                  <a:pt x="82002" y="12073"/>
                </a:lnTo>
                <a:cubicBezTo>
                  <a:pt x="78886" y="16583"/>
                  <a:pt x="75779" y="21062"/>
                  <a:pt x="72679" y="25508"/>
                </a:cubicBezTo>
                <a:cubicBezTo>
                  <a:pt x="69580" y="29954"/>
                  <a:pt x="66457" y="34416"/>
                  <a:pt x="63309" y="38895"/>
                </a:cubicBezTo>
                <a:lnTo>
                  <a:pt x="63309" y="394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A865B-1B19-4C10-BFB5-72FEAD51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0667" y="4895831"/>
            <a:ext cx="428419" cy="65026"/>
          </a:xfrm>
          <a:custGeom xmlns:a="http://schemas.openxmlformats.org/drawingml/2006/main">
            <a:pathLst>
              <a:path w="428419" h="65026">
                <a:moveTo>
                  <a:pt x="428419" y="33871"/>
                </a:moveTo>
                <a:lnTo>
                  <a:pt x="428339" y="25883"/>
                </a:lnTo>
                <a:lnTo>
                  <a:pt x="22630" y="28735"/>
                </a:lnTo>
                <a:lnTo>
                  <a:pt x="57676" y="7988"/>
                </a:lnTo>
                <a:lnTo>
                  <a:pt x="57909" y="7842"/>
                </a:lnTo>
                <a:lnTo>
                  <a:pt x="58129" y="7682"/>
                </a:lnTo>
                <a:lnTo>
                  <a:pt x="58335" y="7509"/>
                </a:lnTo>
                <a:lnTo>
                  <a:pt x="58526" y="7325"/>
                </a:lnTo>
                <a:lnTo>
                  <a:pt x="58704" y="7130"/>
                </a:lnTo>
                <a:lnTo>
                  <a:pt x="58867" y="6925"/>
                </a:lnTo>
                <a:lnTo>
                  <a:pt x="59016" y="6711"/>
                </a:lnTo>
                <a:lnTo>
                  <a:pt x="59150" y="6488"/>
                </a:lnTo>
                <a:lnTo>
                  <a:pt x="59269" y="6258"/>
                </a:lnTo>
                <a:lnTo>
                  <a:pt x="59373" y="6022"/>
                </a:lnTo>
                <a:lnTo>
                  <a:pt x="59461" y="5779"/>
                </a:lnTo>
                <a:lnTo>
                  <a:pt x="59534" y="5532"/>
                </a:lnTo>
                <a:lnTo>
                  <a:pt x="59591" y="5280"/>
                </a:lnTo>
                <a:lnTo>
                  <a:pt x="59632" y="5025"/>
                </a:lnTo>
                <a:lnTo>
                  <a:pt x="59656" y="4768"/>
                </a:lnTo>
                <a:lnTo>
                  <a:pt x="59665" y="4509"/>
                </a:lnTo>
                <a:lnTo>
                  <a:pt x="59656" y="4249"/>
                </a:lnTo>
                <a:lnTo>
                  <a:pt x="59631" y="3989"/>
                </a:lnTo>
                <a:lnTo>
                  <a:pt x="59589" y="3730"/>
                </a:lnTo>
                <a:lnTo>
                  <a:pt x="59529" y="3473"/>
                </a:lnTo>
                <a:lnTo>
                  <a:pt x="59452" y="3218"/>
                </a:lnTo>
                <a:lnTo>
                  <a:pt x="59358" y="2966"/>
                </a:lnTo>
                <a:lnTo>
                  <a:pt x="59245" y="2719"/>
                </a:lnTo>
                <a:lnTo>
                  <a:pt x="59114" y="2476"/>
                </a:lnTo>
                <a:lnTo>
                  <a:pt x="58958" y="2253"/>
                </a:lnTo>
                <a:lnTo>
                  <a:pt x="58791" y="2042"/>
                </a:lnTo>
                <a:lnTo>
                  <a:pt x="58612" y="1845"/>
                </a:lnTo>
                <a:lnTo>
                  <a:pt x="58423" y="1660"/>
                </a:lnTo>
                <a:lnTo>
                  <a:pt x="58225" y="1489"/>
                </a:lnTo>
                <a:lnTo>
                  <a:pt x="58017" y="1332"/>
                </a:lnTo>
                <a:lnTo>
                  <a:pt x="57802" y="1188"/>
                </a:lnTo>
                <a:lnTo>
                  <a:pt x="57579" y="1059"/>
                </a:lnTo>
                <a:lnTo>
                  <a:pt x="57349" y="944"/>
                </a:lnTo>
                <a:lnTo>
                  <a:pt x="57114" y="844"/>
                </a:lnTo>
                <a:lnTo>
                  <a:pt x="56873" y="759"/>
                </a:lnTo>
                <a:lnTo>
                  <a:pt x="56628" y="689"/>
                </a:lnTo>
                <a:lnTo>
                  <a:pt x="56379" y="634"/>
                </a:lnTo>
                <a:lnTo>
                  <a:pt x="56127" y="595"/>
                </a:lnTo>
                <a:lnTo>
                  <a:pt x="55873" y="572"/>
                </a:lnTo>
                <a:lnTo>
                  <a:pt x="55617" y="565"/>
                </a:lnTo>
                <a:lnTo>
                  <a:pt x="55361" y="574"/>
                </a:lnTo>
                <a:lnTo>
                  <a:pt x="55104" y="600"/>
                </a:lnTo>
                <a:lnTo>
                  <a:pt x="54848" y="643"/>
                </a:lnTo>
                <a:lnTo>
                  <a:pt x="54593" y="703"/>
                </a:lnTo>
                <a:lnTo>
                  <a:pt x="54340" y="780"/>
                </a:lnTo>
                <a:lnTo>
                  <a:pt x="54091" y="875"/>
                </a:lnTo>
                <a:lnTo>
                  <a:pt x="53844" y="988"/>
                </a:lnTo>
                <a:lnTo>
                  <a:pt x="53602" y="1118"/>
                </a:lnTo>
                <a:lnTo>
                  <a:pt x="0" y="32912"/>
                </a:lnTo>
                <a:lnTo>
                  <a:pt x="54082" y="63907"/>
                </a:lnTo>
                <a:lnTo>
                  <a:pt x="54324" y="64038"/>
                </a:lnTo>
                <a:lnTo>
                  <a:pt x="54570" y="64151"/>
                </a:lnTo>
                <a:lnTo>
                  <a:pt x="54820" y="64245"/>
                </a:lnTo>
                <a:lnTo>
                  <a:pt x="55072" y="64322"/>
                </a:lnTo>
                <a:lnTo>
                  <a:pt x="55326" y="64382"/>
                </a:lnTo>
                <a:lnTo>
                  <a:pt x="55582" y="64424"/>
                </a:lnTo>
                <a:lnTo>
                  <a:pt x="55838" y="64449"/>
                </a:lnTo>
                <a:lnTo>
                  <a:pt x="56094" y="64458"/>
                </a:lnTo>
                <a:lnTo>
                  <a:pt x="56348" y="64449"/>
                </a:lnTo>
                <a:lnTo>
                  <a:pt x="56601" y="64425"/>
                </a:lnTo>
                <a:lnTo>
                  <a:pt x="56851" y="64384"/>
                </a:lnTo>
                <a:lnTo>
                  <a:pt x="57097" y="64327"/>
                </a:lnTo>
                <a:lnTo>
                  <a:pt x="57340" y="64254"/>
                </a:lnTo>
                <a:lnTo>
                  <a:pt x="57577" y="64166"/>
                </a:lnTo>
                <a:lnTo>
                  <a:pt x="57809" y="64062"/>
                </a:lnTo>
                <a:lnTo>
                  <a:pt x="58034" y="63943"/>
                </a:lnTo>
                <a:lnTo>
                  <a:pt x="58253" y="63809"/>
                </a:lnTo>
                <a:lnTo>
                  <a:pt x="58463" y="63660"/>
                </a:lnTo>
                <a:lnTo>
                  <a:pt x="58664" y="63497"/>
                </a:lnTo>
                <a:lnTo>
                  <a:pt x="58856" y="63319"/>
                </a:lnTo>
                <a:lnTo>
                  <a:pt x="59038" y="63128"/>
                </a:lnTo>
                <a:lnTo>
                  <a:pt x="59209" y="62922"/>
                </a:lnTo>
                <a:lnTo>
                  <a:pt x="59367" y="62702"/>
                </a:lnTo>
                <a:lnTo>
                  <a:pt x="59514" y="62469"/>
                </a:lnTo>
                <a:lnTo>
                  <a:pt x="59644" y="62227"/>
                </a:lnTo>
                <a:lnTo>
                  <a:pt x="59755" y="61980"/>
                </a:lnTo>
                <a:lnTo>
                  <a:pt x="59848" y="61728"/>
                </a:lnTo>
                <a:lnTo>
                  <a:pt x="59923" y="61474"/>
                </a:lnTo>
                <a:lnTo>
                  <a:pt x="59979" y="61216"/>
                </a:lnTo>
                <a:lnTo>
                  <a:pt x="60018" y="60958"/>
                </a:lnTo>
                <a:lnTo>
                  <a:pt x="60039" y="60699"/>
                </a:lnTo>
                <a:lnTo>
                  <a:pt x="60043" y="60440"/>
                </a:lnTo>
                <a:lnTo>
                  <a:pt x="60031" y="60182"/>
                </a:lnTo>
                <a:lnTo>
                  <a:pt x="60001" y="59926"/>
                </a:lnTo>
                <a:lnTo>
                  <a:pt x="59955" y="59673"/>
                </a:lnTo>
                <a:lnTo>
                  <a:pt x="59893" y="59424"/>
                </a:lnTo>
                <a:lnTo>
                  <a:pt x="59815" y="59179"/>
                </a:lnTo>
                <a:lnTo>
                  <a:pt x="59722" y="58940"/>
                </a:lnTo>
                <a:lnTo>
                  <a:pt x="59614" y="58707"/>
                </a:lnTo>
                <a:lnTo>
                  <a:pt x="59490" y="58481"/>
                </a:lnTo>
                <a:lnTo>
                  <a:pt x="59352" y="58263"/>
                </a:lnTo>
                <a:lnTo>
                  <a:pt x="59199" y="58055"/>
                </a:lnTo>
                <a:lnTo>
                  <a:pt x="59032" y="57856"/>
                </a:lnTo>
                <a:lnTo>
                  <a:pt x="58852" y="57667"/>
                </a:lnTo>
                <a:lnTo>
                  <a:pt x="58658" y="57490"/>
                </a:lnTo>
                <a:lnTo>
                  <a:pt x="58450" y="57326"/>
                </a:lnTo>
                <a:lnTo>
                  <a:pt x="58229" y="57175"/>
                </a:lnTo>
                <a:lnTo>
                  <a:pt x="57996" y="57037"/>
                </a:lnTo>
                <a:lnTo>
                  <a:pt x="22651" y="36723"/>
                </a:lnTo>
                <a:lnTo>
                  <a:pt x="428419" y="338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Counter">
            <a:extLst xmlns:a="http://schemas.openxmlformats.org/drawingml/2006/main">
              <a:ext uri="{FF2B5EF4-FFF2-40B4-BE49-F238E27FC236}">
                <a16:creationId xmlns:a16="http://schemas.microsoft.com/office/drawing/2014/main" id="{0C223A69-2113-46C2-B25E-02A39737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764" y="4805235"/>
            <a:ext cx="359802" cy="77389"/>
          </a:xfrm>
          <a:custGeom xmlns:a="http://schemas.openxmlformats.org/drawingml/2006/main">
            <a:pathLst>
              <a:path w="359802" h="77389">
                <a:moveTo>
                  <a:pt x="66397" y="25234"/>
                </a:moveTo>
                <a:lnTo>
                  <a:pt x="63818" y="25234"/>
                </a:lnTo>
                <a:cubicBezTo>
                  <a:pt x="62770" y="21571"/>
                  <a:pt x="61723" y="18767"/>
                  <a:pt x="60676" y="16823"/>
                </a:cubicBezTo>
                <a:cubicBezTo>
                  <a:pt x="59629" y="14879"/>
                  <a:pt x="58209" y="13009"/>
                  <a:pt x="56416" y="11215"/>
                </a:cubicBezTo>
                <a:cubicBezTo>
                  <a:pt x="51779" y="6729"/>
                  <a:pt x="46209" y="4486"/>
                  <a:pt x="39704" y="4486"/>
                </a:cubicBezTo>
                <a:cubicBezTo>
                  <a:pt x="34320" y="4486"/>
                  <a:pt x="29628" y="5850"/>
                  <a:pt x="25628" y="8579"/>
                </a:cubicBezTo>
                <a:cubicBezTo>
                  <a:pt x="21628" y="11308"/>
                  <a:pt x="18525" y="15178"/>
                  <a:pt x="16318" y="20188"/>
                </a:cubicBezTo>
                <a:cubicBezTo>
                  <a:pt x="14113" y="25197"/>
                  <a:pt x="13010" y="31104"/>
                  <a:pt x="13010" y="37909"/>
                </a:cubicBezTo>
                <a:cubicBezTo>
                  <a:pt x="13010" y="44114"/>
                  <a:pt x="13851" y="49647"/>
                  <a:pt x="15533" y="54508"/>
                </a:cubicBezTo>
                <a:cubicBezTo>
                  <a:pt x="17215" y="59368"/>
                  <a:pt x="19590" y="63182"/>
                  <a:pt x="22655" y="65948"/>
                </a:cubicBezTo>
                <a:cubicBezTo>
                  <a:pt x="27591" y="70285"/>
                  <a:pt x="33648" y="72453"/>
                  <a:pt x="40825" y="72453"/>
                </a:cubicBezTo>
                <a:cubicBezTo>
                  <a:pt x="45461" y="72453"/>
                  <a:pt x="49760" y="71556"/>
                  <a:pt x="53722" y="69761"/>
                </a:cubicBezTo>
                <a:cubicBezTo>
                  <a:pt x="57686" y="67967"/>
                  <a:pt x="61724" y="65088"/>
                  <a:pt x="65837" y="61126"/>
                </a:cubicBezTo>
                <a:lnTo>
                  <a:pt x="67855" y="63143"/>
                </a:lnTo>
                <a:cubicBezTo>
                  <a:pt x="64490" y="67705"/>
                  <a:pt x="60135" y="71219"/>
                  <a:pt x="54788" y="73687"/>
                </a:cubicBezTo>
                <a:cubicBezTo>
                  <a:pt x="49443" y="76155"/>
                  <a:pt x="43592" y="77389"/>
                  <a:pt x="37236" y="77389"/>
                </a:cubicBezTo>
                <a:cubicBezTo>
                  <a:pt x="29834" y="77389"/>
                  <a:pt x="23328" y="75800"/>
                  <a:pt x="17720" y="72623"/>
                </a:cubicBezTo>
                <a:cubicBezTo>
                  <a:pt x="12112" y="69444"/>
                  <a:pt x="7757" y="64995"/>
                  <a:pt x="4653" y="59276"/>
                </a:cubicBezTo>
                <a:cubicBezTo>
                  <a:pt x="1551" y="53555"/>
                  <a:pt x="0" y="46881"/>
                  <a:pt x="0" y="39254"/>
                </a:cubicBezTo>
                <a:cubicBezTo>
                  <a:pt x="0" y="26693"/>
                  <a:pt x="4038" y="16823"/>
                  <a:pt x="12113" y="9645"/>
                </a:cubicBezTo>
                <a:cubicBezTo>
                  <a:pt x="15627" y="6580"/>
                  <a:pt x="19609" y="4206"/>
                  <a:pt x="24057" y="2524"/>
                </a:cubicBezTo>
                <a:cubicBezTo>
                  <a:pt x="28507" y="841"/>
                  <a:pt x="33012" y="0"/>
                  <a:pt x="37574" y="0"/>
                </a:cubicBezTo>
                <a:cubicBezTo>
                  <a:pt x="40190" y="0"/>
                  <a:pt x="42881" y="224"/>
                  <a:pt x="45648" y="673"/>
                </a:cubicBezTo>
                <a:cubicBezTo>
                  <a:pt x="48415" y="1121"/>
                  <a:pt x="51181" y="1831"/>
                  <a:pt x="53948" y="2803"/>
                </a:cubicBezTo>
                <a:cubicBezTo>
                  <a:pt x="55743" y="3401"/>
                  <a:pt x="57201" y="3700"/>
                  <a:pt x="58322" y="3700"/>
                </a:cubicBezTo>
                <a:cubicBezTo>
                  <a:pt x="60789" y="3700"/>
                  <a:pt x="62359" y="2467"/>
                  <a:pt x="63032" y="0"/>
                </a:cubicBezTo>
                <a:lnTo>
                  <a:pt x="65387" y="0"/>
                </a:lnTo>
                <a:lnTo>
                  <a:pt x="66397" y="25234"/>
                </a:lnTo>
                <a:close/>
                <a:moveTo>
                  <a:pt x="99709" y="24225"/>
                </a:moveTo>
                <a:cubicBezTo>
                  <a:pt x="104494" y="24225"/>
                  <a:pt x="108737" y="25309"/>
                  <a:pt x="112438" y="27478"/>
                </a:cubicBezTo>
                <a:cubicBezTo>
                  <a:pt x="116139" y="29647"/>
                  <a:pt x="119055" y="32638"/>
                  <a:pt x="121187" y="36451"/>
                </a:cubicBezTo>
                <a:cubicBezTo>
                  <a:pt x="123318" y="40264"/>
                  <a:pt x="124383" y="44638"/>
                  <a:pt x="124383" y="49574"/>
                </a:cubicBezTo>
                <a:cubicBezTo>
                  <a:pt x="124383" y="54733"/>
                  <a:pt x="123299" y="59387"/>
                  <a:pt x="121130" y="63537"/>
                </a:cubicBezTo>
                <a:cubicBezTo>
                  <a:pt x="118962" y="67687"/>
                  <a:pt x="115990" y="70958"/>
                  <a:pt x="112214" y="73350"/>
                </a:cubicBezTo>
                <a:cubicBezTo>
                  <a:pt x="108438" y="75743"/>
                  <a:pt x="104195" y="76939"/>
                  <a:pt x="99484" y="76939"/>
                </a:cubicBezTo>
                <a:cubicBezTo>
                  <a:pt x="94774" y="76939"/>
                  <a:pt x="90568" y="75799"/>
                  <a:pt x="86866" y="73520"/>
                </a:cubicBezTo>
                <a:cubicBezTo>
                  <a:pt x="83165" y="71239"/>
                  <a:pt x="80249" y="68098"/>
                  <a:pt x="78118" y="64098"/>
                </a:cubicBezTo>
                <a:cubicBezTo>
                  <a:pt x="75988" y="60097"/>
                  <a:pt x="74923" y="55555"/>
                  <a:pt x="74923" y="50471"/>
                </a:cubicBezTo>
                <a:cubicBezTo>
                  <a:pt x="74923" y="45311"/>
                  <a:pt x="75969" y="40750"/>
                  <a:pt x="78063" y="36788"/>
                </a:cubicBezTo>
                <a:cubicBezTo>
                  <a:pt x="80157" y="32824"/>
                  <a:pt x="83072" y="29740"/>
                  <a:pt x="86810" y="27535"/>
                </a:cubicBezTo>
                <a:cubicBezTo>
                  <a:pt x="90549" y="25328"/>
                  <a:pt x="94848" y="24225"/>
                  <a:pt x="99709" y="24225"/>
                </a:cubicBezTo>
                <a:moveTo>
                  <a:pt x="98251" y="27365"/>
                </a:moveTo>
                <a:cubicBezTo>
                  <a:pt x="94213" y="27365"/>
                  <a:pt x="90998" y="28973"/>
                  <a:pt x="88605" y="32189"/>
                </a:cubicBezTo>
                <a:cubicBezTo>
                  <a:pt x="86213" y="35405"/>
                  <a:pt x="85016" y="39667"/>
                  <a:pt x="85016" y="44975"/>
                </a:cubicBezTo>
                <a:cubicBezTo>
                  <a:pt x="85016" y="48938"/>
                  <a:pt x="85446" y="52807"/>
                  <a:pt x="86305" y="56584"/>
                </a:cubicBezTo>
                <a:cubicBezTo>
                  <a:pt x="87165" y="60359"/>
                  <a:pt x="88380" y="63705"/>
                  <a:pt x="89950" y="66621"/>
                </a:cubicBezTo>
                <a:cubicBezTo>
                  <a:pt x="91147" y="68864"/>
                  <a:pt x="92718" y="70621"/>
                  <a:pt x="94662" y="71892"/>
                </a:cubicBezTo>
                <a:cubicBezTo>
                  <a:pt x="96606" y="73163"/>
                  <a:pt x="98662" y="73798"/>
                  <a:pt x="100830" y="73798"/>
                </a:cubicBezTo>
                <a:cubicBezTo>
                  <a:pt x="105017" y="73798"/>
                  <a:pt x="108307" y="72004"/>
                  <a:pt x="110699" y="68416"/>
                </a:cubicBezTo>
                <a:cubicBezTo>
                  <a:pt x="113093" y="64827"/>
                  <a:pt x="114290" y="59854"/>
                  <a:pt x="114290" y="53498"/>
                </a:cubicBezTo>
                <a:cubicBezTo>
                  <a:pt x="114290" y="48339"/>
                  <a:pt x="113598" y="43797"/>
                  <a:pt x="112214" y="39872"/>
                </a:cubicBezTo>
                <a:cubicBezTo>
                  <a:pt x="110831" y="35946"/>
                  <a:pt x="108943" y="32880"/>
                  <a:pt x="106551" y="30675"/>
                </a:cubicBezTo>
                <a:cubicBezTo>
                  <a:pt x="104158" y="28468"/>
                  <a:pt x="101391" y="27365"/>
                  <a:pt x="98251" y="27365"/>
                </a:cubicBezTo>
                <a:close/>
                <a:moveTo>
                  <a:pt x="182818" y="70210"/>
                </a:moveTo>
                <a:lnTo>
                  <a:pt x="182818" y="71781"/>
                </a:lnTo>
                <a:cubicBezTo>
                  <a:pt x="179976" y="72528"/>
                  <a:pt x="177414" y="73276"/>
                  <a:pt x="175134" y="74024"/>
                </a:cubicBezTo>
                <a:cubicBezTo>
                  <a:pt x="172854" y="74772"/>
                  <a:pt x="170293" y="75706"/>
                  <a:pt x="167451" y="76828"/>
                </a:cubicBezTo>
                <a:lnTo>
                  <a:pt x="167003" y="76603"/>
                </a:lnTo>
                <a:lnTo>
                  <a:pt x="167003" y="67293"/>
                </a:lnTo>
                <a:lnTo>
                  <a:pt x="162180" y="72116"/>
                </a:lnTo>
                <a:cubicBezTo>
                  <a:pt x="160685" y="73612"/>
                  <a:pt x="158909" y="74790"/>
                  <a:pt x="156853" y="75650"/>
                </a:cubicBezTo>
                <a:cubicBezTo>
                  <a:pt x="154797" y="76509"/>
                  <a:pt x="152722" y="76939"/>
                  <a:pt x="150628" y="76939"/>
                </a:cubicBezTo>
                <a:cubicBezTo>
                  <a:pt x="146515" y="76939"/>
                  <a:pt x="143225" y="75612"/>
                  <a:pt x="140757" y="72958"/>
                </a:cubicBezTo>
                <a:cubicBezTo>
                  <a:pt x="138290" y="70303"/>
                  <a:pt x="137057" y="66770"/>
                  <a:pt x="137057" y="62360"/>
                </a:cubicBezTo>
                <a:lnTo>
                  <a:pt x="137057" y="34096"/>
                </a:lnTo>
                <a:cubicBezTo>
                  <a:pt x="136982" y="31403"/>
                  <a:pt x="136458" y="29553"/>
                  <a:pt x="135486" y="28544"/>
                </a:cubicBezTo>
                <a:cubicBezTo>
                  <a:pt x="134514" y="27535"/>
                  <a:pt x="132720" y="26992"/>
                  <a:pt x="130104" y="26917"/>
                </a:cubicBezTo>
                <a:lnTo>
                  <a:pt x="130104" y="25347"/>
                </a:lnTo>
                <a:lnTo>
                  <a:pt x="146478" y="25347"/>
                </a:lnTo>
                <a:lnTo>
                  <a:pt x="146478" y="61911"/>
                </a:lnTo>
                <a:cubicBezTo>
                  <a:pt x="146478" y="64228"/>
                  <a:pt x="147263" y="66228"/>
                  <a:pt x="148833" y="67911"/>
                </a:cubicBezTo>
                <a:cubicBezTo>
                  <a:pt x="150403" y="69593"/>
                  <a:pt x="152272" y="70434"/>
                  <a:pt x="154441" y="70434"/>
                </a:cubicBezTo>
                <a:cubicBezTo>
                  <a:pt x="157881" y="70434"/>
                  <a:pt x="161171" y="69163"/>
                  <a:pt x="164311" y="66621"/>
                </a:cubicBezTo>
                <a:cubicBezTo>
                  <a:pt x="165731" y="65499"/>
                  <a:pt x="166442" y="63518"/>
                  <a:pt x="166442" y="60677"/>
                </a:cubicBezTo>
                <a:lnTo>
                  <a:pt x="166442" y="34320"/>
                </a:lnTo>
                <a:cubicBezTo>
                  <a:pt x="166442" y="31478"/>
                  <a:pt x="165937" y="29628"/>
                  <a:pt x="164927" y="28768"/>
                </a:cubicBezTo>
                <a:cubicBezTo>
                  <a:pt x="163918" y="27908"/>
                  <a:pt x="161657" y="27403"/>
                  <a:pt x="158143" y="27254"/>
                </a:cubicBezTo>
                <a:lnTo>
                  <a:pt x="158143" y="25347"/>
                </a:lnTo>
                <a:lnTo>
                  <a:pt x="175863" y="25347"/>
                </a:lnTo>
                <a:lnTo>
                  <a:pt x="175863" y="63818"/>
                </a:lnTo>
                <a:cubicBezTo>
                  <a:pt x="175938" y="66434"/>
                  <a:pt x="176331" y="68116"/>
                  <a:pt x="177040" y="68865"/>
                </a:cubicBezTo>
                <a:cubicBezTo>
                  <a:pt x="177751" y="69612"/>
                  <a:pt x="179490" y="70060"/>
                  <a:pt x="182257" y="70210"/>
                </a:cubicBezTo>
                <a:lnTo>
                  <a:pt x="182818" y="70210"/>
                </a:lnTo>
                <a:close/>
                <a:moveTo>
                  <a:pt x="186518" y="75818"/>
                </a:moveTo>
                <a:lnTo>
                  <a:pt x="186518" y="74136"/>
                </a:lnTo>
                <a:cubicBezTo>
                  <a:pt x="189359" y="73986"/>
                  <a:pt x="191209" y="73369"/>
                  <a:pt x="192069" y="72286"/>
                </a:cubicBezTo>
                <a:cubicBezTo>
                  <a:pt x="192929" y="71201"/>
                  <a:pt x="193397" y="69013"/>
                  <a:pt x="193472" y="65724"/>
                </a:cubicBezTo>
                <a:lnTo>
                  <a:pt x="193472" y="37909"/>
                </a:lnTo>
                <a:cubicBezTo>
                  <a:pt x="193472" y="35142"/>
                  <a:pt x="193172" y="33255"/>
                  <a:pt x="192573" y="32246"/>
                </a:cubicBezTo>
                <a:cubicBezTo>
                  <a:pt x="191976" y="31236"/>
                  <a:pt x="190892" y="30731"/>
                  <a:pt x="189322" y="30731"/>
                </a:cubicBezTo>
                <a:cubicBezTo>
                  <a:pt x="187901" y="30731"/>
                  <a:pt x="186892" y="30881"/>
                  <a:pt x="186294" y="31180"/>
                </a:cubicBezTo>
                <a:lnTo>
                  <a:pt x="186294" y="29273"/>
                </a:lnTo>
                <a:cubicBezTo>
                  <a:pt x="189360" y="28375"/>
                  <a:pt x="192014" y="27553"/>
                  <a:pt x="194257" y="26805"/>
                </a:cubicBezTo>
                <a:cubicBezTo>
                  <a:pt x="196500" y="26057"/>
                  <a:pt x="199005" y="25197"/>
                  <a:pt x="201772" y="24225"/>
                </a:cubicBezTo>
                <a:lnTo>
                  <a:pt x="202556" y="24451"/>
                </a:lnTo>
                <a:lnTo>
                  <a:pt x="202556" y="33310"/>
                </a:lnTo>
                <a:cubicBezTo>
                  <a:pt x="205099" y="30918"/>
                  <a:pt x="207267" y="29067"/>
                  <a:pt x="209061" y="27759"/>
                </a:cubicBezTo>
                <a:cubicBezTo>
                  <a:pt x="210856" y="26450"/>
                  <a:pt x="212501" y="25534"/>
                  <a:pt x="213997" y="25010"/>
                </a:cubicBezTo>
                <a:cubicBezTo>
                  <a:pt x="215492" y="24487"/>
                  <a:pt x="217100" y="24225"/>
                  <a:pt x="218819" y="24225"/>
                </a:cubicBezTo>
                <a:cubicBezTo>
                  <a:pt x="223006" y="24225"/>
                  <a:pt x="226259" y="25702"/>
                  <a:pt x="228576" y="28655"/>
                </a:cubicBezTo>
                <a:cubicBezTo>
                  <a:pt x="230894" y="31609"/>
                  <a:pt x="232053" y="35741"/>
                  <a:pt x="232053" y="41049"/>
                </a:cubicBezTo>
                <a:lnTo>
                  <a:pt x="232053" y="66734"/>
                </a:lnTo>
                <a:cubicBezTo>
                  <a:pt x="232129" y="69499"/>
                  <a:pt x="232596" y="71350"/>
                  <a:pt x="233455" y="72286"/>
                </a:cubicBezTo>
                <a:cubicBezTo>
                  <a:pt x="234315" y="73220"/>
                  <a:pt x="236129" y="73837"/>
                  <a:pt x="238896" y="74136"/>
                </a:cubicBezTo>
                <a:lnTo>
                  <a:pt x="238896" y="75818"/>
                </a:lnTo>
                <a:lnTo>
                  <a:pt x="215566" y="75818"/>
                </a:lnTo>
                <a:lnTo>
                  <a:pt x="215566" y="74136"/>
                </a:lnTo>
                <a:cubicBezTo>
                  <a:pt x="218333" y="73986"/>
                  <a:pt x="220183" y="73295"/>
                  <a:pt x="221118" y="72061"/>
                </a:cubicBezTo>
                <a:cubicBezTo>
                  <a:pt x="222053" y="70827"/>
                  <a:pt x="222558" y="68378"/>
                  <a:pt x="222632" y="64714"/>
                </a:cubicBezTo>
                <a:lnTo>
                  <a:pt x="222632" y="41274"/>
                </a:lnTo>
                <a:cubicBezTo>
                  <a:pt x="222632" y="34021"/>
                  <a:pt x="219903" y="30394"/>
                  <a:pt x="214445" y="30394"/>
                </a:cubicBezTo>
                <a:cubicBezTo>
                  <a:pt x="212576" y="30394"/>
                  <a:pt x="210838" y="30824"/>
                  <a:pt x="209230" y="31685"/>
                </a:cubicBezTo>
                <a:cubicBezTo>
                  <a:pt x="207623" y="32544"/>
                  <a:pt x="205510" y="34244"/>
                  <a:pt x="202893" y="36786"/>
                </a:cubicBezTo>
                <a:lnTo>
                  <a:pt x="202893" y="68303"/>
                </a:lnTo>
                <a:cubicBezTo>
                  <a:pt x="202893" y="70323"/>
                  <a:pt x="203435" y="71762"/>
                  <a:pt x="204519" y="72623"/>
                </a:cubicBezTo>
                <a:cubicBezTo>
                  <a:pt x="205603" y="73482"/>
                  <a:pt x="207528" y="73986"/>
                  <a:pt x="210295" y="74136"/>
                </a:cubicBezTo>
                <a:lnTo>
                  <a:pt x="210295" y="75818"/>
                </a:lnTo>
                <a:lnTo>
                  <a:pt x="186518" y="75818"/>
                </a:lnTo>
                <a:close/>
                <a:moveTo>
                  <a:pt x="269963" y="25347"/>
                </a:moveTo>
                <a:lnTo>
                  <a:pt x="269963" y="28936"/>
                </a:lnTo>
                <a:lnTo>
                  <a:pt x="258636" y="28936"/>
                </a:lnTo>
                <a:lnTo>
                  <a:pt x="258636" y="61013"/>
                </a:lnTo>
                <a:cubicBezTo>
                  <a:pt x="258636" y="64527"/>
                  <a:pt x="259084" y="67088"/>
                  <a:pt x="259981" y="68695"/>
                </a:cubicBezTo>
                <a:cubicBezTo>
                  <a:pt x="260879" y="70303"/>
                  <a:pt x="262374" y="71106"/>
                  <a:pt x="264468" y="71106"/>
                </a:cubicBezTo>
                <a:cubicBezTo>
                  <a:pt x="265739" y="71106"/>
                  <a:pt x="266879" y="70808"/>
                  <a:pt x="267887" y="70210"/>
                </a:cubicBezTo>
                <a:cubicBezTo>
                  <a:pt x="268897" y="69612"/>
                  <a:pt x="270000" y="68603"/>
                  <a:pt x="271197" y="67182"/>
                </a:cubicBezTo>
                <a:lnTo>
                  <a:pt x="272655" y="68416"/>
                </a:lnTo>
                <a:cubicBezTo>
                  <a:pt x="269066" y="74098"/>
                  <a:pt x="264579" y="76939"/>
                  <a:pt x="259195" y="76939"/>
                </a:cubicBezTo>
                <a:cubicBezTo>
                  <a:pt x="252541" y="76939"/>
                  <a:pt x="249214" y="72191"/>
                  <a:pt x="249214" y="62695"/>
                </a:cubicBezTo>
                <a:lnTo>
                  <a:pt x="249214" y="28936"/>
                </a:lnTo>
                <a:lnTo>
                  <a:pt x="243269" y="28936"/>
                </a:lnTo>
                <a:cubicBezTo>
                  <a:pt x="242970" y="28711"/>
                  <a:pt x="242821" y="28450"/>
                  <a:pt x="242821" y="28151"/>
                </a:cubicBezTo>
                <a:cubicBezTo>
                  <a:pt x="242821" y="27553"/>
                  <a:pt x="243456" y="26843"/>
                  <a:pt x="244727" y="26020"/>
                </a:cubicBezTo>
                <a:cubicBezTo>
                  <a:pt x="246372" y="25048"/>
                  <a:pt x="248167" y="23459"/>
                  <a:pt x="250111" y="21254"/>
                </a:cubicBezTo>
                <a:cubicBezTo>
                  <a:pt x="252055" y="19047"/>
                  <a:pt x="254635" y="15589"/>
                  <a:pt x="257850" y="10879"/>
                </a:cubicBezTo>
                <a:cubicBezTo>
                  <a:pt x="258374" y="10879"/>
                  <a:pt x="258636" y="11365"/>
                  <a:pt x="258636" y="12337"/>
                </a:cubicBezTo>
                <a:lnTo>
                  <a:pt x="258636" y="25347"/>
                </a:lnTo>
                <a:lnTo>
                  <a:pt x="269963" y="25347"/>
                </a:lnTo>
                <a:close/>
                <a:moveTo>
                  <a:pt x="318864" y="57424"/>
                </a:moveTo>
                <a:lnTo>
                  <a:pt x="320657" y="58209"/>
                </a:lnTo>
                <a:cubicBezTo>
                  <a:pt x="318340" y="64265"/>
                  <a:pt x="315144" y="68901"/>
                  <a:pt x="311068" y="72116"/>
                </a:cubicBezTo>
                <a:cubicBezTo>
                  <a:pt x="306993" y="75331"/>
                  <a:pt x="302264" y="76939"/>
                  <a:pt x="296881" y="76939"/>
                </a:cubicBezTo>
                <a:cubicBezTo>
                  <a:pt x="290451" y="76939"/>
                  <a:pt x="285347" y="74678"/>
                  <a:pt x="281571" y="70155"/>
                </a:cubicBezTo>
                <a:cubicBezTo>
                  <a:pt x="277796" y="65631"/>
                  <a:pt x="275908" y="59518"/>
                  <a:pt x="275908" y="51816"/>
                </a:cubicBezTo>
                <a:cubicBezTo>
                  <a:pt x="275908" y="47180"/>
                  <a:pt x="276637" y="42975"/>
                  <a:pt x="278095" y="39199"/>
                </a:cubicBezTo>
                <a:cubicBezTo>
                  <a:pt x="279553" y="35423"/>
                  <a:pt x="281590" y="32375"/>
                  <a:pt x="284206" y="30057"/>
                </a:cubicBezTo>
                <a:cubicBezTo>
                  <a:pt x="288543" y="26169"/>
                  <a:pt x="293591" y="24225"/>
                  <a:pt x="299349" y="24225"/>
                </a:cubicBezTo>
                <a:cubicBezTo>
                  <a:pt x="305405" y="24225"/>
                  <a:pt x="310190" y="26356"/>
                  <a:pt x="313704" y="30618"/>
                </a:cubicBezTo>
                <a:cubicBezTo>
                  <a:pt x="315124" y="32413"/>
                  <a:pt x="316171" y="34301"/>
                  <a:pt x="316844" y="36283"/>
                </a:cubicBezTo>
                <a:cubicBezTo>
                  <a:pt x="317517" y="38264"/>
                  <a:pt x="318078" y="41086"/>
                  <a:pt x="318527" y="44751"/>
                </a:cubicBezTo>
                <a:lnTo>
                  <a:pt x="283982" y="44751"/>
                </a:lnTo>
                <a:cubicBezTo>
                  <a:pt x="284132" y="48190"/>
                  <a:pt x="284431" y="50975"/>
                  <a:pt x="284879" y="53106"/>
                </a:cubicBezTo>
                <a:cubicBezTo>
                  <a:pt x="285328" y="55237"/>
                  <a:pt x="286039" y="57387"/>
                  <a:pt x="287011" y="59555"/>
                </a:cubicBezTo>
                <a:cubicBezTo>
                  <a:pt x="290301" y="65985"/>
                  <a:pt x="295123" y="69200"/>
                  <a:pt x="301479" y="69200"/>
                </a:cubicBezTo>
                <a:cubicBezTo>
                  <a:pt x="305069" y="69200"/>
                  <a:pt x="308190" y="68303"/>
                  <a:pt x="310844" y="66510"/>
                </a:cubicBezTo>
                <a:cubicBezTo>
                  <a:pt x="313499" y="64715"/>
                  <a:pt x="316172" y="61686"/>
                  <a:pt x="318864" y="57424"/>
                </a:cubicBezTo>
                <a:moveTo>
                  <a:pt x="284206" y="41161"/>
                </a:moveTo>
                <a:lnTo>
                  <a:pt x="307088" y="41161"/>
                </a:lnTo>
                <a:cubicBezTo>
                  <a:pt x="306339" y="36301"/>
                  <a:pt x="305180" y="32937"/>
                  <a:pt x="303610" y="31069"/>
                </a:cubicBezTo>
                <a:cubicBezTo>
                  <a:pt x="302040" y="29199"/>
                  <a:pt x="299535" y="28264"/>
                  <a:pt x="296095" y="28264"/>
                </a:cubicBezTo>
                <a:cubicBezTo>
                  <a:pt x="292656" y="28264"/>
                  <a:pt x="289964" y="29310"/>
                  <a:pt x="288019" y="31404"/>
                </a:cubicBezTo>
                <a:cubicBezTo>
                  <a:pt x="286076" y="33498"/>
                  <a:pt x="284805" y="36750"/>
                  <a:pt x="284206" y="41161"/>
                </a:cubicBezTo>
                <a:close/>
                <a:moveTo>
                  <a:pt x="322790" y="75818"/>
                </a:moveTo>
                <a:lnTo>
                  <a:pt x="322790" y="74136"/>
                </a:lnTo>
                <a:cubicBezTo>
                  <a:pt x="325182" y="73687"/>
                  <a:pt x="326920" y="73258"/>
                  <a:pt x="328004" y="72847"/>
                </a:cubicBezTo>
                <a:cubicBezTo>
                  <a:pt x="329088" y="72435"/>
                  <a:pt x="329798" y="71743"/>
                  <a:pt x="330135" y="70771"/>
                </a:cubicBezTo>
                <a:cubicBezTo>
                  <a:pt x="330471" y="69799"/>
                  <a:pt x="330677" y="68341"/>
                  <a:pt x="330753" y="66397"/>
                </a:cubicBezTo>
                <a:lnTo>
                  <a:pt x="330753" y="38357"/>
                </a:lnTo>
                <a:cubicBezTo>
                  <a:pt x="330753" y="35890"/>
                  <a:pt x="330472" y="34151"/>
                  <a:pt x="329911" y="33143"/>
                </a:cubicBezTo>
                <a:cubicBezTo>
                  <a:pt x="329350" y="32133"/>
                  <a:pt x="328360" y="31628"/>
                  <a:pt x="326940" y="31628"/>
                </a:cubicBezTo>
                <a:cubicBezTo>
                  <a:pt x="325743" y="31628"/>
                  <a:pt x="324434" y="31778"/>
                  <a:pt x="323014" y="32077"/>
                </a:cubicBezTo>
                <a:lnTo>
                  <a:pt x="323014" y="30281"/>
                </a:lnTo>
                <a:cubicBezTo>
                  <a:pt x="326303" y="29235"/>
                  <a:pt x="329144" y="28264"/>
                  <a:pt x="331537" y="27367"/>
                </a:cubicBezTo>
                <a:cubicBezTo>
                  <a:pt x="333930" y="26469"/>
                  <a:pt x="336622" y="25422"/>
                  <a:pt x="339613" y="24225"/>
                </a:cubicBezTo>
                <a:lnTo>
                  <a:pt x="340174" y="24451"/>
                </a:lnTo>
                <a:lnTo>
                  <a:pt x="340174" y="34769"/>
                </a:lnTo>
                <a:cubicBezTo>
                  <a:pt x="342941" y="30731"/>
                  <a:pt x="345295" y="27964"/>
                  <a:pt x="347238" y="26468"/>
                </a:cubicBezTo>
                <a:cubicBezTo>
                  <a:pt x="349183" y="24973"/>
                  <a:pt x="351314" y="24225"/>
                  <a:pt x="353632" y="24225"/>
                </a:cubicBezTo>
                <a:cubicBezTo>
                  <a:pt x="355576" y="24225"/>
                  <a:pt x="357090" y="24748"/>
                  <a:pt x="358174" y="25796"/>
                </a:cubicBezTo>
                <a:cubicBezTo>
                  <a:pt x="359259" y="26842"/>
                  <a:pt x="359802" y="28300"/>
                  <a:pt x="359802" y="30170"/>
                </a:cubicBezTo>
                <a:cubicBezTo>
                  <a:pt x="359802" y="31740"/>
                  <a:pt x="359409" y="32974"/>
                  <a:pt x="358623" y="33872"/>
                </a:cubicBezTo>
                <a:cubicBezTo>
                  <a:pt x="357838" y="34769"/>
                  <a:pt x="356773" y="35217"/>
                  <a:pt x="355427" y="35217"/>
                </a:cubicBezTo>
                <a:cubicBezTo>
                  <a:pt x="354679" y="35217"/>
                  <a:pt x="353968" y="35049"/>
                  <a:pt x="353295" y="34712"/>
                </a:cubicBezTo>
                <a:cubicBezTo>
                  <a:pt x="352623" y="34376"/>
                  <a:pt x="351838" y="33796"/>
                  <a:pt x="350940" y="32973"/>
                </a:cubicBezTo>
                <a:cubicBezTo>
                  <a:pt x="349745" y="31852"/>
                  <a:pt x="348772" y="31291"/>
                  <a:pt x="348024" y="31291"/>
                </a:cubicBezTo>
                <a:cubicBezTo>
                  <a:pt x="346978" y="31291"/>
                  <a:pt x="345837" y="31815"/>
                  <a:pt x="344603" y="32862"/>
                </a:cubicBezTo>
                <a:cubicBezTo>
                  <a:pt x="343370" y="33908"/>
                  <a:pt x="342323" y="35142"/>
                  <a:pt x="341463" y="36564"/>
                </a:cubicBezTo>
                <a:cubicBezTo>
                  <a:pt x="340603" y="37984"/>
                  <a:pt x="340174" y="39292"/>
                  <a:pt x="340174" y="40488"/>
                </a:cubicBezTo>
                <a:lnTo>
                  <a:pt x="340174" y="65724"/>
                </a:lnTo>
                <a:cubicBezTo>
                  <a:pt x="340323" y="69013"/>
                  <a:pt x="341015" y="71201"/>
                  <a:pt x="342248" y="72286"/>
                </a:cubicBezTo>
                <a:cubicBezTo>
                  <a:pt x="343483" y="73369"/>
                  <a:pt x="345969" y="73986"/>
                  <a:pt x="349706" y="74136"/>
                </a:cubicBezTo>
                <a:lnTo>
                  <a:pt x="349706" y="75818"/>
                </a:lnTo>
                <a:lnTo>
                  <a:pt x="322790" y="7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A7DB2D-8E17-4CA2-A9EE-C26C4157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3689" y="5148106"/>
            <a:ext cx="381527" cy="259784"/>
          </a:xfrm>
          <a:custGeom xmlns:a="http://schemas.openxmlformats.org/drawingml/2006/main">
            <a:pathLst>
              <a:path w="381527" h="259784" fill="none">
                <a:moveTo>
                  <a:pt x="0" y="259784"/>
                </a:moveTo>
                <a:lnTo>
                  <a:pt x="381527" y="259784"/>
                </a:lnTo>
                <a:lnTo>
                  <a:pt x="381527" y="0"/>
                </a:lnTo>
                <a:lnTo>
                  <a:pt x="0" y="0"/>
                </a:lnTo>
                <a:lnTo>
                  <a:pt x="0" y="2597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264" name="Text [1]">
            <a:extLst xmlns:a="http://schemas.openxmlformats.org/drawingml/2006/main">
              <a:ext uri="{FF2B5EF4-FFF2-40B4-BE49-F238E27FC236}">
                <a16:creationId xmlns:a16="http://schemas.microsoft.com/office/drawing/2014/main" id="{157754CE-BE23-477B-86EC-E5747A63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069" y="5217636"/>
            <a:ext cx="141009" cy="126751"/>
          </a:xfrm>
          <a:custGeom xmlns:a="http://schemas.openxmlformats.org/drawingml/2006/main">
            <a:pathLst>
              <a:path w="141009" h="126751">
                <a:moveTo>
                  <a:pt x="29644" y="126751"/>
                </a:moveTo>
                <a:lnTo>
                  <a:pt x="0" y="126751"/>
                </a:lnTo>
                <a:lnTo>
                  <a:pt x="0" y="0"/>
                </a:lnTo>
                <a:lnTo>
                  <a:pt x="29644" y="0"/>
                </a:lnTo>
                <a:lnTo>
                  <a:pt x="29644" y="5118"/>
                </a:lnTo>
                <a:lnTo>
                  <a:pt x="11033" y="5118"/>
                </a:lnTo>
                <a:lnTo>
                  <a:pt x="11033" y="121633"/>
                </a:lnTo>
                <a:lnTo>
                  <a:pt x="29644" y="121633"/>
                </a:lnTo>
                <a:lnTo>
                  <a:pt x="29644" y="126751"/>
                </a:lnTo>
                <a:close/>
                <a:moveTo>
                  <a:pt x="78971" y="78962"/>
                </a:moveTo>
                <a:cubicBezTo>
                  <a:pt x="78971" y="81532"/>
                  <a:pt x="79115" y="83470"/>
                  <a:pt x="79403" y="84778"/>
                </a:cubicBezTo>
                <a:cubicBezTo>
                  <a:pt x="79691" y="86085"/>
                  <a:pt x="80200" y="87148"/>
                  <a:pt x="80932" y="87968"/>
                </a:cubicBezTo>
                <a:cubicBezTo>
                  <a:pt x="81663" y="88788"/>
                  <a:pt x="82715" y="89430"/>
                  <a:pt x="84089" y="89896"/>
                </a:cubicBezTo>
                <a:cubicBezTo>
                  <a:pt x="85462" y="90361"/>
                  <a:pt x="87191" y="90715"/>
                  <a:pt x="89273" y="90959"/>
                </a:cubicBezTo>
                <a:cubicBezTo>
                  <a:pt x="91356" y="91203"/>
                  <a:pt x="94103" y="91369"/>
                  <a:pt x="97515" y="91458"/>
                </a:cubicBezTo>
                <a:lnTo>
                  <a:pt x="97515" y="96310"/>
                </a:lnTo>
                <a:lnTo>
                  <a:pt x="48396" y="96310"/>
                </a:lnTo>
                <a:lnTo>
                  <a:pt x="48396" y="91458"/>
                </a:lnTo>
                <a:cubicBezTo>
                  <a:pt x="53315" y="91236"/>
                  <a:pt x="56827" y="90937"/>
                  <a:pt x="58931" y="90560"/>
                </a:cubicBezTo>
                <a:cubicBezTo>
                  <a:pt x="61036" y="90184"/>
                  <a:pt x="62642" y="89619"/>
                  <a:pt x="63750" y="88865"/>
                </a:cubicBezTo>
                <a:cubicBezTo>
                  <a:pt x="64858" y="88112"/>
                  <a:pt x="65667" y="87049"/>
                  <a:pt x="66176" y="85675"/>
                </a:cubicBezTo>
                <a:cubicBezTo>
                  <a:pt x="66686" y="84301"/>
                  <a:pt x="66940" y="82064"/>
                  <a:pt x="66940" y="78962"/>
                </a:cubicBezTo>
                <a:lnTo>
                  <a:pt x="66940" y="25058"/>
                </a:lnTo>
                <a:cubicBezTo>
                  <a:pt x="66940" y="23285"/>
                  <a:pt x="66630" y="21989"/>
                  <a:pt x="66010" y="21169"/>
                </a:cubicBezTo>
                <a:cubicBezTo>
                  <a:pt x="65390" y="20350"/>
                  <a:pt x="64481" y="19940"/>
                  <a:pt x="63285" y="19940"/>
                </a:cubicBezTo>
                <a:cubicBezTo>
                  <a:pt x="61867" y="19940"/>
                  <a:pt x="59851" y="20671"/>
                  <a:pt x="57236" y="22133"/>
                </a:cubicBezTo>
                <a:cubicBezTo>
                  <a:pt x="54622" y="23596"/>
                  <a:pt x="51387" y="25612"/>
                  <a:pt x="47532" y="28182"/>
                </a:cubicBezTo>
                <a:lnTo>
                  <a:pt x="44608" y="23064"/>
                </a:lnTo>
                <a:lnTo>
                  <a:pt x="75714" y="4520"/>
                </a:lnTo>
                <a:lnTo>
                  <a:pt x="79370" y="4520"/>
                </a:lnTo>
                <a:cubicBezTo>
                  <a:pt x="79104" y="8774"/>
                  <a:pt x="78971" y="14667"/>
                  <a:pt x="78971" y="22200"/>
                </a:cubicBezTo>
                <a:lnTo>
                  <a:pt x="78971" y="78962"/>
                </a:lnTo>
                <a:close/>
                <a:moveTo>
                  <a:pt x="111365" y="121633"/>
                </a:moveTo>
                <a:lnTo>
                  <a:pt x="129975" y="121633"/>
                </a:lnTo>
                <a:lnTo>
                  <a:pt x="129975" y="5118"/>
                </a:lnTo>
                <a:lnTo>
                  <a:pt x="111365" y="5118"/>
                </a:lnTo>
                <a:lnTo>
                  <a:pt x="111365" y="0"/>
                </a:lnTo>
                <a:lnTo>
                  <a:pt x="141009" y="0"/>
                </a:lnTo>
                <a:lnTo>
                  <a:pt x="141009" y="126751"/>
                </a:lnTo>
                <a:lnTo>
                  <a:pt x="111365" y="126751"/>
                </a:lnTo>
                <a:lnTo>
                  <a:pt x="111365" y="1216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Text 64">
            <a:extLst xmlns:a="http://schemas.openxmlformats.org/drawingml/2006/main">
              <a:ext uri="{FF2B5EF4-FFF2-40B4-BE49-F238E27FC236}">
                <a16:creationId xmlns:a16="http://schemas.microsoft.com/office/drawing/2014/main" id="{3CF23E77-F38E-4C7E-8820-9B691671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6371" y="5201058"/>
            <a:ext cx="103763" cy="64062"/>
          </a:xfrm>
          <a:custGeom xmlns:a="http://schemas.openxmlformats.org/drawingml/2006/main">
            <a:pathLst>
              <a:path w="103763" h="64062">
                <a:moveTo>
                  <a:pt x="36996" y="0"/>
                </a:moveTo>
                <a:cubicBezTo>
                  <a:pt x="37386" y="454"/>
                  <a:pt x="37743" y="892"/>
                  <a:pt x="38067" y="1314"/>
                </a:cubicBezTo>
                <a:cubicBezTo>
                  <a:pt x="38392" y="1736"/>
                  <a:pt x="38749" y="2158"/>
                  <a:pt x="39138" y="2580"/>
                </a:cubicBezTo>
                <a:lnTo>
                  <a:pt x="39138" y="5452"/>
                </a:lnTo>
                <a:cubicBezTo>
                  <a:pt x="35211" y="5387"/>
                  <a:pt x="31674" y="5906"/>
                  <a:pt x="28526" y="7010"/>
                </a:cubicBezTo>
                <a:cubicBezTo>
                  <a:pt x="25378" y="8113"/>
                  <a:pt x="22604" y="9728"/>
                  <a:pt x="20202" y="11853"/>
                </a:cubicBezTo>
                <a:cubicBezTo>
                  <a:pt x="17800" y="13979"/>
                  <a:pt x="15788" y="16592"/>
                  <a:pt x="14166" y="19691"/>
                </a:cubicBezTo>
                <a:cubicBezTo>
                  <a:pt x="12543" y="22790"/>
                  <a:pt x="11277" y="26287"/>
                  <a:pt x="10369" y="30181"/>
                </a:cubicBezTo>
                <a:lnTo>
                  <a:pt x="10904" y="30425"/>
                </a:lnTo>
                <a:cubicBezTo>
                  <a:pt x="12235" y="29516"/>
                  <a:pt x="13549" y="28729"/>
                  <a:pt x="14847" y="28064"/>
                </a:cubicBezTo>
                <a:cubicBezTo>
                  <a:pt x="16145" y="27398"/>
                  <a:pt x="17460" y="26847"/>
                  <a:pt x="18790" y="26409"/>
                </a:cubicBezTo>
                <a:cubicBezTo>
                  <a:pt x="20121" y="25970"/>
                  <a:pt x="21500" y="25654"/>
                  <a:pt x="22928" y="25459"/>
                </a:cubicBezTo>
                <a:cubicBezTo>
                  <a:pt x="24356" y="25265"/>
                  <a:pt x="25881" y="25167"/>
                  <a:pt x="27504" y="25167"/>
                </a:cubicBezTo>
                <a:cubicBezTo>
                  <a:pt x="30360" y="25167"/>
                  <a:pt x="32883" y="25589"/>
                  <a:pt x="35074" y="26433"/>
                </a:cubicBezTo>
                <a:cubicBezTo>
                  <a:pt x="37264" y="27277"/>
                  <a:pt x="39122" y="28510"/>
                  <a:pt x="40647" y="30133"/>
                </a:cubicBezTo>
                <a:cubicBezTo>
                  <a:pt x="42173" y="31755"/>
                  <a:pt x="43325" y="33702"/>
                  <a:pt x="44104" y="35974"/>
                </a:cubicBezTo>
                <a:cubicBezTo>
                  <a:pt x="44882" y="38246"/>
                  <a:pt x="45272" y="40777"/>
                  <a:pt x="45272" y="43568"/>
                </a:cubicBezTo>
                <a:cubicBezTo>
                  <a:pt x="45272" y="46521"/>
                  <a:pt x="44785" y="49264"/>
                  <a:pt x="43812" y="51795"/>
                </a:cubicBezTo>
                <a:cubicBezTo>
                  <a:pt x="42838" y="54326"/>
                  <a:pt x="41378" y="56501"/>
                  <a:pt x="39430" y="58318"/>
                </a:cubicBezTo>
                <a:cubicBezTo>
                  <a:pt x="37483" y="60135"/>
                  <a:pt x="35074" y="61547"/>
                  <a:pt x="32201" y="62553"/>
                </a:cubicBezTo>
                <a:cubicBezTo>
                  <a:pt x="29329" y="63559"/>
                  <a:pt x="25962" y="64062"/>
                  <a:pt x="22100" y="64062"/>
                </a:cubicBezTo>
                <a:cubicBezTo>
                  <a:pt x="14799" y="64062"/>
                  <a:pt x="9290" y="61977"/>
                  <a:pt x="5574" y="57807"/>
                </a:cubicBezTo>
                <a:cubicBezTo>
                  <a:pt x="1858" y="53637"/>
                  <a:pt x="0" y="47495"/>
                  <a:pt x="0" y="39382"/>
                </a:cubicBezTo>
                <a:cubicBezTo>
                  <a:pt x="0" y="35747"/>
                  <a:pt x="406" y="32266"/>
                  <a:pt x="1217" y="28940"/>
                </a:cubicBezTo>
                <a:cubicBezTo>
                  <a:pt x="2028" y="25614"/>
                  <a:pt x="3221" y="22514"/>
                  <a:pt x="4795" y="19642"/>
                </a:cubicBezTo>
                <a:cubicBezTo>
                  <a:pt x="6369" y="16770"/>
                  <a:pt x="8276" y="14174"/>
                  <a:pt x="10515" y="11853"/>
                </a:cubicBezTo>
                <a:cubicBezTo>
                  <a:pt x="12754" y="9533"/>
                  <a:pt x="15253" y="7521"/>
                  <a:pt x="18011" y="5817"/>
                </a:cubicBezTo>
                <a:cubicBezTo>
                  <a:pt x="20770" y="4113"/>
                  <a:pt x="23756" y="2767"/>
                  <a:pt x="26968" y="1777"/>
                </a:cubicBezTo>
                <a:cubicBezTo>
                  <a:pt x="30181" y="787"/>
                  <a:pt x="33524" y="195"/>
                  <a:pt x="36996" y="0"/>
                </a:cubicBezTo>
                <a:moveTo>
                  <a:pt x="24096" y="30765"/>
                </a:moveTo>
                <a:cubicBezTo>
                  <a:pt x="21922" y="30765"/>
                  <a:pt x="19918" y="31058"/>
                  <a:pt x="18084" y="31642"/>
                </a:cubicBezTo>
                <a:cubicBezTo>
                  <a:pt x="16251" y="32226"/>
                  <a:pt x="14506" y="33021"/>
                  <a:pt x="12851" y="34027"/>
                </a:cubicBezTo>
                <a:cubicBezTo>
                  <a:pt x="12170" y="34481"/>
                  <a:pt x="11643" y="34903"/>
                  <a:pt x="11269" y="35293"/>
                </a:cubicBezTo>
                <a:cubicBezTo>
                  <a:pt x="10896" y="35682"/>
                  <a:pt x="10620" y="36145"/>
                  <a:pt x="10442" y="36680"/>
                </a:cubicBezTo>
                <a:cubicBezTo>
                  <a:pt x="10263" y="37215"/>
                  <a:pt x="10142" y="37881"/>
                  <a:pt x="10077" y="38676"/>
                </a:cubicBezTo>
                <a:cubicBezTo>
                  <a:pt x="10012" y="39471"/>
                  <a:pt x="9979" y="40550"/>
                  <a:pt x="9979" y="41913"/>
                </a:cubicBezTo>
                <a:cubicBezTo>
                  <a:pt x="9979" y="53401"/>
                  <a:pt x="14150" y="59146"/>
                  <a:pt x="22490" y="59146"/>
                </a:cubicBezTo>
                <a:cubicBezTo>
                  <a:pt x="24762" y="59146"/>
                  <a:pt x="26717" y="58813"/>
                  <a:pt x="28356" y="58148"/>
                </a:cubicBezTo>
                <a:cubicBezTo>
                  <a:pt x="29995" y="57482"/>
                  <a:pt x="31333" y="56525"/>
                  <a:pt x="32372" y="55276"/>
                </a:cubicBezTo>
                <a:cubicBezTo>
                  <a:pt x="33410" y="54026"/>
                  <a:pt x="34173" y="52485"/>
                  <a:pt x="34660" y="50651"/>
                </a:cubicBezTo>
                <a:cubicBezTo>
                  <a:pt x="35147" y="48817"/>
                  <a:pt x="35390" y="46732"/>
                  <a:pt x="35390" y="44396"/>
                </a:cubicBezTo>
                <a:cubicBezTo>
                  <a:pt x="35390" y="40047"/>
                  <a:pt x="34416" y="36688"/>
                  <a:pt x="32469" y="34319"/>
                </a:cubicBezTo>
                <a:cubicBezTo>
                  <a:pt x="30522" y="31950"/>
                  <a:pt x="27731" y="30765"/>
                  <a:pt x="24096" y="30765"/>
                </a:cubicBezTo>
                <a:close/>
                <a:moveTo>
                  <a:pt x="76113" y="60119"/>
                </a:moveTo>
                <a:cubicBezTo>
                  <a:pt x="77086" y="59860"/>
                  <a:pt x="77914" y="59624"/>
                  <a:pt x="78595" y="59413"/>
                </a:cubicBezTo>
                <a:cubicBezTo>
                  <a:pt x="79277" y="59202"/>
                  <a:pt x="79845" y="58959"/>
                  <a:pt x="80299" y="58683"/>
                </a:cubicBezTo>
                <a:cubicBezTo>
                  <a:pt x="80754" y="58407"/>
                  <a:pt x="81086" y="58083"/>
                  <a:pt x="81297" y="57710"/>
                </a:cubicBezTo>
                <a:cubicBezTo>
                  <a:pt x="81508" y="57336"/>
                  <a:pt x="81670" y="56866"/>
                  <a:pt x="81784" y="56298"/>
                </a:cubicBezTo>
                <a:cubicBezTo>
                  <a:pt x="81897" y="55730"/>
                  <a:pt x="81962" y="55016"/>
                  <a:pt x="81979" y="54156"/>
                </a:cubicBezTo>
                <a:cubicBezTo>
                  <a:pt x="81995" y="53296"/>
                  <a:pt x="82003" y="52233"/>
                  <a:pt x="82003" y="50967"/>
                </a:cubicBezTo>
                <a:lnTo>
                  <a:pt x="82003" y="44590"/>
                </a:lnTo>
                <a:lnTo>
                  <a:pt x="54596" y="44590"/>
                </a:lnTo>
                <a:lnTo>
                  <a:pt x="54596" y="40745"/>
                </a:lnTo>
                <a:cubicBezTo>
                  <a:pt x="59432" y="34027"/>
                  <a:pt x="64235" y="27350"/>
                  <a:pt x="69006" y="20713"/>
                </a:cubicBezTo>
                <a:cubicBezTo>
                  <a:pt x="73776" y="14076"/>
                  <a:pt x="78579" y="7399"/>
                  <a:pt x="83415" y="682"/>
                </a:cubicBezTo>
                <a:lnTo>
                  <a:pt x="91155" y="682"/>
                </a:lnTo>
                <a:lnTo>
                  <a:pt x="91155" y="39479"/>
                </a:lnTo>
                <a:lnTo>
                  <a:pt x="92031" y="39479"/>
                </a:lnTo>
                <a:cubicBezTo>
                  <a:pt x="93362" y="39479"/>
                  <a:pt x="94441" y="39414"/>
                  <a:pt x="95268" y="39284"/>
                </a:cubicBezTo>
                <a:cubicBezTo>
                  <a:pt x="96096" y="39155"/>
                  <a:pt x="96761" y="38887"/>
                  <a:pt x="97264" y="38481"/>
                </a:cubicBezTo>
                <a:cubicBezTo>
                  <a:pt x="97767" y="38075"/>
                  <a:pt x="98189" y="37508"/>
                  <a:pt x="98530" y="36777"/>
                </a:cubicBezTo>
                <a:cubicBezTo>
                  <a:pt x="98870" y="36047"/>
                  <a:pt x="99236" y="35098"/>
                  <a:pt x="99625" y="33930"/>
                </a:cubicBezTo>
                <a:lnTo>
                  <a:pt x="103763" y="33930"/>
                </a:lnTo>
                <a:cubicBezTo>
                  <a:pt x="103665" y="35715"/>
                  <a:pt x="103560" y="37483"/>
                  <a:pt x="103446" y="39236"/>
                </a:cubicBezTo>
                <a:cubicBezTo>
                  <a:pt x="103333" y="40988"/>
                  <a:pt x="103227" y="42773"/>
                  <a:pt x="103130" y="44590"/>
                </a:cubicBezTo>
                <a:lnTo>
                  <a:pt x="91155" y="44590"/>
                </a:lnTo>
                <a:lnTo>
                  <a:pt x="91155" y="50967"/>
                </a:lnTo>
                <a:cubicBezTo>
                  <a:pt x="91155" y="52850"/>
                  <a:pt x="91195" y="54310"/>
                  <a:pt x="91276" y="55349"/>
                </a:cubicBezTo>
                <a:cubicBezTo>
                  <a:pt x="91358" y="56387"/>
                  <a:pt x="91601" y="57198"/>
                  <a:pt x="92007" y="57783"/>
                </a:cubicBezTo>
                <a:cubicBezTo>
                  <a:pt x="92412" y="58367"/>
                  <a:pt x="93013" y="58805"/>
                  <a:pt x="93808" y="59097"/>
                </a:cubicBezTo>
                <a:cubicBezTo>
                  <a:pt x="94603" y="59389"/>
                  <a:pt x="95714" y="59730"/>
                  <a:pt x="97142" y="60119"/>
                </a:cubicBezTo>
                <a:lnTo>
                  <a:pt x="97142" y="63040"/>
                </a:lnTo>
                <a:lnTo>
                  <a:pt x="76113" y="63040"/>
                </a:lnTo>
                <a:lnTo>
                  <a:pt x="76113" y="60119"/>
                </a:lnTo>
                <a:moveTo>
                  <a:pt x="63310" y="39479"/>
                </a:moveTo>
                <a:lnTo>
                  <a:pt x="82003" y="39479"/>
                </a:lnTo>
                <a:lnTo>
                  <a:pt x="82003" y="29694"/>
                </a:lnTo>
                <a:cubicBezTo>
                  <a:pt x="82003" y="28591"/>
                  <a:pt x="82019" y="27228"/>
                  <a:pt x="82052" y="25605"/>
                </a:cubicBezTo>
                <a:cubicBezTo>
                  <a:pt x="82084" y="23983"/>
                  <a:pt x="82125" y="22336"/>
                  <a:pt x="82173" y="20664"/>
                </a:cubicBezTo>
                <a:cubicBezTo>
                  <a:pt x="82222" y="18993"/>
                  <a:pt x="82279" y="17403"/>
                  <a:pt x="82344" y="15894"/>
                </a:cubicBezTo>
                <a:cubicBezTo>
                  <a:pt x="82409" y="14385"/>
                  <a:pt x="82474" y="13111"/>
                  <a:pt x="82538" y="12073"/>
                </a:cubicBezTo>
                <a:lnTo>
                  <a:pt x="82003" y="12073"/>
                </a:lnTo>
                <a:cubicBezTo>
                  <a:pt x="78887" y="16583"/>
                  <a:pt x="75780" y="21062"/>
                  <a:pt x="72681" y="25508"/>
                </a:cubicBezTo>
                <a:cubicBezTo>
                  <a:pt x="69582" y="29954"/>
                  <a:pt x="66458" y="34416"/>
                  <a:pt x="63310" y="38895"/>
                </a:cubicBezTo>
                <a:lnTo>
                  <a:pt x="63310" y="394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B479FC-A3E3-41A7-83C8-95EE3719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2030" y="5228390"/>
            <a:ext cx="431455" cy="65026"/>
          </a:xfrm>
          <a:custGeom xmlns:a="http://schemas.openxmlformats.org/drawingml/2006/main">
            <a:pathLst>
              <a:path w="431455" h="65026">
                <a:moveTo>
                  <a:pt x="58156" y="7988"/>
                </a:moveTo>
                <a:lnTo>
                  <a:pt x="58389" y="7851"/>
                </a:lnTo>
                <a:lnTo>
                  <a:pt x="58608" y="7700"/>
                </a:lnTo>
                <a:lnTo>
                  <a:pt x="58814" y="7535"/>
                </a:lnTo>
                <a:lnTo>
                  <a:pt x="59006" y="7359"/>
                </a:lnTo>
                <a:lnTo>
                  <a:pt x="59183" y="7170"/>
                </a:lnTo>
                <a:lnTo>
                  <a:pt x="59347" y="6971"/>
                </a:lnTo>
                <a:lnTo>
                  <a:pt x="59495" y="6762"/>
                </a:lnTo>
                <a:lnTo>
                  <a:pt x="59629" y="6545"/>
                </a:lnTo>
                <a:lnTo>
                  <a:pt x="59748" y="6319"/>
                </a:lnTo>
                <a:lnTo>
                  <a:pt x="59852" y="6086"/>
                </a:lnTo>
                <a:lnTo>
                  <a:pt x="59940" y="5847"/>
                </a:lnTo>
                <a:lnTo>
                  <a:pt x="60013" y="5602"/>
                </a:lnTo>
                <a:lnTo>
                  <a:pt x="60070" y="5353"/>
                </a:lnTo>
                <a:lnTo>
                  <a:pt x="60111" y="5100"/>
                </a:lnTo>
                <a:lnTo>
                  <a:pt x="60136" y="4844"/>
                </a:lnTo>
                <a:lnTo>
                  <a:pt x="60144" y="4586"/>
                </a:lnTo>
                <a:lnTo>
                  <a:pt x="60136" y="4327"/>
                </a:lnTo>
                <a:lnTo>
                  <a:pt x="60110" y="4068"/>
                </a:lnTo>
                <a:lnTo>
                  <a:pt x="60068" y="3809"/>
                </a:lnTo>
                <a:lnTo>
                  <a:pt x="60009" y="3552"/>
                </a:lnTo>
                <a:lnTo>
                  <a:pt x="59932" y="3298"/>
                </a:lnTo>
                <a:lnTo>
                  <a:pt x="59837" y="3046"/>
                </a:lnTo>
                <a:lnTo>
                  <a:pt x="59724" y="2799"/>
                </a:lnTo>
                <a:lnTo>
                  <a:pt x="59594" y="2556"/>
                </a:lnTo>
                <a:lnTo>
                  <a:pt x="59457" y="2323"/>
                </a:lnTo>
                <a:lnTo>
                  <a:pt x="59305" y="2104"/>
                </a:lnTo>
                <a:lnTo>
                  <a:pt x="59141" y="1898"/>
                </a:lnTo>
                <a:lnTo>
                  <a:pt x="58964" y="1706"/>
                </a:lnTo>
                <a:lnTo>
                  <a:pt x="58775" y="1528"/>
                </a:lnTo>
                <a:lnTo>
                  <a:pt x="58576" y="1364"/>
                </a:lnTo>
                <a:lnTo>
                  <a:pt x="58368" y="1215"/>
                </a:lnTo>
                <a:lnTo>
                  <a:pt x="58150" y="1080"/>
                </a:lnTo>
                <a:lnTo>
                  <a:pt x="57924" y="960"/>
                </a:lnTo>
                <a:lnTo>
                  <a:pt x="57691" y="854"/>
                </a:lnTo>
                <a:lnTo>
                  <a:pt x="57452" y="764"/>
                </a:lnTo>
                <a:lnTo>
                  <a:pt x="57207" y="689"/>
                </a:lnTo>
                <a:lnTo>
                  <a:pt x="56958" y="629"/>
                </a:lnTo>
                <a:lnTo>
                  <a:pt x="56705" y="585"/>
                </a:lnTo>
                <a:lnTo>
                  <a:pt x="56449" y="557"/>
                </a:lnTo>
                <a:lnTo>
                  <a:pt x="56191" y="544"/>
                </a:lnTo>
                <a:lnTo>
                  <a:pt x="55932" y="548"/>
                </a:lnTo>
                <a:lnTo>
                  <a:pt x="55673" y="568"/>
                </a:lnTo>
                <a:lnTo>
                  <a:pt x="55415" y="604"/>
                </a:lnTo>
                <a:lnTo>
                  <a:pt x="55157" y="657"/>
                </a:lnTo>
                <a:lnTo>
                  <a:pt x="54903" y="727"/>
                </a:lnTo>
                <a:lnTo>
                  <a:pt x="54651" y="814"/>
                </a:lnTo>
                <a:lnTo>
                  <a:pt x="54404" y="917"/>
                </a:lnTo>
                <a:lnTo>
                  <a:pt x="54162" y="1038"/>
                </a:lnTo>
                <a:lnTo>
                  <a:pt x="0" y="31874"/>
                </a:lnTo>
                <a:lnTo>
                  <a:pt x="53443" y="63907"/>
                </a:lnTo>
                <a:lnTo>
                  <a:pt x="53685" y="64038"/>
                </a:lnTo>
                <a:lnTo>
                  <a:pt x="53932" y="64151"/>
                </a:lnTo>
                <a:lnTo>
                  <a:pt x="54184" y="64245"/>
                </a:lnTo>
                <a:lnTo>
                  <a:pt x="54439" y="64322"/>
                </a:lnTo>
                <a:lnTo>
                  <a:pt x="54696" y="64382"/>
                </a:lnTo>
                <a:lnTo>
                  <a:pt x="54955" y="64424"/>
                </a:lnTo>
                <a:lnTo>
                  <a:pt x="55215" y="64449"/>
                </a:lnTo>
                <a:lnTo>
                  <a:pt x="55475" y="64458"/>
                </a:lnTo>
                <a:lnTo>
                  <a:pt x="55734" y="64449"/>
                </a:lnTo>
                <a:lnTo>
                  <a:pt x="55992" y="64425"/>
                </a:lnTo>
                <a:lnTo>
                  <a:pt x="56247" y="64384"/>
                </a:lnTo>
                <a:lnTo>
                  <a:pt x="56498" y="64327"/>
                </a:lnTo>
                <a:lnTo>
                  <a:pt x="56746" y="64254"/>
                </a:lnTo>
                <a:lnTo>
                  <a:pt x="56988" y="64166"/>
                </a:lnTo>
                <a:lnTo>
                  <a:pt x="57225" y="64062"/>
                </a:lnTo>
                <a:lnTo>
                  <a:pt x="57455" y="63943"/>
                </a:lnTo>
                <a:lnTo>
                  <a:pt x="57677" y="63809"/>
                </a:lnTo>
                <a:lnTo>
                  <a:pt x="57891" y="63660"/>
                </a:lnTo>
                <a:lnTo>
                  <a:pt x="58096" y="63497"/>
                </a:lnTo>
                <a:lnTo>
                  <a:pt x="58291" y="63319"/>
                </a:lnTo>
                <a:lnTo>
                  <a:pt x="58475" y="63128"/>
                </a:lnTo>
                <a:lnTo>
                  <a:pt x="58648" y="62922"/>
                </a:lnTo>
                <a:lnTo>
                  <a:pt x="58808" y="62702"/>
                </a:lnTo>
                <a:lnTo>
                  <a:pt x="58955" y="62469"/>
                </a:lnTo>
                <a:lnTo>
                  <a:pt x="59085" y="62237"/>
                </a:lnTo>
                <a:lnTo>
                  <a:pt x="59198" y="61998"/>
                </a:lnTo>
                <a:lnTo>
                  <a:pt x="59293" y="61754"/>
                </a:lnTo>
                <a:lnTo>
                  <a:pt x="59370" y="61507"/>
                </a:lnTo>
                <a:lnTo>
                  <a:pt x="59430" y="61256"/>
                </a:lnTo>
                <a:lnTo>
                  <a:pt x="59473" y="61003"/>
                </a:lnTo>
                <a:lnTo>
                  <a:pt x="59499" y="60748"/>
                </a:lnTo>
                <a:lnTo>
                  <a:pt x="59508" y="60493"/>
                </a:lnTo>
                <a:lnTo>
                  <a:pt x="59501" y="60238"/>
                </a:lnTo>
                <a:lnTo>
                  <a:pt x="59478" y="59984"/>
                </a:lnTo>
                <a:lnTo>
                  <a:pt x="59439" y="59733"/>
                </a:lnTo>
                <a:lnTo>
                  <a:pt x="59384" y="59484"/>
                </a:lnTo>
                <a:lnTo>
                  <a:pt x="59314" y="59239"/>
                </a:lnTo>
                <a:lnTo>
                  <a:pt x="59229" y="58998"/>
                </a:lnTo>
                <a:lnTo>
                  <a:pt x="59129" y="58763"/>
                </a:lnTo>
                <a:lnTo>
                  <a:pt x="59014" y="58534"/>
                </a:lnTo>
                <a:lnTo>
                  <a:pt x="58885" y="58313"/>
                </a:lnTo>
                <a:lnTo>
                  <a:pt x="58741" y="58100"/>
                </a:lnTo>
                <a:lnTo>
                  <a:pt x="58584" y="57895"/>
                </a:lnTo>
                <a:lnTo>
                  <a:pt x="58413" y="57700"/>
                </a:lnTo>
                <a:lnTo>
                  <a:pt x="58228" y="57517"/>
                </a:lnTo>
                <a:lnTo>
                  <a:pt x="58031" y="57344"/>
                </a:lnTo>
                <a:lnTo>
                  <a:pt x="57820" y="57184"/>
                </a:lnTo>
                <a:lnTo>
                  <a:pt x="57597" y="57037"/>
                </a:lnTo>
                <a:lnTo>
                  <a:pt x="22659" y="36110"/>
                </a:lnTo>
                <a:lnTo>
                  <a:pt x="431375" y="40581"/>
                </a:lnTo>
                <a:lnTo>
                  <a:pt x="431455" y="32593"/>
                </a:lnTo>
                <a:lnTo>
                  <a:pt x="22804" y="28122"/>
                </a:lnTo>
                <a:lnTo>
                  <a:pt x="58156" y="79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Counter">
            <a:extLst xmlns:a="http://schemas.openxmlformats.org/drawingml/2006/main">
              <a:ext uri="{FF2B5EF4-FFF2-40B4-BE49-F238E27FC236}">
                <a16:creationId xmlns:a16="http://schemas.microsoft.com/office/drawing/2014/main" id="{797319C0-2E9C-40CD-8F1A-836F07E9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2279" y="5140220"/>
            <a:ext cx="360080" cy="77521"/>
          </a:xfrm>
          <a:custGeom xmlns:a="http://schemas.openxmlformats.org/drawingml/2006/main">
            <a:pathLst>
              <a:path w="360080" h="77521">
                <a:moveTo>
                  <a:pt x="66510" y="25278"/>
                </a:moveTo>
                <a:lnTo>
                  <a:pt x="63927" y="25278"/>
                </a:lnTo>
                <a:cubicBezTo>
                  <a:pt x="62878" y="21608"/>
                  <a:pt x="61828" y="18799"/>
                  <a:pt x="60779" y="16852"/>
                </a:cubicBezTo>
                <a:cubicBezTo>
                  <a:pt x="59731" y="14904"/>
                  <a:pt x="58309" y="13032"/>
                  <a:pt x="56512" y="11234"/>
                </a:cubicBezTo>
                <a:cubicBezTo>
                  <a:pt x="51868" y="6740"/>
                  <a:pt x="46288" y="4493"/>
                  <a:pt x="39772" y="4493"/>
                </a:cubicBezTo>
                <a:cubicBezTo>
                  <a:pt x="34379" y="4493"/>
                  <a:pt x="29679" y="5860"/>
                  <a:pt x="25672" y="8594"/>
                </a:cubicBezTo>
                <a:cubicBezTo>
                  <a:pt x="21665" y="11328"/>
                  <a:pt x="18556" y="15204"/>
                  <a:pt x="16346" y="20222"/>
                </a:cubicBezTo>
                <a:cubicBezTo>
                  <a:pt x="14137" y="25240"/>
                  <a:pt x="13032" y="31158"/>
                  <a:pt x="13032" y="37974"/>
                </a:cubicBezTo>
                <a:cubicBezTo>
                  <a:pt x="13032" y="44190"/>
                  <a:pt x="13875" y="49732"/>
                  <a:pt x="15559" y="54601"/>
                </a:cubicBezTo>
                <a:cubicBezTo>
                  <a:pt x="17245" y="59470"/>
                  <a:pt x="19623" y="63290"/>
                  <a:pt x="22694" y="66061"/>
                </a:cubicBezTo>
                <a:cubicBezTo>
                  <a:pt x="27638" y="70405"/>
                  <a:pt x="33705" y="72577"/>
                  <a:pt x="40895" y="72577"/>
                </a:cubicBezTo>
                <a:cubicBezTo>
                  <a:pt x="45538" y="72577"/>
                  <a:pt x="49845" y="71678"/>
                  <a:pt x="53814" y="69881"/>
                </a:cubicBezTo>
                <a:cubicBezTo>
                  <a:pt x="57784" y="68083"/>
                  <a:pt x="61830" y="65199"/>
                  <a:pt x="65950" y="61230"/>
                </a:cubicBezTo>
                <a:lnTo>
                  <a:pt x="67971" y="63251"/>
                </a:lnTo>
                <a:cubicBezTo>
                  <a:pt x="64600" y="67821"/>
                  <a:pt x="60238" y="71341"/>
                  <a:pt x="54882" y="73813"/>
                </a:cubicBezTo>
                <a:cubicBezTo>
                  <a:pt x="49528" y="76285"/>
                  <a:pt x="43667" y="77521"/>
                  <a:pt x="37300" y="77521"/>
                </a:cubicBezTo>
                <a:cubicBezTo>
                  <a:pt x="29885" y="77521"/>
                  <a:pt x="23368" y="75930"/>
                  <a:pt x="17750" y="72747"/>
                </a:cubicBezTo>
                <a:cubicBezTo>
                  <a:pt x="12133" y="69563"/>
                  <a:pt x="7770" y="65106"/>
                  <a:pt x="4661" y="59377"/>
                </a:cubicBezTo>
                <a:cubicBezTo>
                  <a:pt x="1554" y="53647"/>
                  <a:pt x="0" y="46961"/>
                  <a:pt x="0" y="39321"/>
                </a:cubicBezTo>
                <a:cubicBezTo>
                  <a:pt x="0" y="26738"/>
                  <a:pt x="4045" y="16852"/>
                  <a:pt x="12134" y="9662"/>
                </a:cubicBezTo>
                <a:cubicBezTo>
                  <a:pt x="15654" y="6591"/>
                  <a:pt x="19642" y="4213"/>
                  <a:pt x="24098" y="2529"/>
                </a:cubicBezTo>
                <a:cubicBezTo>
                  <a:pt x="28555" y="843"/>
                  <a:pt x="33069" y="0"/>
                  <a:pt x="37638" y="0"/>
                </a:cubicBezTo>
                <a:cubicBezTo>
                  <a:pt x="40258" y="0"/>
                  <a:pt x="42954" y="225"/>
                  <a:pt x="45726" y="674"/>
                </a:cubicBezTo>
                <a:cubicBezTo>
                  <a:pt x="48497" y="1123"/>
                  <a:pt x="51269" y="1834"/>
                  <a:pt x="54040" y="2808"/>
                </a:cubicBezTo>
                <a:cubicBezTo>
                  <a:pt x="55838" y="3407"/>
                  <a:pt x="57299" y="3706"/>
                  <a:pt x="58422" y="3706"/>
                </a:cubicBezTo>
                <a:cubicBezTo>
                  <a:pt x="60893" y="3706"/>
                  <a:pt x="62466" y="2471"/>
                  <a:pt x="63140" y="0"/>
                </a:cubicBezTo>
                <a:lnTo>
                  <a:pt x="65499" y="0"/>
                </a:lnTo>
                <a:lnTo>
                  <a:pt x="66510" y="25278"/>
                </a:lnTo>
                <a:close/>
                <a:moveTo>
                  <a:pt x="99879" y="24266"/>
                </a:moveTo>
                <a:cubicBezTo>
                  <a:pt x="104672" y="24266"/>
                  <a:pt x="108922" y="25352"/>
                  <a:pt x="112630" y="27525"/>
                </a:cubicBezTo>
                <a:cubicBezTo>
                  <a:pt x="116337" y="29698"/>
                  <a:pt x="119258" y="32694"/>
                  <a:pt x="121393" y="36513"/>
                </a:cubicBezTo>
                <a:cubicBezTo>
                  <a:pt x="123528" y="40333"/>
                  <a:pt x="124596" y="44714"/>
                  <a:pt x="124596" y="49659"/>
                </a:cubicBezTo>
                <a:cubicBezTo>
                  <a:pt x="124596" y="54827"/>
                  <a:pt x="123509" y="59489"/>
                  <a:pt x="121337" y="63646"/>
                </a:cubicBezTo>
                <a:cubicBezTo>
                  <a:pt x="119165" y="67802"/>
                  <a:pt x="116188" y="71079"/>
                  <a:pt x="112405" y="73475"/>
                </a:cubicBezTo>
                <a:cubicBezTo>
                  <a:pt x="108623" y="75872"/>
                  <a:pt x="104373" y="77070"/>
                  <a:pt x="99654" y="77070"/>
                </a:cubicBezTo>
                <a:cubicBezTo>
                  <a:pt x="94935" y="77070"/>
                  <a:pt x="90722" y="75929"/>
                  <a:pt x="87014" y="73645"/>
                </a:cubicBezTo>
                <a:cubicBezTo>
                  <a:pt x="83307" y="71361"/>
                  <a:pt x="80386" y="68215"/>
                  <a:pt x="78251" y="64208"/>
                </a:cubicBezTo>
                <a:cubicBezTo>
                  <a:pt x="76117" y="60200"/>
                  <a:pt x="75050" y="55649"/>
                  <a:pt x="75050" y="50557"/>
                </a:cubicBezTo>
                <a:cubicBezTo>
                  <a:pt x="75050" y="45389"/>
                  <a:pt x="76099" y="40820"/>
                  <a:pt x="78196" y="36851"/>
                </a:cubicBezTo>
                <a:cubicBezTo>
                  <a:pt x="80293" y="32881"/>
                  <a:pt x="83214" y="29791"/>
                  <a:pt x="86958" y="27582"/>
                </a:cubicBezTo>
                <a:cubicBezTo>
                  <a:pt x="90703" y="25371"/>
                  <a:pt x="95010" y="24266"/>
                  <a:pt x="99879" y="24266"/>
                </a:cubicBezTo>
                <a:moveTo>
                  <a:pt x="98418" y="27412"/>
                </a:moveTo>
                <a:cubicBezTo>
                  <a:pt x="94373" y="27412"/>
                  <a:pt x="91153" y="29023"/>
                  <a:pt x="88756" y="32245"/>
                </a:cubicBezTo>
                <a:cubicBezTo>
                  <a:pt x="86360" y="35465"/>
                  <a:pt x="85161" y="39734"/>
                  <a:pt x="85161" y="45052"/>
                </a:cubicBezTo>
                <a:cubicBezTo>
                  <a:pt x="85161" y="49021"/>
                  <a:pt x="85592" y="52897"/>
                  <a:pt x="86452" y="56680"/>
                </a:cubicBezTo>
                <a:cubicBezTo>
                  <a:pt x="87314" y="60462"/>
                  <a:pt x="88531" y="63814"/>
                  <a:pt x="90104" y="66735"/>
                </a:cubicBezTo>
                <a:cubicBezTo>
                  <a:pt x="91302" y="68982"/>
                  <a:pt x="92876" y="70742"/>
                  <a:pt x="94823" y="72015"/>
                </a:cubicBezTo>
                <a:cubicBezTo>
                  <a:pt x="96771" y="73288"/>
                  <a:pt x="98830" y="73925"/>
                  <a:pt x="101002" y="73925"/>
                </a:cubicBezTo>
                <a:cubicBezTo>
                  <a:pt x="105196" y="73925"/>
                  <a:pt x="108491" y="72127"/>
                  <a:pt x="110888" y="68533"/>
                </a:cubicBezTo>
                <a:cubicBezTo>
                  <a:pt x="113286" y="64938"/>
                  <a:pt x="114485" y="59956"/>
                  <a:pt x="114485" y="53589"/>
                </a:cubicBezTo>
                <a:cubicBezTo>
                  <a:pt x="114485" y="48421"/>
                  <a:pt x="113791" y="43872"/>
                  <a:pt x="112405" y="39940"/>
                </a:cubicBezTo>
                <a:cubicBezTo>
                  <a:pt x="111020" y="36007"/>
                  <a:pt x="109129" y="32937"/>
                  <a:pt x="106732" y="30727"/>
                </a:cubicBezTo>
                <a:cubicBezTo>
                  <a:pt x="104336" y="28517"/>
                  <a:pt x="101564" y="27412"/>
                  <a:pt x="98418" y="27412"/>
                </a:cubicBezTo>
                <a:close/>
                <a:moveTo>
                  <a:pt x="182793" y="70330"/>
                </a:moveTo>
                <a:lnTo>
                  <a:pt x="182793" y="71903"/>
                </a:lnTo>
                <a:cubicBezTo>
                  <a:pt x="179946" y="72652"/>
                  <a:pt x="177380" y="73401"/>
                  <a:pt x="175095" y="74151"/>
                </a:cubicBezTo>
                <a:cubicBezTo>
                  <a:pt x="172812" y="74899"/>
                  <a:pt x="170247" y="75836"/>
                  <a:pt x="167400" y="76959"/>
                </a:cubicBezTo>
                <a:lnTo>
                  <a:pt x="166951" y="76734"/>
                </a:lnTo>
                <a:lnTo>
                  <a:pt x="166951" y="67409"/>
                </a:lnTo>
                <a:lnTo>
                  <a:pt x="162120" y="72239"/>
                </a:lnTo>
                <a:cubicBezTo>
                  <a:pt x="160621" y="73738"/>
                  <a:pt x="158843" y="74918"/>
                  <a:pt x="156783" y="75780"/>
                </a:cubicBezTo>
                <a:cubicBezTo>
                  <a:pt x="154724" y="76640"/>
                  <a:pt x="152645" y="77070"/>
                  <a:pt x="150548" y="77070"/>
                </a:cubicBezTo>
                <a:cubicBezTo>
                  <a:pt x="146428" y="77070"/>
                  <a:pt x="143132" y="75741"/>
                  <a:pt x="140660" y="73083"/>
                </a:cubicBezTo>
                <a:cubicBezTo>
                  <a:pt x="138189" y="70423"/>
                  <a:pt x="136954" y="66885"/>
                  <a:pt x="136954" y="62466"/>
                </a:cubicBezTo>
                <a:lnTo>
                  <a:pt x="136954" y="34154"/>
                </a:lnTo>
                <a:cubicBezTo>
                  <a:pt x="136878" y="31457"/>
                  <a:pt x="136354" y="29603"/>
                  <a:pt x="135380" y="28593"/>
                </a:cubicBezTo>
                <a:cubicBezTo>
                  <a:pt x="134406" y="27582"/>
                  <a:pt x="132609" y="27038"/>
                  <a:pt x="129988" y="26963"/>
                </a:cubicBezTo>
                <a:lnTo>
                  <a:pt x="129988" y="25391"/>
                </a:lnTo>
                <a:lnTo>
                  <a:pt x="146391" y="25391"/>
                </a:lnTo>
                <a:lnTo>
                  <a:pt x="146391" y="62017"/>
                </a:lnTo>
                <a:cubicBezTo>
                  <a:pt x="146391" y="64338"/>
                  <a:pt x="147177" y="66342"/>
                  <a:pt x="148750" y="68027"/>
                </a:cubicBezTo>
                <a:cubicBezTo>
                  <a:pt x="150322" y="69712"/>
                  <a:pt x="152195" y="70554"/>
                  <a:pt x="154368" y="70554"/>
                </a:cubicBezTo>
                <a:cubicBezTo>
                  <a:pt x="157813" y="70554"/>
                  <a:pt x="161109" y="69281"/>
                  <a:pt x="164254" y="66735"/>
                </a:cubicBezTo>
                <a:cubicBezTo>
                  <a:pt x="165677" y="65611"/>
                  <a:pt x="166388" y="63627"/>
                  <a:pt x="166388" y="60781"/>
                </a:cubicBezTo>
                <a:lnTo>
                  <a:pt x="166388" y="34379"/>
                </a:lnTo>
                <a:cubicBezTo>
                  <a:pt x="166388" y="31532"/>
                  <a:pt x="165883" y="29678"/>
                  <a:pt x="164871" y="28818"/>
                </a:cubicBezTo>
                <a:cubicBezTo>
                  <a:pt x="163861" y="27956"/>
                  <a:pt x="161596" y="27450"/>
                  <a:pt x="158076" y="27300"/>
                </a:cubicBezTo>
                <a:lnTo>
                  <a:pt x="158076" y="25391"/>
                </a:lnTo>
                <a:lnTo>
                  <a:pt x="175826" y="25391"/>
                </a:lnTo>
                <a:lnTo>
                  <a:pt x="175826" y="63927"/>
                </a:lnTo>
                <a:cubicBezTo>
                  <a:pt x="175901" y="66547"/>
                  <a:pt x="176294" y="68233"/>
                  <a:pt x="177005" y="68982"/>
                </a:cubicBezTo>
                <a:cubicBezTo>
                  <a:pt x="177717" y="69731"/>
                  <a:pt x="179459" y="70180"/>
                  <a:pt x="182230" y="70330"/>
                </a:cubicBezTo>
                <a:lnTo>
                  <a:pt x="182793" y="70330"/>
                </a:lnTo>
                <a:close/>
                <a:moveTo>
                  <a:pt x="186613" y="75948"/>
                </a:moveTo>
                <a:lnTo>
                  <a:pt x="186613" y="74262"/>
                </a:lnTo>
                <a:cubicBezTo>
                  <a:pt x="189458" y="74113"/>
                  <a:pt x="191312" y="73495"/>
                  <a:pt x="192172" y="72409"/>
                </a:cubicBezTo>
                <a:cubicBezTo>
                  <a:pt x="193034" y="71322"/>
                  <a:pt x="193502" y="69131"/>
                  <a:pt x="193578" y="65836"/>
                </a:cubicBezTo>
                <a:lnTo>
                  <a:pt x="193578" y="37974"/>
                </a:lnTo>
                <a:cubicBezTo>
                  <a:pt x="193578" y="35202"/>
                  <a:pt x="193278" y="33311"/>
                  <a:pt x="192678" y="32301"/>
                </a:cubicBezTo>
                <a:cubicBezTo>
                  <a:pt x="192079" y="31290"/>
                  <a:pt x="190993" y="30784"/>
                  <a:pt x="189421" y="30784"/>
                </a:cubicBezTo>
                <a:cubicBezTo>
                  <a:pt x="187998" y="30784"/>
                  <a:pt x="186987" y="30934"/>
                  <a:pt x="186388" y="31233"/>
                </a:cubicBezTo>
                <a:lnTo>
                  <a:pt x="186388" y="29323"/>
                </a:lnTo>
                <a:cubicBezTo>
                  <a:pt x="189459" y="28424"/>
                  <a:pt x="192118" y="27600"/>
                  <a:pt x="194365" y="26851"/>
                </a:cubicBezTo>
                <a:cubicBezTo>
                  <a:pt x="196612" y="26102"/>
                  <a:pt x="199121" y="25240"/>
                  <a:pt x="201892" y="24266"/>
                </a:cubicBezTo>
                <a:lnTo>
                  <a:pt x="202677" y="24492"/>
                </a:lnTo>
                <a:lnTo>
                  <a:pt x="202677" y="33367"/>
                </a:lnTo>
                <a:cubicBezTo>
                  <a:pt x="205225" y="30971"/>
                  <a:pt x="207397" y="29117"/>
                  <a:pt x="209194" y="27806"/>
                </a:cubicBezTo>
                <a:cubicBezTo>
                  <a:pt x="210991" y="26495"/>
                  <a:pt x="212639" y="25578"/>
                  <a:pt x="214138" y="25053"/>
                </a:cubicBezTo>
                <a:cubicBezTo>
                  <a:pt x="215636" y="24528"/>
                  <a:pt x="217246" y="24266"/>
                  <a:pt x="218969" y="24266"/>
                </a:cubicBezTo>
                <a:cubicBezTo>
                  <a:pt x="223163" y="24266"/>
                  <a:pt x="226421" y="25746"/>
                  <a:pt x="228742" y="28704"/>
                </a:cubicBezTo>
                <a:cubicBezTo>
                  <a:pt x="231064" y="31663"/>
                  <a:pt x="232225" y="35802"/>
                  <a:pt x="232225" y="41120"/>
                </a:cubicBezTo>
                <a:lnTo>
                  <a:pt x="232225" y="66848"/>
                </a:lnTo>
                <a:cubicBezTo>
                  <a:pt x="232301" y="69618"/>
                  <a:pt x="232769" y="71472"/>
                  <a:pt x="233629" y="72409"/>
                </a:cubicBezTo>
                <a:cubicBezTo>
                  <a:pt x="234491" y="73345"/>
                  <a:pt x="236308" y="73963"/>
                  <a:pt x="239079" y="74262"/>
                </a:cubicBezTo>
                <a:lnTo>
                  <a:pt x="239079" y="75948"/>
                </a:lnTo>
                <a:lnTo>
                  <a:pt x="215710" y="75948"/>
                </a:lnTo>
                <a:lnTo>
                  <a:pt x="215710" y="74262"/>
                </a:lnTo>
                <a:cubicBezTo>
                  <a:pt x="218481" y="74113"/>
                  <a:pt x="220335" y="73420"/>
                  <a:pt x="221271" y="72185"/>
                </a:cubicBezTo>
                <a:cubicBezTo>
                  <a:pt x="222208" y="70948"/>
                  <a:pt x="222714" y="68495"/>
                  <a:pt x="222788" y="64825"/>
                </a:cubicBezTo>
                <a:lnTo>
                  <a:pt x="222788" y="41344"/>
                </a:lnTo>
                <a:cubicBezTo>
                  <a:pt x="222788" y="34079"/>
                  <a:pt x="220054" y="30446"/>
                  <a:pt x="214587" y="30446"/>
                </a:cubicBezTo>
                <a:cubicBezTo>
                  <a:pt x="212715" y="30446"/>
                  <a:pt x="210974" y="30877"/>
                  <a:pt x="209363" y="31739"/>
                </a:cubicBezTo>
                <a:cubicBezTo>
                  <a:pt x="207753" y="32599"/>
                  <a:pt x="205637" y="34303"/>
                  <a:pt x="203015" y="36849"/>
                </a:cubicBezTo>
                <a:lnTo>
                  <a:pt x="203015" y="68420"/>
                </a:lnTo>
                <a:cubicBezTo>
                  <a:pt x="203015" y="70443"/>
                  <a:pt x="203558" y="71885"/>
                  <a:pt x="204644" y="72747"/>
                </a:cubicBezTo>
                <a:cubicBezTo>
                  <a:pt x="205729" y="73607"/>
                  <a:pt x="207658" y="74113"/>
                  <a:pt x="210430" y="74262"/>
                </a:cubicBezTo>
                <a:lnTo>
                  <a:pt x="210430" y="75948"/>
                </a:lnTo>
                <a:lnTo>
                  <a:pt x="186613" y="75948"/>
                </a:lnTo>
                <a:close/>
                <a:moveTo>
                  <a:pt x="270087" y="25391"/>
                </a:moveTo>
                <a:lnTo>
                  <a:pt x="270087" y="28986"/>
                </a:lnTo>
                <a:lnTo>
                  <a:pt x="258740" y="28986"/>
                </a:lnTo>
                <a:lnTo>
                  <a:pt x="258740" y="61117"/>
                </a:lnTo>
                <a:cubicBezTo>
                  <a:pt x="258740" y="64637"/>
                  <a:pt x="259189" y="67202"/>
                  <a:pt x="260087" y="68813"/>
                </a:cubicBezTo>
                <a:cubicBezTo>
                  <a:pt x="260987" y="70423"/>
                  <a:pt x="262485" y="71228"/>
                  <a:pt x="264582" y="71228"/>
                </a:cubicBezTo>
                <a:cubicBezTo>
                  <a:pt x="265855" y="71228"/>
                  <a:pt x="266997" y="70929"/>
                  <a:pt x="268007" y="70330"/>
                </a:cubicBezTo>
                <a:cubicBezTo>
                  <a:pt x="269019" y="69731"/>
                  <a:pt x="270124" y="68720"/>
                  <a:pt x="271323" y="67297"/>
                </a:cubicBezTo>
                <a:lnTo>
                  <a:pt x="272784" y="68533"/>
                </a:lnTo>
                <a:cubicBezTo>
                  <a:pt x="269188" y="74225"/>
                  <a:pt x="264694" y="77070"/>
                  <a:pt x="259300" y="77070"/>
                </a:cubicBezTo>
                <a:cubicBezTo>
                  <a:pt x="252635" y="77070"/>
                  <a:pt x="249303" y="72314"/>
                  <a:pt x="249303" y="62802"/>
                </a:cubicBezTo>
                <a:lnTo>
                  <a:pt x="249303" y="28986"/>
                </a:lnTo>
                <a:lnTo>
                  <a:pt x="243347" y="28986"/>
                </a:lnTo>
                <a:cubicBezTo>
                  <a:pt x="243048" y="28760"/>
                  <a:pt x="242898" y="28498"/>
                  <a:pt x="242898" y="28199"/>
                </a:cubicBezTo>
                <a:cubicBezTo>
                  <a:pt x="242898" y="27600"/>
                  <a:pt x="243535" y="26888"/>
                  <a:pt x="244808" y="26064"/>
                </a:cubicBezTo>
                <a:cubicBezTo>
                  <a:pt x="246456" y="25091"/>
                  <a:pt x="248253" y="23499"/>
                  <a:pt x="250201" y="21290"/>
                </a:cubicBezTo>
                <a:cubicBezTo>
                  <a:pt x="252148" y="19080"/>
                  <a:pt x="254732" y="15616"/>
                  <a:pt x="257953" y="10898"/>
                </a:cubicBezTo>
                <a:cubicBezTo>
                  <a:pt x="258478" y="10898"/>
                  <a:pt x="258740" y="11385"/>
                  <a:pt x="258740" y="12358"/>
                </a:cubicBezTo>
                <a:lnTo>
                  <a:pt x="258740" y="25391"/>
                </a:lnTo>
                <a:lnTo>
                  <a:pt x="270087" y="25391"/>
                </a:lnTo>
                <a:close/>
                <a:moveTo>
                  <a:pt x="319071" y="57522"/>
                </a:moveTo>
                <a:lnTo>
                  <a:pt x="320867" y="58309"/>
                </a:lnTo>
                <a:cubicBezTo>
                  <a:pt x="318546" y="64375"/>
                  <a:pt x="315344" y="69019"/>
                  <a:pt x="311262" y="72239"/>
                </a:cubicBezTo>
                <a:cubicBezTo>
                  <a:pt x="307180" y="75460"/>
                  <a:pt x="302442" y="77070"/>
                  <a:pt x="297050" y="77070"/>
                </a:cubicBezTo>
                <a:cubicBezTo>
                  <a:pt x="290609" y="77070"/>
                  <a:pt x="285497" y="74805"/>
                  <a:pt x="281714" y="70275"/>
                </a:cubicBezTo>
                <a:cubicBezTo>
                  <a:pt x="277932" y="65743"/>
                  <a:pt x="276041" y="59620"/>
                  <a:pt x="276041" y="51904"/>
                </a:cubicBezTo>
                <a:cubicBezTo>
                  <a:pt x="276041" y="47261"/>
                  <a:pt x="276772" y="43048"/>
                  <a:pt x="278232" y="39266"/>
                </a:cubicBezTo>
                <a:cubicBezTo>
                  <a:pt x="279693" y="35483"/>
                  <a:pt x="281733" y="32431"/>
                  <a:pt x="284354" y="30108"/>
                </a:cubicBezTo>
                <a:cubicBezTo>
                  <a:pt x="288698" y="26214"/>
                  <a:pt x="293754" y="24266"/>
                  <a:pt x="299522" y="24266"/>
                </a:cubicBezTo>
                <a:cubicBezTo>
                  <a:pt x="305589" y="24266"/>
                  <a:pt x="310382" y="26401"/>
                  <a:pt x="313902" y="30671"/>
                </a:cubicBezTo>
                <a:cubicBezTo>
                  <a:pt x="315325" y="32469"/>
                  <a:pt x="316373" y="34360"/>
                  <a:pt x="317048" y="36345"/>
                </a:cubicBezTo>
                <a:cubicBezTo>
                  <a:pt x="317722" y="38329"/>
                  <a:pt x="318284" y="41157"/>
                  <a:pt x="318733" y="44828"/>
                </a:cubicBezTo>
                <a:lnTo>
                  <a:pt x="284129" y="44828"/>
                </a:lnTo>
                <a:cubicBezTo>
                  <a:pt x="284279" y="48272"/>
                  <a:pt x="284579" y="51062"/>
                  <a:pt x="285028" y="53197"/>
                </a:cubicBezTo>
                <a:cubicBezTo>
                  <a:pt x="285478" y="55332"/>
                  <a:pt x="286190" y="57485"/>
                  <a:pt x="287164" y="59656"/>
                </a:cubicBezTo>
                <a:cubicBezTo>
                  <a:pt x="290459" y="66098"/>
                  <a:pt x="295290" y="69318"/>
                  <a:pt x="301657" y="69318"/>
                </a:cubicBezTo>
                <a:cubicBezTo>
                  <a:pt x="305252" y="69318"/>
                  <a:pt x="308379" y="68420"/>
                  <a:pt x="311037" y="66623"/>
                </a:cubicBezTo>
                <a:cubicBezTo>
                  <a:pt x="313697" y="64826"/>
                  <a:pt x="316375" y="61792"/>
                  <a:pt x="319071" y="57522"/>
                </a:cubicBezTo>
                <a:moveTo>
                  <a:pt x="284354" y="41231"/>
                </a:moveTo>
                <a:lnTo>
                  <a:pt x="307274" y="41231"/>
                </a:lnTo>
                <a:cubicBezTo>
                  <a:pt x="306525" y="36363"/>
                  <a:pt x="305364" y="32994"/>
                  <a:pt x="303791" y="31122"/>
                </a:cubicBezTo>
                <a:cubicBezTo>
                  <a:pt x="302218" y="29248"/>
                  <a:pt x="299709" y="28312"/>
                  <a:pt x="296263" y="28312"/>
                </a:cubicBezTo>
                <a:cubicBezTo>
                  <a:pt x="292818" y="28312"/>
                  <a:pt x="290121" y="29360"/>
                  <a:pt x="288174" y="31458"/>
                </a:cubicBezTo>
                <a:cubicBezTo>
                  <a:pt x="286227" y="33555"/>
                  <a:pt x="284954" y="36813"/>
                  <a:pt x="284354" y="41231"/>
                </a:cubicBezTo>
                <a:close/>
                <a:moveTo>
                  <a:pt x="323005" y="75948"/>
                </a:moveTo>
                <a:lnTo>
                  <a:pt x="323005" y="74262"/>
                </a:lnTo>
                <a:cubicBezTo>
                  <a:pt x="325402" y="73813"/>
                  <a:pt x="327143" y="73383"/>
                  <a:pt x="328228" y="72971"/>
                </a:cubicBezTo>
                <a:cubicBezTo>
                  <a:pt x="329314" y="72559"/>
                  <a:pt x="330026" y="71866"/>
                  <a:pt x="330363" y="70892"/>
                </a:cubicBezTo>
                <a:cubicBezTo>
                  <a:pt x="330700" y="69918"/>
                  <a:pt x="330906" y="68458"/>
                  <a:pt x="330982" y="66510"/>
                </a:cubicBezTo>
                <a:lnTo>
                  <a:pt x="330982" y="38423"/>
                </a:lnTo>
                <a:cubicBezTo>
                  <a:pt x="330982" y="35951"/>
                  <a:pt x="330700" y="34210"/>
                  <a:pt x="330138" y="33199"/>
                </a:cubicBezTo>
                <a:cubicBezTo>
                  <a:pt x="329577" y="32188"/>
                  <a:pt x="328585" y="31682"/>
                  <a:pt x="327162" y="31682"/>
                </a:cubicBezTo>
                <a:cubicBezTo>
                  <a:pt x="325963" y="31682"/>
                  <a:pt x="324652" y="31832"/>
                  <a:pt x="323230" y="32131"/>
                </a:cubicBezTo>
                <a:lnTo>
                  <a:pt x="323230" y="30333"/>
                </a:lnTo>
                <a:cubicBezTo>
                  <a:pt x="326524" y="29285"/>
                  <a:pt x="329370" y="28312"/>
                  <a:pt x="331767" y="27414"/>
                </a:cubicBezTo>
                <a:cubicBezTo>
                  <a:pt x="334165" y="26514"/>
                  <a:pt x="336861" y="25465"/>
                  <a:pt x="339857" y="24266"/>
                </a:cubicBezTo>
                <a:lnTo>
                  <a:pt x="340419" y="24492"/>
                </a:lnTo>
                <a:lnTo>
                  <a:pt x="340419" y="34828"/>
                </a:lnTo>
                <a:cubicBezTo>
                  <a:pt x="343190" y="30783"/>
                  <a:pt x="345549" y="28012"/>
                  <a:pt x="347496" y="26514"/>
                </a:cubicBezTo>
                <a:cubicBezTo>
                  <a:pt x="349443" y="25015"/>
                  <a:pt x="351578" y="24266"/>
                  <a:pt x="353900" y="24266"/>
                </a:cubicBezTo>
                <a:cubicBezTo>
                  <a:pt x="355848" y="24266"/>
                  <a:pt x="357364" y="24791"/>
                  <a:pt x="358450" y="25840"/>
                </a:cubicBezTo>
                <a:cubicBezTo>
                  <a:pt x="359537" y="26888"/>
                  <a:pt x="360080" y="28348"/>
                  <a:pt x="360080" y="30222"/>
                </a:cubicBezTo>
                <a:cubicBezTo>
                  <a:pt x="360080" y="31794"/>
                  <a:pt x="359687" y="33030"/>
                  <a:pt x="358899" y="33930"/>
                </a:cubicBezTo>
                <a:cubicBezTo>
                  <a:pt x="358113" y="34828"/>
                  <a:pt x="357046" y="35277"/>
                  <a:pt x="355699" y="35277"/>
                </a:cubicBezTo>
                <a:cubicBezTo>
                  <a:pt x="354949" y="35277"/>
                  <a:pt x="354237" y="35109"/>
                  <a:pt x="353563" y="34771"/>
                </a:cubicBezTo>
                <a:cubicBezTo>
                  <a:pt x="352889" y="34434"/>
                  <a:pt x="352103" y="33854"/>
                  <a:pt x="351204" y="33030"/>
                </a:cubicBezTo>
                <a:cubicBezTo>
                  <a:pt x="350006" y="31906"/>
                  <a:pt x="349032" y="31345"/>
                  <a:pt x="348282" y="31345"/>
                </a:cubicBezTo>
                <a:cubicBezTo>
                  <a:pt x="347234" y="31345"/>
                  <a:pt x="346092" y="31869"/>
                  <a:pt x="344856" y="32918"/>
                </a:cubicBezTo>
                <a:cubicBezTo>
                  <a:pt x="343620" y="33966"/>
                  <a:pt x="342572" y="35202"/>
                  <a:pt x="341710" y="36626"/>
                </a:cubicBezTo>
                <a:cubicBezTo>
                  <a:pt x="340849" y="38049"/>
                  <a:pt x="340419" y="39359"/>
                  <a:pt x="340419" y="40557"/>
                </a:cubicBezTo>
                <a:lnTo>
                  <a:pt x="340419" y="65836"/>
                </a:lnTo>
                <a:cubicBezTo>
                  <a:pt x="340569" y="69131"/>
                  <a:pt x="341261" y="71322"/>
                  <a:pt x="342497" y="72409"/>
                </a:cubicBezTo>
                <a:cubicBezTo>
                  <a:pt x="343733" y="73495"/>
                  <a:pt x="346224" y="74113"/>
                  <a:pt x="349968" y="74262"/>
                </a:cubicBezTo>
                <a:lnTo>
                  <a:pt x="349968" y="75948"/>
                </a:lnTo>
                <a:lnTo>
                  <a:pt x="323005" y="759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484A7-8742-42DF-A546-8CBF617A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917" y="5001838"/>
            <a:ext cx="98178" cy="49688"/>
          </a:xfrm>
          <a:custGeom xmlns:a="http://schemas.openxmlformats.org/drawingml/2006/main">
            <a:pathLst>
              <a:path w="98178" h="49688" fill="none">
                <a:moveTo>
                  <a:pt x="0" y="44176"/>
                </a:moveTo>
                <a:cubicBezTo>
                  <a:pt x="1678" y="19092"/>
                  <a:pt x="24684" y="0"/>
                  <a:pt x="51366" y="1598"/>
                </a:cubicBezTo>
                <a:cubicBezTo>
                  <a:pt x="77967" y="3195"/>
                  <a:pt x="98178" y="24684"/>
                  <a:pt x="96660" y="49688"/>
                </a:cubicBezTo>
              </a:path>
            </a:pathLst>
          </a:custGeom>
          <a:noFill xmlns:a="http://schemas.openxmlformats.org/drawingml/2006/main"/>
          <a:ln xmlns:a="http://schemas.openxmlformats.org/drawingml/2006/main" w="7988" cap="flat">
            <a:solidFill>
              <a:srgbClr val="000000"/>
            </a:solidFill>
            <a:round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39547-3694-4BEA-88DF-3D42A4B9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791" y="6587461"/>
            <a:ext cx="1246434" cy="65042"/>
          </a:xfrm>
          <a:custGeom xmlns:a="http://schemas.openxmlformats.org/drawingml/2006/main">
            <a:pathLst>
              <a:path w="1246434" h="65042">
                <a:moveTo>
                  <a:pt x="0" y="32273"/>
                </a:moveTo>
                <a:lnTo>
                  <a:pt x="1223722" y="36630"/>
                </a:lnTo>
                <a:lnTo>
                  <a:pt x="1188438" y="57021"/>
                </a:lnTo>
                <a:lnTo>
                  <a:pt x="1188205" y="57166"/>
                </a:lnTo>
                <a:lnTo>
                  <a:pt x="1187986" y="57324"/>
                </a:lnTo>
                <a:lnTo>
                  <a:pt x="1187780" y="57494"/>
                </a:lnTo>
                <a:lnTo>
                  <a:pt x="1187588" y="57676"/>
                </a:lnTo>
                <a:lnTo>
                  <a:pt x="1187411" y="57868"/>
                </a:lnTo>
                <a:lnTo>
                  <a:pt x="1187248" y="58070"/>
                </a:lnTo>
                <a:lnTo>
                  <a:pt x="1187099" y="58282"/>
                </a:lnTo>
                <a:lnTo>
                  <a:pt x="1186965" y="58502"/>
                </a:lnTo>
                <a:lnTo>
                  <a:pt x="1186846" y="58729"/>
                </a:lnTo>
                <a:lnTo>
                  <a:pt x="1186742" y="58963"/>
                </a:lnTo>
                <a:lnTo>
                  <a:pt x="1186654" y="59202"/>
                </a:lnTo>
                <a:lnTo>
                  <a:pt x="1186581" y="59447"/>
                </a:lnTo>
                <a:lnTo>
                  <a:pt x="1186524" y="59696"/>
                </a:lnTo>
                <a:lnTo>
                  <a:pt x="1186483" y="59948"/>
                </a:lnTo>
                <a:lnTo>
                  <a:pt x="1186458" y="60203"/>
                </a:lnTo>
                <a:lnTo>
                  <a:pt x="1186450" y="60459"/>
                </a:lnTo>
                <a:lnTo>
                  <a:pt x="1186458" y="60717"/>
                </a:lnTo>
                <a:lnTo>
                  <a:pt x="1186484" y="60975"/>
                </a:lnTo>
                <a:lnTo>
                  <a:pt x="1186526" y="61232"/>
                </a:lnTo>
                <a:lnTo>
                  <a:pt x="1186585" y="61487"/>
                </a:lnTo>
                <a:lnTo>
                  <a:pt x="1186662" y="61740"/>
                </a:lnTo>
                <a:lnTo>
                  <a:pt x="1186757" y="61990"/>
                </a:lnTo>
                <a:lnTo>
                  <a:pt x="1186870" y="62236"/>
                </a:lnTo>
                <a:lnTo>
                  <a:pt x="1187000" y="62477"/>
                </a:lnTo>
                <a:lnTo>
                  <a:pt x="1187147" y="62710"/>
                </a:lnTo>
                <a:lnTo>
                  <a:pt x="1187306" y="62928"/>
                </a:lnTo>
                <a:lnTo>
                  <a:pt x="1187476" y="63134"/>
                </a:lnTo>
                <a:lnTo>
                  <a:pt x="1187658" y="63325"/>
                </a:lnTo>
                <a:lnTo>
                  <a:pt x="1187850" y="63503"/>
                </a:lnTo>
                <a:lnTo>
                  <a:pt x="1188051" y="63666"/>
                </a:lnTo>
                <a:lnTo>
                  <a:pt x="1188262" y="63815"/>
                </a:lnTo>
                <a:lnTo>
                  <a:pt x="1188480" y="63950"/>
                </a:lnTo>
                <a:lnTo>
                  <a:pt x="1188705" y="64069"/>
                </a:lnTo>
                <a:lnTo>
                  <a:pt x="1188937" y="64174"/>
                </a:lnTo>
                <a:lnTo>
                  <a:pt x="1189174" y="64263"/>
                </a:lnTo>
                <a:lnTo>
                  <a:pt x="1189417" y="64337"/>
                </a:lnTo>
                <a:lnTo>
                  <a:pt x="1189663" y="64395"/>
                </a:lnTo>
                <a:lnTo>
                  <a:pt x="1189913" y="64437"/>
                </a:lnTo>
                <a:lnTo>
                  <a:pt x="1190166" y="64463"/>
                </a:lnTo>
                <a:lnTo>
                  <a:pt x="1190421" y="64472"/>
                </a:lnTo>
                <a:lnTo>
                  <a:pt x="1190676" y="64465"/>
                </a:lnTo>
                <a:lnTo>
                  <a:pt x="1190932" y="64441"/>
                </a:lnTo>
                <a:lnTo>
                  <a:pt x="1191188" y="64400"/>
                </a:lnTo>
                <a:lnTo>
                  <a:pt x="1191442" y="64342"/>
                </a:lnTo>
                <a:lnTo>
                  <a:pt x="1191695" y="64266"/>
                </a:lnTo>
                <a:lnTo>
                  <a:pt x="1191944" y="64172"/>
                </a:lnTo>
                <a:lnTo>
                  <a:pt x="1192190" y="64061"/>
                </a:lnTo>
                <a:lnTo>
                  <a:pt x="1192432" y="63931"/>
                </a:lnTo>
                <a:lnTo>
                  <a:pt x="1246434" y="32721"/>
                </a:lnTo>
                <a:lnTo>
                  <a:pt x="1192672" y="1118"/>
                </a:lnTo>
                <a:lnTo>
                  <a:pt x="1192430" y="988"/>
                </a:lnTo>
                <a:lnTo>
                  <a:pt x="1192184" y="875"/>
                </a:lnTo>
                <a:lnTo>
                  <a:pt x="1191934" y="780"/>
                </a:lnTo>
                <a:lnTo>
                  <a:pt x="1191682" y="703"/>
                </a:lnTo>
                <a:lnTo>
                  <a:pt x="1191427" y="643"/>
                </a:lnTo>
                <a:lnTo>
                  <a:pt x="1191172" y="600"/>
                </a:lnTo>
                <a:lnTo>
                  <a:pt x="1190916" y="574"/>
                </a:lnTo>
                <a:lnTo>
                  <a:pt x="1190660" y="565"/>
                </a:lnTo>
                <a:lnTo>
                  <a:pt x="1190406" y="573"/>
                </a:lnTo>
                <a:lnTo>
                  <a:pt x="1190153" y="597"/>
                </a:lnTo>
                <a:lnTo>
                  <a:pt x="1189903" y="637"/>
                </a:lnTo>
                <a:lnTo>
                  <a:pt x="1189657" y="693"/>
                </a:lnTo>
                <a:lnTo>
                  <a:pt x="1189414" y="765"/>
                </a:lnTo>
                <a:lnTo>
                  <a:pt x="1189177" y="852"/>
                </a:lnTo>
                <a:lnTo>
                  <a:pt x="1188945" y="955"/>
                </a:lnTo>
                <a:lnTo>
                  <a:pt x="1188719" y="1072"/>
                </a:lnTo>
                <a:lnTo>
                  <a:pt x="1188501" y="1205"/>
                </a:lnTo>
                <a:lnTo>
                  <a:pt x="1188291" y="1352"/>
                </a:lnTo>
                <a:lnTo>
                  <a:pt x="1188090" y="1514"/>
                </a:lnTo>
                <a:lnTo>
                  <a:pt x="1187898" y="1690"/>
                </a:lnTo>
                <a:lnTo>
                  <a:pt x="1187716" y="1880"/>
                </a:lnTo>
                <a:lnTo>
                  <a:pt x="1187545" y="2084"/>
                </a:lnTo>
                <a:lnTo>
                  <a:pt x="1187386" y="2301"/>
                </a:lnTo>
                <a:lnTo>
                  <a:pt x="1187240" y="2532"/>
                </a:lnTo>
                <a:lnTo>
                  <a:pt x="1187109" y="2773"/>
                </a:lnTo>
                <a:lnTo>
                  <a:pt x="1186997" y="3018"/>
                </a:lnTo>
                <a:lnTo>
                  <a:pt x="1186902" y="3267"/>
                </a:lnTo>
                <a:lnTo>
                  <a:pt x="1186825" y="3520"/>
                </a:lnTo>
                <a:lnTo>
                  <a:pt x="1186765" y="3775"/>
                </a:lnTo>
                <a:lnTo>
                  <a:pt x="1186722" y="4032"/>
                </a:lnTo>
                <a:lnTo>
                  <a:pt x="1186696" y="4290"/>
                </a:lnTo>
                <a:lnTo>
                  <a:pt x="1186687" y="4547"/>
                </a:lnTo>
                <a:lnTo>
                  <a:pt x="1186694" y="4804"/>
                </a:lnTo>
                <a:lnTo>
                  <a:pt x="1186717" y="5060"/>
                </a:lnTo>
                <a:lnTo>
                  <a:pt x="1186756" y="5312"/>
                </a:lnTo>
                <a:lnTo>
                  <a:pt x="1186811" y="5562"/>
                </a:lnTo>
                <a:lnTo>
                  <a:pt x="1186881" y="5807"/>
                </a:lnTo>
                <a:lnTo>
                  <a:pt x="1186966" y="6048"/>
                </a:lnTo>
                <a:lnTo>
                  <a:pt x="1187066" y="6283"/>
                </a:lnTo>
                <a:lnTo>
                  <a:pt x="1187181" y="6511"/>
                </a:lnTo>
                <a:lnTo>
                  <a:pt x="1187310" y="6732"/>
                </a:lnTo>
                <a:lnTo>
                  <a:pt x="1187453" y="6945"/>
                </a:lnTo>
                <a:lnTo>
                  <a:pt x="1187611" y="7149"/>
                </a:lnTo>
                <a:lnTo>
                  <a:pt x="1187782" y="7343"/>
                </a:lnTo>
                <a:lnTo>
                  <a:pt x="1187966" y="7526"/>
                </a:lnTo>
                <a:lnTo>
                  <a:pt x="1188164" y="7698"/>
                </a:lnTo>
                <a:lnTo>
                  <a:pt x="1188375" y="7858"/>
                </a:lnTo>
                <a:lnTo>
                  <a:pt x="1188598" y="8004"/>
                </a:lnTo>
                <a:lnTo>
                  <a:pt x="1223707" y="28642"/>
                </a:lnTo>
                <a:lnTo>
                  <a:pt x="0" y="24285"/>
                </a:lnTo>
                <a:lnTo>
                  <a:pt x="0" y="322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Text Key">
            <a:extLst xmlns:a="http://schemas.openxmlformats.org/drawingml/2006/main">
              <a:ext uri="{FF2B5EF4-FFF2-40B4-BE49-F238E27FC236}">
                <a16:creationId xmlns:a16="http://schemas.microsoft.com/office/drawing/2014/main" id="{734C804C-B915-4DC7-B091-0BE511FA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146" y="6670903"/>
            <a:ext cx="180575" cy="98699"/>
          </a:xfrm>
          <a:custGeom xmlns:a="http://schemas.openxmlformats.org/drawingml/2006/main">
            <a:pathLst>
              <a:path w="180575" h="98699">
                <a:moveTo>
                  <a:pt x="42509" y="2131"/>
                </a:moveTo>
                <a:lnTo>
                  <a:pt x="42509" y="0"/>
                </a:lnTo>
                <a:lnTo>
                  <a:pt x="71894" y="0"/>
                </a:lnTo>
                <a:lnTo>
                  <a:pt x="71894" y="2131"/>
                </a:lnTo>
                <a:cubicBezTo>
                  <a:pt x="69352" y="2280"/>
                  <a:pt x="67295" y="2580"/>
                  <a:pt x="65724" y="3029"/>
                </a:cubicBezTo>
                <a:cubicBezTo>
                  <a:pt x="64154" y="3478"/>
                  <a:pt x="62584" y="4281"/>
                  <a:pt x="61014" y="5441"/>
                </a:cubicBezTo>
                <a:cubicBezTo>
                  <a:pt x="59444" y="6599"/>
                  <a:pt x="57389" y="8411"/>
                  <a:pt x="54847" y="10879"/>
                </a:cubicBezTo>
                <a:lnTo>
                  <a:pt x="33536" y="31965"/>
                </a:lnTo>
                <a:lnTo>
                  <a:pt x="59669" y="60005"/>
                </a:lnTo>
                <a:cubicBezTo>
                  <a:pt x="62211" y="62696"/>
                  <a:pt x="64304" y="64846"/>
                  <a:pt x="65948" y="66453"/>
                </a:cubicBezTo>
                <a:cubicBezTo>
                  <a:pt x="67594" y="68061"/>
                  <a:pt x="68996" y="69276"/>
                  <a:pt x="70155" y="70098"/>
                </a:cubicBezTo>
                <a:cubicBezTo>
                  <a:pt x="71314" y="70921"/>
                  <a:pt x="72436" y="71464"/>
                  <a:pt x="73520" y="71726"/>
                </a:cubicBezTo>
                <a:cubicBezTo>
                  <a:pt x="74605" y="71987"/>
                  <a:pt x="75857" y="72118"/>
                  <a:pt x="77278" y="72118"/>
                </a:cubicBezTo>
                <a:lnTo>
                  <a:pt x="77278" y="74249"/>
                </a:lnTo>
                <a:lnTo>
                  <a:pt x="43069" y="74249"/>
                </a:lnTo>
                <a:lnTo>
                  <a:pt x="43069" y="72118"/>
                </a:lnTo>
                <a:cubicBezTo>
                  <a:pt x="43742" y="72043"/>
                  <a:pt x="44359" y="72005"/>
                  <a:pt x="44919" y="72005"/>
                </a:cubicBezTo>
                <a:cubicBezTo>
                  <a:pt x="45480" y="72005"/>
                  <a:pt x="45910" y="72005"/>
                  <a:pt x="46209" y="72005"/>
                </a:cubicBezTo>
                <a:cubicBezTo>
                  <a:pt x="49350" y="71931"/>
                  <a:pt x="50921" y="71108"/>
                  <a:pt x="50921" y="69537"/>
                </a:cubicBezTo>
                <a:cubicBezTo>
                  <a:pt x="50921" y="68192"/>
                  <a:pt x="49556" y="65744"/>
                  <a:pt x="46827" y="62192"/>
                </a:cubicBezTo>
                <a:cubicBezTo>
                  <a:pt x="44098" y="58640"/>
                  <a:pt x="40602" y="54733"/>
                  <a:pt x="36340" y="50471"/>
                </a:cubicBezTo>
                <a:lnTo>
                  <a:pt x="24451" y="38694"/>
                </a:lnTo>
                <a:lnTo>
                  <a:pt x="21534" y="41049"/>
                </a:lnTo>
                <a:lnTo>
                  <a:pt x="21534" y="62024"/>
                </a:lnTo>
                <a:cubicBezTo>
                  <a:pt x="21610" y="64790"/>
                  <a:pt x="21872" y="66864"/>
                  <a:pt x="22320" y="68248"/>
                </a:cubicBezTo>
                <a:cubicBezTo>
                  <a:pt x="22768" y="69631"/>
                  <a:pt x="23722" y="70566"/>
                  <a:pt x="25180" y="71052"/>
                </a:cubicBezTo>
                <a:cubicBezTo>
                  <a:pt x="26638" y="71538"/>
                  <a:pt x="28788" y="71893"/>
                  <a:pt x="31630" y="72118"/>
                </a:cubicBezTo>
                <a:lnTo>
                  <a:pt x="31630" y="74249"/>
                </a:lnTo>
                <a:lnTo>
                  <a:pt x="0" y="74249"/>
                </a:lnTo>
                <a:lnTo>
                  <a:pt x="0" y="72118"/>
                </a:lnTo>
                <a:cubicBezTo>
                  <a:pt x="2916" y="71893"/>
                  <a:pt x="5085" y="71519"/>
                  <a:pt x="6505" y="70997"/>
                </a:cubicBezTo>
                <a:cubicBezTo>
                  <a:pt x="7927" y="70473"/>
                  <a:pt x="8880" y="69426"/>
                  <a:pt x="9366" y="67857"/>
                </a:cubicBezTo>
                <a:cubicBezTo>
                  <a:pt x="9852" y="66285"/>
                  <a:pt x="10095" y="63930"/>
                  <a:pt x="10095" y="60790"/>
                </a:cubicBezTo>
                <a:lnTo>
                  <a:pt x="10095" y="12226"/>
                </a:lnTo>
                <a:cubicBezTo>
                  <a:pt x="10020" y="9459"/>
                  <a:pt x="9740" y="7403"/>
                  <a:pt x="9253" y="6057"/>
                </a:cubicBezTo>
                <a:cubicBezTo>
                  <a:pt x="8767" y="4710"/>
                  <a:pt x="7832" y="3757"/>
                  <a:pt x="6449" y="3197"/>
                </a:cubicBezTo>
                <a:cubicBezTo>
                  <a:pt x="5066" y="2636"/>
                  <a:pt x="2916" y="2280"/>
                  <a:pt x="0" y="2131"/>
                </a:cubicBezTo>
                <a:lnTo>
                  <a:pt x="0" y="0"/>
                </a:lnTo>
                <a:lnTo>
                  <a:pt x="31854" y="0"/>
                </a:lnTo>
                <a:lnTo>
                  <a:pt x="31854" y="2131"/>
                </a:lnTo>
                <a:cubicBezTo>
                  <a:pt x="28863" y="2355"/>
                  <a:pt x="26638" y="2711"/>
                  <a:pt x="25180" y="3197"/>
                </a:cubicBezTo>
                <a:cubicBezTo>
                  <a:pt x="23722" y="3683"/>
                  <a:pt x="22768" y="4599"/>
                  <a:pt x="22320" y="5945"/>
                </a:cubicBezTo>
                <a:cubicBezTo>
                  <a:pt x="21872" y="7291"/>
                  <a:pt x="21610" y="9384"/>
                  <a:pt x="21534" y="12226"/>
                </a:cubicBezTo>
                <a:lnTo>
                  <a:pt x="21534" y="35217"/>
                </a:lnTo>
                <a:lnTo>
                  <a:pt x="41386" y="17160"/>
                </a:lnTo>
                <a:cubicBezTo>
                  <a:pt x="44452" y="14319"/>
                  <a:pt x="46676" y="11983"/>
                  <a:pt x="48059" y="10152"/>
                </a:cubicBezTo>
                <a:cubicBezTo>
                  <a:pt x="49443" y="8320"/>
                  <a:pt x="50135" y="6805"/>
                  <a:pt x="50135" y="5608"/>
                </a:cubicBezTo>
                <a:cubicBezTo>
                  <a:pt x="50135" y="4262"/>
                  <a:pt x="49705" y="3383"/>
                  <a:pt x="48845" y="2973"/>
                </a:cubicBezTo>
                <a:cubicBezTo>
                  <a:pt x="47986" y="2561"/>
                  <a:pt x="45874" y="2280"/>
                  <a:pt x="42509" y="2131"/>
                </a:cubicBezTo>
                <a:close/>
                <a:moveTo>
                  <a:pt x="123935" y="55855"/>
                </a:moveTo>
                <a:lnTo>
                  <a:pt x="125728" y="56640"/>
                </a:lnTo>
                <a:cubicBezTo>
                  <a:pt x="123411" y="62696"/>
                  <a:pt x="120215" y="67332"/>
                  <a:pt x="116139" y="70547"/>
                </a:cubicBezTo>
                <a:cubicBezTo>
                  <a:pt x="112064" y="73762"/>
                  <a:pt x="107335" y="75370"/>
                  <a:pt x="101952" y="75370"/>
                </a:cubicBezTo>
                <a:cubicBezTo>
                  <a:pt x="95522" y="75370"/>
                  <a:pt x="90418" y="73108"/>
                  <a:pt x="86642" y="68586"/>
                </a:cubicBezTo>
                <a:cubicBezTo>
                  <a:pt x="82866" y="64062"/>
                  <a:pt x="80979" y="57949"/>
                  <a:pt x="80979" y="50246"/>
                </a:cubicBezTo>
                <a:cubicBezTo>
                  <a:pt x="80979" y="45611"/>
                  <a:pt x="81708" y="41405"/>
                  <a:pt x="83166" y="37630"/>
                </a:cubicBezTo>
                <a:cubicBezTo>
                  <a:pt x="84624" y="33854"/>
                  <a:pt x="86661" y="30806"/>
                  <a:pt x="89277" y="28488"/>
                </a:cubicBezTo>
                <a:cubicBezTo>
                  <a:pt x="93614" y="24599"/>
                  <a:pt x="98661" y="22655"/>
                  <a:pt x="104420" y="22655"/>
                </a:cubicBezTo>
                <a:cubicBezTo>
                  <a:pt x="110476" y="22655"/>
                  <a:pt x="115261" y="24787"/>
                  <a:pt x="118775" y="29049"/>
                </a:cubicBezTo>
                <a:cubicBezTo>
                  <a:pt x="120195" y="30844"/>
                  <a:pt x="121242" y="32732"/>
                  <a:pt x="121915" y="34714"/>
                </a:cubicBezTo>
                <a:cubicBezTo>
                  <a:pt x="122588" y="36694"/>
                  <a:pt x="123149" y="39517"/>
                  <a:pt x="123597" y="43182"/>
                </a:cubicBezTo>
                <a:lnTo>
                  <a:pt x="89053" y="43182"/>
                </a:lnTo>
                <a:cubicBezTo>
                  <a:pt x="89203" y="46620"/>
                  <a:pt x="89501" y="49405"/>
                  <a:pt x="89950" y="51537"/>
                </a:cubicBezTo>
                <a:cubicBezTo>
                  <a:pt x="90399" y="53668"/>
                  <a:pt x="91110" y="55817"/>
                  <a:pt x="92082" y="57985"/>
                </a:cubicBezTo>
                <a:cubicBezTo>
                  <a:pt x="95372" y="64416"/>
                  <a:pt x="100194" y="67631"/>
                  <a:pt x="106550" y="67631"/>
                </a:cubicBezTo>
                <a:cubicBezTo>
                  <a:pt x="110140" y="67631"/>
                  <a:pt x="113261" y="66734"/>
                  <a:pt x="115915" y="64940"/>
                </a:cubicBezTo>
                <a:cubicBezTo>
                  <a:pt x="118570" y="63146"/>
                  <a:pt x="121243" y="60117"/>
                  <a:pt x="123935" y="55855"/>
                </a:cubicBezTo>
                <a:moveTo>
                  <a:pt x="89277" y="39591"/>
                </a:moveTo>
                <a:lnTo>
                  <a:pt x="112159" y="39591"/>
                </a:lnTo>
                <a:cubicBezTo>
                  <a:pt x="111410" y="34732"/>
                  <a:pt x="110251" y="31368"/>
                  <a:pt x="108681" y="29499"/>
                </a:cubicBezTo>
                <a:cubicBezTo>
                  <a:pt x="107111" y="27629"/>
                  <a:pt x="104606" y="26694"/>
                  <a:pt x="101166" y="26694"/>
                </a:cubicBezTo>
                <a:cubicBezTo>
                  <a:pt x="97726" y="26694"/>
                  <a:pt x="95034" y="27741"/>
                  <a:pt x="93090" y="29835"/>
                </a:cubicBezTo>
                <a:cubicBezTo>
                  <a:pt x="91147" y="31928"/>
                  <a:pt x="89876" y="35180"/>
                  <a:pt x="89277" y="39591"/>
                </a:cubicBezTo>
                <a:close/>
                <a:moveTo>
                  <a:pt x="180575" y="23778"/>
                </a:moveTo>
                <a:lnTo>
                  <a:pt x="180575" y="25460"/>
                </a:lnTo>
                <a:cubicBezTo>
                  <a:pt x="179229" y="25610"/>
                  <a:pt x="178182" y="26040"/>
                  <a:pt x="177433" y="26751"/>
                </a:cubicBezTo>
                <a:cubicBezTo>
                  <a:pt x="176686" y="27460"/>
                  <a:pt x="175938" y="28713"/>
                  <a:pt x="175191" y="30507"/>
                </a:cubicBezTo>
                <a:lnTo>
                  <a:pt x="157918" y="76268"/>
                </a:lnTo>
                <a:cubicBezTo>
                  <a:pt x="154852" y="84418"/>
                  <a:pt x="151880" y="90194"/>
                  <a:pt x="149002" y="93596"/>
                </a:cubicBezTo>
                <a:cubicBezTo>
                  <a:pt x="146123" y="96998"/>
                  <a:pt x="142777" y="98699"/>
                  <a:pt x="138965" y="98699"/>
                </a:cubicBezTo>
                <a:cubicBezTo>
                  <a:pt x="136572" y="98699"/>
                  <a:pt x="134590" y="98082"/>
                  <a:pt x="133019" y="96847"/>
                </a:cubicBezTo>
                <a:cubicBezTo>
                  <a:pt x="131449" y="95614"/>
                  <a:pt x="130664" y="94063"/>
                  <a:pt x="130664" y="92194"/>
                </a:cubicBezTo>
                <a:cubicBezTo>
                  <a:pt x="130664" y="90774"/>
                  <a:pt x="131131" y="89596"/>
                  <a:pt x="132066" y="88660"/>
                </a:cubicBezTo>
                <a:cubicBezTo>
                  <a:pt x="133000" y="87726"/>
                  <a:pt x="134141" y="87259"/>
                  <a:pt x="135487" y="87259"/>
                </a:cubicBezTo>
                <a:cubicBezTo>
                  <a:pt x="137282" y="87259"/>
                  <a:pt x="139226" y="87670"/>
                  <a:pt x="141319" y="88492"/>
                </a:cubicBezTo>
                <a:cubicBezTo>
                  <a:pt x="142441" y="89016"/>
                  <a:pt x="143413" y="89278"/>
                  <a:pt x="144236" y="89278"/>
                </a:cubicBezTo>
                <a:cubicBezTo>
                  <a:pt x="145058" y="89278"/>
                  <a:pt x="145993" y="88810"/>
                  <a:pt x="147039" y="87875"/>
                </a:cubicBezTo>
                <a:cubicBezTo>
                  <a:pt x="148086" y="86940"/>
                  <a:pt x="149021" y="85763"/>
                  <a:pt x="149844" y="84342"/>
                </a:cubicBezTo>
                <a:cubicBezTo>
                  <a:pt x="150517" y="83147"/>
                  <a:pt x="151190" y="81726"/>
                  <a:pt x="151862" y="80081"/>
                </a:cubicBezTo>
                <a:cubicBezTo>
                  <a:pt x="152535" y="78436"/>
                  <a:pt x="153114" y="76865"/>
                  <a:pt x="153600" y="75370"/>
                </a:cubicBezTo>
                <a:cubicBezTo>
                  <a:pt x="154086" y="73875"/>
                  <a:pt x="154329" y="72828"/>
                  <a:pt x="154329" y="72229"/>
                </a:cubicBezTo>
                <a:cubicBezTo>
                  <a:pt x="154329" y="71407"/>
                  <a:pt x="153899" y="69986"/>
                  <a:pt x="153039" y="67968"/>
                </a:cubicBezTo>
                <a:cubicBezTo>
                  <a:pt x="152180" y="65949"/>
                  <a:pt x="150965" y="63557"/>
                  <a:pt x="149395" y="60790"/>
                </a:cubicBezTo>
                <a:cubicBezTo>
                  <a:pt x="149095" y="60191"/>
                  <a:pt x="148852" y="59705"/>
                  <a:pt x="148665" y="59332"/>
                </a:cubicBezTo>
                <a:cubicBezTo>
                  <a:pt x="148479" y="58958"/>
                  <a:pt x="148049" y="58023"/>
                  <a:pt x="147376" y="56527"/>
                </a:cubicBezTo>
                <a:lnTo>
                  <a:pt x="134590" y="28936"/>
                </a:lnTo>
                <a:cubicBezTo>
                  <a:pt x="133692" y="26993"/>
                  <a:pt x="131786" y="25797"/>
                  <a:pt x="128871" y="25347"/>
                </a:cubicBezTo>
                <a:lnTo>
                  <a:pt x="128871" y="23778"/>
                </a:lnTo>
                <a:lnTo>
                  <a:pt x="151974" y="23778"/>
                </a:lnTo>
                <a:lnTo>
                  <a:pt x="151974" y="25460"/>
                </a:lnTo>
                <a:cubicBezTo>
                  <a:pt x="149582" y="25534"/>
                  <a:pt x="147900" y="25796"/>
                  <a:pt x="146928" y="26246"/>
                </a:cubicBezTo>
                <a:cubicBezTo>
                  <a:pt x="145956" y="26694"/>
                  <a:pt x="145470" y="27442"/>
                  <a:pt x="145470" y="28488"/>
                </a:cubicBezTo>
                <a:cubicBezTo>
                  <a:pt x="145470" y="29609"/>
                  <a:pt x="145843" y="31030"/>
                  <a:pt x="146590" y="32751"/>
                </a:cubicBezTo>
                <a:lnTo>
                  <a:pt x="159489" y="61126"/>
                </a:lnTo>
                <a:lnTo>
                  <a:pt x="170368" y="30170"/>
                </a:lnTo>
                <a:cubicBezTo>
                  <a:pt x="170667" y="29498"/>
                  <a:pt x="170817" y="28863"/>
                  <a:pt x="170817" y="28264"/>
                </a:cubicBezTo>
                <a:cubicBezTo>
                  <a:pt x="170817" y="26395"/>
                  <a:pt x="169022" y="25460"/>
                  <a:pt x="165433" y="25460"/>
                </a:cubicBezTo>
                <a:lnTo>
                  <a:pt x="165433" y="23778"/>
                </a:lnTo>
                <a:lnTo>
                  <a:pt x="180575" y="237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774E4-FDC1-45DE-B20E-0002DC47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2989" y="5865147"/>
            <a:ext cx="1911071" cy="759132"/>
          </a:xfrm>
          <a:custGeom xmlns:a="http://schemas.openxmlformats.org/drawingml/2006/main">
            <a:pathLst>
              <a:path w="1911071" h="759132">
                <a:moveTo>
                  <a:pt x="1903003" y="57836"/>
                </a:moveTo>
                <a:lnTo>
                  <a:pt x="1903150" y="58069"/>
                </a:lnTo>
                <a:lnTo>
                  <a:pt x="1903310" y="58289"/>
                </a:lnTo>
                <a:lnTo>
                  <a:pt x="1903482" y="58494"/>
                </a:lnTo>
                <a:lnTo>
                  <a:pt x="1903667" y="58686"/>
                </a:lnTo>
                <a:lnTo>
                  <a:pt x="1903862" y="58864"/>
                </a:lnTo>
                <a:lnTo>
                  <a:pt x="1904067" y="59027"/>
                </a:lnTo>
                <a:lnTo>
                  <a:pt x="1904281" y="59176"/>
                </a:lnTo>
                <a:lnTo>
                  <a:pt x="1904503" y="59310"/>
                </a:lnTo>
                <a:lnTo>
                  <a:pt x="1904733" y="59429"/>
                </a:lnTo>
                <a:lnTo>
                  <a:pt x="1904970" y="59532"/>
                </a:lnTo>
                <a:lnTo>
                  <a:pt x="1905212" y="59621"/>
                </a:lnTo>
                <a:lnTo>
                  <a:pt x="1905460" y="59694"/>
                </a:lnTo>
                <a:lnTo>
                  <a:pt x="1905711" y="59750"/>
                </a:lnTo>
                <a:lnTo>
                  <a:pt x="1905966" y="59791"/>
                </a:lnTo>
                <a:lnTo>
                  <a:pt x="1906223" y="59816"/>
                </a:lnTo>
                <a:lnTo>
                  <a:pt x="1906482" y="59824"/>
                </a:lnTo>
                <a:lnTo>
                  <a:pt x="1906742" y="59816"/>
                </a:lnTo>
                <a:lnTo>
                  <a:pt x="1907002" y="59791"/>
                </a:lnTo>
                <a:lnTo>
                  <a:pt x="1907261" y="59749"/>
                </a:lnTo>
                <a:lnTo>
                  <a:pt x="1907519" y="59689"/>
                </a:lnTo>
                <a:lnTo>
                  <a:pt x="1907774" y="59612"/>
                </a:lnTo>
                <a:lnTo>
                  <a:pt x="1908025" y="59517"/>
                </a:lnTo>
                <a:lnTo>
                  <a:pt x="1908273" y="59405"/>
                </a:lnTo>
                <a:lnTo>
                  <a:pt x="1908515" y="59274"/>
                </a:lnTo>
                <a:lnTo>
                  <a:pt x="1908748" y="59128"/>
                </a:lnTo>
                <a:lnTo>
                  <a:pt x="1908967" y="58969"/>
                </a:lnTo>
                <a:lnTo>
                  <a:pt x="1909173" y="58798"/>
                </a:lnTo>
                <a:lnTo>
                  <a:pt x="1909365" y="58617"/>
                </a:lnTo>
                <a:lnTo>
                  <a:pt x="1909543" y="58425"/>
                </a:lnTo>
                <a:lnTo>
                  <a:pt x="1909706" y="58223"/>
                </a:lnTo>
                <a:lnTo>
                  <a:pt x="1909855" y="58013"/>
                </a:lnTo>
                <a:lnTo>
                  <a:pt x="1909989" y="57795"/>
                </a:lnTo>
                <a:lnTo>
                  <a:pt x="1910107" y="57569"/>
                </a:lnTo>
                <a:lnTo>
                  <a:pt x="1910211" y="57338"/>
                </a:lnTo>
                <a:lnTo>
                  <a:pt x="1910300" y="57100"/>
                </a:lnTo>
                <a:lnTo>
                  <a:pt x="1910372" y="56858"/>
                </a:lnTo>
                <a:lnTo>
                  <a:pt x="1910429" y="56611"/>
                </a:lnTo>
                <a:lnTo>
                  <a:pt x="1910470" y="56361"/>
                </a:lnTo>
                <a:lnTo>
                  <a:pt x="1910495" y="56108"/>
                </a:lnTo>
                <a:lnTo>
                  <a:pt x="1910503" y="55854"/>
                </a:lnTo>
                <a:lnTo>
                  <a:pt x="1910495" y="55598"/>
                </a:lnTo>
                <a:lnTo>
                  <a:pt x="1910470" y="55342"/>
                </a:lnTo>
                <a:lnTo>
                  <a:pt x="1910427" y="55087"/>
                </a:lnTo>
                <a:lnTo>
                  <a:pt x="1910368" y="54832"/>
                </a:lnTo>
                <a:lnTo>
                  <a:pt x="1910291" y="54580"/>
                </a:lnTo>
                <a:lnTo>
                  <a:pt x="1910196" y="54330"/>
                </a:lnTo>
                <a:lnTo>
                  <a:pt x="1910084" y="54084"/>
                </a:lnTo>
                <a:lnTo>
                  <a:pt x="1909953" y="53842"/>
                </a:lnTo>
                <a:lnTo>
                  <a:pt x="1878558" y="0"/>
                </a:lnTo>
                <a:lnTo>
                  <a:pt x="1847084" y="53842"/>
                </a:lnTo>
                <a:lnTo>
                  <a:pt x="1846953" y="54084"/>
                </a:lnTo>
                <a:lnTo>
                  <a:pt x="1846841" y="54330"/>
                </a:lnTo>
                <a:lnTo>
                  <a:pt x="1846746" y="54580"/>
                </a:lnTo>
                <a:lnTo>
                  <a:pt x="1846669" y="54832"/>
                </a:lnTo>
                <a:lnTo>
                  <a:pt x="1846610" y="55087"/>
                </a:lnTo>
                <a:lnTo>
                  <a:pt x="1846567" y="55342"/>
                </a:lnTo>
                <a:lnTo>
                  <a:pt x="1846542" y="55598"/>
                </a:lnTo>
                <a:lnTo>
                  <a:pt x="1846534" y="55854"/>
                </a:lnTo>
                <a:lnTo>
                  <a:pt x="1846542" y="56108"/>
                </a:lnTo>
                <a:lnTo>
                  <a:pt x="1846567" y="56361"/>
                </a:lnTo>
                <a:lnTo>
                  <a:pt x="1846608" y="56611"/>
                </a:lnTo>
                <a:lnTo>
                  <a:pt x="1846665" y="56858"/>
                </a:lnTo>
                <a:lnTo>
                  <a:pt x="1846737" y="57100"/>
                </a:lnTo>
                <a:lnTo>
                  <a:pt x="1846826" y="57338"/>
                </a:lnTo>
                <a:lnTo>
                  <a:pt x="1846930" y="57569"/>
                </a:lnTo>
                <a:lnTo>
                  <a:pt x="1847049" y="57795"/>
                </a:lnTo>
                <a:lnTo>
                  <a:pt x="1847183" y="58013"/>
                </a:lnTo>
                <a:lnTo>
                  <a:pt x="1847331" y="58223"/>
                </a:lnTo>
                <a:lnTo>
                  <a:pt x="1847495" y="58425"/>
                </a:lnTo>
                <a:lnTo>
                  <a:pt x="1847672" y="58617"/>
                </a:lnTo>
                <a:lnTo>
                  <a:pt x="1847864" y="58798"/>
                </a:lnTo>
                <a:lnTo>
                  <a:pt x="1848070" y="58969"/>
                </a:lnTo>
                <a:lnTo>
                  <a:pt x="1848289" y="59128"/>
                </a:lnTo>
                <a:lnTo>
                  <a:pt x="1848522" y="59274"/>
                </a:lnTo>
                <a:lnTo>
                  <a:pt x="1848764" y="59405"/>
                </a:lnTo>
                <a:lnTo>
                  <a:pt x="1849012" y="59517"/>
                </a:lnTo>
                <a:lnTo>
                  <a:pt x="1849263" y="59612"/>
                </a:lnTo>
                <a:lnTo>
                  <a:pt x="1849518" y="59689"/>
                </a:lnTo>
                <a:lnTo>
                  <a:pt x="1849776" y="59749"/>
                </a:lnTo>
                <a:lnTo>
                  <a:pt x="1850035" y="59791"/>
                </a:lnTo>
                <a:lnTo>
                  <a:pt x="1850295" y="59816"/>
                </a:lnTo>
                <a:lnTo>
                  <a:pt x="1850555" y="59824"/>
                </a:lnTo>
                <a:lnTo>
                  <a:pt x="1850814" y="59816"/>
                </a:lnTo>
                <a:lnTo>
                  <a:pt x="1851071" y="59791"/>
                </a:lnTo>
                <a:lnTo>
                  <a:pt x="1851326" y="59750"/>
                </a:lnTo>
                <a:lnTo>
                  <a:pt x="1851578" y="59694"/>
                </a:lnTo>
                <a:lnTo>
                  <a:pt x="1851825" y="59621"/>
                </a:lnTo>
                <a:lnTo>
                  <a:pt x="1852067" y="59532"/>
                </a:lnTo>
                <a:lnTo>
                  <a:pt x="1852304" y="59429"/>
                </a:lnTo>
                <a:lnTo>
                  <a:pt x="1852534" y="59310"/>
                </a:lnTo>
                <a:lnTo>
                  <a:pt x="1852756" y="59176"/>
                </a:lnTo>
                <a:lnTo>
                  <a:pt x="1852971" y="59027"/>
                </a:lnTo>
                <a:lnTo>
                  <a:pt x="1853176" y="58864"/>
                </a:lnTo>
                <a:lnTo>
                  <a:pt x="1853371" y="58686"/>
                </a:lnTo>
                <a:lnTo>
                  <a:pt x="1853555" y="58494"/>
                </a:lnTo>
                <a:lnTo>
                  <a:pt x="1853727" y="58289"/>
                </a:lnTo>
                <a:lnTo>
                  <a:pt x="1853887" y="58069"/>
                </a:lnTo>
                <a:lnTo>
                  <a:pt x="1854034" y="57836"/>
                </a:lnTo>
                <a:lnTo>
                  <a:pt x="1874564" y="22641"/>
                </a:lnTo>
                <a:lnTo>
                  <a:pt x="1874564" y="751144"/>
                </a:lnTo>
                <a:lnTo>
                  <a:pt x="0" y="751144"/>
                </a:lnTo>
                <a:lnTo>
                  <a:pt x="0" y="759132"/>
                </a:lnTo>
                <a:lnTo>
                  <a:pt x="1878558" y="759132"/>
                </a:lnTo>
                <a:lnTo>
                  <a:pt x="1878826" y="759123"/>
                </a:lnTo>
                <a:lnTo>
                  <a:pt x="1879090" y="759096"/>
                </a:lnTo>
                <a:lnTo>
                  <a:pt x="1879349" y="759051"/>
                </a:lnTo>
                <a:lnTo>
                  <a:pt x="1879603" y="758990"/>
                </a:lnTo>
                <a:lnTo>
                  <a:pt x="1879851" y="758912"/>
                </a:lnTo>
                <a:lnTo>
                  <a:pt x="1880093" y="758819"/>
                </a:lnTo>
                <a:lnTo>
                  <a:pt x="1880327" y="758711"/>
                </a:lnTo>
                <a:lnTo>
                  <a:pt x="1880553" y="758588"/>
                </a:lnTo>
                <a:lnTo>
                  <a:pt x="1880770" y="758452"/>
                </a:lnTo>
                <a:lnTo>
                  <a:pt x="1880978" y="758302"/>
                </a:lnTo>
                <a:lnTo>
                  <a:pt x="1881177" y="758140"/>
                </a:lnTo>
                <a:lnTo>
                  <a:pt x="1881364" y="757965"/>
                </a:lnTo>
                <a:lnTo>
                  <a:pt x="1881541" y="757779"/>
                </a:lnTo>
                <a:lnTo>
                  <a:pt x="1881706" y="757582"/>
                </a:lnTo>
                <a:lnTo>
                  <a:pt x="1881858" y="757374"/>
                </a:lnTo>
                <a:lnTo>
                  <a:pt x="1881996" y="757157"/>
                </a:lnTo>
                <a:lnTo>
                  <a:pt x="1882121" y="756931"/>
                </a:lnTo>
                <a:lnTo>
                  <a:pt x="1882232" y="756696"/>
                </a:lnTo>
                <a:lnTo>
                  <a:pt x="1882327" y="756453"/>
                </a:lnTo>
                <a:lnTo>
                  <a:pt x="1882407" y="756202"/>
                </a:lnTo>
                <a:lnTo>
                  <a:pt x="1882470" y="755945"/>
                </a:lnTo>
                <a:lnTo>
                  <a:pt x="1882515" y="755681"/>
                </a:lnTo>
                <a:lnTo>
                  <a:pt x="1882543" y="755412"/>
                </a:lnTo>
                <a:lnTo>
                  <a:pt x="1882553" y="755138"/>
                </a:lnTo>
                <a:lnTo>
                  <a:pt x="1882553" y="22778"/>
                </a:lnTo>
                <a:lnTo>
                  <a:pt x="1903003" y="578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75198-AC8A-424B-8493-C8FF6239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686" y="6548637"/>
            <a:ext cx="382486" cy="259784"/>
          </a:xfrm>
          <a:custGeom xmlns:a="http://schemas.openxmlformats.org/drawingml/2006/main">
            <a:pathLst>
              <a:path w="382486" h="259784" fill="none">
                <a:moveTo>
                  <a:pt x="0" y="259784"/>
                </a:moveTo>
                <a:lnTo>
                  <a:pt x="382486" y="259784"/>
                </a:lnTo>
                <a:lnTo>
                  <a:pt x="382486" y="0"/>
                </a:lnTo>
                <a:lnTo>
                  <a:pt x="0" y="0"/>
                </a:lnTo>
                <a:lnTo>
                  <a:pt x="0" y="25978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273" name="Text [0]">
            <a:extLst xmlns:a="http://schemas.openxmlformats.org/drawingml/2006/main">
              <a:ext uri="{FF2B5EF4-FFF2-40B4-BE49-F238E27FC236}">
                <a16:creationId xmlns:a16="http://schemas.microsoft.com/office/drawing/2014/main" id="{BCAE2276-3F42-439E-AE1D-2A92B88B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684" y="6618167"/>
            <a:ext cx="141009" cy="126751"/>
          </a:xfrm>
          <a:custGeom xmlns:a="http://schemas.openxmlformats.org/drawingml/2006/main">
            <a:pathLst>
              <a:path w="141009" h="126751">
                <a:moveTo>
                  <a:pt x="29644" y="126751"/>
                </a:moveTo>
                <a:lnTo>
                  <a:pt x="0" y="126751"/>
                </a:lnTo>
                <a:lnTo>
                  <a:pt x="0" y="0"/>
                </a:lnTo>
                <a:lnTo>
                  <a:pt x="29644" y="0"/>
                </a:lnTo>
                <a:lnTo>
                  <a:pt x="29644" y="5118"/>
                </a:lnTo>
                <a:lnTo>
                  <a:pt x="11033" y="5118"/>
                </a:lnTo>
                <a:lnTo>
                  <a:pt x="11033" y="121633"/>
                </a:lnTo>
                <a:lnTo>
                  <a:pt x="29644" y="121633"/>
                </a:lnTo>
                <a:lnTo>
                  <a:pt x="29644" y="126751"/>
                </a:lnTo>
                <a:close/>
                <a:moveTo>
                  <a:pt x="69732" y="97373"/>
                </a:moveTo>
                <a:cubicBezTo>
                  <a:pt x="60161" y="97373"/>
                  <a:pt x="53038" y="93607"/>
                  <a:pt x="48363" y="86074"/>
                </a:cubicBezTo>
                <a:cubicBezTo>
                  <a:pt x="43688" y="78541"/>
                  <a:pt x="41351" y="67109"/>
                  <a:pt x="41351" y="51777"/>
                </a:cubicBezTo>
                <a:cubicBezTo>
                  <a:pt x="41351" y="43624"/>
                  <a:pt x="42071" y="36579"/>
                  <a:pt x="43511" y="30641"/>
                </a:cubicBezTo>
                <a:cubicBezTo>
                  <a:pt x="44951" y="24703"/>
                  <a:pt x="46967" y="19796"/>
                  <a:pt x="49559" y="15919"/>
                </a:cubicBezTo>
                <a:cubicBezTo>
                  <a:pt x="52151" y="12041"/>
                  <a:pt x="55264" y="9172"/>
                  <a:pt x="58898" y="7311"/>
                </a:cubicBezTo>
                <a:cubicBezTo>
                  <a:pt x="62531" y="5450"/>
                  <a:pt x="66497" y="4520"/>
                  <a:pt x="70795" y="4520"/>
                </a:cubicBezTo>
                <a:cubicBezTo>
                  <a:pt x="80499" y="4520"/>
                  <a:pt x="87722" y="8264"/>
                  <a:pt x="92463" y="15752"/>
                </a:cubicBezTo>
                <a:cubicBezTo>
                  <a:pt x="97204" y="23241"/>
                  <a:pt x="99575" y="34562"/>
                  <a:pt x="99575" y="49717"/>
                </a:cubicBezTo>
                <a:cubicBezTo>
                  <a:pt x="99575" y="65403"/>
                  <a:pt x="97038" y="77267"/>
                  <a:pt x="91965" y="85309"/>
                </a:cubicBezTo>
                <a:cubicBezTo>
                  <a:pt x="86891" y="93352"/>
                  <a:pt x="79480" y="97373"/>
                  <a:pt x="69732" y="97373"/>
                </a:cubicBezTo>
                <a:moveTo>
                  <a:pt x="54312" y="49783"/>
                </a:moveTo>
                <a:cubicBezTo>
                  <a:pt x="54312" y="64229"/>
                  <a:pt x="55652" y="74830"/>
                  <a:pt x="58333" y="81587"/>
                </a:cubicBezTo>
                <a:cubicBezTo>
                  <a:pt x="61014" y="88345"/>
                  <a:pt x="65168" y="91723"/>
                  <a:pt x="70795" y="91723"/>
                </a:cubicBezTo>
                <a:cubicBezTo>
                  <a:pt x="76157" y="91723"/>
                  <a:pt x="80134" y="88544"/>
                  <a:pt x="82726" y="82185"/>
                </a:cubicBezTo>
                <a:cubicBezTo>
                  <a:pt x="85318" y="75827"/>
                  <a:pt x="86614" y="65979"/>
                  <a:pt x="86614" y="52641"/>
                </a:cubicBezTo>
                <a:cubicBezTo>
                  <a:pt x="86614" y="42450"/>
                  <a:pt x="85950" y="34197"/>
                  <a:pt x="84620" y="27883"/>
                </a:cubicBezTo>
                <a:cubicBezTo>
                  <a:pt x="83291" y="21568"/>
                  <a:pt x="81441" y="17038"/>
                  <a:pt x="79070" y="14290"/>
                </a:cubicBezTo>
                <a:cubicBezTo>
                  <a:pt x="76700" y="11543"/>
                  <a:pt x="73831" y="10169"/>
                  <a:pt x="70463" y="10169"/>
                </a:cubicBezTo>
                <a:cubicBezTo>
                  <a:pt x="67405" y="10169"/>
                  <a:pt x="64846" y="11078"/>
                  <a:pt x="62786" y="12894"/>
                </a:cubicBezTo>
                <a:cubicBezTo>
                  <a:pt x="60726" y="14711"/>
                  <a:pt x="59064" y="17326"/>
                  <a:pt x="57801" y="20737"/>
                </a:cubicBezTo>
                <a:cubicBezTo>
                  <a:pt x="56538" y="24149"/>
                  <a:pt x="55641" y="28304"/>
                  <a:pt x="55109" y="33200"/>
                </a:cubicBezTo>
                <a:cubicBezTo>
                  <a:pt x="54577" y="38096"/>
                  <a:pt x="54312" y="43624"/>
                  <a:pt x="54312" y="49783"/>
                </a:cubicBezTo>
                <a:close/>
                <a:moveTo>
                  <a:pt x="111365" y="121633"/>
                </a:moveTo>
                <a:lnTo>
                  <a:pt x="129976" y="121633"/>
                </a:lnTo>
                <a:lnTo>
                  <a:pt x="129976" y="5118"/>
                </a:lnTo>
                <a:lnTo>
                  <a:pt x="111365" y="5118"/>
                </a:lnTo>
                <a:lnTo>
                  <a:pt x="111365" y="0"/>
                </a:lnTo>
                <a:lnTo>
                  <a:pt x="141009" y="0"/>
                </a:lnTo>
                <a:lnTo>
                  <a:pt x="141009" y="126751"/>
                </a:lnTo>
                <a:lnTo>
                  <a:pt x="111365" y="126751"/>
                </a:lnTo>
                <a:lnTo>
                  <a:pt x="111365" y="1216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64">
            <a:extLst xmlns:a="http://schemas.openxmlformats.org/drawingml/2006/main">
              <a:ext uri="{FF2B5EF4-FFF2-40B4-BE49-F238E27FC236}">
                <a16:creationId xmlns:a16="http://schemas.microsoft.com/office/drawing/2014/main" id="{2CB5BFC3-447A-4FA9-A590-EED6F86C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984" y="6601589"/>
            <a:ext cx="103763" cy="64062"/>
          </a:xfrm>
          <a:custGeom xmlns:a="http://schemas.openxmlformats.org/drawingml/2006/main">
            <a:pathLst>
              <a:path w="103763" h="64062">
                <a:moveTo>
                  <a:pt x="36996" y="0"/>
                </a:moveTo>
                <a:cubicBezTo>
                  <a:pt x="37386" y="454"/>
                  <a:pt x="37743" y="892"/>
                  <a:pt x="38067" y="1314"/>
                </a:cubicBezTo>
                <a:cubicBezTo>
                  <a:pt x="38392" y="1736"/>
                  <a:pt x="38749" y="2158"/>
                  <a:pt x="39138" y="2580"/>
                </a:cubicBezTo>
                <a:lnTo>
                  <a:pt x="39138" y="5452"/>
                </a:lnTo>
                <a:cubicBezTo>
                  <a:pt x="35211" y="5387"/>
                  <a:pt x="31674" y="5906"/>
                  <a:pt x="28526" y="7010"/>
                </a:cubicBezTo>
                <a:cubicBezTo>
                  <a:pt x="25378" y="8113"/>
                  <a:pt x="22604" y="9728"/>
                  <a:pt x="20202" y="11853"/>
                </a:cubicBezTo>
                <a:cubicBezTo>
                  <a:pt x="17800" y="13979"/>
                  <a:pt x="15788" y="16592"/>
                  <a:pt x="14166" y="19691"/>
                </a:cubicBezTo>
                <a:cubicBezTo>
                  <a:pt x="12543" y="22790"/>
                  <a:pt x="11277" y="26287"/>
                  <a:pt x="10369" y="30181"/>
                </a:cubicBezTo>
                <a:lnTo>
                  <a:pt x="10904" y="30425"/>
                </a:lnTo>
                <a:cubicBezTo>
                  <a:pt x="12235" y="29516"/>
                  <a:pt x="13549" y="28729"/>
                  <a:pt x="14847" y="28064"/>
                </a:cubicBezTo>
                <a:cubicBezTo>
                  <a:pt x="16145" y="27398"/>
                  <a:pt x="17460" y="26847"/>
                  <a:pt x="18790" y="26409"/>
                </a:cubicBezTo>
                <a:cubicBezTo>
                  <a:pt x="20121" y="25970"/>
                  <a:pt x="21500" y="25654"/>
                  <a:pt x="22928" y="25459"/>
                </a:cubicBezTo>
                <a:cubicBezTo>
                  <a:pt x="24356" y="25265"/>
                  <a:pt x="25881" y="25167"/>
                  <a:pt x="27504" y="25167"/>
                </a:cubicBezTo>
                <a:cubicBezTo>
                  <a:pt x="30360" y="25167"/>
                  <a:pt x="32883" y="25589"/>
                  <a:pt x="35074" y="26433"/>
                </a:cubicBezTo>
                <a:cubicBezTo>
                  <a:pt x="37264" y="27277"/>
                  <a:pt x="39122" y="28510"/>
                  <a:pt x="40647" y="30133"/>
                </a:cubicBezTo>
                <a:cubicBezTo>
                  <a:pt x="42173" y="31755"/>
                  <a:pt x="43325" y="33702"/>
                  <a:pt x="44104" y="35974"/>
                </a:cubicBezTo>
                <a:cubicBezTo>
                  <a:pt x="44882" y="38246"/>
                  <a:pt x="45272" y="40777"/>
                  <a:pt x="45272" y="43568"/>
                </a:cubicBezTo>
                <a:cubicBezTo>
                  <a:pt x="45272" y="46521"/>
                  <a:pt x="44785" y="49264"/>
                  <a:pt x="43812" y="51795"/>
                </a:cubicBezTo>
                <a:cubicBezTo>
                  <a:pt x="42838" y="54326"/>
                  <a:pt x="41378" y="56501"/>
                  <a:pt x="39430" y="58318"/>
                </a:cubicBezTo>
                <a:cubicBezTo>
                  <a:pt x="37483" y="60135"/>
                  <a:pt x="35074" y="61547"/>
                  <a:pt x="32201" y="62553"/>
                </a:cubicBezTo>
                <a:cubicBezTo>
                  <a:pt x="29329" y="63559"/>
                  <a:pt x="25962" y="64062"/>
                  <a:pt x="22100" y="64062"/>
                </a:cubicBezTo>
                <a:cubicBezTo>
                  <a:pt x="14799" y="64062"/>
                  <a:pt x="9290" y="61977"/>
                  <a:pt x="5574" y="57807"/>
                </a:cubicBezTo>
                <a:cubicBezTo>
                  <a:pt x="1858" y="53637"/>
                  <a:pt x="0" y="47495"/>
                  <a:pt x="0" y="39382"/>
                </a:cubicBezTo>
                <a:cubicBezTo>
                  <a:pt x="0" y="35747"/>
                  <a:pt x="406" y="32266"/>
                  <a:pt x="1217" y="28940"/>
                </a:cubicBezTo>
                <a:cubicBezTo>
                  <a:pt x="2028" y="25614"/>
                  <a:pt x="3221" y="22514"/>
                  <a:pt x="4795" y="19642"/>
                </a:cubicBezTo>
                <a:cubicBezTo>
                  <a:pt x="6369" y="16770"/>
                  <a:pt x="8276" y="14174"/>
                  <a:pt x="10515" y="11853"/>
                </a:cubicBezTo>
                <a:cubicBezTo>
                  <a:pt x="12754" y="9533"/>
                  <a:pt x="15253" y="7521"/>
                  <a:pt x="18011" y="5817"/>
                </a:cubicBezTo>
                <a:cubicBezTo>
                  <a:pt x="20770" y="4113"/>
                  <a:pt x="23756" y="2767"/>
                  <a:pt x="26968" y="1777"/>
                </a:cubicBezTo>
                <a:cubicBezTo>
                  <a:pt x="30181" y="787"/>
                  <a:pt x="33524" y="195"/>
                  <a:pt x="36996" y="0"/>
                </a:cubicBezTo>
                <a:moveTo>
                  <a:pt x="24096" y="30765"/>
                </a:moveTo>
                <a:cubicBezTo>
                  <a:pt x="21922" y="30765"/>
                  <a:pt x="19918" y="31058"/>
                  <a:pt x="18084" y="31642"/>
                </a:cubicBezTo>
                <a:cubicBezTo>
                  <a:pt x="16251" y="32226"/>
                  <a:pt x="14506" y="33021"/>
                  <a:pt x="12851" y="34027"/>
                </a:cubicBezTo>
                <a:cubicBezTo>
                  <a:pt x="12170" y="34481"/>
                  <a:pt x="11643" y="34903"/>
                  <a:pt x="11269" y="35293"/>
                </a:cubicBezTo>
                <a:cubicBezTo>
                  <a:pt x="10896" y="35682"/>
                  <a:pt x="10620" y="36145"/>
                  <a:pt x="10442" y="36680"/>
                </a:cubicBezTo>
                <a:cubicBezTo>
                  <a:pt x="10263" y="37215"/>
                  <a:pt x="10142" y="37881"/>
                  <a:pt x="10077" y="38676"/>
                </a:cubicBezTo>
                <a:cubicBezTo>
                  <a:pt x="10012" y="39471"/>
                  <a:pt x="9979" y="40550"/>
                  <a:pt x="9979" y="41913"/>
                </a:cubicBezTo>
                <a:cubicBezTo>
                  <a:pt x="9979" y="53401"/>
                  <a:pt x="14150" y="59146"/>
                  <a:pt x="22490" y="59146"/>
                </a:cubicBezTo>
                <a:cubicBezTo>
                  <a:pt x="24762" y="59146"/>
                  <a:pt x="26717" y="58813"/>
                  <a:pt x="28356" y="58148"/>
                </a:cubicBezTo>
                <a:cubicBezTo>
                  <a:pt x="29995" y="57482"/>
                  <a:pt x="31333" y="56525"/>
                  <a:pt x="32372" y="55276"/>
                </a:cubicBezTo>
                <a:cubicBezTo>
                  <a:pt x="33410" y="54026"/>
                  <a:pt x="34173" y="52485"/>
                  <a:pt x="34660" y="50651"/>
                </a:cubicBezTo>
                <a:cubicBezTo>
                  <a:pt x="35147" y="48817"/>
                  <a:pt x="35390" y="46732"/>
                  <a:pt x="35390" y="44396"/>
                </a:cubicBezTo>
                <a:cubicBezTo>
                  <a:pt x="35390" y="40047"/>
                  <a:pt x="34416" y="36688"/>
                  <a:pt x="32469" y="34319"/>
                </a:cubicBezTo>
                <a:cubicBezTo>
                  <a:pt x="30522" y="31950"/>
                  <a:pt x="27731" y="30765"/>
                  <a:pt x="24096" y="30765"/>
                </a:cubicBezTo>
                <a:close/>
                <a:moveTo>
                  <a:pt x="76113" y="60119"/>
                </a:moveTo>
                <a:cubicBezTo>
                  <a:pt x="77086" y="59860"/>
                  <a:pt x="77914" y="59624"/>
                  <a:pt x="78595" y="59413"/>
                </a:cubicBezTo>
                <a:cubicBezTo>
                  <a:pt x="79277" y="59202"/>
                  <a:pt x="79845" y="58959"/>
                  <a:pt x="80299" y="58683"/>
                </a:cubicBezTo>
                <a:cubicBezTo>
                  <a:pt x="80754" y="58407"/>
                  <a:pt x="81086" y="58083"/>
                  <a:pt x="81297" y="57710"/>
                </a:cubicBezTo>
                <a:cubicBezTo>
                  <a:pt x="81508" y="57336"/>
                  <a:pt x="81670" y="56866"/>
                  <a:pt x="81784" y="56298"/>
                </a:cubicBezTo>
                <a:cubicBezTo>
                  <a:pt x="81897" y="55730"/>
                  <a:pt x="81962" y="55016"/>
                  <a:pt x="81979" y="54156"/>
                </a:cubicBezTo>
                <a:cubicBezTo>
                  <a:pt x="81995" y="53296"/>
                  <a:pt x="82003" y="52233"/>
                  <a:pt x="82003" y="50967"/>
                </a:cubicBezTo>
                <a:lnTo>
                  <a:pt x="82003" y="44590"/>
                </a:lnTo>
                <a:lnTo>
                  <a:pt x="54596" y="44590"/>
                </a:lnTo>
                <a:lnTo>
                  <a:pt x="54596" y="40745"/>
                </a:lnTo>
                <a:cubicBezTo>
                  <a:pt x="59432" y="34027"/>
                  <a:pt x="64235" y="27350"/>
                  <a:pt x="69006" y="20713"/>
                </a:cubicBezTo>
                <a:cubicBezTo>
                  <a:pt x="73776" y="14076"/>
                  <a:pt x="78579" y="7399"/>
                  <a:pt x="83415" y="682"/>
                </a:cubicBezTo>
                <a:lnTo>
                  <a:pt x="91155" y="682"/>
                </a:lnTo>
                <a:lnTo>
                  <a:pt x="91155" y="39479"/>
                </a:lnTo>
                <a:lnTo>
                  <a:pt x="92031" y="39479"/>
                </a:lnTo>
                <a:cubicBezTo>
                  <a:pt x="93362" y="39479"/>
                  <a:pt x="94441" y="39414"/>
                  <a:pt x="95268" y="39284"/>
                </a:cubicBezTo>
                <a:cubicBezTo>
                  <a:pt x="96096" y="39155"/>
                  <a:pt x="96761" y="38887"/>
                  <a:pt x="97264" y="38481"/>
                </a:cubicBezTo>
                <a:cubicBezTo>
                  <a:pt x="97767" y="38075"/>
                  <a:pt x="98189" y="37508"/>
                  <a:pt x="98530" y="36777"/>
                </a:cubicBezTo>
                <a:cubicBezTo>
                  <a:pt x="98870" y="36047"/>
                  <a:pt x="99236" y="35098"/>
                  <a:pt x="99625" y="33930"/>
                </a:cubicBezTo>
                <a:lnTo>
                  <a:pt x="103763" y="33930"/>
                </a:lnTo>
                <a:cubicBezTo>
                  <a:pt x="103665" y="35715"/>
                  <a:pt x="103560" y="37483"/>
                  <a:pt x="103446" y="39236"/>
                </a:cubicBezTo>
                <a:cubicBezTo>
                  <a:pt x="103333" y="40988"/>
                  <a:pt x="103227" y="42773"/>
                  <a:pt x="103130" y="44590"/>
                </a:cubicBezTo>
                <a:lnTo>
                  <a:pt x="91155" y="44590"/>
                </a:lnTo>
                <a:lnTo>
                  <a:pt x="91155" y="50967"/>
                </a:lnTo>
                <a:cubicBezTo>
                  <a:pt x="91155" y="52850"/>
                  <a:pt x="91195" y="54310"/>
                  <a:pt x="91276" y="55349"/>
                </a:cubicBezTo>
                <a:cubicBezTo>
                  <a:pt x="91358" y="56387"/>
                  <a:pt x="91601" y="57198"/>
                  <a:pt x="92007" y="57783"/>
                </a:cubicBezTo>
                <a:cubicBezTo>
                  <a:pt x="92412" y="58367"/>
                  <a:pt x="93013" y="58805"/>
                  <a:pt x="93808" y="59097"/>
                </a:cubicBezTo>
                <a:cubicBezTo>
                  <a:pt x="94603" y="59389"/>
                  <a:pt x="95714" y="59730"/>
                  <a:pt x="97142" y="60119"/>
                </a:cubicBezTo>
                <a:lnTo>
                  <a:pt x="97142" y="63040"/>
                </a:lnTo>
                <a:lnTo>
                  <a:pt x="76113" y="63040"/>
                </a:lnTo>
                <a:lnTo>
                  <a:pt x="76113" y="60119"/>
                </a:lnTo>
                <a:moveTo>
                  <a:pt x="63310" y="39479"/>
                </a:moveTo>
                <a:lnTo>
                  <a:pt x="82003" y="39479"/>
                </a:lnTo>
                <a:lnTo>
                  <a:pt x="82003" y="29694"/>
                </a:lnTo>
                <a:cubicBezTo>
                  <a:pt x="82003" y="28591"/>
                  <a:pt x="82019" y="27228"/>
                  <a:pt x="82052" y="25605"/>
                </a:cubicBezTo>
                <a:cubicBezTo>
                  <a:pt x="82084" y="23983"/>
                  <a:pt x="82125" y="22336"/>
                  <a:pt x="82173" y="20664"/>
                </a:cubicBezTo>
                <a:cubicBezTo>
                  <a:pt x="82222" y="18993"/>
                  <a:pt x="82279" y="17403"/>
                  <a:pt x="82344" y="15894"/>
                </a:cubicBezTo>
                <a:cubicBezTo>
                  <a:pt x="82409" y="14385"/>
                  <a:pt x="82474" y="13111"/>
                  <a:pt x="82538" y="12073"/>
                </a:cubicBezTo>
                <a:lnTo>
                  <a:pt x="82003" y="12073"/>
                </a:lnTo>
                <a:cubicBezTo>
                  <a:pt x="78887" y="16583"/>
                  <a:pt x="75780" y="21062"/>
                  <a:pt x="72681" y="25508"/>
                </a:cubicBezTo>
                <a:cubicBezTo>
                  <a:pt x="69582" y="29954"/>
                  <a:pt x="66458" y="34416"/>
                  <a:pt x="63310" y="38895"/>
                </a:cubicBezTo>
                <a:lnTo>
                  <a:pt x="63310" y="394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DAD92-8DBD-4C60-BB90-F9FC6D69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183" y="6069331"/>
            <a:ext cx="326886" cy="232943"/>
          </a:xfrm>
          <a:custGeom xmlns:a="http://schemas.openxmlformats.org/drawingml/2006/main">
            <a:pathLst>
              <a:path w="326886" h="232943" fill="none">
                <a:moveTo>
                  <a:pt x="0" y="232943"/>
                </a:moveTo>
                <a:lnTo>
                  <a:pt x="326886" y="232943"/>
                </a:lnTo>
                <a:lnTo>
                  <a:pt x="326886" y="0"/>
                </a:lnTo>
                <a:lnTo>
                  <a:pt x="0" y="0"/>
                </a:lnTo>
                <a:lnTo>
                  <a:pt x="0" y="23294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" cap="flat">
            <a:solidFill>
              <a:srgbClr val="000000">
                <a:alpha val="0"/>
              </a:srgbClr>
            </a:solidFill>
            <a:miter/>
          </a:ln>
        </p:spPr>
      </p:sp>
      <p:sp>
        <p:nvSpPr>
          <p:cNvPr id="276" name="Text 0">
            <a:extLst xmlns:a="http://schemas.openxmlformats.org/drawingml/2006/main">
              <a:ext uri="{FF2B5EF4-FFF2-40B4-BE49-F238E27FC236}">
                <a16:creationId xmlns:a16="http://schemas.microsoft.com/office/drawing/2014/main" id="{A1E7AF96-8568-41CE-B117-7FA3B96A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528" y="6145299"/>
            <a:ext cx="58224" cy="92853"/>
          </a:xfrm>
          <a:custGeom xmlns:a="http://schemas.openxmlformats.org/drawingml/2006/main">
            <a:pathLst>
              <a:path w="58224" h="92853">
                <a:moveTo>
                  <a:pt x="28381" y="92853"/>
                </a:moveTo>
                <a:cubicBezTo>
                  <a:pt x="18810" y="92853"/>
                  <a:pt x="11687" y="89087"/>
                  <a:pt x="7012" y="81554"/>
                </a:cubicBezTo>
                <a:cubicBezTo>
                  <a:pt x="2337" y="74021"/>
                  <a:pt x="0" y="62589"/>
                  <a:pt x="0" y="47257"/>
                </a:cubicBezTo>
                <a:cubicBezTo>
                  <a:pt x="0" y="39104"/>
                  <a:pt x="720" y="32059"/>
                  <a:pt x="2160" y="26121"/>
                </a:cubicBezTo>
                <a:cubicBezTo>
                  <a:pt x="3600" y="20184"/>
                  <a:pt x="5616" y="15276"/>
                  <a:pt x="8209" y="11399"/>
                </a:cubicBezTo>
                <a:cubicBezTo>
                  <a:pt x="10801" y="7522"/>
                  <a:pt x="13914" y="4653"/>
                  <a:pt x="17547" y="2792"/>
                </a:cubicBezTo>
                <a:cubicBezTo>
                  <a:pt x="21181" y="931"/>
                  <a:pt x="25146" y="0"/>
                  <a:pt x="29445" y="0"/>
                </a:cubicBezTo>
                <a:cubicBezTo>
                  <a:pt x="39149" y="0"/>
                  <a:pt x="46371" y="3744"/>
                  <a:pt x="51113" y="11233"/>
                </a:cubicBezTo>
                <a:cubicBezTo>
                  <a:pt x="55854" y="18721"/>
                  <a:pt x="58224" y="30043"/>
                  <a:pt x="58224" y="45197"/>
                </a:cubicBezTo>
                <a:cubicBezTo>
                  <a:pt x="58224" y="60883"/>
                  <a:pt x="55688" y="72747"/>
                  <a:pt x="50614" y="80790"/>
                </a:cubicBezTo>
                <a:cubicBezTo>
                  <a:pt x="45540" y="88832"/>
                  <a:pt x="38129" y="92853"/>
                  <a:pt x="28381" y="92853"/>
                </a:cubicBezTo>
                <a:moveTo>
                  <a:pt x="12961" y="45263"/>
                </a:moveTo>
                <a:cubicBezTo>
                  <a:pt x="12961" y="59709"/>
                  <a:pt x="14301" y="70310"/>
                  <a:pt x="16982" y="77068"/>
                </a:cubicBezTo>
                <a:cubicBezTo>
                  <a:pt x="19663" y="83825"/>
                  <a:pt x="23817" y="87204"/>
                  <a:pt x="29445" y="87204"/>
                </a:cubicBezTo>
                <a:cubicBezTo>
                  <a:pt x="34806" y="87204"/>
                  <a:pt x="38783" y="84024"/>
                  <a:pt x="41375" y="77666"/>
                </a:cubicBezTo>
                <a:cubicBezTo>
                  <a:pt x="43967" y="71307"/>
                  <a:pt x="45263" y="61459"/>
                  <a:pt x="45263" y="48122"/>
                </a:cubicBezTo>
                <a:cubicBezTo>
                  <a:pt x="45263" y="37930"/>
                  <a:pt x="44599" y="29677"/>
                  <a:pt x="43270" y="23363"/>
                </a:cubicBezTo>
                <a:cubicBezTo>
                  <a:pt x="41940" y="17049"/>
                  <a:pt x="40090" y="12518"/>
                  <a:pt x="37720" y="9771"/>
                </a:cubicBezTo>
                <a:cubicBezTo>
                  <a:pt x="35349" y="7023"/>
                  <a:pt x="32480" y="5650"/>
                  <a:pt x="29112" y="5650"/>
                </a:cubicBezTo>
                <a:cubicBezTo>
                  <a:pt x="26055" y="5650"/>
                  <a:pt x="23496" y="6558"/>
                  <a:pt x="21435" y="8375"/>
                </a:cubicBezTo>
                <a:cubicBezTo>
                  <a:pt x="19375" y="10191"/>
                  <a:pt x="17713" y="12806"/>
                  <a:pt x="16450" y="16218"/>
                </a:cubicBezTo>
                <a:cubicBezTo>
                  <a:pt x="15188" y="19630"/>
                  <a:pt x="14290" y="23784"/>
                  <a:pt x="13759" y="28680"/>
                </a:cubicBezTo>
                <a:cubicBezTo>
                  <a:pt x="13227" y="33577"/>
                  <a:pt x="12961" y="39104"/>
                  <a:pt x="12961" y="452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256">
            <a:extLst xmlns:a="http://schemas.openxmlformats.org/drawingml/2006/main">
              <a:ext uri="{FF2B5EF4-FFF2-40B4-BE49-F238E27FC236}">
                <a16:creationId xmlns:a16="http://schemas.microsoft.com/office/drawing/2014/main" id="{345E3E94-7FE3-44F2-BB87-7B76861D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305" y="6121864"/>
            <a:ext cx="159567" cy="66399"/>
          </a:xfrm>
          <a:custGeom xmlns:a="http://schemas.openxmlformats.org/drawingml/2006/main">
            <a:pathLst>
              <a:path w="159567" h="66399">
                <a:moveTo>
                  <a:pt x="28721" y="57442"/>
                </a:moveTo>
                <a:cubicBezTo>
                  <a:pt x="30246" y="57442"/>
                  <a:pt x="31463" y="57385"/>
                  <a:pt x="32372" y="57271"/>
                </a:cubicBezTo>
                <a:cubicBezTo>
                  <a:pt x="33281" y="57158"/>
                  <a:pt x="34035" y="56906"/>
                  <a:pt x="34635" y="56517"/>
                </a:cubicBezTo>
                <a:cubicBezTo>
                  <a:pt x="35236" y="56127"/>
                  <a:pt x="35747" y="55535"/>
                  <a:pt x="36169" y="54740"/>
                </a:cubicBezTo>
                <a:cubicBezTo>
                  <a:pt x="36591" y="53945"/>
                  <a:pt x="37078" y="52850"/>
                  <a:pt x="37629" y="51454"/>
                </a:cubicBezTo>
                <a:lnTo>
                  <a:pt x="42156" y="51454"/>
                </a:lnTo>
                <a:cubicBezTo>
                  <a:pt x="41994" y="53758"/>
                  <a:pt x="41840" y="56079"/>
                  <a:pt x="41694" y="58415"/>
                </a:cubicBezTo>
                <a:cubicBezTo>
                  <a:pt x="41548" y="60752"/>
                  <a:pt x="41394" y="63072"/>
                  <a:pt x="41232" y="65377"/>
                </a:cubicBezTo>
                <a:lnTo>
                  <a:pt x="0" y="65377"/>
                </a:lnTo>
                <a:lnTo>
                  <a:pt x="0" y="62845"/>
                </a:lnTo>
                <a:cubicBezTo>
                  <a:pt x="779" y="61093"/>
                  <a:pt x="1688" y="59365"/>
                  <a:pt x="2726" y="57661"/>
                </a:cubicBezTo>
                <a:cubicBezTo>
                  <a:pt x="3765" y="55957"/>
                  <a:pt x="4933" y="54229"/>
                  <a:pt x="6231" y="52476"/>
                </a:cubicBezTo>
                <a:cubicBezTo>
                  <a:pt x="7529" y="50724"/>
                  <a:pt x="9006" y="48915"/>
                  <a:pt x="10661" y="47049"/>
                </a:cubicBezTo>
                <a:cubicBezTo>
                  <a:pt x="12316" y="45183"/>
                  <a:pt x="14150" y="43244"/>
                  <a:pt x="16162" y="41232"/>
                </a:cubicBezTo>
                <a:cubicBezTo>
                  <a:pt x="19212" y="38181"/>
                  <a:pt x="21695" y="35577"/>
                  <a:pt x="23610" y="33418"/>
                </a:cubicBezTo>
                <a:cubicBezTo>
                  <a:pt x="25524" y="31260"/>
                  <a:pt x="27033" y="29337"/>
                  <a:pt x="28137" y="27650"/>
                </a:cubicBezTo>
                <a:cubicBezTo>
                  <a:pt x="29240" y="25962"/>
                  <a:pt x="29995" y="24405"/>
                  <a:pt x="30400" y="22977"/>
                </a:cubicBezTo>
                <a:cubicBezTo>
                  <a:pt x="30806" y="21549"/>
                  <a:pt x="31009" y="20023"/>
                  <a:pt x="31009" y="18401"/>
                </a:cubicBezTo>
                <a:cubicBezTo>
                  <a:pt x="31009" y="16746"/>
                  <a:pt x="30774" y="15220"/>
                  <a:pt x="30303" y="13825"/>
                </a:cubicBezTo>
                <a:cubicBezTo>
                  <a:pt x="29832" y="12429"/>
                  <a:pt x="29159" y="11245"/>
                  <a:pt x="28283" y="10271"/>
                </a:cubicBezTo>
                <a:cubicBezTo>
                  <a:pt x="27407" y="9298"/>
                  <a:pt x="26295" y="8535"/>
                  <a:pt x="24948" y="7983"/>
                </a:cubicBezTo>
                <a:cubicBezTo>
                  <a:pt x="23601" y="7432"/>
                  <a:pt x="22052" y="7156"/>
                  <a:pt x="20299" y="7156"/>
                </a:cubicBezTo>
                <a:cubicBezTo>
                  <a:pt x="17281" y="7156"/>
                  <a:pt x="14750" y="7975"/>
                  <a:pt x="12705" y="9614"/>
                </a:cubicBezTo>
                <a:cubicBezTo>
                  <a:pt x="10661" y="11253"/>
                  <a:pt x="9071" y="13630"/>
                  <a:pt x="7935" y="16746"/>
                </a:cubicBezTo>
                <a:lnTo>
                  <a:pt x="1558" y="16746"/>
                </a:lnTo>
                <a:lnTo>
                  <a:pt x="1558" y="7253"/>
                </a:lnTo>
                <a:cubicBezTo>
                  <a:pt x="5712" y="5533"/>
                  <a:pt x="9533" y="4284"/>
                  <a:pt x="13022" y="3505"/>
                </a:cubicBezTo>
                <a:cubicBezTo>
                  <a:pt x="16510" y="2726"/>
                  <a:pt x="19650" y="2337"/>
                  <a:pt x="22441" y="2337"/>
                </a:cubicBezTo>
                <a:cubicBezTo>
                  <a:pt x="25816" y="2337"/>
                  <a:pt x="28697" y="2718"/>
                  <a:pt x="31082" y="3481"/>
                </a:cubicBezTo>
                <a:cubicBezTo>
                  <a:pt x="33467" y="4243"/>
                  <a:pt x="35406" y="5274"/>
                  <a:pt x="36899" y="6572"/>
                </a:cubicBezTo>
                <a:cubicBezTo>
                  <a:pt x="38392" y="7870"/>
                  <a:pt x="39471" y="9428"/>
                  <a:pt x="40136" y="11245"/>
                </a:cubicBezTo>
                <a:cubicBezTo>
                  <a:pt x="40802" y="13062"/>
                  <a:pt x="41134" y="15026"/>
                  <a:pt x="41134" y="17135"/>
                </a:cubicBezTo>
                <a:cubicBezTo>
                  <a:pt x="41134" y="18401"/>
                  <a:pt x="41045" y="19577"/>
                  <a:pt x="40866" y="20664"/>
                </a:cubicBezTo>
                <a:cubicBezTo>
                  <a:pt x="40688" y="21752"/>
                  <a:pt x="40380" y="22823"/>
                  <a:pt x="39942" y="23877"/>
                </a:cubicBezTo>
                <a:cubicBezTo>
                  <a:pt x="39503" y="24932"/>
                  <a:pt x="38927" y="25995"/>
                  <a:pt x="38213" y="27066"/>
                </a:cubicBezTo>
                <a:cubicBezTo>
                  <a:pt x="37499" y="28137"/>
                  <a:pt x="36607" y="29273"/>
                  <a:pt x="35536" y="30473"/>
                </a:cubicBezTo>
                <a:cubicBezTo>
                  <a:pt x="34725" y="31512"/>
                  <a:pt x="33670" y="32713"/>
                  <a:pt x="32372" y="34076"/>
                </a:cubicBezTo>
                <a:cubicBezTo>
                  <a:pt x="31074" y="35439"/>
                  <a:pt x="29654" y="36899"/>
                  <a:pt x="28112" y="38457"/>
                </a:cubicBezTo>
                <a:cubicBezTo>
                  <a:pt x="26571" y="40015"/>
                  <a:pt x="24956" y="41637"/>
                  <a:pt x="23269" y="43325"/>
                </a:cubicBezTo>
                <a:cubicBezTo>
                  <a:pt x="21581" y="45012"/>
                  <a:pt x="19942" y="46684"/>
                  <a:pt x="18352" y="48339"/>
                </a:cubicBezTo>
                <a:cubicBezTo>
                  <a:pt x="16762" y="49994"/>
                  <a:pt x="15302" y="51600"/>
                  <a:pt x="13971" y="53158"/>
                </a:cubicBezTo>
                <a:cubicBezTo>
                  <a:pt x="12640" y="54716"/>
                  <a:pt x="11553" y="56144"/>
                  <a:pt x="10709" y="57442"/>
                </a:cubicBezTo>
                <a:lnTo>
                  <a:pt x="28721" y="57442"/>
                </a:lnTo>
                <a:close/>
                <a:moveTo>
                  <a:pt x="59623" y="52330"/>
                </a:moveTo>
                <a:lnTo>
                  <a:pt x="65854" y="52330"/>
                </a:lnTo>
                <a:cubicBezTo>
                  <a:pt x="66827" y="55608"/>
                  <a:pt x="68288" y="57953"/>
                  <a:pt x="70235" y="59365"/>
                </a:cubicBezTo>
                <a:cubicBezTo>
                  <a:pt x="72182" y="60776"/>
                  <a:pt x="74746" y="61482"/>
                  <a:pt x="77926" y="61482"/>
                </a:cubicBezTo>
                <a:cubicBezTo>
                  <a:pt x="82178" y="61482"/>
                  <a:pt x="85391" y="60379"/>
                  <a:pt x="87565" y="58172"/>
                </a:cubicBezTo>
                <a:cubicBezTo>
                  <a:pt x="89739" y="55965"/>
                  <a:pt x="90826" y="52509"/>
                  <a:pt x="90826" y="47803"/>
                </a:cubicBezTo>
                <a:cubicBezTo>
                  <a:pt x="90826" y="43292"/>
                  <a:pt x="89674" y="39942"/>
                  <a:pt x="87370" y="37751"/>
                </a:cubicBezTo>
                <a:cubicBezTo>
                  <a:pt x="85066" y="35560"/>
                  <a:pt x="81837" y="34465"/>
                  <a:pt x="77683" y="34465"/>
                </a:cubicBezTo>
                <a:cubicBezTo>
                  <a:pt x="76580" y="34465"/>
                  <a:pt x="75582" y="34481"/>
                  <a:pt x="74689" y="34514"/>
                </a:cubicBezTo>
                <a:cubicBezTo>
                  <a:pt x="73797" y="34546"/>
                  <a:pt x="72912" y="34627"/>
                  <a:pt x="72036" y="34757"/>
                </a:cubicBezTo>
                <a:cubicBezTo>
                  <a:pt x="71160" y="34887"/>
                  <a:pt x="70292" y="35065"/>
                  <a:pt x="69432" y="35293"/>
                </a:cubicBezTo>
                <a:cubicBezTo>
                  <a:pt x="68572" y="35520"/>
                  <a:pt x="67606" y="35779"/>
                  <a:pt x="66535" y="36071"/>
                </a:cubicBezTo>
                <a:lnTo>
                  <a:pt x="62544" y="33881"/>
                </a:lnTo>
                <a:lnTo>
                  <a:pt x="62544" y="3262"/>
                </a:lnTo>
                <a:lnTo>
                  <a:pt x="89512" y="3262"/>
                </a:lnTo>
                <a:cubicBezTo>
                  <a:pt x="90291" y="3229"/>
                  <a:pt x="90916" y="3180"/>
                  <a:pt x="91386" y="3115"/>
                </a:cubicBezTo>
                <a:cubicBezTo>
                  <a:pt x="91857" y="3051"/>
                  <a:pt x="92238" y="2905"/>
                  <a:pt x="92530" y="2677"/>
                </a:cubicBezTo>
                <a:cubicBezTo>
                  <a:pt x="92822" y="2450"/>
                  <a:pt x="93082" y="2134"/>
                  <a:pt x="93309" y="1728"/>
                </a:cubicBezTo>
                <a:cubicBezTo>
                  <a:pt x="93536" y="1322"/>
                  <a:pt x="93796" y="746"/>
                  <a:pt x="94088" y="0"/>
                </a:cubicBezTo>
                <a:lnTo>
                  <a:pt x="98469" y="0"/>
                </a:lnTo>
                <a:lnTo>
                  <a:pt x="97788" y="11780"/>
                </a:lnTo>
                <a:lnTo>
                  <a:pt x="69261" y="11780"/>
                </a:lnTo>
                <a:lnTo>
                  <a:pt x="69261" y="30814"/>
                </a:lnTo>
                <a:cubicBezTo>
                  <a:pt x="70981" y="30230"/>
                  <a:pt x="72864" y="29759"/>
                  <a:pt x="74908" y="29402"/>
                </a:cubicBezTo>
                <a:cubicBezTo>
                  <a:pt x="76953" y="29045"/>
                  <a:pt x="79014" y="28867"/>
                  <a:pt x="81091" y="28867"/>
                </a:cubicBezTo>
                <a:cubicBezTo>
                  <a:pt x="84076" y="28867"/>
                  <a:pt x="86778" y="29281"/>
                  <a:pt x="89196" y="30108"/>
                </a:cubicBezTo>
                <a:cubicBezTo>
                  <a:pt x="91613" y="30936"/>
                  <a:pt x="93690" y="32120"/>
                  <a:pt x="95427" y="33662"/>
                </a:cubicBezTo>
                <a:cubicBezTo>
                  <a:pt x="97163" y="35203"/>
                  <a:pt x="98510" y="37069"/>
                  <a:pt x="99467" y="39260"/>
                </a:cubicBezTo>
                <a:cubicBezTo>
                  <a:pt x="100424" y="41451"/>
                  <a:pt x="100903" y="43909"/>
                  <a:pt x="100903" y="46635"/>
                </a:cubicBezTo>
                <a:cubicBezTo>
                  <a:pt x="100903" y="49750"/>
                  <a:pt x="100368" y="52525"/>
                  <a:pt x="99297" y="54959"/>
                </a:cubicBezTo>
                <a:cubicBezTo>
                  <a:pt x="98226" y="57393"/>
                  <a:pt x="96692" y="59462"/>
                  <a:pt x="94696" y="61166"/>
                </a:cubicBezTo>
                <a:cubicBezTo>
                  <a:pt x="92701" y="62870"/>
                  <a:pt x="90267" y="64168"/>
                  <a:pt x="87394" y="65060"/>
                </a:cubicBezTo>
                <a:cubicBezTo>
                  <a:pt x="84522" y="65953"/>
                  <a:pt x="81285" y="66399"/>
                  <a:pt x="77683" y="66399"/>
                </a:cubicBezTo>
                <a:cubicBezTo>
                  <a:pt x="74827" y="66399"/>
                  <a:pt x="71906" y="66123"/>
                  <a:pt x="68921" y="65571"/>
                </a:cubicBezTo>
                <a:cubicBezTo>
                  <a:pt x="65935" y="65020"/>
                  <a:pt x="62836" y="64208"/>
                  <a:pt x="59623" y="63137"/>
                </a:cubicBezTo>
                <a:lnTo>
                  <a:pt x="59623" y="52330"/>
                </a:lnTo>
                <a:close/>
                <a:moveTo>
                  <a:pt x="151291" y="2337"/>
                </a:moveTo>
                <a:cubicBezTo>
                  <a:pt x="151681" y="2791"/>
                  <a:pt x="152038" y="3229"/>
                  <a:pt x="152362" y="3651"/>
                </a:cubicBezTo>
                <a:cubicBezTo>
                  <a:pt x="152687" y="4073"/>
                  <a:pt x="153044" y="4495"/>
                  <a:pt x="153433" y="4917"/>
                </a:cubicBezTo>
                <a:lnTo>
                  <a:pt x="153433" y="7789"/>
                </a:lnTo>
                <a:cubicBezTo>
                  <a:pt x="149506" y="7724"/>
                  <a:pt x="145969" y="8243"/>
                  <a:pt x="142821" y="9346"/>
                </a:cubicBezTo>
                <a:cubicBezTo>
                  <a:pt x="139673" y="10450"/>
                  <a:pt x="136898" y="12064"/>
                  <a:pt x="134497" y="14190"/>
                </a:cubicBezTo>
                <a:cubicBezTo>
                  <a:pt x="132095" y="16316"/>
                  <a:pt x="130083" y="18928"/>
                  <a:pt x="128461" y="22027"/>
                </a:cubicBezTo>
                <a:cubicBezTo>
                  <a:pt x="126838" y="25127"/>
                  <a:pt x="125572" y="28624"/>
                  <a:pt x="124664" y="32518"/>
                </a:cubicBezTo>
                <a:lnTo>
                  <a:pt x="125199" y="32761"/>
                </a:lnTo>
                <a:cubicBezTo>
                  <a:pt x="126530" y="31853"/>
                  <a:pt x="127844" y="31066"/>
                  <a:pt x="129142" y="30400"/>
                </a:cubicBezTo>
                <a:cubicBezTo>
                  <a:pt x="130440" y="29735"/>
                  <a:pt x="131755" y="29183"/>
                  <a:pt x="133085" y="28745"/>
                </a:cubicBezTo>
                <a:cubicBezTo>
                  <a:pt x="134416" y="28307"/>
                  <a:pt x="135795" y="27991"/>
                  <a:pt x="137223" y="27796"/>
                </a:cubicBezTo>
                <a:cubicBezTo>
                  <a:pt x="138651" y="27601"/>
                  <a:pt x="140176" y="27504"/>
                  <a:pt x="141799" y="27504"/>
                </a:cubicBezTo>
                <a:cubicBezTo>
                  <a:pt x="144655" y="27504"/>
                  <a:pt x="147178" y="27926"/>
                  <a:pt x="149368" y="28770"/>
                </a:cubicBezTo>
                <a:cubicBezTo>
                  <a:pt x="151559" y="29613"/>
                  <a:pt x="153417" y="30847"/>
                  <a:pt x="154942" y="32469"/>
                </a:cubicBezTo>
                <a:cubicBezTo>
                  <a:pt x="156467" y="34092"/>
                  <a:pt x="157620" y="36039"/>
                  <a:pt x="158398" y="38311"/>
                </a:cubicBezTo>
                <a:cubicBezTo>
                  <a:pt x="159177" y="40582"/>
                  <a:pt x="159567" y="43114"/>
                  <a:pt x="159567" y="45905"/>
                </a:cubicBezTo>
                <a:cubicBezTo>
                  <a:pt x="159567" y="48858"/>
                  <a:pt x="159080" y="51600"/>
                  <a:pt x="158106" y="54132"/>
                </a:cubicBezTo>
                <a:cubicBezTo>
                  <a:pt x="157133" y="56663"/>
                  <a:pt x="155672" y="58837"/>
                  <a:pt x="153725" y="60655"/>
                </a:cubicBezTo>
                <a:cubicBezTo>
                  <a:pt x="151778" y="62472"/>
                  <a:pt x="149368" y="63884"/>
                  <a:pt x="146496" y="64890"/>
                </a:cubicBezTo>
                <a:cubicBezTo>
                  <a:pt x="143624" y="65896"/>
                  <a:pt x="140257" y="66399"/>
                  <a:pt x="136395" y="66399"/>
                </a:cubicBezTo>
                <a:cubicBezTo>
                  <a:pt x="129093" y="66399"/>
                  <a:pt x="123584" y="64314"/>
                  <a:pt x="119869" y="60143"/>
                </a:cubicBezTo>
                <a:cubicBezTo>
                  <a:pt x="116153" y="55973"/>
                  <a:pt x="114295" y="49832"/>
                  <a:pt x="114295" y="41718"/>
                </a:cubicBezTo>
                <a:cubicBezTo>
                  <a:pt x="114295" y="38084"/>
                  <a:pt x="114700" y="34603"/>
                  <a:pt x="115512" y="31277"/>
                </a:cubicBezTo>
                <a:cubicBezTo>
                  <a:pt x="116323" y="27950"/>
                  <a:pt x="117516" y="24851"/>
                  <a:pt x="119090" y="21979"/>
                </a:cubicBezTo>
                <a:cubicBezTo>
                  <a:pt x="120664" y="19107"/>
                  <a:pt x="122570" y="16510"/>
                  <a:pt x="124810" y="14190"/>
                </a:cubicBezTo>
                <a:cubicBezTo>
                  <a:pt x="127049" y="11870"/>
                  <a:pt x="129548" y="9858"/>
                  <a:pt x="132306" y="8154"/>
                </a:cubicBezTo>
                <a:cubicBezTo>
                  <a:pt x="135065" y="6450"/>
                  <a:pt x="138050" y="5103"/>
                  <a:pt x="141263" y="4113"/>
                </a:cubicBezTo>
                <a:cubicBezTo>
                  <a:pt x="144476" y="3124"/>
                  <a:pt x="147819" y="2531"/>
                  <a:pt x="151291" y="2337"/>
                </a:cubicBezTo>
                <a:moveTo>
                  <a:pt x="138391" y="33102"/>
                </a:moveTo>
                <a:cubicBezTo>
                  <a:pt x="136217" y="33102"/>
                  <a:pt x="134213" y="33394"/>
                  <a:pt x="132379" y="33978"/>
                </a:cubicBezTo>
                <a:cubicBezTo>
                  <a:pt x="130546" y="34562"/>
                  <a:pt x="128801" y="35358"/>
                  <a:pt x="127146" y="36364"/>
                </a:cubicBezTo>
                <a:cubicBezTo>
                  <a:pt x="126465" y="36818"/>
                  <a:pt x="125937" y="37240"/>
                  <a:pt x="125564" y="37629"/>
                </a:cubicBezTo>
                <a:cubicBezTo>
                  <a:pt x="125191" y="38019"/>
                  <a:pt x="124915" y="38481"/>
                  <a:pt x="124737" y="39017"/>
                </a:cubicBezTo>
                <a:cubicBezTo>
                  <a:pt x="124558" y="39552"/>
                  <a:pt x="124436" y="40217"/>
                  <a:pt x="124371" y="41012"/>
                </a:cubicBezTo>
                <a:cubicBezTo>
                  <a:pt x="124307" y="41808"/>
                  <a:pt x="124274" y="42887"/>
                  <a:pt x="124274" y="44250"/>
                </a:cubicBezTo>
                <a:cubicBezTo>
                  <a:pt x="124274" y="55738"/>
                  <a:pt x="128444" y="61482"/>
                  <a:pt x="136785" y="61482"/>
                </a:cubicBezTo>
                <a:cubicBezTo>
                  <a:pt x="139056" y="61482"/>
                  <a:pt x="141012" y="61150"/>
                  <a:pt x="142651" y="60484"/>
                </a:cubicBezTo>
                <a:cubicBezTo>
                  <a:pt x="144289" y="59819"/>
                  <a:pt x="145628" y="58862"/>
                  <a:pt x="146667" y="57612"/>
                </a:cubicBezTo>
                <a:cubicBezTo>
                  <a:pt x="147705" y="56363"/>
                  <a:pt x="148468" y="54821"/>
                  <a:pt x="148955" y="52988"/>
                </a:cubicBezTo>
                <a:cubicBezTo>
                  <a:pt x="149441" y="51154"/>
                  <a:pt x="149685" y="49069"/>
                  <a:pt x="149685" y="46732"/>
                </a:cubicBezTo>
                <a:cubicBezTo>
                  <a:pt x="149685" y="42384"/>
                  <a:pt x="148711" y="39025"/>
                  <a:pt x="146764" y="36656"/>
                </a:cubicBezTo>
                <a:cubicBezTo>
                  <a:pt x="144817" y="34287"/>
                  <a:pt x="142026" y="33102"/>
                  <a:pt x="138391" y="331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A61A8C-6D15-482C-9AA1-EA3DB09E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5345" y="5933209"/>
            <a:ext cx="4532314" cy="186905"/>
          </a:xfrm>
          <a:custGeom xmlns:a="http://schemas.openxmlformats.org/drawingml/2006/main">
            <a:pathLst>
              <a:path w="4532314" h="186905" fill="none">
                <a:moveTo>
                  <a:pt x="4532314" y="0"/>
                </a:moveTo>
                <a:cubicBezTo>
                  <a:pt x="4532314" y="51605"/>
                  <a:pt x="4532314" y="93465"/>
                  <a:pt x="4532314" y="93465"/>
                </a:cubicBezTo>
                <a:lnTo>
                  <a:pt x="2718382" y="93465"/>
                </a:lnTo>
                <a:cubicBezTo>
                  <a:pt x="2718382" y="93465"/>
                  <a:pt x="2718382" y="135324"/>
                  <a:pt x="2718382" y="186905"/>
                </a:cubicBezTo>
                <a:cubicBezTo>
                  <a:pt x="2718382" y="135324"/>
                  <a:pt x="2718382" y="93465"/>
                  <a:pt x="2718382" y="93465"/>
                </a:cubicBezTo>
                <a:lnTo>
                  <a:pt x="0" y="93465"/>
                </a:lnTo>
                <a:cubicBezTo>
                  <a:pt x="0" y="93465"/>
                  <a:pt x="0" y="5160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7988" cap="flat">
            <a:solidFill>
              <a:srgbClr val="000000"/>
            </a:solidFill>
            <a:round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2F84BE-F31B-428B-8506-927982B3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0495" y="6120138"/>
            <a:ext cx="65026" cy="329954"/>
          </a:xfrm>
          <a:custGeom xmlns:a="http://schemas.openxmlformats.org/drawingml/2006/main">
            <a:pathLst>
              <a:path w="65026" h="329954">
                <a:moveTo>
                  <a:pt x="36507" y="0"/>
                </a:moveTo>
                <a:lnTo>
                  <a:pt x="28519" y="0"/>
                </a:lnTo>
                <a:lnTo>
                  <a:pt x="28519" y="307281"/>
                </a:lnTo>
                <a:lnTo>
                  <a:pt x="7988" y="272086"/>
                </a:lnTo>
                <a:lnTo>
                  <a:pt x="7842" y="271855"/>
                </a:lnTo>
                <a:lnTo>
                  <a:pt x="7683" y="271637"/>
                </a:lnTo>
                <a:lnTo>
                  <a:pt x="7513" y="271433"/>
                </a:lnTo>
                <a:lnTo>
                  <a:pt x="7331" y="271242"/>
                </a:lnTo>
                <a:lnTo>
                  <a:pt x="7139" y="271065"/>
                </a:lnTo>
                <a:lnTo>
                  <a:pt x="6937" y="270903"/>
                </a:lnTo>
                <a:lnTo>
                  <a:pt x="6727" y="270755"/>
                </a:lnTo>
                <a:lnTo>
                  <a:pt x="6509" y="270621"/>
                </a:lnTo>
                <a:lnTo>
                  <a:pt x="6284" y="270503"/>
                </a:lnTo>
                <a:lnTo>
                  <a:pt x="6052" y="270399"/>
                </a:lnTo>
                <a:lnTo>
                  <a:pt x="5814" y="270310"/>
                </a:lnTo>
                <a:lnTo>
                  <a:pt x="5572" y="270238"/>
                </a:lnTo>
                <a:lnTo>
                  <a:pt x="5325" y="270180"/>
                </a:lnTo>
                <a:lnTo>
                  <a:pt x="5075" y="270139"/>
                </a:lnTo>
                <a:lnTo>
                  <a:pt x="4823" y="270114"/>
                </a:lnTo>
                <a:lnTo>
                  <a:pt x="4568" y="270105"/>
                </a:lnTo>
                <a:lnTo>
                  <a:pt x="4313" y="270112"/>
                </a:lnTo>
                <a:lnTo>
                  <a:pt x="4057" y="270137"/>
                </a:lnTo>
                <a:lnTo>
                  <a:pt x="3801" y="270178"/>
                </a:lnTo>
                <a:lnTo>
                  <a:pt x="3547" y="270237"/>
                </a:lnTo>
                <a:lnTo>
                  <a:pt x="3294" y="270313"/>
                </a:lnTo>
                <a:lnTo>
                  <a:pt x="3045" y="270407"/>
                </a:lnTo>
                <a:lnTo>
                  <a:pt x="2798" y="270518"/>
                </a:lnTo>
                <a:lnTo>
                  <a:pt x="2556" y="270648"/>
                </a:lnTo>
                <a:lnTo>
                  <a:pt x="2323" y="270794"/>
                </a:lnTo>
                <a:lnTo>
                  <a:pt x="2104" y="270952"/>
                </a:lnTo>
                <a:lnTo>
                  <a:pt x="1898" y="271123"/>
                </a:lnTo>
                <a:lnTo>
                  <a:pt x="1706" y="271306"/>
                </a:lnTo>
                <a:lnTo>
                  <a:pt x="1529" y="271499"/>
                </a:lnTo>
                <a:lnTo>
                  <a:pt x="1366" y="271702"/>
                </a:lnTo>
                <a:lnTo>
                  <a:pt x="1217" y="271914"/>
                </a:lnTo>
                <a:lnTo>
                  <a:pt x="1083" y="272134"/>
                </a:lnTo>
                <a:lnTo>
                  <a:pt x="964" y="272361"/>
                </a:lnTo>
                <a:lnTo>
                  <a:pt x="860" y="272596"/>
                </a:lnTo>
                <a:lnTo>
                  <a:pt x="772" y="272835"/>
                </a:lnTo>
                <a:lnTo>
                  <a:pt x="699" y="273080"/>
                </a:lnTo>
                <a:lnTo>
                  <a:pt x="642" y="273329"/>
                </a:lnTo>
                <a:lnTo>
                  <a:pt x="601" y="273582"/>
                </a:lnTo>
                <a:lnTo>
                  <a:pt x="576" y="273837"/>
                </a:lnTo>
                <a:lnTo>
                  <a:pt x="568" y="274094"/>
                </a:lnTo>
                <a:lnTo>
                  <a:pt x="576" y="274351"/>
                </a:lnTo>
                <a:lnTo>
                  <a:pt x="602" y="274609"/>
                </a:lnTo>
                <a:lnTo>
                  <a:pt x="644" y="274866"/>
                </a:lnTo>
                <a:lnTo>
                  <a:pt x="703" y="275121"/>
                </a:lnTo>
                <a:lnTo>
                  <a:pt x="780" y="275375"/>
                </a:lnTo>
                <a:lnTo>
                  <a:pt x="875" y="275625"/>
                </a:lnTo>
                <a:lnTo>
                  <a:pt x="988" y="275871"/>
                </a:lnTo>
                <a:lnTo>
                  <a:pt x="1118" y="276112"/>
                </a:lnTo>
                <a:lnTo>
                  <a:pt x="32513" y="329954"/>
                </a:lnTo>
                <a:lnTo>
                  <a:pt x="63907" y="276112"/>
                </a:lnTo>
                <a:lnTo>
                  <a:pt x="64038" y="275871"/>
                </a:lnTo>
                <a:lnTo>
                  <a:pt x="64151" y="275625"/>
                </a:lnTo>
                <a:lnTo>
                  <a:pt x="64245" y="275375"/>
                </a:lnTo>
                <a:lnTo>
                  <a:pt x="64322" y="275121"/>
                </a:lnTo>
                <a:lnTo>
                  <a:pt x="64382" y="274866"/>
                </a:lnTo>
                <a:lnTo>
                  <a:pt x="64424" y="274609"/>
                </a:lnTo>
                <a:lnTo>
                  <a:pt x="64449" y="274351"/>
                </a:lnTo>
                <a:lnTo>
                  <a:pt x="64458" y="274094"/>
                </a:lnTo>
                <a:lnTo>
                  <a:pt x="64449" y="273837"/>
                </a:lnTo>
                <a:lnTo>
                  <a:pt x="64425" y="273582"/>
                </a:lnTo>
                <a:lnTo>
                  <a:pt x="64384" y="273329"/>
                </a:lnTo>
                <a:lnTo>
                  <a:pt x="64327" y="273080"/>
                </a:lnTo>
                <a:lnTo>
                  <a:pt x="64254" y="272835"/>
                </a:lnTo>
                <a:lnTo>
                  <a:pt x="64166" y="272596"/>
                </a:lnTo>
                <a:lnTo>
                  <a:pt x="64062" y="272361"/>
                </a:lnTo>
                <a:lnTo>
                  <a:pt x="63943" y="272134"/>
                </a:lnTo>
                <a:lnTo>
                  <a:pt x="63809" y="271914"/>
                </a:lnTo>
                <a:lnTo>
                  <a:pt x="63660" y="271702"/>
                </a:lnTo>
                <a:lnTo>
                  <a:pt x="63497" y="271499"/>
                </a:lnTo>
                <a:lnTo>
                  <a:pt x="63319" y="271306"/>
                </a:lnTo>
                <a:lnTo>
                  <a:pt x="63128" y="271123"/>
                </a:lnTo>
                <a:lnTo>
                  <a:pt x="62922" y="270952"/>
                </a:lnTo>
                <a:lnTo>
                  <a:pt x="62702" y="270794"/>
                </a:lnTo>
                <a:lnTo>
                  <a:pt x="62469" y="270648"/>
                </a:lnTo>
                <a:lnTo>
                  <a:pt x="62227" y="270518"/>
                </a:lnTo>
                <a:lnTo>
                  <a:pt x="61981" y="270407"/>
                </a:lnTo>
                <a:lnTo>
                  <a:pt x="61732" y="270313"/>
                </a:lnTo>
                <a:lnTo>
                  <a:pt x="61479" y="270237"/>
                </a:lnTo>
                <a:lnTo>
                  <a:pt x="61225" y="270178"/>
                </a:lnTo>
                <a:lnTo>
                  <a:pt x="60969" y="270137"/>
                </a:lnTo>
                <a:lnTo>
                  <a:pt x="60713" y="270112"/>
                </a:lnTo>
                <a:lnTo>
                  <a:pt x="60458" y="270105"/>
                </a:lnTo>
                <a:lnTo>
                  <a:pt x="60203" y="270114"/>
                </a:lnTo>
                <a:lnTo>
                  <a:pt x="59950" y="270139"/>
                </a:lnTo>
                <a:lnTo>
                  <a:pt x="59700" y="270180"/>
                </a:lnTo>
                <a:lnTo>
                  <a:pt x="59454" y="270238"/>
                </a:lnTo>
                <a:lnTo>
                  <a:pt x="59211" y="270310"/>
                </a:lnTo>
                <a:lnTo>
                  <a:pt x="58974" y="270399"/>
                </a:lnTo>
                <a:lnTo>
                  <a:pt x="58742" y="270503"/>
                </a:lnTo>
                <a:lnTo>
                  <a:pt x="58517" y="270621"/>
                </a:lnTo>
                <a:lnTo>
                  <a:pt x="58299" y="270755"/>
                </a:lnTo>
                <a:lnTo>
                  <a:pt x="58088" y="270903"/>
                </a:lnTo>
                <a:lnTo>
                  <a:pt x="57887" y="271065"/>
                </a:lnTo>
                <a:lnTo>
                  <a:pt x="57695" y="271242"/>
                </a:lnTo>
                <a:lnTo>
                  <a:pt x="57513" y="271433"/>
                </a:lnTo>
                <a:lnTo>
                  <a:pt x="57343" y="271637"/>
                </a:lnTo>
                <a:lnTo>
                  <a:pt x="57184" y="271855"/>
                </a:lnTo>
                <a:lnTo>
                  <a:pt x="57037" y="272086"/>
                </a:lnTo>
                <a:lnTo>
                  <a:pt x="36507" y="307281"/>
                </a:lnTo>
                <a:lnTo>
                  <a:pt x="3650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D7887-2F42-43D1-9714-A219E7A7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297" y="6302274"/>
            <a:ext cx="65026" cy="143225"/>
          </a:xfrm>
          <a:custGeom xmlns:a="http://schemas.openxmlformats.org/drawingml/2006/main">
            <a:pathLst>
              <a:path w="65026" h="143225">
                <a:moveTo>
                  <a:pt x="28519" y="0"/>
                </a:moveTo>
                <a:lnTo>
                  <a:pt x="28519" y="120543"/>
                </a:lnTo>
                <a:lnTo>
                  <a:pt x="7988" y="85348"/>
                </a:lnTo>
                <a:lnTo>
                  <a:pt x="7842" y="85117"/>
                </a:lnTo>
                <a:lnTo>
                  <a:pt x="7683" y="84899"/>
                </a:lnTo>
                <a:lnTo>
                  <a:pt x="7513" y="84695"/>
                </a:lnTo>
                <a:lnTo>
                  <a:pt x="7331" y="84505"/>
                </a:lnTo>
                <a:lnTo>
                  <a:pt x="7139" y="84328"/>
                </a:lnTo>
                <a:lnTo>
                  <a:pt x="6937" y="84165"/>
                </a:lnTo>
                <a:lnTo>
                  <a:pt x="6727" y="84017"/>
                </a:lnTo>
                <a:lnTo>
                  <a:pt x="6509" y="83884"/>
                </a:lnTo>
                <a:lnTo>
                  <a:pt x="6284" y="83765"/>
                </a:lnTo>
                <a:lnTo>
                  <a:pt x="6052" y="83661"/>
                </a:lnTo>
                <a:lnTo>
                  <a:pt x="5814" y="83573"/>
                </a:lnTo>
                <a:lnTo>
                  <a:pt x="5572" y="83500"/>
                </a:lnTo>
                <a:lnTo>
                  <a:pt x="5325" y="83443"/>
                </a:lnTo>
                <a:lnTo>
                  <a:pt x="5075" y="83401"/>
                </a:lnTo>
                <a:lnTo>
                  <a:pt x="4823" y="83376"/>
                </a:lnTo>
                <a:lnTo>
                  <a:pt x="4568" y="83367"/>
                </a:lnTo>
                <a:lnTo>
                  <a:pt x="4313" y="83375"/>
                </a:lnTo>
                <a:lnTo>
                  <a:pt x="4057" y="83399"/>
                </a:lnTo>
                <a:lnTo>
                  <a:pt x="3801" y="83441"/>
                </a:lnTo>
                <a:lnTo>
                  <a:pt x="3547" y="83499"/>
                </a:lnTo>
                <a:lnTo>
                  <a:pt x="3294" y="83575"/>
                </a:lnTo>
                <a:lnTo>
                  <a:pt x="3045" y="83669"/>
                </a:lnTo>
                <a:lnTo>
                  <a:pt x="2798" y="83781"/>
                </a:lnTo>
                <a:lnTo>
                  <a:pt x="2556" y="83910"/>
                </a:lnTo>
                <a:lnTo>
                  <a:pt x="2323" y="84057"/>
                </a:lnTo>
                <a:lnTo>
                  <a:pt x="2104" y="84217"/>
                </a:lnTo>
                <a:lnTo>
                  <a:pt x="1898" y="84388"/>
                </a:lnTo>
                <a:lnTo>
                  <a:pt x="1706" y="84571"/>
                </a:lnTo>
                <a:lnTo>
                  <a:pt x="1529" y="84765"/>
                </a:lnTo>
                <a:lnTo>
                  <a:pt x="1366" y="84969"/>
                </a:lnTo>
                <a:lnTo>
                  <a:pt x="1217" y="85181"/>
                </a:lnTo>
                <a:lnTo>
                  <a:pt x="1083" y="85402"/>
                </a:lnTo>
                <a:lnTo>
                  <a:pt x="964" y="85629"/>
                </a:lnTo>
                <a:lnTo>
                  <a:pt x="860" y="85864"/>
                </a:lnTo>
                <a:lnTo>
                  <a:pt x="772" y="86104"/>
                </a:lnTo>
                <a:lnTo>
                  <a:pt x="699" y="86349"/>
                </a:lnTo>
                <a:lnTo>
                  <a:pt x="642" y="86598"/>
                </a:lnTo>
                <a:lnTo>
                  <a:pt x="601" y="86850"/>
                </a:lnTo>
                <a:lnTo>
                  <a:pt x="576" y="87105"/>
                </a:lnTo>
                <a:lnTo>
                  <a:pt x="568" y="87361"/>
                </a:lnTo>
                <a:lnTo>
                  <a:pt x="576" y="87619"/>
                </a:lnTo>
                <a:lnTo>
                  <a:pt x="602" y="87876"/>
                </a:lnTo>
                <a:lnTo>
                  <a:pt x="644" y="88132"/>
                </a:lnTo>
                <a:lnTo>
                  <a:pt x="703" y="88387"/>
                </a:lnTo>
                <a:lnTo>
                  <a:pt x="780" y="88640"/>
                </a:lnTo>
                <a:lnTo>
                  <a:pt x="875" y="88889"/>
                </a:lnTo>
                <a:lnTo>
                  <a:pt x="988" y="89134"/>
                </a:lnTo>
                <a:lnTo>
                  <a:pt x="1118" y="89375"/>
                </a:lnTo>
                <a:lnTo>
                  <a:pt x="32513" y="143225"/>
                </a:lnTo>
                <a:lnTo>
                  <a:pt x="63907" y="89375"/>
                </a:lnTo>
                <a:lnTo>
                  <a:pt x="64038" y="89134"/>
                </a:lnTo>
                <a:lnTo>
                  <a:pt x="64151" y="88889"/>
                </a:lnTo>
                <a:lnTo>
                  <a:pt x="64245" y="88640"/>
                </a:lnTo>
                <a:lnTo>
                  <a:pt x="64322" y="88387"/>
                </a:lnTo>
                <a:lnTo>
                  <a:pt x="64382" y="88132"/>
                </a:lnTo>
                <a:lnTo>
                  <a:pt x="64424" y="87876"/>
                </a:lnTo>
                <a:lnTo>
                  <a:pt x="64449" y="87619"/>
                </a:lnTo>
                <a:lnTo>
                  <a:pt x="64458" y="87361"/>
                </a:lnTo>
                <a:lnTo>
                  <a:pt x="64449" y="87105"/>
                </a:lnTo>
                <a:lnTo>
                  <a:pt x="64425" y="86850"/>
                </a:lnTo>
                <a:lnTo>
                  <a:pt x="64384" y="86598"/>
                </a:lnTo>
                <a:lnTo>
                  <a:pt x="64327" y="86349"/>
                </a:lnTo>
                <a:lnTo>
                  <a:pt x="64254" y="86104"/>
                </a:lnTo>
                <a:lnTo>
                  <a:pt x="64166" y="85864"/>
                </a:lnTo>
                <a:lnTo>
                  <a:pt x="64062" y="85629"/>
                </a:lnTo>
                <a:lnTo>
                  <a:pt x="63943" y="85402"/>
                </a:lnTo>
                <a:lnTo>
                  <a:pt x="63809" y="85181"/>
                </a:lnTo>
                <a:lnTo>
                  <a:pt x="63660" y="84969"/>
                </a:lnTo>
                <a:lnTo>
                  <a:pt x="63497" y="84765"/>
                </a:lnTo>
                <a:lnTo>
                  <a:pt x="63319" y="84571"/>
                </a:lnTo>
                <a:lnTo>
                  <a:pt x="63128" y="84388"/>
                </a:lnTo>
                <a:lnTo>
                  <a:pt x="62922" y="84217"/>
                </a:lnTo>
                <a:lnTo>
                  <a:pt x="62702" y="84057"/>
                </a:lnTo>
                <a:lnTo>
                  <a:pt x="62469" y="83910"/>
                </a:lnTo>
                <a:lnTo>
                  <a:pt x="62227" y="83781"/>
                </a:lnTo>
                <a:lnTo>
                  <a:pt x="61981" y="83669"/>
                </a:lnTo>
                <a:lnTo>
                  <a:pt x="61732" y="83575"/>
                </a:lnTo>
                <a:lnTo>
                  <a:pt x="61479" y="83499"/>
                </a:lnTo>
                <a:lnTo>
                  <a:pt x="61225" y="83441"/>
                </a:lnTo>
                <a:lnTo>
                  <a:pt x="60969" y="83399"/>
                </a:lnTo>
                <a:lnTo>
                  <a:pt x="60713" y="83375"/>
                </a:lnTo>
                <a:lnTo>
                  <a:pt x="60458" y="83367"/>
                </a:lnTo>
                <a:lnTo>
                  <a:pt x="60203" y="83376"/>
                </a:lnTo>
                <a:lnTo>
                  <a:pt x="59950" y="83401"/>
                </a:lnTo>
                <a:lnTo>
                  <a:pt x="59700" y="83443"/>
                </a:lnTo>
                <a:lnTo>
                  <a:pt x="59454" y="83500"/>
                </a:lnTo>
                <a:lnTo>
                  <a:pt x="59211" y="83573"/>
                </a:lnTo>
                <a:lnTo>
                  <a:pt x="58974" y="83661"/>
                </a:lnTo>
                <a:lnTo>
                  <a:pt x="58742" y="83765"/>
                </a:lnTo>
                <a:lnTo>
                  <a:pt x="58517" y="83884"/>
                </a:lnTo>
                <a:lnTo>
                  <a:pt x="58299" y="84017"/>
                </a:lnTo>
                <a:lnTo>
                  <a:pt x="58088" y="84165"/>
                </a:lnTo>
                <a:lnTo>
                  <a:pt x="57887" y="84328"/>
                </a:lnTo>
                <a:lnTo>
                  <a:pt x="57695" y="84505"/>
                </a:lnTo>
                <a:lnTo>
                  <a:pt x="57513" y="84695"/>
                </a:lnTo>
                <a:lnTo>
                  <a:pt x="57343" y="84899"/>
                </a:lnTo>
                <a:lnTo>
                  <a:pt x="57184" y="85117"/>
                </a:lnTo>
                <a:lnTo>
                  <a:pt x="57037" y="85348"/>
                </a:lnTo>
                <a:lnTo>
                  <a:pt x="36507" y="120543"/>
                </a:lnTo>
                <a:lnTo>
                  <a:pt x="36507" y="0"/>
                </a:lnTo>
                <a:lnTo>
                  <a:pt x="2851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8FF8F-5C4C-43D7-B5FA-5DE58FC5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627" y="6654156"/>
            <a:ext cx="546488" cy="65042"/>
          </a:xfrm>
          <a:custGeom xmlns:a="http://schemas.openxmlformats.org/drawingml/2006/main">
            <a:pathLst>
              <a:path w="546488" h="65042">
                <a:moveTo>
                  <a:pt x="488572" y="57029"/>
                </a:moveTo>
                <a:lnTo>
                  <a:pt x="488339" y="57175"/>
                </a:lnTo>
                <a:lnTo>
                  <a:pt x="488120" y="57334"/>
                </a:lnTo>
                <a:lnTo>
                  <a:pt x="487914" y="57505"/>
                </a:lnTo>
                <a:lnTo>
                  <a:pt x="487722" y="57687"/>
                </a:lnTo>
                <a:lnTo>
                  <a:pt x="487545" y="57880"/>
                </a:lnTo>
                <a:lnTo>
                  <a:pt x="487381" y="58083"/>
                </a:lnTo>
                <a:lnTo>
                  <a:pt x="487233" y="58295"/>
                </a:lnTo>
                <a:lnTo>
                  <a:pt x="487099" y="58515"/>
                </a:lnTo>
                <a:lnTo>
                  <a:pt x="486980" y="58743"/>
                </a:lnTo>
                <a:lnTo>
                  <a:pt x="486876" y="58977"/>
                </a:lnTo>
                <a:lnTo>
                  <a:pt x="486788" y="59217"/>
                </a:lnTo>
                <a:lnTo>
                  <a:pt x="486715" y="59462"/>
                </a:lnTo>
                <a:lnTo>
                  <a:pt x="486658" y="59711"/>
                </a:lnTo>
                <a:lnTo>
                  <a:pt x="486617" y="59963"/>
                </a:lnTo>
                <a:lnTo>
                  <a:pt x="486592" y="60218"/>
                </a:lnTo>
                <a:lnTo>
                  <a:pt x="486584" y="60475"/>
                </a:lnTo>
                <a:lnTo>
                  <a:pt x="486592" y="60733"/>
                </a:lnTo>
                <a:lnTo>
                  <a:pt x="486618" y="60990"/>
                </a:lnTo>
                <a:lnTo>
                  <a:pt x="486660" y="61247"/>
                </a:lnTo>
                <a:lnTo>
                  <a:pt x="486719" y="61503"/>
                </a:lnTo>
                <a:lnTo>
                  <a:pt x="486796" y="61756"/>
                </a:lnTo>
                <a:lnTo>
                  <a:pt x="486891" y="62006"/>
                </a:lnTo>
                <a:lnTo>
                  <a:pt x="487004" y="62252"/>
                </a:lnTo>
                <a:lnTo>
                  <a:pt x="487134" y="62493"/>
                </a:lnTo>
                <a:lnTo>
                  <a:pt x="487281" y="62725"/>
                </a:lnTo>
                <a:lnTo>
                  <a:pt x="487441" y="62942"/>
                </a:lnTo>
                <a:lnTo>
                  <a:pt x="487614" y="63147"/>
                </a:lnTo>
                <a:lnTo>
                  <a:pt x="487798" y="63337"/>
                </a:lnTo>
                <a:lnTo>
                  <a:pt x="487993" y="63514"/>
                </a:lnTo>
                <a:lnTo>
                  <a:pt x="488198" y="63676"/>
                </a:lnTo>
                <a:lnTo>
                  <a:pt x="488412" y="63824"/>
                </a:lnTo>
                <a:lnTo>
                  <a:pt x="488634" y="63958"/>
                </a:lnTo>
                <a:lnTo>
                  <a:pt x="488864" y="64077"/>
                </a:lnTo>
                <a:lnTo>
                  <a:pt x="489101" y="64180"/>
                </a:lnTo>
                <a:lnTo>
                  <a:pt x="489343" y="64269"/>
                </a:lnTo>
                <a:lnTo>
                  <a:pt x="489591" y="64342"/>
                </a:lnTo>
                <a:lnTo>
                  <a:pt x="489842" y="64399"/>
                </a:lnTo>
                <a:lnTo>
                  <a:pt x="490097" y="64440"/>
                </a:lnTo>
                <a:lnTo>
                  <a:pt x="490355" y="64466"/>
                </a:lnTo>
                <a:lnTo>
                  <a:pt x="490614" y="64475"/>
                </a:lnTo>
                <a:lnTo>
                  <a:pt x="490874" y="64467"/>
                </a:lnTo>
                <a:lnTo>
                  <a:pt x="491133" y="64443"/>
                </a:lnTo>
                <a:lnTo>
                  <a:pt x="491393" y="64401"/>
                </a:lnTo>
                <a:lnTo>
                  <a:pt x="491650" y="64342"/>
                </a:lnTo>
                <a:lnTo>
                  <a:pt x="491905" y="64266"/>
                </a:lnTo>
                <a:lnTo>
                  <a:pt x="492156" y="64173"/>
                </a:lnTo>
                <a:lnTo>
                  <a:pt x="492404" y="64061"/>
                </a:lnTo>
                <a:lnTo>
                  <a:pt x="492646" y="63931"/>
                </a:lnTo>
                <a:lnTo>
                  <a:pt x="546488" y="32521"/>
                </a:lnTo>
                <a:lnTo>
                  <a:pt x="492646" y="1110"/>
                </a:lnTo>
                <a:lnTo>
                  <a:pt x="492404" y="981"/>
                </a:lnTo>
                <a:lnTo>
                  <a:pt x="492156" y="869"/>
                </a:lnTo>
                <a:lnTo>
                  <a:pt x="491905" y="775"/>
                </a:lnTo>
                <a:lnTo>
                  <a:pt x="491650" y="699"/>
                </a:lnTo>
                <a:lnTo>
                  <a:pt x="491393" y="640"/>
                </a:lnTo>
                <a:lnTo>
                  <a:pt x="491133" y="598"/>
                </a:lnTo>
                <a:lnTo>
                  <a:pt x="490874" y="573"/>
                </a:lnTo>
                <a:lnTo>
                  <a:pt x="490614" y="565"/>
                </a:lnTo>
                <a:lnTo>
                  <a:pt x="490355" y="574"/>
                </a:lnTo>
                <a:lnTo>
                  <a:pt x="490097" y="599"/>
                </a:lnTo>
                <a:lnTo>
                  <a:pt x="489842" y="640"/>
                </a:lnTo>
                <a:lnTo>
                  <a:pt x="489591" y="697"/>
                </a:lnTo>
                <a:lnTo>
                  <a:pt x="489343" y="770"/>
                </a:lnTo>
                <a:lnTo>
                  <a:pt x="489101" y="858"/>
                </a:lnTo>
                <a:lnTo>
                  <a:pt x="488864" y="962"/>
                </a:lnTo>
                <a:lnTo>
                  <a:pt x="488634" y="1080"/>
                </a:lnTo>
                <a:lnTo>
                  <a:pt x="488412" y="1214"/>
                </a:lnTo>
                <a:lnTo>
                  <a:pt x="488198" y="1362"/>
                </a:lnTo>
                <a:lnTo>
                  <a:pt x="487993" y="1525"/>
                </a:lnTo>
                <a:lnTo>
                  <a:pt x="487798" y="1702"/>
                </a:lnTo>
                <a:lnTo>
                  <a:pt x="487614" y="1893"/>
                </a:lnTo>
                <a:lnTo>
                  <a:pt x="487441" y="2098"/>
                </a:lnTo>
                <a:lnTo>
                  <a:pt x="487281" y="2316"/>
                </a:lnTo>
                <a:lnTo>
                  <a:pt x="487134" y="2548"/>
                </a:lnTo>
                <a:lnTo>
                  <a:pt x="487004" y="2790"/>
                </a:lnTo>
                <a:lnTo>
                  <a:pt x="486891" y="3036"/>
                </a:lnTo>
                <a:lnTo>
                  <a:pt x="486796" y="3286"/>
                </a:lnTo>
                <a:lnTo>
                  <a:pt x="486719" y="3539"/>
                </a:lnTo>
                <a:lnTo>
                  <a:pt x="486660" y="3794"/>
                </a:lnTo>
                <a:lnTo>
                  <a:pt x="486618" y="4051"/>
                </a:lnTo>
                <a:lnTo>
                  <a:pt x="486592" y="4309"/>
                </a:lnTo>
                <a:lnTo>
                  <a:pt x="486584" y="4567"/>
                </a:lnTo>
                <a:lnTo>
                  <a:pt x="486592" y="4823"/>
                </a:lnTo>
                <a:lnTo>
                  <a:pt x="486617" y="5078"/>
                </a:lnTo>
                <a:lnTo>
                  <a:pt x="486658" y="5331"/>
                </a:lnTo>
                <a:lnTo>
                  <a:pt x="486715" y="5580"/>
                </a:lnTo>
                <a:lnTo>
                  <a:pt x="486788" y="5825"/>
                </a:lnTo>
                <a:lnTo>
                  <a:pt x="486876" y="6065"/>
                </a:lnTo>
                <a:lnTo>
                  <a:pt x="486980" y="6299"/>
                </a:lnTo>
                <a:lnTo>
                  <a:pt x="487099" y="6527"/>
                </a:lnTo>
                <a:lnTo>
                  <a:pt x="487233" y="6747"/>
                </a:lnTo>
                <a:lnTo>
                  <a:pt x="487381" y="6959"/>
                </a:lnTo>
                <a:lnTo>
                  <a:pt x="487545" y="7162"/>
                </a:lnTo>
                <a:lnTo>
                  <a:pt x="487722" y="7355"/>
                </a:lnTo>
                <a:lnTo>
                  <a:pt x="487914" y="7537"/>
                </a:lnTo>
                <a:lnTo>
                  <a:pt x="488120" y="7708"/>
                </a:lnTo>
                <a:lnTo>
                  <a:pt x="488339" y="7867"/>
                </a:lnTo>
                <a:lnTo>
                  <a:pt x="488572" y="8012"/>
                </a:lnTo>
                <a:lnTo>
                  <a:pt x="523740" y="28527"/>
                </a:lnTo>
                <a:lnTo>
                  <a:pt x="0" y="28527"/>
                </a:lnTo>
                <a:lnTo>
                  <a:pt x="0" y="36515"/>
                </a:lnTo>
                <a:lnTo>
                  <a:pt x="523740" y="36515"/>
                </a:lnTo>
                <a:lnTo>
                  <a:pt x="488572" y="57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Nonce">
            <a:extLst xmlns:a="http://schemas.openxmlformats.org/drawingml/2006/main">
              <a:ext uri="{FF2B5EF4-FFF2-40B4-BE49-F238E27FC236}">
                <a16:creationId xmlns:a16="http://schemas.microsoft.com/office/drawing/2014/main" id="{9198B9FF-FFC5-43FB-B314-725969DF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134" y="6426266"/>
            <a:ext cx="290040" cy="75482"/>
          </a:xfrm>
          <a:custGeom xmlns:a="http://schemas.openxmlformats.org/drawingml/2006/main">
            <a:pathLst>
              <a:path w="290040" h="75482">
                <a:moveTo>
                  <a:pt x="77950" y="0"/>
                </a:moveTo>
                <a:lnTo>
                  <a:pt x="77950" y="2131"/>
                </a:lnTo>
                <a:cubicBezTo>
                  <a:pt x="75034" y="2355"/>
                  <a:pt x="72828" y="2860"/>
                  <a:pt x="71332" y="3645"/>
                </a:cubicBezTo>
                <a:cubicBezTo>
                  <a:pt x="69838" y="4430"/>
                  <a:pt x="68829" y="5795"/>
                  <a:pt x="68305" y="7739"/>
                </a:cubicBezTo>
                <a:cubicBezTo>
                  <a:pt x="67781" y="9683"/>
                  <a:pt x="67445" y="12599"/>
                  <a:pt x="67295" y="16488"/>
                </a:cubicBezTo>
                <a:lnTo>
                  <a:pt x="67295" y="75482"/>
                </a:lnTo>
                <a:lnTo>
                  <a:pt x="65389" y="75482"/>
                </a:lnTo>
                <a:lnTo>
                  <a:pt x="15815" y="13795"/>
                </a:lnTo>
                <a:lnTo>
                  <a:pt x="15815" y="57761"/>
                </a:lnTo>
                <a:cubicBezTo>
                  <a:pt x="15890" y="61575"/>
                  <a:pt x="16208" y="64491"/>
                  <a:pt x="16768" y="66510"/>
                </a:cubicBezTo>
                <a:cubicBezTo>
                  <a:pt x="17330" y="68528"/>
                  <a:pt x="18357" y="69930"/>
                  <a:pt x="19852" y="70716"/>
                </a:cubicBezTo>
                <a:cubicBezTo>
                  <a:pt x="21348" y="71501"/>
                  <a:pt x="23516" y="71968"/>
                  <a:pt x="26357" y="72118"/>
                </a:cubicBezTo>
                <a:lnTo>
                  <a:pt x="26357" y="74249"/>
                </a:lnTo>
                <a:lnTo>
                  <a:pt x="0" y="74249"/>
                </a:lnTo>
                <a:lnTo>
                  <a:pt x="0" y="72118"/>
                </a:lnTo>
                <a:cubicBezTo>
                  <a:pt x="3066" y="71893"/>
                  <a:pt x="5365" y="71426"/>
                  <a:pt x="6897" y="70716"/>
                </a:cubicBezTo>
                <a:cubicBezTo>
                  <a:pt x="8430" y="70005"/>
                  <a:pt x="9459" y="68660"/>
                  <a:pt x="9983" y="66679"/>
                </a:cubicBezTo>
                <a:cubicBezTo>
                  <a:pt x="10506" y="64697"/>
                  <a:pt x="10805" y="61725"/>
                  <a:pt x="10879" y="57761"/>
                </a:cubicBezTo>
                <a:lnTo>
                  <a:pt x="10879" y="8300"/>
                </a:lnTo>
                <a:cubicBezTo>
                  <a:pt x="9385" y="6506"/>
                  <a:pt x="8133" y="5179"/>
                  <a:pt x="7123" y="4320"/>
                </a:cubicBezTo>
                <a:cubicBezTo>
                  <a:pt x="6113" y="3459"/>
                  <a:pt x="5085" y="2880"/>
                  <a:pt x="4037" y="2581"/>
                </a:cubicBezTo>
                <a:cubicBezTo>
                  <a:pt x="2991" y="2281"/>
                  <a:pt x="1645" y="2131"/>
                  <a:pt x="0" y="2131"/>
                </a:cubicBezTo>
                <a:lnTo>
                  <a:pt x="0" y="0"/>
                </a:lnTo>
                <a:lnTo>
                  <a:pt x="19180" y="0"/>
                </a:lnTo>
                <a:lnTo>
                  <a:pt x="62360" y="54285"/>
                </a:lnTo>
                <a:lnTo>
                  <a:pt x="62360" y="16488"/>
                </a:lnTo>
                <a:cubicBezTo>
                  <a:pt x="62285" y="12525"/>
                  <a:pt x="61968" y="9553"/>
                  <a:pt x="61406" y="7571"/>
                </a:cubicBezTo>
                <a:cubicBezTo>
                  <a:pt x="60846" y="5589"/>
                  <a:pt x="59818" y="4225"/>
                  <a:pt x="58322" y="3478"/>
                </a:cubicBezTo>
                <a:cubicBezTo>
                  <a:pt x="56827" y="2729"/>
                  <a:pt x="54584" y="2280"/>
                  <a:pt x="51593" y="2131"/>
                </a:cubicBezTo>
                <a:lnTo>
                  <a:pt x="51593" y="0"/>
                </a:lnTo>
                <a:lnTo>
                  <a:pt x="77950" y="0"/>
                </a:lnTo>
                <a:close/>
                <a:moveTo>
                  <a:pt x="107223" y="22655"/>
                </a:moveTo>
                <a:cubicBezTo>
                  <a:pt x="112008" y="22655"/>
                  <a:pt x="116252" y="23740"/>
                  <a:pt x="119953" y="25909"/>
                </a:cubicBezTo>
                <a:cubicBezTo>
                  <a:pt x="123654" y="28078"/>
                  <a:pt x="126570" y="31069"/>
                  <a:pt x="128701" y="34882"/>
                </a:cubicBezTo>
                <a:cubicBezTo>
                  <a:pt x="130833" y="38694"/>
                  <a:pt x="131898" y="43069"/>
                  <a:pt x="131898" y="48004"/>
                </a:cubicBezTo>
                <a:cubicBezTo>
                  <a:pt x="131898" y="53164"/>
                  <a:pt x="130814" y="57818"/>
                  <a:pt x="128645" y="61968"/>
                </a:cubicBezTo>
                <a:cubicBezTo>
                  <a:pt x="126477" y="66117"/>
                  <a:pt x="123505" y="69388"/>
                  <a:pt x="119729" y="71781"/>
                </a:cubicBezTo>
                <a:cubicBezTo>
                  <a:pt x="115953" y="74173"/>
                  <a:pt x="111710" y="75370"/>
                  <a:pt x="106999" y="75370"/>
                </a:cubicBezTo>
                <a:cubicBezTo>
                  <a:pt x="102288" y="75370"/>
                  <a:pt x="98082" y="74230"/>
                  <a:pt x="94381" y="71950"/>
                </a:cubicBezTo>
                <a:cubicBezTo>
                  <a:pt x="90680" y="69669"/>
                  <a:pt x="87764" y="66529"/>
                  <a:pt x="85633" y="62529"/>
                </a:cubicBezTo>
                <a:cubicBezTo>
                  <a:pt x="83502" y="58528"/>
                  <a:pt x="82437" y="53985"/>
                  <a:pt x="82437" y="48901"/>
                </a:cubicBezTo>
                <a:cubicBezTo>
                  <a:pt x="82437" y="43742"/>
                  <a:pt x="83484" y="39181"/>
                  <a:pt x="85578" y="35219"/>
                </a:cubicBezTo>
                <a:cubicBezTo>
                  <a:pt x="87671" y="31255"/>
                  <a:pt x="90587" y="28171"/>
                  <a:pt x="94325" y="25965"/>
                </a:cubicBezTo>
                <a:cubicBezTo>
                  <a:pt x="98064" y="23759"/>
                  <a:pt x="102363" y="22655"/>
                  <a:pt x="107223" y="22655"/>
                </a:cubicBezTo>
                <a:moveTo>
                  <a:pt x="105765" y="25796"/>
                </a:moveTo>
                <a:cubicBezTo>
                  <a:pt x="101728" y="25796"/>
                  <a:pt x="98512" y="27404"/>
                  <a:pt x="96120" y="30620"/>
                </a:cubicBezTo>
                <a:cubicBezTo>
                  <a:pt x="93727" y="33835"/>
                  <a:pt x="92531" y="38097"/>
                  <a:pt x="92531" y="43406"/>
                </a:cubicBezTo>
                <a:cubicBezTo>
                  <a:pt x="92531" y="47368"/>
                  <a:pt x="92961" y="51238"/>
                  <a:pt x="93820" y="55014"/>
                </a:cubicBezTo>
                <a:cubicBezTo>
                  <a:pt x="94680" y="58790"/>
                  <a:pt x="95895" y="62135"/>
                  <a:pt x="97465" y="65052"/>
                </a:cubicBezTo>
                <a:cubicBezTo>
                  <a:pt x="98662" y="67295"/>
                  <a:pt x="100232" y="69052"/>
                  <a:pt x="102177" y="70323"/>
                </a:cubicBezTo>
                <a:cubicBezTo>
                  <a:pt x="104121" y="71594"/>
                  <a:pt x="106177" y="72229"/>
                  <a:pt x="108344" y="72229"/>
                </a:cubicBezTo>
                <a:cubicBezTo>
                  <a:pt x="112532" y="72229"/>
                  <a:pt x="115821" y="70435"/>
                  <a:pt x="118214" y="66847"/>
                </a:cubicBezTo>
                <a:cubicBezTo>
                  <a:pt x="120608" y="63257"/>
                  <a:pt x="121804" y="58285"/>
                  <a:pt x="121804" y="51929"/>
                </a:cubicBezTo>
                <a:cubicBezTo>
                  <a:pt x="121804" y="46769"/>
                  <a:pt x="121112" y="42227"/>
                  <a:pt x="119729" y="38303"/>
                </a:cubicBezTo>
                <a:cubicBezTo>
                  <a:pt x="118346" y="34377"/>
                  <a:pt x="116458" y="31311"/>
                  <a:pt x="114066" y="29106"/>
                </a:cubicBezTo>
                <a:cubicBezTo>
                  <a:pt x="111673" y="26899"/>
                  <a:pt x="108906" y="25796"/>
                  <a:pt x="105765" y="25796"/>
                </a:cubicBezTo>
                <a:close/>
                <a:moveTo>
                  <a:pt x="137619" y="74249"/>
                </a:moveTo>
                <a:lnTo>
                  <a:pt x="137619" y="72566"/>
                </a:lnTo>
                <a:cubicBezTo>
                  <a:pt x="140459" y="72417"/>
                  <a:pt x="142309" y="71800"/>
                  <a:pt x="143169" y="70716"/>
                </a:cubicBezTo>
                <a:cubicBezTo>
                  <a:pt x="144029" y="69631"/>
                  <a:pt x="144497" y="67444"/>
                  <a:pt x="144572" y="64155"/>
                </a:cubicBezTo>
                <a:lnTo>
                  <a:pt x="144572" y="36340"/>
                </a:lnTo>
                <a:cubicBezTo>
                  <a:pt x="144572" y="33573"/>
                  <a:pt x="144272" y="31685"/>
                  <a:pt x="143673" y="30677"/>
                </a:cubicBezTo>
                <a:cubicBezTo>
                  <a:pt x="143076" y="29667"/>
                  <a:pt x="141992" y="29162"/>
                  <a:pt x="140422" y="29162"/>
                </a:cubicBezTo>
                <a:cubicBezTo>
                  <a:pt x="139001" y="29162"/>
                  <a:pt x="137992" y="29312"/>
                  <a:pt x="137394" y="29610"/>
                </a:cubicBezTo>
                <a:lnTo>
                  <a:pt x="137394" y="27704"/>
                </a:lnTo>
                <a:cubicBezTo>
                  <a:pt x="140460" y="26806"/>
                  <a:pt x="143114" y="25983"/>
                  <a:pt x="145357" y="25236"/>
                </a:cubicBezTo>
                <a:cubicBezTo>
                  <a:pt x="147601" y="24488"/>
                  <a:pt x="150105" y="23627"/>
                  <a:pt x="152872" y="22655"/>
                </a:cubicBezTo>
                <a:lnTo>
                  <a:pt x="153656" y="22881"/>
                </a:lnTo>
                <a:lnTo>
                  <a:pt x="153656" y="31741"/>
                </a:lnTo>
                <a:cubicBezTo>
                  <a:pt x="156199" y="29349"/>
                  <a:pt x="158367" y="27498"/>
                  <a:pt x="160161" y="26189"/>
                </a:cubicBezTo>
                <a:cubicBezTo>
                  <a:pt x="161956" y="24881"/>
                  <a:pt x="163601" y="23965"/>
                  <a:pt x="165097" y="23441"/>
                </a:cubicBezTo>
                <a:cubicBezTo>
                  <a:pt x="166592" y="22917"/>
                  <a:pt x="168200" y="22655"/>
                  <a:pt x="169919" y="22655"/>
                </a:cubicBezTo>
                <a:cubicBezTo>
                  <a:pt x="174106" y="22655"/>
                  <a:pt x="177359" y="24132"/>
                  <a:pt x="179676" y="27086"/>
                </a:cubicBezTo>
                <a:cubicBezTo>
                  <a:pt x="181994" y="30040"/>
                  <a:pt x="183153" y="34171"/>
                  <a:pt x="183153" y="39480"/>
                </a:cubicBezTo>
                <a:lnTo>
                  <a:pt x="183153" y="65165"/>
                </a:lnTo>
                <a:cubicBezTo>
                  <a:pt x="183229" y="67930"/>
                  <a:pt x="183696" y="69781"/>
                  <a:pt x="184555" y="70716"/>
                </a:cubicBezTo>
                <a:cubicBezTo>
                  <a:pt x="185415" y="71651"/>
                  <a:pt x="187229" y="72267"/>
                  <a:pt x="189996" y="72566"/>
                </a:cubicBezTo>
                <a:lnTo>
                  <a:pt x="189996" y="74249"/>
                </a:lnTo>
                <a:lnTo>
                  <a:pt x="166666" y="74249"/>
                </a:lnTo>
                <a:lnTo>
                  <a:pt x="166666" y="72566"/>
                </a:lnTo>
                <a:cubicBezTo>
                  <a:pt x="169433" y="72417"/>
                  <a:pt x="171283" y="71725"/>
                  <a:pt x="172218" y="70492"/>
                </a:cubicBezTo>
                <a:cubicBezTo>
                  <a:pt x="173153" y="69258"/>
                  <a:pt x="173658" y="66809"/>
                  <a:pt x="173732" y="63145"/>
                </a:cubicBezTo>
                <a:lnTo>
                  <a:pt x="173732" y="39704"/>
                </a:lnTo>
                <a:cubicBezTo>
                  <a:pt x="173732" y="32451"/>
                  <a:pt x="171003" y="28825"/>
                  <a:pt x="165545" y="28825"/>
                </a:cubicBezTo>
                <a:cubicBezTo>
                  <a:pt x="163676" y="28825"/>
                  <a:pt x="161938" y="29255"/>
                  <a:pt x="160330" y="30115"/>
                </a:cubicBezTo>
                <a:cubicBezTo>
                  <a:pt x="158723" y="30974"/>
                  <a:pt x="156610" y="32675"/>
                  <a:pt x="153993" y="35217"/>
                </a:cubicBezTo>
                <a:lnTo>
                  <a:pt x="153993" y="66734"/>
                </a:lnTo>
                <a:cubicBezTo>
                  <a:pt x="153993" y="68753"/>
                  <a:pt x="154535" y="70193"/>
                  <a:pt x="155619" y="71053"/>
                </a:cubicBezTo>
                <a:cubicBezTo>
                  <a:pt x="156703" y="71913"/>
                  <a:pt x="158628" y="72417"/>
                  <a:pt x="161395" y="72566"/>
                </a:cubicBezTo>
                <a:lnTo>
                  <a:pt x="161395" y="74249"/>
                </a:lnTo>
                <a:lnTo>
                  <a:pt x="137619" y="74249"/>
                </a:lnTo>
                <a:close/>
                <a:moveTo>
                  <a:pt x="236653" y="56751"/>
                </a:moveTo>
                <a:lnTo>
                  <a:pt x="238224" y="57761"/>
                </a:lnTo>
                <a:cubicBezTo>
                  <a:pt x="236579" y="61051"/>
                  <a:pt x="235121" y="63613"/>
                  <a:pt x="233850" y="65445"/>
                </a:cubicBezTo>
                <a:cubicBezTo>
                  <a:pt x="232579" y="67276"/>
                  <a:pt x="231195" y="68827"/>
                  <a:pt x="229699" y="70098"/>
                </a:cubicBezTo>
                <a:cubicBezTo>
                  <a:pt x="225588" y="73612"/>
                  <a:pt x="221064" y="75370"/>
                  <a:pt x="216128" y="75370"/>
                </a:cubicBezTo>
                <a:cubicBezTo>
                  <a:pt x="212016" y="75370"/>
                  <a:pt x="208353" y="74304"/>
                  <a:pt x="205138" y="72174"/>
                </a:cubicBezTo>
                <a:cubicBezTo>
                  <a:pt x="201923" y="70043"/>
                  <a:pt x="199399" y="67090"/>
                  <a:pt x="197566" y="63315"/>
                </a:cubicBezTo>
                <a:cubicBezTo>
                  <a:pt x="195734" y="59538"/>
                  <a:pt x="194818" y="55257"/>
                  <a:pt x="194818" y="50471"/>
                </a:cubicBezTo>
                <a:cubicBezTo>
                  <a:pt x="194818" y="41274"/>
                  <a:pt x="197734" y="34095"/>
                  <a:pt x="203567" y="28936"/>
                </a:cubicBezTo>
                <a:cubicBezTo>
                  <a:pt x="208353" y="24749"/>
                  <a:pt x="213624" y="22655"/>
                  <a:pt x="219382" y="22655"/>
                </a:cubicBezTo>
                <a:cubicBezTo>
                  <a:pt x="222521" y="22655"/>
                  <a:pt x="225400" y="23179"/>
                  <a:pt x="228017" y="24226"/>
                </a:cubicBezTo>
                <a:cubicBezTo>
                  <a:pt x="230634" y="25273"/>
                  <a:pt x="232728" y="26675"/>
                  <a:pt x="234298" y="28433"/>
                </a:cubicBezTo>
                <a:cubicBezTo>
                  <a:pt x="235868" y="30190"/>
                  <a:pt x="236653" y="32115"/>
                  <a:pt x="236653" y="34209"/>
                </a:cubicBezTo>
                <a:cubicBezTo>
                  <a:pt x="236653" y="35480"/>
                  <a:pt x="236148" y="36583"/>
                  <a:pt x="235138" y="37517"/>
                </a:cubicBezTo>
                <a:cubicBezTo>
                  <a:pt x="234130" y="38451"/>
                  <a:pt x="232878" y="38919"/>
                  <a:pt x="231382" y="38919"/>
                </a:cubicBezTo>
                <a:cubicBezTo>
                  <a:pt x="228765" y="38919"/>
                  <a:pt x="226970" y="37199"/>
                  <a:pt x="225998" y="33761"/>
                </a:cubicBezTo>
                <a:lnTo>
                  <a:pt x="225325" y="31293"/>
                </a:lnTo>
                <a:cubicBezTo>
                  <a:pt x="224802" y="29199"/>
                  <a:pt x="224072" y="27779"/>
                  <a:pt x="223138" y="27031"/>
                </a:cubicBezTo>
                <a:cubicBezTo>
                  <a:pt x="222204" y="26283"/>
                  <a:pt x="220727" y="25909"/>
                  <a:pt x="218709" y="25909"/>
                </a:cubicBezTo>
                <a:cubicBezTo>
                  <a:pt x="214148" y="25909"/>
                  <a:pt x="210465" y="27703"/>
                  <a:pt x="207660" y="31293"/>
                </a:cubicBezTo>
                <a:cubicBezTo>
                  <a:pt x="204857" y="34881"/>
                  <a:pt x="203455" y="39591"/>
                  <a:pt x="203455" y="45424"/>
                </a:cubicBezTo>
                <a:cubicBezTo>
                  <a:pt x="203455" y="49686"/>
                  <a:pt x="204184" y="53463"/>
                  <a:pt x="205643" y="56753"/>
                </a:cubicBezTo>
                <a:cubicBezTo>
                  <a:pt x="207101" y="60042"/>
                  <a:pt x="209138" y="62622"/>
                  <a:pt x="211754" y="64492"/>
                </a:cubicBezTo>
                <a:cubicBezTo>
                  <a:pt x="214371" y="66361"/>
                  <a:pt x="217400" y="67295"/>
                  <a:pt x="220840" y="67295"/>
                </a:cubicBezTo>
                <a:cubicBezTo>
                  <a:pt x="224055" y="67295"/>
                  <a:pt x="226821" y="66510"/>
                  <a:pt x="229138" y="64940"/>
                </a:cubicBezTo>
                <a:cubicBezTo>
                  <a:pt x="231457" y="63369"/>
                  <a:pt x="233961" y="60640"/>
                  <a:pt x="236653" y="56751"/>
                </a:cubicBezTo>
                <a:close/>
                <a:moveTo>
                  <a:pt x="288246" y="55855"/>
                </a:moveTo>
                <a:lnTo>
                  <a:pt x="290040" y="56640"/>
                </a:lnTo>
                <a:cubicBezTo>
                  <a:pt x="287722" y="62696"/>
                  <a:pt x="284526" y="67332"/>
                  <a:pt x="280451" y="70547"/>
                </a:cubicBezTo>
                <a:cubicBezTo>
                  <a:pt x="276375" y="73762"/>
                  <a:pt x="271646" y="75370"/>
                  <a:pt x="266263" y="75370"/>
                </a:cubicBezTo>
                <a:cubicBezTo>
                  <a:pt x="259833" y="75370"/>
                  <a:pt x="254730" y="73108"/>
                  <a:pt x="250953" y="68586"/>
                </a:cubicBezTo>
                <a:cubicBezTo>
                  <a:pt x="247178" y="64062"/>
                  <a:pt x="245290" y="57949"/>
                  <a:pt x="245290" y="50246"/>
                </a:cubicBezTo>
                <a:cubicBezTo>
                  <a:pt x="245290" y="45611"/>
                  <a:pt x="246019" y="41405"/>
                  <a:pt x="247477" y="37630"/>
                </a:cubicBezTo>
                <a:cubicBezTo>
                  <a:pt x="248935" y="33854"/>
                  <a:pt x="250973" y="30806"/>
                  <a:pt x="253589" y="28488"/>
                </a:cubicBezTo>
                <a:cubicBezTo>
                  <a:pt x="257925" y="24599"/>
                  <a:pt x="262973" y="22655"/>
                  <a:pt x="268731" y="22655"/>
                </a:cubicBezTo>
                <a:cubicBezTo>
                  <a:pt x="274787" y="22655"/>
                  <a:pt x="279572" y="24787"/>
                  <a:pt x="283086" y="29049"/>
                </a:cubicBezTo>
                <a:cubicBezTo>
                  <a:pt x="284507" y="30844"/>
                  <a:pt x="285553" y="32732"/>
                  <a:pt x="286227" y="34714"/>
                </a:cubicBezTo>
                <a:cubicBezTo>
                  <a:pt x="286900" y="36694"/>
                  <a:pt x="287461" y="39517"/>
                  <a:pt x="287909" y="43182"/>
                </a:cubicBezTo>
                <a:lnTo>
                  <a:pt x="253365" y="43182"/>
                </a:lnTo>
                <a:cubicBezTo>
                  <a:pt x="253514" y="46620"/>
                  <a:pt x="253813" y="49405"/>
                  <a:pt x="254261" y="51537"/>
                </a:cubicBezTo>
                <a:cubicBezTo>
                  <a:pt x="254711" y="53668"/>
                  <a:pt x="255422" y="55817"/>
                  <a:pt x="256394" y="57985"/>
                </a:cubicBezTo>
                <a:cubicBezTo>
                  <a:pt x="259683" y="64416"/>
                  <a:pt x="264506" y="67631"/>
                  <a:pt x="270862" y="67631"/>
                </a:cubicBezTo>
                <a:cubicBezTo>
                  <a:pt x="274451" y="67631"/>
                  <a:pt x="277573" y="66734"/>
                  <a:pt x="280226" y="64940"/>
                </a:cubicBezTo>
                <a:cubicBezTo>
                  <a:pt x="282881" y="63146"/>
                  <a:pt x="285555" y="60117"/>
                  <a:pt x="288246" y="55855"/>
                </a:cubicBezTo>
                <a:moveTo>
                  <a:pt x="253589" y="39591"/>
                </a:moveTo>
                <a:lnTo>
                  <a:pt x="276470" y="39591"/>
                </a:lnTo>
                <a:cubicBezTo>
                  <a:pt x="275722" y="34732"/>
                  <a:pt x="274562" y="31368"/>
                  <a:pt x="272992" y="29499"/>
                </a:cubicBezTo>
                <a:cubicBezTo>
                  <a:pt x="271423" y="27629"/>
                  <a:pt x="268918" y="26694"/>
                  <a:pt x="265478" y="26694"/>
                </a:cubicBezTo>
                <a:cubicBezTo>
                  <a:pt x="262038" y="26694"/>
                  <a:pt x="259346" y="27741"/>
                  <a:pt x="257402" y="29835"/>
                </a:cubicBezTo>
                <a:cubicBezTo>
                  <a:pt x="255459" y="31928"/>
                  <a:pt x="254188" y="35180"/>
                  <a:pt x="253589" y="395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Text Counter">
            <a:extLst xmlns:a="http://schemas.openxmlformats.org/drawingml/2006/main">
              <a:ext uri="{FF2B5EF4-FFF2-40B4-BE49-F238E27FC236}">
                <a16:creationId xmlns:a16="http://schemas.microsoft.com/office/drawing/2014/main" id="{7499FB18-BD5D-469F-90E8-5870F64F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568" y="6723783"/>
            <a:ext cx="359802" cy="77389"/>
          </a:xfrm>
          <a:custGeom xmlns:a="http://schemas.openxmlformats.org/drawingml/2006/main">
            <a:pathLst>
              <a:path w="359802" h="77389">
                <a:moveTo>
                  <a:pt x="66397" y="25234"/>
                </a:moveTo>
                <a:lnTo>
                  <a:pt x="63818" y="25234"/>
                </a:lnTo>
                <a:cubicBezTo>
                  <a:pt x="62770" y="21571"/>
                  <a:pt x="61723" y="18767"/>
                  <a:pt x="60676" y="16823"/>
                </a:cubicBezTo>
                <a:cubicBezTo>
                  <a:pt x="59629" y="14879"/>
                  <a:pt x="58209" y="13009"/>
                  <a:pt x="56416" y="11215"/>
                </a:cubicBezTo>
                <a:cubicBezTo>
                  <a:pt x="51779" y="6729"/>
                  <a:pt x="46209" y="4486"/>
                  <a:pt x="39704" y="4486"/>
                </a:cubicBezTo>
                <a:cubicBezTo>
                  <a:pt x="34320" y="4486"/>
                  <a:pt x="29628" y="5850"/>
                  <a:pt x="25628" y="8579"/>
                </a:cubicBezTo>
                <a:cubicBezTo>
                  <a:pt x="21628" y="11308"/>
                  <a:pt x="18525" y="15178"/>
                  <a:pt x="16318" y="20188"/>
                </a:cubicBezTo>
                <a:cubicBezTo>
                  <a:pt x="14113" y="25197"/>
                  <a:pt x="13010" y="31104"/>
                  <a:pt x="13010" y="37909"/>
                </a:cubicBezTo>
                <a:cubicBezTo>
                  <a:pt x="13010" y="44114"/>
                  <a:pt x="13851" y="49647"/>
                  <a:pt x="15533" y="54508"/>
                </a:cubicBezTo>
                <a:cubicBezTo>
                  <a:pt x="17215" y="59368"/>
                  <a:pt x="19590" y="63182"/>
                  <a:pt x="22655" y="65948"/>
                </a:cubicBezTo>
                <a:cubicBezTo>
                  <a:pt x="27591" y="70285"/>
                  <a:pt x="33648" y="72453"/>
                  <a:pt x="40825" y="72453"/>
                </a:cubicBezTo>
                <a:cubicBezTo>
                  <a:pt x="45461" y="72453"/>
                  <a:pt x="49760" y="71556"/>
                  <a:pt x="53722" y="69761"/>
                </a:cubicBezTo>
                <a:cubicBezTo>
                  <a:pt x="57686" y="67967"/>
                  <a:pt x="61724" y="65088"/>
                  <a:pt x="65837" y="61126"/>
                </a:cubicBezTo>
                <a:lnTo>
                  <a:pt x="67855" y="63143"/>
                </a:lnTo>
                <a:cubicBezTo>
                  <a:pt x="64490" y="67705"/>
                  <a:pt x="60135" y="71219"/>
                  <a:pt x="54788" y="73687"/>
                </a:cubicBezTo>
                <a:cubicBezTo>
                  <a:pt x="49443" y="76155"/>
                  <a:pt x="43592" y="77389"/>
                  <a:pt x="37236" y="77389"/>
                </a:cubicBezTo>
                <a:cubicBezTo>
                  <a:pt x="29834" y="77389"/>
                  <a:pt x="23328" y="75800"/>
                  <a:pt x="17720" y="72623"/>
                </a:cubicBezTo>
                <a:cubicBezTo>
                  <a:pt x="12112" y="69444"/>
                  <a:pt x="7757" y="64995"/>
                  <a:pt x="4653" y="59276"/>
                </a:cubicBezTo>
                <a:cubicBezTo>
                  <a:pt x="1551" y="53555"/>
                  <a:pt x="0" y="46881"/>
                  <a:pt x="0" y="39254"/>
                </a:cubicBezTo>
                <a:cubicBezTo>
                  <a:pt x="0" y="26693"/>
                  <a:pt x="4038" y="16823"/>
                  <a:pt x="12113" y="9645"/>
                </a:cubicBezTo>
                <a:cubicBezTo>
                  <a:pt x="15627" y="6580"/>
                  <a:pt x="19609" y="4206"/>
                  <a:pt x="24057" y="2524"/>
                </a:cubicBezTo>
                <a:cubicBezTo>
                  <a:pt x="28507" y="841"/>
                  <a:pt x="33012" y="0"/>
                  <a:pt x="37574" y="0"/>
                </a:cubicBezTo>
                <a:cubicBezTo>
                  <a:pt x="40190" y="0"/>
                  <a:pt x="42881" y="224"/>
                  <a:pt x="45648" y="673"/>
                </a:cubicBezTo>
                <a:cubicBezTo>
                  <a:pt x="48415" y="1121"/>
                  <a:pt x="51181" y="1831"/>
                  <a:pt x="53948" y="2803"/>
                </a:cubicBezTo>
                <a:cubicBezTo>
                  <a:pt x="55743" y="3401"/>
                  <a:pt x="57201" y="3700"/>
                  <a:pt x="58322" y="3700"/>
                </a:cubicBezTo>
                <a:cubicBezTo>
                  <a:pt x="60789" y="3700"/>
                  <a:pt x="62359" y="2467"/>
                  <a:pt x="63032" y="0"/>
                </a:cubicBezTo>
                <a:lnTo>
                  <a:pt x="65387" y="0"/>
                </a:lnTo>
                <a:lnTo>
                  <a:pt x="66397" y="25234"/>
                </a:lnTo>
                <a:close/>
                <a:moveTo>
                  <a:pt x="99708" y="24225"/>
                </a:moveTo>
                <a:cubicBezTo>
                  <a:pt x="104493" y="24225"/>
                  <a:pt x="108736" y="25309"/>
                  <a:pt x="112437" y="27478"/>
                </a:cubicBezTo>
                <a:cubicBezTo>
                  <a:pt x="116138" y="29647"/>
                  <a:pt x="119054" y="32638"/>
                  <a:pt x="121186" y="36451"/>
                </a:cubicBezTo>
                <a:cubicBezTo>
                  <a:pt x="123317" y="40264"/>
                  <a:pt x="124383" y="44638"/>
                  <a:pt x="124383" y="49574"/>
                </a:cubicBezTo>
                <a:cubicBezTo>
                  <a:pt x="124383" y="54733"/>
                  <a:pt x="123298" y="59387"/>
                  <a:pt x="121129" y="63537"/>
                </a:cubicBezTo>
                <a:cubicBezTo>
                  <a:pt x="118961" y="67687"/>
                  <a:pt x="115989" y="70958"/>
                  <a:pt x="112213" y="73350"/>
                </a:cubicBezTo>
                <a:cubicBezTo>
                  <a:pt x="108438" y="75743"/>
                  <a:pt x="104194" y="76939"/>
                  <a:pt x="99484" y="76939"/>
                </a:cubicBezTo>
                <a:cubicBezTo>
                  <a:pt x="94773" y="76939"/>
                  <a:pt x="90567" y="75799"/>
                  <a:pt x="86866" y="73520"/>
                </a:cubicBezTo>
                <a:cubicBezTo>
                  <a:pt x="83164" y="71239"/>
                  <a:pt x="80248" y="68098"/>
                  <a:pt x="78117" y="64098"/>
                </a:cubicBezTo>
                <a:cubicBezTo>
                  <a:pt x="75987" y="60097"/>
                  <a:pt x="74922" y="55555"/>
                  <a:pt x="74922" y="50471"/>
                </a:cubicBezTo>
                <a:cubicBezTo>
                  <a:pt x="74922" y="45311"/>
                  <a:pt x="75969" y="40750"/>
                  <a:pt x="78062" y="36788"/>
                </a:cubicBezTo>
                <a:cubicBezTo>
                  <a:pt x="80156" y="32824"/>
                  <a:pt x="83071" y="29740"/>
                  <a:pt x="86809" y="27535"/>
                </a:cubicBezTo>
                <a:cubicBezTo>
                  <a:pt x="90548" y="25328"/>
                  <a:pt x="94847" y="24225"/>
                  <a:pt x="99708" y="24225"/>
                </a:cubicBezTo>
                <a:moveTo>
                  <a:pt x="98250" y="27365"/>
                </a:moveTo>
                <a:cubicBezTo>
                  <a:pt x="94212" y="27365"/>
                  <a:pt x="90997" y="28973"/>
                  <a:pt x="88604" y="32189"/>
                </a:cubicBezTo>
                <a:cubicBezTo>
                  <a:pt x="86212" y="35405"/>
                  <a:pt x="85015" y="39667"/>
                  <a:pt x="85015" y="44975"/>
                </a:cubicBezTo>
                <a:cubicBezTo>
                  <a:pt x="85015" y="48938"/>
                  <a:pt x="85445" y="52807"/>
                  <a:pt x="86304" y="56584"/>
                </a:cubicBezTo>
                <a:cubicBezTo>
                  <a:pt x="87164" y="60359"/>
                  <a:pt x="88380" y="63705"/>
                  <a:pt x="89949" y="66621"/>
                </a:cubicBezTo>
                <a:cubicBezTo>
                  <a:pt x="91146" y="68864"/>
                  <a:pt x="92717" y="70621"/>
                  <a:pt x="94661" y="71892"/>
                </a:cubicBezTo>
                <a:cubicBezTo>
                  <a:pt x="96605" y="73163"/>
                  <a:pt x="98661" y="73798"/>
                  <a:pt x="100829" y="73798"/>
                </a:cubicBezTo>
                <a:cubicBezTo>
                  <a:pt x="105016" y="73798"/>
                  <a:pt x="108306" y="72004"/>
                  <a:pt x="110698" y="68416"/>
                </a:cubicBezTo>
                <a:cubicBezTo>
                  <a:pt x="113092" y="64827"/>
                  <a:pt x="114289" y="59854"/>
                  <a:pt x="114289" y="53498"/>
                </a:cubicBezTo>
                <a:cubicBezTo>
                  <a:pt x="114289" y="48339"/>
                  <a:pt x="113597" y="43797"/>
                  <a:pt x="112213" y="39872"/>
                </a:cubicBezTo>
                <a:cubicBezTo>
                  <a:pt x="110830" y="35946"/>
                  <a:pt x="108942" y="32880"/>
                  <a:pt x="106550" y="30675"/>
                </a:cubicBezTo>
                <a:cubicBezTo>
                  <a:pt x="104157" y="28468"/>
                  <a:pt x="101391" y="27365"/>
                  <a:pt x="98250" y="27365"/>
                </a:cubicBezTo>
                <a:close/>
                <a:moveTo>
                  <a:pt x="182816" y="70210"/>
                </a:moveTo>
                <a:lnTo>
                  <a:pt x="182816" y="71781"/>
                </a:lnTo>
                <a:cubicBezTo>
                  <a:pt x="179974" y="72528"/>
                  <a:pt x="177413" y="73276"/>
                  <a:pt x="175132" y="74024"/>
                </a:cubicBezTo>
                <a:cubicBezTo>
                  <a:pt x="172853" y="74772"/>
                  <a:pt x="170292" y="75706"/>
                  <a:pt x="167450" y="76828"/>
                </a:cubicBezTo>
                <a:lnTo>
                  <a:pt x="167002" y="76603"/>
                </a:lnTo>
                <a:lnTo>
                  <a:pt x="167002" y="67293"/>
                </a:lnTo>
                <a:lnTo>
                  <a:pt x="162179" y="72116"/>
                </a:lnTo>
                <a:cubicBezTo>
                  <a:pt x="160683" y="73612"/>
                  <a:pt x="158907" y="74790"/>
                  <a:pt x="156851" y="75650"/>
                </a:cubicBezTo>
                <a:cubicBezTo>
                  <a:pt x="154795" y="76509"/>
                  <a:pt x="152721" y="76939"/>
                  <a:pt x="150627" y="76939"/>
                </a:cubicBezTo>
                <a:cubicBezTo>
                  <a:pt x="146514" y="76939"/>
                  <a:pt x="143224" y="75612"/>
                  <a:pt x="140756" y="72958"/>
                </a:cubicBezTo>
                <a:cubicBezTo>
                  <a:pt x="138289" y="70303"/>
                  <a:pt x="137056" y="66770"/>
                  <a:pt x="137056" y="62360"/>
                </a:cubicBezTo>
                <a:lnTo>
                  <a:pt x="137056" y="34096"/>
                </a:lnTo>
                <a:cubicBezTo>
                  <a:pt x="136980" y="31403"/>
                  <a:pt x="136457" y="29553"/>
                  <a:pt x="135485" y="28544"/>
                </a:cubicBezTo>
                <a:cubicBezTo>
                  <a:pt x="134513" y="27535"/>
                  <a:pt x="132718" y="26992"/>
                  <a:pt x="130102" y="26917"/>
                </a:cubicBezTo>
                <a:lnTo>
                  <a:pt x="130102" y="25347"/>
                </a:lnTo>
                <a:lnTo>
                  <a:pt x="146477" y="25347"/>
                </a:lnTo>
                <a:lnTo>
                  <a:pt x="146477" y="61911"/>
                </a:lnTo>
                <a:cubicBezTo>
                  <a:pt x="146477" y="64228"/>
                  <a:pt x="147262" y="66228"/>
                  <a:pt x="148832" y="67911"/>
                </a:cubicBezTo>
                <a:cubicBezTo>
                  <a:pt x="150402" y="69593"/>
                  <a:pt x="152271" y="70434"/>
                  <a:pt x="154440" y="70434"/>
                </a:cubicBezTo>
                <a:cubicBezTo>
                  <a:pt x="157880" y="70434"/>
                  <a:pt x="161170" y="69163"/>
                  <a:pt x="164310" y="66621"/>
                </a:cubicBezTo>
                <a:cubicBezTo>
                  <a:pt x="165730" y="65499"/>
                  <a:pt x="166440" y="63518"/>
                  <a:pt x="166440" y="60677"/>
                </a:cubicBezTo>
                <a:lnTo>
                  <a:pt x="166440" y="34320"/>
                </a:lnTo>
                <a:cubicBezTo>
                  <a:pt x="166440" y="31478"/>
                  <a:pt x="165935" y="29628"/>
                  <a:pt x="164926" y="28768"/>
                </a:cubicBezTo>
                <a:cubicBezTo>
                  <a:pt x="163917" y="27908"/>
                  <a:pt x="161656" y="27403"/>
                  <a:pt x="158142" y="27254"/>
                </a:cubicBezTo>
                <a:lnTo>
                  <a:pt x="158142" y="25347"/>
                </a:lnTo>
                <a:lnTo>
                  <a:pt x="175861" y="25347"/>
                </a:lnTo>
                <a:lnTo>
                  <a:pt x="175861" y="63818"/>
                </a:lnTo>
                <a:cubicBezTo>
                  <a:pt x="175937" y="66434"/>
                  <a:pt x="176329" y="68116"/>
                  <a:pt x="177039" y="68865"/>
                </a:cubicBezTo>
                <a:cubicBezTo>
                  <a:pt x="177750" y="69612"/>
                  <a:pt x="179488" y="70060"/>
                  <a:pt x="182255" y="70210"/>
                </a:cubicBezTo>
                <a:lnTo>
                  <a:pt x="182816" y="70210"/>
                </a:lnTo>
                <a:close/>
                <a:moveTo>
                  <a:pt x="186518" y="75818"/>
                </a:moveTo>
                <a:lnTo>
                  <a:pt x="186518" y="74136"/>
                </a:lnTo>
                <a:cubicBezTo>
                  <a:pt x="189359" y="73986"/>
                  <a:pt x="191209" y="73369"/>
                  <a:pt x="192068" y="72286"/>
                </a:cubicBezTo>
                <a:cubicBezTo>
                  <a:pt x="192928" y="71201"/>
                  <a:pt x="193396" y="69013"/>
                  <a:pt x="193471" y="65724"/>
                </a:cubicBezTo>
                <a:lnTo>
                  <a:pt x="193471" y="37909"/>
                </a:lnTo>
                <a:cubicBezTo>
                  <a:pt x="193471" y="35142"/>
                  <a:pt x="193172" y="33255"/>
                  <a:pt x="192573" y="32246"/>
                </a:cubicBezTo>
                <a:cubicBezTo>
                  <a:pt x="191975" y="31236"/>
                  <a:pt x="190891" y="30731"/>
                  <a:pt x="189321" y="30731"/>
                </a:cubicBezTo>
                <a:cubicBezTo>
                  <a:pt x="187901" y="30731"/>
                  <a:pt x="186892" y="30881"/>
                  <a:pt x="186294" y="31180"/>
                </a:cubicBezTo>
                <a:lnTo>
                  <a:pt x="186294" y="29273"/>
                </a:lnTo>
                <a:cubicBezTo>
                  <a:pt x="189359" y="28375"/>
                  <a:pt x="192014" y="27553"/>
                  <a:pt x="194257" y="26805"/>
                </a:cubicBezTo>
                <a:cubicBezTo>
                  <a:pt x="196500" y="26057"/>
                  <a:pt x="199005" y="25197"/>
                  <a:pt x="201772" y="24225"/>
                </a:cubicBezTo>
                <a:lnTo>
                  <a:pt x="202555" y="24451"/>
                </a:lnTo>
                <a:lnTo>
                  <a:pt x="202555" y="33310"/>
                </a:lnTo>
                <a:cubicBezTo>
                  <a:pt x="205098" y="30918"/>
                  <a:pt x="207267" y="29067"/>
                  <a:pt x="209060" y="27759"/>
                </a:cubicBezTo>
                <a:cubicBezTo>
                  <a:pt x="210855" y="26450"/>
                  <a:pt x="212500" y="25534"/>
                  <a:pt x="213996" y="25010"/>
                </a:cubicBezTo>
                <a:cubicBezTo>
                  <a:pt x="215492" y="24487"/>
                  <a:pt x="217099" y="24225"/>
                  <a:pt x="218819" y="24225"/>
                </a:cubicBezTo>
                <a:cubicBezTo>
                  <a:pt x="223006" y="24225"/>
                  <a:pt x="226258" y="25702"/>
                  <a:pt x="228575" y="28655"/>
                </a:cubicBezTo>
                <a:cubicBezTo>
                  <a:pt x="230894" y="31609"/>
                  <a:pt x="232053" y="35741"/>
                  <a:pt x="232053" y="41049"/>
                </a:cubicBezTo>
                <a:lnTo>
                  <a:pt x="232053" y="66734"/>
                </a:lnTo>
                <a:cubicBezTo>
                  <a:pt x="232128" y="69499"/>
                  <a:pt x="232595" y="71350"/>
                  <a:pt x="233454" y="72286"/>
                </a:cubicBezTo>
                <a:cubicBezTo>
                  <a:pt x="234315" y="73220"/>
                  <a:pt x="236128" y="73837"/>
                  <a:pt x="238895" y="74136"/>
                </a:cubicBezTo>
                <a:lnTo>
                  <a:pt x="238895" y="75818"/>
                </a:lnTo>
                <a:lnTo>
                  <a:pt x="215565" y="75818"/>
                </a:lnTo>
                <a:lnTo>
                  <a:pt x="215565" y="74136"/>
                </a:lnTo>
                <a:cubicBezTo>
                  <a:pt x="218332" y="73986"/>
                  <a:pt x="220183" y="73295"/>
                  <a:pt x="221117" y="72061"/>
                </a:cubicBezTo>
                <a:cubicBezTo>
                  <a:pt x="222053" y="70827"/>
                  <a:pt x="222557" y="68378"/>
                  <a:pt x="222632" y="64714"/>
                </a:cubicBezTo>
                <a:lnTo>
                  <a:pt x="222632" y="41274"/>
                </a:lnTo>
                <a:cubicBezTo>
                  <a:pt x="222632" y="34021"/>
                  <a:pt x="219903" y="30394"/>
                  <a:pt x="214444" y="30394"/>
                </a:cubicBezTo>
                <a:cubicBezTo>
                  <a:pt x="212576" y="30394"/>
                  <a:pt x="210837" y="30824"/>
                  <a:pt x="209230" y="31685"/>
                </a:cubicBezTo>
                <a:cubicBezTo>
                  <a:pt x="207622" y="32544"/>
                  <a:pt x="205510" y="34244"/>
                  <a:pt x="202892" y="36786"/>
                </a:cubicBezTo>
                <a:lnTo>
                  <a:pt x="202892" y="68303"/>
                </a:lnTo>
                <a:cubicBezTo>
                  <a:pt x="202892" y="70323"/>
                  <a:pt x="203434" y="71762"/>
                  <a:pt x="204518" y="72623"/>
                </a:cubicBezTo>
                <a:cubicBezTo>
                  <a:pt x="205602" y="73482"/>
                  <a:pt x="207527" y="73986"/>
                  <a:pt x="210294" y="74136"/>
                </a:cubicBezTo>
                <a:lnTo>
                  <a:pt x="210294" y="75818"/>
                </a:lnTo>
                <a:lnTo>
                  <a:pt x="186518" y="75818"/>
                </a:lnTo>
                <a:close/>
                <a:moveTo>
                  <a:pt x="269963" y="25347"/>
                </a:moveTo>
                <a:lnTo>
                  <a:pt x="269963" y="28936"/>
                </a:lnTo>
                <a:lnTo>
                  <a:pt x="258635" y="28936"/>
                </a:lnTo>
                <a:lnTo>
                  <a:pt x="258635" y="61013"/>
                </a:lnTo>
                <a:cubicBezTo>
                  <a:pt x="258635" y="64527"/>
                  <a:pt x="259084" y="67088"/>
                  <a:pt x="259980" y="68695"/>
                </a:cubicBezTo>
                <a:cubicBezTo>
                  <a:pt x="260878" y="70303"/>
                  <a:pt x="262374" y="71106"/>
                  <a:pt x="264468" y="71106"/>
                </a:cubicBezTo>
                <a:cubicBezTo>
                  <a:pt x="265739" y="71106"/>
                  <a:pt x="266878" y="70808"/>
                  <a:pt x="267887" y="70210"/>
                </a:cubicBezTo>
                <a:cubicBezTo>
                  <a:pt x="268897" y="69612"/>
                  <a:pt x="270000" y="68603"/>
                  <a:pt x="271197" y="67182"/>
                </a:cubicBezTo>
                <a:lnTo>
                  <a:pt x="272655" y="68416"/>
                </a:lnTo>
                <a:cubicBezTo>
                  <a:pt x="269066" y="74098"/>
                  <a:pt x="264579" y="76939"/>
                  <a:pt x="259195" y="76939"/>
                </a:cubicBezTo>
                <a:cubicBezTo>
                  <a:pt x="252541" y="76939"/>
                  <a:pt x="249214" y="72191"/>
                  <a:pt x="249214" y="62695"/>
                </a:cubicBezTo>
                <a:lnTo>
                  <a:pt x="249214" y="28936"/>
                </a:lnTo>
                <a:lnTo>
                  <a:pt x="243269" y="28936"/>
                </a:lnTo>
                <a:cubicBezTo>
                  <a:pt x="242970" y="28711"/>
                  <a:pt x="242820" y="28450"/>
                  <a:pt x="242820" y="28151"/>
                </a:cubicBezTo>
                <a:cubicBezTo>
                  <a:pt x="242820" y="27553"/>
                  <a:pt x="243456" y="26843"/>
                  <a:pt x="244727" y="26020"/>
                </a:cubicBezTo>
                <a:cubicBezTo>
                  <a:pt x="246372" y="25048"/>
                  <a:pt x="248167" y="23459"/>
                  <a:pt x="250111" y="21254"/>
                </a:cubicBezTo>
                <a:cubicBezTo>
                  <a:pt x="252055" y="19047"/>
                  <a:pt x="254635" y="15589"/>
                  <a:pt x="257850" y="10879"/>
                </a:cubicBezTo>
                <a:cubicBezTo>
                  <a:pt x="258373" y="10879"/>
                  <a:pt x="258635" y="11365"/>
                  <a:pt x="258635" y="12337"/>
                </a:cubicBezTo>
                <a:lnTo>
                  <a:pt x="258635" y="25347"/>
                </a:lnTo>
                <a:lnTo>
                  <a:pt x="269963" y="25347"/>
                </a:lnTo>
                <a:close/>
                <a:moveTo>
                  <a:pt x="318863" y="57424"/>
                </a:moveTo>
                <a:lnTo>
                  <a:pt x="320656" y="58209"/>
                </a:lnTo>
                <a:cubicBezTo>
                  <a:pt x="318339" y="64265"/>
                  <a:pt x="315143" y="68901"/>
                  <a:pt x="311067" y="72116"/>
                </a:cubicBezTo>
                <a:cubicBezTo>
                  <a:pt x="306992" y="75331"/>
                  <a:pt x="302263" y="76939"/>
                  <a:pt x="296880" y="76939"/>
                </a:cubicBezTo>
                <a:cubicBezTo>
                  <a:pt x="290450" y="76939"/>
                  <a:pt x="285346" y="74678"/>
                  <a:pt x="281570" y="70155"/>
                </a:cubicBezTo>
                <a:cubicBezTo>
                  <a:pt x="277795" y="65631"/>
                  <a:pt x="275907" y="59518"/>
                  <a:pt x="275907" y="51816"/>
                </a:cubicBezTo>
                <a:cubicBezTo>
                  <a:pt x="275907" y="47180"/>
                  <a:pt x="276636" y="42975"/>
                  <a:pt x="278094" y="39199"/>
                </a:cubicBezTo>
                <a:cubicBezTo>
                  <a:pt x="279552" y="35423"/>
                  <a:pt x="281589" y="32375"/>
                  <a:pt x="284206" y="30057"/>
                </a:cubicBezTo>
                <a:cubicBezTo>
                  <a:pt x="288542" y="26169"/>
                  <a:pt x="293590" y="24225"/>
                  <a:pt x="299348" y="24225"/>
                </a:cubicBezTo>
                <a:cubicBezTo>
                  <a:pt x="305404" y="24225"/>
                  <a:pt x="310189" y="26356"/>
                  <a:pt x="313703" y="30618"/>
                </a:cubicBezTo>
                <a:cubicBezTo>
                  <a:pt x="315123" y="32413"/>
                  <a:pt x="316170" y="34301"/>
                  <a:pt x="316843" y="36283"/>
                </a:cubicBezTo>
                <a:cubicBezTo>
                  <a:pt x="317517" y="38264"/>
                  <a:pt x="318077" y="41086"/>
                  <a:pt x="318526" y="44751"/>
                </a:cubicBezTo>
                <a:lnTo>
                  <a:pt x="283981" y="44751"/>
                </a:lnTo>
                <a:cubicBezTo>
                  <a:pt x="284131" y="48190"/>
                  <a:pt x="284430" y="50975"/>
                  <a:pt x="284878" y="53106"/>
                </a:cubicBezTo>
                <a:cubicBezTo>
                  <a:pt x="285328" y="55237"/>
                  <a:pt x="286038" y="57387"/>
                  <a:pt x="287010" y="59555"/>
                </a:cubicBezTo>
                <a:cubicBezTo>
                  <a:pt x="290300" y="65985"/>
                  <a:pt x="295122" y="69200"/>
                  <a:pt x="301479" y="69200"/>
                </a:cubicBezTo>
                <a:cubicBezTo>
                  <a:pt x="305068" y="69200"/>
                  <a:pt x="308189" y="68303"/>
                  <a:pt x="310843" y="66510"/>
                </a:cubicBezTo>
                <a:cubicBezTo>
                  <a:pt x="313498" y="64715"/>
                  <a:pt x="316171" y="61686"/>
                  <a:pt x="318863" y="57424"/>
                </a:cubicBezTo>
                <a:moveTo>
                  <a:pt x="284206" y="41161"/>
                </a:moveTo>
                <a:lnTo>
                  <a:pt x="307087" y="41161"/>
                </a:lnTo>
                <a:cubicBezTo>
                  <a:pt x="306338" y="36301"/>
                  <a:pt x="305179" y="32937"/>
                  <a:pt x="303609" y="31069"/>
                </a:cubicBezTo>
                <a:cubicBezTo>
                  <a:pt x="302039" y="29199"/>
                  <a:pt x="299534" y="28264"/>
                  <a:pt x="296095" y="28264"/>
                </a:cubicBezTo>
                <a:cubicBezTo>
                  <a:pt x="292655" y="28264"/>
                  <a:pt x="289963" y="29310"/>
                  <a:pt x="288019" y="31404"/>
                </a:cubicBezTo>
                <a:cubicBezTo>
                  <a:pt x="286076" y="33498"/>
                  <a:pt x="284805" y="36750"/>
                  <a:pt x="284206" y="41161"/>
                </a:cubicBezTo>
                <a:close/>
                <a:moveTo>
                  <a:pt x="322789" y="75818"/>
                </a:moveTo>
                <a:lnTo>
                  <a:pt x="322789" y="74136"/>
                </a:lnTo>
                <a:cubicBezTo>
                  <a:pt x="325182" y="73687"/>
                  <a:pt x="326920" y="73258"/>
                  <a:pt x="328004" y="72847"/>
                </a:cubicBezTo>
                <a:cubicBezTo>
                  <a:pt x="329088" y="72435"/>
                  <a:pt x="329798" y="71743"/>
                  <a:pt x="330135" y="70771"/>
                </a:cubicBezTo>
                <a:cubicBezTo>
                  <a:pt x="330471" y="69799"/>
                  <a:pt x="330677" y="68341"/>
                  <a:pt x="330752" y="66397"/>
                </a:cubicBezTo>
                <a:lnTo>
                  <a:pt x="330752" y="38357"/>
                </a:lnTo>
                <a:cubicBezTo>
                  <a:pt x="330752" y="35890"/>
                  <a:pt x="330472" y="34151"/>
                  <a:pt x="329910" y="33143"/>
                </a:cubicBezTo>
                <a:cubicBezTo>
                  <a:pt x="329350" y="32133"/>
                  <a:pt x="328360" y="31628"/>
                  <a:pt x="326939" y="31628"/>
                </a:cubicBezTo>
                <a:cubicBezTo>
                  <a:pt x="325743" y="31628"/>
                  <a:pt x="324434" y="31778"/>
                  <a:pt x="323014" y="32077"/>
                </a:cubicBezTo>
                <a:lnTo>
                  <a:pt x="323014" y="30281"/>
                </a:lnTo>
                <a:cubicBezTo>
                  <a:pt x="326303" y="29235"/>
                  <a:pt x="329144" y="28264"/>
                  <a:pt x="331536" y="27367"/>
                </a:cubicBezTo>
                <a:cubicBezTo>
                  <a:pt x="333930" y="26469"/>
                  <a:pt x="336622" y="25422"/>
                  <a:pt x="339612" y="24225"/>
                </a:cubicBezTo>
                <a:lnTo>
                  <a:pt x="340174" y="24451"/>
                </a:lnTo>
                <a:lnTo>
                  <a:pt x="340174" y="34769"/>
                </a:lnTo>
                <a:cubicBezTo>
                  <a:pt x="342940" y="30731"/>
                  <a:pt x="345295" y="27964"/>
                  <a:pt x="347238" y="26468"/>
                </a:cubicBezTo>
                <a:cubicBezTo>
                  <a:pt x="349182" y="24973"/>
                  <a:pt x="351314" y="24225"/>
                  <a:pt x="353632" y="24225"/>
                </a:cubicBezTo>
                <a:cubicBezTo>
                  <a:pt x="355576" y="24225"/>
                  <a:pt x="357090" y="24748"/>
                  <a:pt x="358174" y="25796"/>
                </a:cubicBezTo>
                <a:cubicBezTo>
                  <a:pt x="359259" y="26842"/>
                  <a:pt x="359802" y="28300"/>
                  <a:pt x="359802" y="30170"/>
                </a:cubicBezTo>
                <a:cubicBezTo>
                  <a:pt x="359802" y="31740"/>
                  <a:pt x="359408" y="32974"/>
                  <a:pt x="358622" y="33872"/>
                </a:cubicBezTo>
                <a:cubicBezTo>
                  <a:pt x="357837" y="34769"/>
                  <a:pt x="356772" y="35217"/>
                  <a:pt x="355427" y="35217"/>
                </a:cubicBezTo>
                <a:cubicBezTo>
                  <a:pt x="354679" y="35217"/>
                  <a:pt x="353968" y="35049"/>
                  <a:pt x="353295" y="34712"/>
                </a:cubicBezTo>
                <a:cubicBezTo>
                  <a:pt x="352623" y="34376"/>
                  <a:pt x="351838" y="33796"/>
                  <a:pt x="350940" y="32973"/>
                </a:cubicBezTo>
                <a:cubicBezTo>
                  <a:pt x="349744" y="31852"/>
                  <a:pt x="348772" y="31291"/>
                  <a:pt x="348024" y="31291"/>
                </a:cubicBezTo>
                <a:cubicBezTo>
                  <a:pt x="346978" y="31291"/>
                  <a:pt x="345837" y="31815"/>
                  <a:pt x="344603" y="32862"/>
                </a:cubicBezTo>
                <a:cubicBezTo>
                  <a:pt x="343369" y="33908"/>
                  <a:pt x="342323" y="35142"/>
                  <a:pt x="341462" y="36564"/>
                </a:cubicBezTo>
                <a:cubicBezTo>
                  <a:pt x="340603" y="37984"/>
                  <a:pt x="340174" y="39292"/>
                  <a:pt x="340174" y="40488"/>
                </a:cubicBezTo>
                <a:lnTo>
                  <a:pt x="340174" y="65724"/>
                </a:lnTo>
                <a:cubicBezTo>
                  <a:pt x="340323" y="69013"/>
                  <a:pt x="341014" y="71201"/>
                  <a:pt x="342248" y="72286"/>
                </a:cubicBezTo>
                <a:cubicBezTo>
                  <a:pt x="343482" y="73369"/>
                  <a:pt x="345968" y="73986"/>
                  <a:pt x="349706" y="74136"/>
                </a:cubicBezTo>
                <a:lnTo>
                  <a:pt x="349706" y="75818"/>
                </a:lnTo>
                <a:lnTo>
                  <a:pt x="322789" y="75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2DD6D1-9046-4479-9E34-8567DE90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5740" y="5227751"/>
            <a:ext cx="1707127" cy="65106"/>
          </a:xfrm>
          <a:custGeom xmlns:a="http://schemas.openxmlformats.org/drawingml/2006/main">
            <a:pathLst>
              <a:path w="1707127" h="65106">
                <a:moveTo>
                  <a:pt x="1649291" y="57037"/>
                </a:moveTo>
                <a:lnTo>
                  <a:pt x="1649058" y="57184"/>
                </a:lnTo>
                <a:lnTo>
                  <a:pt x="1648838" y="57344"/>
                </a:lnTo>
                <a:lnTo>
                  <a:pt x="1648633" y="57517"/>
                </a:lnTo>
                <a:lnTo>
                  <a:pt x="1648441" y="57701"/>
                </a:lnTo>
                <a:lnTo>
                  <a:pt x="1648263" y="57896"/>
                </a:lnTo>
                <a:lnTo>
                  <a:pt x="1648100" y="58101"/>
                </a:lnTo>
                <a:lnTo>
                  <a:pt x="1647951" y="58315"/>
                </a:lnTo>
                <a:lnTo>
                  <a:pt x="1647817" y="58537"/>
                </a:lnTo>
                <a:lnTo>
                  <a:pt x="1647698" y="58767"/>
                </a:lnTo>
                <a:lnTo>
                  <a:pt x="1647594" y="59004"/>
                </a:lnTo>
                <a:lnTo>
                  <a:pt x="1647506" y="59246"/>
                </a:lnTo>
                <a:lnTo>
                  <a:pt x="1647433" y="59494"/>
                </a:lnTo>
                <a:lnTo>
                  <a:pt x="1647376" y="59745"/>
                </a:lnTo>
                <a:lnTo>
                  <a:pt x="1647335" y="60000"/>
                </a:lnTo>
                <a:lnTo>
                  <a:pt x="1647311" y="60258"/>
                </a:lnTo>
                <a:lnTo>
                  <a:pt x="1647302" y="60517"/>
                </a:lnTo>
                <a:lnTo>
                  <a:pt x="1647311" y="60777"/>
                </a:lnTo>
                <a:lnTo>
                  <a:pt x="1647336" y="61037"/>
                </a:lnTo>
                <a:lnTo>
                  <a:pt x="1647378" y="61296"/>
                </a:lnTo>
                <a:lnTo>
                  <a:pt x="1647438" y="61553"/>
                </a:lnTo>
                <a:lnTo>
                  <a:pt x="1647515" y="61808"/>
                </a:lnTo>
                <a:lnTo>
                  <a:pt x="1647609" y="62060"/>
                </a:lnTo>
                <a:lnTo>
                  <a:pt x="1647722" y="62307"/>
                </a:lnTo>
                <a:lnTo>
                  <a:pt x="1647853" y="62549"/>
                </a:lnTo>
                <a:lnTo>
                  <a:pt x="1647999" y="62773"/>
                </a:lnTo>
                <a:lnTo>
                  <a:pt x="1648159" y="62985"/>
                </a:lnTo>
                <a:lnTo>
                  <a:pt x="1648332" y="63185"/>
                </a:lnTo>
                <a:lnTo>
                  <a:pt x="1648516" y="63372"/>
                </a:lnTo>
                <a:lnTo>
                  <a:pt x="1648710" y="63546"/>
                </a:lnTo>
                <a:lnTo>
                  <a:pt x="1648915" y="63706"/>
                </a:lnTo>
                <a:lnTo>
                  <a:pt x="1649128" y="63854"/>
                </a:lnTo>
                <a:lnTo>
                  <a:pt x="1649350" y="63987"/>
                </a:lnTo>
                <a:lnTo>
                  <a:pt x="1649579" y="64107"/>
                </a:lnTo>
                <a:lnTo>
                  <a:pt x="1649814" y="64212"/>
                </a:lnTo>
                <a:lnTo>
                  <a:pt x="1650054" y="64302"/>
                </a:lnTo>
                <a:lnTo>
                  <a:pt x="1650299" y="64377"/>
                </a:lnTo>
                <a:lnTo>
                  <a:pt x="1650548" y="64436"/>
                </a:lnTo>
                <a:lnTo>
                  <a:pt x="1650800" y="64480"/>
                </a:lnTo>
                <a:lnTo>
                  <a:pt x="1651054" y="64508"/>
                </a:lnTo>
                <a:lnTo>
                  <a:pt x="1651308" y="64520"/>
                </a:lnTo>
                <a:lnTo>
                  <a:pt x="1651564" y="64515"/>
                </a:lnTo>
                <a:lnTo>
                  <a:pt x="1651818" y="64493"/>
                </a:lnTo>
                <a:lnTo>
                  <a:pt x="1652071" y="64454"/>
                </a:lnTo>
                <a:lnTo>
                  <a:pt x="1652322" y="64397"/>
                </a:lnTo>
                <a:lnTo>
                  <a:pt x="1652570" y="64322"/>
                </a:lnTo>
                <a:lnTo>
                  <a:pt x="1652813" y="64229"/>
                </a:lnTo>
                <a:lnTo>
                  <a:pt x="1653052" y="64118"/>
                </a:lnTo>
                <a:lnTo>
                  <a:pt x="1653285" y="63987"/>
                </a:lnTo>
                <a:lnTo>
                  <a:pt x="1707127" y="32513"/>
                </a:lnTo>
                <a:lnTo>
                  <a:pt x="1653285" y="1118"/>
                </a:lnTo>
                <a:lnTo>
                  <a:pt x="1653043" y="988"/>
                </a:lnTo>
                <a:lnTo>
                  <a:pt x="1652797" y="875"/>
                </a:lnTo>
                <a:lnTo>
                  <a:pt x="1652547" y="780"/>
                </a:lnTo>
                <a:lnTo>
                  <a:pt x="1652294" y="703"/>
                </a:lnTo>
                <a:lnTo>
                  <a:pt x="1652040" y="644"/>
                </a:lnTo>
                <a:lnTo>
                  <a:pt x="1651785" y="602"/>
                </a:lnTo>
                <a:lnTo>
                  <a:pt x="1651529" y="576"/>
                </a:lnTo>
                <a:lnTo>
                  <a:pt x="1651273" y="568"/>
                </a:lnTo>
                <a:lnTo>
                  <a:pt x="1651018" y="576"/>
                </a:lnTo>
                <a:lnTo>
                  <a:pt x="1650766" y="601"/>
                </a:lnTo>
                <a:lnTo>
                  <a:pt x="1650516" y="642"/>
                </a:lnTo>
                <a:lnTo>
                  <a:pt x="1650269" y="699"/>
                </a:lnTo>
                <a:lnTo>
                  <a:pt x="1650027" y="772"/>
                </a:lnTo>
                <a:lnTo>
                  <a:pt x="1649789" y="860"/>
                </a:lnTo>
                <a:lnTo>
                  <a:pt x="1649557" y="964"/>
                </a:lnTo>
                <a:lnTo>
                  <a:pt x="1649332" y="1083"/>
                </a:lnTo>
                <a:lnTo>
                  <a:pt x="1649114" y="1217"/>
                </a:lnTo>
                <a:lnTo>
                  <a:pt x="1648904" y="1366"/>
                </a:lnTo>
                <a:lnTo>
                  <a:pt x="1648702" y="1529"/>
                </a:lnTo>
                <a:lnTo>
                  <a:pt x="1648510" y="1706"/>
                </a:lnTo>
                <a:lnTo>
                  <a:pt x="1648329" y="1898"/>
                </a:lnTo>
                <a:lnTo>
                  <a:pt x="1648158" y="2104"/>
                </a:lnTo>
                <a:lnTo>
                  <a:pt x="1647999" y="2323"/>
                </a:lnTo>
                <a:lnTo>
                  <a:pt x="1647853" y="2556"/>
                </a:lnTo>
                <a:lnTo>
                  <a:pt x="1647722" y="2799"/>
                </a:lnTo>
                <a:lnTo>
                  <a:pt x="1647609" y="3046"/>
                </a:lnTo>
                <a:lnTo>
                  <a:pt x="1647515" y="3298"/>
                </a:lnTo>
                <a:lnTo>
                  <a:pt x="1647438" y="3553"/>
                </a:lnTo>
                <a:lnTo>
                  <a:pt x="1647378" y="3810"/>
                </a:lnTo>
                <a:lnTo>
                  <a:pt x="1647336" y="4069"/>
                </a:lnTo>
                <a:lnTo>
                  <a:pt x="1647311" y="4329"/>
                </a:lnTo>
                <a:lnTo>
                  <a:pt x="1647302" y="4589"/>
                </a:lnTo>
                <a:lnTo>
                  <a:pt x="1647311" y="4848"/>
                </a:lnTo>
                <a:lnTo>
                  <a:pt x="1647335" y="5105"/>
                </a:lnTo>
                <a:lnTo>
                  <a:pt x="1647376" y="5360"/>
                </a:lnTo>
                <a:lnTo>
                  <a:pt x="1647433" y="5612"/>
                </a:lnTo>
                <a:lnTo>
                  <a:pt x="1647506" y="5859"/>
                </a:lnTo>
                <a:lnTo>
                  <a:pt x="1647594" y="6102"/>
                </a:lnTo>
                <a:lnTo>
                  <a:pt x="1647698" y="6338"/>
                </a:lnTo>
                <a:lnTo>
                  <a:pt x="1647817" y="6568"/>
                </a:lnTo>
                <a:lnTo>
                  <a:pt x="1647951" y="6791"/>
                </a:lnTo>
                <a:lnTo>
                  <a:pt x="1648100" y="7005"/>
                </a:lnTo>
                <a:lnTo>
                  <a:pt x="1648263" y="7210"/>
                </a:lnTo>
                <a:lnTo>
                  <a:pt x="1648441" y="7405"/>
                </a:lnTo>
                <a:lnTo>
                  <a:pt x="1648633" y="7589"/>
                </a:lnTo>
                <a:lnTo>
                  <a:pt x="1648838" y="7762"/>
                </a:lnTo>
                <a:lnTo>
                  <a:pt x="1649058" y="7922"/>
                </a:lnTo>
                <a:lnTo>
                  <a:pt x="1649291" y="8068"/>
                </a:lnTo>
                <a:lnTo>
                  <a:pt x="1684463" y="28527"/>
                </a:lnTo>
                <a:lnTo>
                  <a:pt x="0" y="29477"/>
                </a:lnTo>
                <a:lnTo>
                  <a:pt x="0" y="37466"/>
                </a:lnTo>
                <a:lnTo>
                  <a:pt x="1684471" y="36515"/>
                </a:lnTo>
                <a:lnTo>
                  <a:pt x="1649291" y="570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EC538-AA48-425B-B0B0-9389F301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2835" y="5210815"/>
            <a:ext cx="98178" cy="50167"/>
          </a:xfrm>
          <a:custGeom xmlns:a="http://schemas.openxmlformats.org/drawingml/2006/main">
            <a:pathLst>
              <a:path w="98178" h="50167" fill="none">
                <a:moveTo>
                  <a:pt x="0" y="44655"/>
                </a:moveTo>
                <a:cubicBezTo>
                  <a:pt x="1678" y="19252"/>
                  <a:pt x="24684" y="0"/>
                  <a:pt x="51366" y="1598"/>
                </a:cubicBezTo>
                <a:cubicBezTo>
                  <a:pt x="77967" y="3195"/>
                  <a:pt x="98178" y="24924"/>
                  <a:pt x="96660" y="50167"/>
                </a:cubicBezTo>
              </a:path>
            </a:pathLst>
          </a:custGeom>
          <a:noFill xmlns:a="http://schemas.openxmlformats.org/drawingml/2006/main"/>
          <a:ln xmlns:a="http://schemas.openxmlformats.org/drawingml/2006/main" w="7988" cap="flat">
            <a:solidFill>
              <a:srgbClr val="000000"/>
            </a:solidFill>
            <a:round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AC28A-2DEE-497F-B45F-8B5ACAD7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4636" y="3832936"/>
            <a:ext cx="10" cy="3057925"/>
          </a:xfrm>
          <a:custGeom xmlns:a="http://schemas.openxmlformats.org/drawingml/2006/main">
            <a:pathLst>
              <a:path w="1" h="3057925" fill="none">
                <a:moveTo>
                  <a:pt x="0" y="3057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7F007-46CC-489C-A2E9-3A2DF0B5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700" y="6896548"/>
            <a:ext cx="6815623" cy="10"/>
          </a:xfrm>
          <a:custGeom xmlns:a="http://schemas.openxmlformats.org/drawingml/2006/main">
            <a:pathLst>
              <a:path w="6815623" h="1" fill="none">
                <a:moveTo>
                  <a:pt x="0" y="0"/>
                </a:moveTo>
                <a:lnTo>
                  <a:pt x="6815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73" cap="flat">
            <a:solidFill>
              <a:srgbClr val="000000"/>
            </a:solidFill>
            <a:miter/>
          </a:ln>
        </p:spPr>
      </p:sp>
      <p:sp>
        <p:nvSpPr>
          <p:cNvPr id="288" name="Text (d)ChaCha20-Poly1305[">
            <a:extLst xmlns:a="http://schemas.openxmlformats.org/drawingml/2006/main">
              <a:ext uri="{FF2B5EF4-FFF2-40B4-BE49-F238E27FC236}">
                <a16:creationId xmlns:a16="http://schemas.microsoft.com/office/drawing/2014/main" id="{98EA2AB2-8A4E-44ED-B0B6-35FAB86D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692" y="7104582"/>
            <a:ext cx="2561123" cy="232105"/>
          </a:xfrm>
          <a:custGeom xmlns:a="http://schemas.openxmlformats.org/drawingml/2006/main">
            <a:pathLst>
              <a:path w="2561123" h="232105">
                <a:moveTo>
                  <a:pt x="62022" y="3155"/>
                </a:moveTo>
                <a:cubicBezTo>
                  <a:pt x="43440" y="15454"/>
                  <a:pt x="35907" y="22116"/>
                  <a:pt x="26616" y="33903"/>
                </a:cubicBezTo>
                <a:cubicBezTo>
                  <a:pt x="8789" y="56192"/>
                  <a:pt x="0" y="81815"/>
                  <a:pt x="0" y="111793"/>
                </a:cubicBezTo>
                <a:cubicBezTo>
                  <a:pt x="0" y="144332"/>
                  <a:pt x="9291" y="169439"/>
                  <a:pt x="31386" y="195574"/>
                </a:cubicBezTo>
                <a:cubicBezTo>
                  <a:pt x="41681" y="207874"/>
                  <a:pt x="48210" y="213511"/>
                  <a:pt x="61267" y="221709"/>
                </a:cubicBezTo>
                <a:lnTo>
                  <a:pt x="64278" y="217608"/>
                </a:lnTo>
                <a:cubicBezTo>
                  <a:pt x="44194" y="201466"/>
                  <a:pt x="37164" y="192501"/>
                  <a:pt x="30383" y="173282"/>
                </a:cubicBezTo>
                <a:cubicBezTo>
                  <a:pt x="24356" y="156119"/>
                  <a:pt x="21593" y="136646"/>
                  <a:pt x="21593" y="111023"/>
                </a:cubicBezTo>
                <a:cubicBezTo>
                  <a:pt x="21593" y="84121"/>
                  <a:pt x="24858" y="63112"/>
                  <a:pt x="31639" y="47227"/>
                </a:cubicBezTo>
                <a:cubicBezTo>
                  <a:pt x="38670" y="31339"/>
                  <a:pt x="46202" y="22116"/>
                  <a:pt x="64278" y="7256"/>
                </a:cubicBezTo>
                <a:lnTo>
                  <a:pt x="62022" y="3155"/>
                </a:lnTo>
                <a:close/>
                <a:moveTo>
                  <a:pt x="157937" y="178802"/>
                </a:moveTo>
                <a:lnTo>
                  <a:pt x="194849" y="165483"/>
                </a:lnTo>
                <a:lnTo>
                  <a:pt x="194849" y="161385"/>
                </a:lnTo>
                <a:cubicBezTo>
                  <a:pt x="190328" y="161639"/>
                  <a:pt x="189826" y="161639"/>
                  <a:pt x="189071" y="161639"/>
                </a:cubicBezTo>
                <a:cubicBezTo>
                  <a:pt x="180033" y="161639"/>
                  <a:pt x="178025" y="158825"/>
                  <a:pt x="178025" y="147045"/>
                </a:cubicBezTo>
                <a:lnTo>
                  <a:pt x="178025" y="1830"/>
                </a:lnTo>
                <a:lnTo>
                  <a:pt x="176768" y="1318"/>
                </a:lnTo>
                <a:cubicBezTo>
                  <a:pt x="164715" y="5673"/>
                  <a:pt x="155930" y="8233"/>
                  <a:pt x="139857" y="12593"/>
                </a:cubicBezTo>
                <a:lnTo>
                  <a:pt x="139857" y="16690"/>
                </a:lnTo>
                <a:cubicBezTo>
                  <a:pt x="141869" y="16436"/>
                  <a:pt x="143375" y="16436"/>
                  <a:pt x="145382" y="16436"/>
                </a:cubicBezTo>
                <a:cubicBezTo>
                  <a:pt x="154673" y="16436"/>
                  <a:pt x="156934" y="18996"/>
                  <a:pt x="156934" y="29501"/>
                </a:cubicBezTo>
                <a:lnTo>
                  <a:pt x="156934" y="69468"/>
                </a:lnTo>
                <a:cubicBezTo>
                  <a:pt x="147390" y="61270"/>
                  <a:pt x="140612" y="58451"/>
                  <a:pt x="130566" y="58451"/>
                </a:cubicBezTo>
                <a:cubicBezTo>
                  <a:pt x="101693" y="58451"/>
                  <a:pt x="78341" y="87390"/>
                  <a:pt x="78341" y="123748"/>
                </a:cubicBezTo>
                <a:cubicBezTo>
                  <a:pt x="78341" y="156518"/>
                  <a:pt x="97172" y="178802"/>
                  <a:pt x="124793" y="178802"/>
                </a:cubicBezTo>
                <a:cubicBezTo>
                  <a:pt x="138854" y="178802"/>
                  <a:pt x="148397" y="173681"/>
                  <a:pt x="156934" y="161639"/>
                </a:cubicBezTo>
                <a:lnTo>
                  <a:pt x="156934" y="178036"/>
                </a:lnTo>
                <a:lnTo>
                  <a:pt x="157937" y="178802"/>
                </a:lnTo>
                <a:moveTo>
                  <a:pt x="156934" y="150118"/>
                </a:moveTo>
                <a:cubicBezTo>
                  <a:pt x="156934" y="151913"/>
                  <a:pt x="155175" y="154985"/>
                  <a:pt x="152666" y="157800"/>
                </a:cubicBezTo>
                <a:cubicBezTo>
                  <a:pt x="148145" y="162922"/>
                  <a:pt x="141869" y="165483"/>
                  <a:pt x="134585" y="165483"/>
                </a:cubicBezTo>
                <a:cubicBezTo>
                  <a:pt x="113747" y="165483"/>
                  <a:pt x="99935" y="144997"/>
                  <a:pt x="99935" y="113505"/>
                </a:cubicBezTo>
                <a:cubicBezTo>
                  <a:pt x="99935" y="84575"/>
                  <a:pt x="112237" y="65629"/>
                  <a:pt x="131321" y="65629"/>
                </a:cubicBezTo>
                <a:cubicBezTo>
                  <a:pt x="144631" y="65629"/>
                  <a:pt x="156934" y="77659"/>
                  <a:pt x="156934" y="91229"/>
                </a:cubicBezTo>
                <a:lnTo>
                  <a:pt x="156934" y="150118"/>
                </a:lnTo>
                <a:close/>
                <a:moveTo>
                  <a:pt x="206649" y="221709"/>
                </a:moveTo>
                <a:cubicBezTo>
                  <a:pt x="225231" y="209410"/>
                  <a:pt x="232763" y="202748"/>
                  <a:pt x="242050" y="190961"/>
                </a:cubicBezTo>
                <a:cubicBezTo>
                  <a:pt x="259882" y="168673"/>
                  <a:pt x="268667" y="143050"/>
                  <a:pt x="268667" y="113075"/>
                </a:cubicBezTo>
                <a:cubicBezTo>
                  <a:pt x="268667" y="80278"/>
                  <a:pt x="259376" y="55425"/>
                  <a:pt x="237280" y="29290"/>
                </a:cubicBezTo>
                <a:cubicBezTo>
                  <a:pt x="226986" y="16991"/>
                  <a:pt x="220457" y="11357"/>
                  <a:pt x="207400" y="3155"/>
                </a:cubicBezTo>
                <a:lnTo>
                  <a:pt x="204388" y="7256"/>
                </a:lnTo>
                <a:cubicBezTo>
                  <a:pt x="224476" y="23399"/>
                  <a:pt x="231254" y="32367"/>
                  <a:pt x="238284" y="51582"/>
                </a:cubicBezTo>
                <a:cubicBezTo>
                  <a:pt x="244311" y="68749"/>
                  <a:pt x="247073" y="88219"/>
                  <a:pt x="247073" y="113842"/>
                </a:cubicBezTo>
                <a:cubicBezTo>
                  <a:pt x="247073" y="140489"/>
                  <a:pt x="243809" y="161753"/>
                  <a:pt x="237031" y="177383"/>
                </a:cubicBezTo>
                <a:cubicBezTo>
                  <a:pt x="230001" y="193526"/>
                  <a:pt x="222468" y="202748"/>
                  <a:pt x="204388" y="217608"/>
                </a:cubicBezTo>
                <a:lnTo>
                  <a:pt x="206649" y="221709"/>
                </a:lnTo>
                <a:close/>
                <a:moveTo>
                  <a:pt x="485861" y="61020"/>
                </a:moveTo>
                <a:lnTo>
                  <a:pt x="483601" y="3155"/>
                </a:lnTo>
                <a:lnTo>
                  <a:pt x="478329" y="3155"/>
                </a:lnTo>
                <a:cubicBezTo>
                  <a:pt x="476823" y="8538"/>
                  <a:pt x="472804" y="11611"/>
                  <a:pt x="467781" y="11611"/>
                </a:cubicBezTo>
                <a:cubicBezTo>
                  <a:pt x="465521" y="11611"/>
                  <a:pt x="461755" y="10845"/>
                  <a:pt x="457988" y="9305"/>
                </a:cubicBezTo>
                <a:cubicBezTo>
                  <a:pt x="445686" y="5207"/>
                  <a:pt x="433131" y="3155"/>
                  <a:pt x="421330" y="3155"/>
                </a:cubicBezTo>
                <a:cubicBezTo>
                  <a:pt x="400740" y="3155"/>
                  <a:pt x="379902" y="11099"/>
                  <a:pt x="364331" y="25181"/>
                </a:cubicBezTo>
                <a:cubicBezTo>
                  <a:pt x="346757" y="41054"/>
                  <a:pt x="337217" y="64859"/>
                  <a:pt x="337217" y="93016"/>
                </a:cubicBezTo>
                <a:cubicBezTo>
                  <a:pt x="337217" y="116825"/>
                  <a:pt x="344749" y="138839"/>
                  <a:pt x="357554" y="153429"/>
                </a:cubicBezTo>
                <a:cubicBezTo>
                  <a:pt x="372618" y="170068"/>
                  <a:pt x="395718" y="179803"/>
                  <a:pt x="420579" y="179803"/>
                </a:cubicBezTo>
                <a:cubicBezTo>
                  <a:pt x="448950" y="179803"/>
                  <a:pt x="473808" y="168020"/>
                  <a:pt x="489126" y="147284"/>
                </a:cubicBezTo>
                <a:lnTo>
                  <a:pt x="484605" y="142678"/>
                </a:lnTo>
                <a:cubicBezTo>
                  <a:pt x="466026" y="160854"/>
                  <a:pt x="449452" y="168532"/>
                  <a:pt x="428613" y="168532"/>
                </a:cubicBezTo>
                <a:cubicBezTo>
                  <a:pt x="412794" y="168532"/>
                  <a:pt x="398733" y="163410"/>
                  <a:pt x="387936" y="153684"/>
                </a:cubicBezTo>
                <a:cubicBezTo>
                  <a:pt x="374124" y="141142"/>
                  <a:pt x="366343" y="118103"/>
                  <a:pt x="366343" y="89689"/>
                </a:cubicBezTo>
                <a:cubicBezTo>
                  <a:pt x="366343" y="43357"/>
                  <a:pt x="389695" y="13406"/>
                  <a:pt x="426100" y="13406"/>
                </a:cubicBezTo>
                <a:cubicBezTo>
                  <a:pt x="440414" y="13406"/>
                  <a:pt x="453471" y="18781"/>
                  <a:pt x="463513" y="29020"/>
                </a:cubicBezTo>
                <a:cubicBezTo>
                  <a:pt x="471547" y="37211"/>
                  <a:pt x="475314" y="44381"/>
                  <a:pt x="480087" y="61020"/>
                </a:cubicBezTo>
                <a:lnTo>
                  <a:pt x="485861" y="61020"/>
                </a:lnTo>
                <a:close/>
                <a:moveTo>
                  <a:pt x="537085" y="88430"/>
                </a:moveTo>
                <a:cubicBezTo>
                  <a:pt x="547629" y="76646"/>
                  <a:pt x="555161" y="72287"/>
                  <a:pt x="564954" y="72287"/>
                </a:cubicBezTo>
                <a:cubicBezTo>
                  <a:pt x="577510" y="72287"/>
                  <a:pt x="583785" y="81514"/>
                  <a:pt x="583785" y="99447"/>
                </a:cubicBezTo>
                <a:lnTo>
                  <a:pt x="583785" y="150169"/>
                </a:lnTo>
                <a:cubicBezTo>
                  <a:pt x="583785" y="167590"/>
                  <a:pt x="581276" y="170921"/>
                  <a:pt x="566713" y="172457"/>
                </a:cubicBezTo>
                <a:lnTo>
                  <a:pt x="566713" y="176300"/>
                </a:lnTo>
                <a:lnTo>
                  <a:pt x="619945" y="176300"/>
                </a:lnTo>
                <a:lnTo>
                  <a:pt x="619945" y="172457"/>
                </a:lnTo>
                <a:cubicBezTo>
                  <a:pt x="606386" y="169896"/>
                  <a:pt x="604877" y="167848"/>
                  <a:pt x="604877" y="150169"/>
                </a:cubicBezTo>
                <a:lnTo>
                  <a:pt x="604877" y="99189"/>
                </a:lnTo>
                <a:cubicBezTo>
                  <a:pt x="604877" y="72287"/>
                  <a:pt x="594333" y="58451"/>
                  <a:pt x="573992" y="58451"/>
                </a:cubicBezTo>
                <a:cubicBezTo>
                  <a:pt x="559180" y="58451"/>
                  <a:pt x="548633" y="64601"/>
                  <a:pt x="537085" y="79973"/>
                </a:cubicBezTo>
                <a:lnTo>
                  <a:pt x="537085" y="2088"/>
                </a:lnTo>
                <a:lnTo>
                  <a:pt x="535828" y="1318"/>
                </a:lnTo>
                <a:cubicBezTo>
                  <a:pt x="527292" y="4390"/>
                  <a:pt x="521013" y="6443"/>
                  <a:pt x="506952" y="10540"/>
                </a:cubicBezTo>
                <a:lnTo>
                  <a:pt x="500174" y="12593"/>
                </a:lnTo>
                <a:lnTo>
                  <a:pt x="500174" y="16690"/>
                </a:lnTo>
                <a:cubicBezTo>
                  <a:pt x="501178" y="16436"/>
                  <a:pt x="501933" y="16436"/>
                  <a:pt x="503185" y="16436"/>
                </a:cubicBezTo>
                <a:cubicBezTo>
                  <a:pt x="513982" y="16436"/>
                  <a:pt x="515994" y="18484"/>
                  <a:pt x="515994" y="29501"/>
                </a:cubicBezTo>
                <a:lnTo>
                  <a:pt x="515994" y="150169"/>
                </a:lnTo>
                <a:cubicBezTo>
                  <a:pt x="515994" y="168102"/>
                  <a:pt x="514484" y="170409"/>
                  <a:pt x="499921" y="172457"/>
                </a:cubicBezTo>
                <a:lnTo>
                  <a:pt x="499921" y="176300"/>
                </a:lnTo>
                <a:lnTo>
                  <a:pt x="554158" y="176300"/>
                </a:lnTo>
                <a:lnTo>
                  <a:pt x="554158" y="172457"/>
                </a:lnTo>
                <a:cubicBezTo>
                  <a:pt x="539595" y="170921"/>
                  <a:pt x="537085" y="167848"/>
                  <a:pt x="537085" y="150169"/>
                </a:cubicBezTo>
                <a:lnTo>
                  <a:pt x="537085" y="88430"/>
                </a:lnTo>
                <a:close/>
                <a:moveTo>
                  <a:pt x="734188" y="159337"/>
                </a:moveTo>
                <a:cubicBezTo>
                  <a:pt x="729920" y="162918"/>
                  <a:pt x="726908" y="164200"/>
                  <a:pt x="723142" y="164200"/>
                </a:cubicBezTo>
                <a:cubicBezTo>
                  <a:pt x="717368" y="164200"/>
                  <a:pt x="715610" y="160615"/>
                  <a:pt x="715610" y="149352"/>
                </a:cubicBezTo>
                <a:lnTo>
                  <a:pt x="715610" y="99423"/>
                </a:lnTo>
                <a:cubicBezTo>
                  <a:pt x="715610" y="86107"/>
                  <a:pt x="714353" y="78683"/>
                  <a:pt x="710587" y="72537"/>
                </a:cubicBezTo>
                <a:cubicBezTo>
                  <a:pt x="705062" y="63323"/>
                  <a:pt x="694265" y="58451"/>
                  <a:pt x="679453" y="58451"/>
                </a:cubicBezTo>
                <a:cubicBezTo>
                  <a:pt x="655848" y="58451"/>
                  <a:pt x="637270" y="71001"/>
                  <a:pt x="637270" y="87132"/>
                </a:cubicBezTo>
                <a:cubicBezTo>
                  <a:pt x="637270" y="93023"/>
                  <a:pt x="642289" y="98141"/>
                  <a:pt x="648067" y="98141"/>
                </a:cubicBezTo>
                <a:cubicBezTo>
                  <a:pt x="654090" y="98141"/>
                  <a:pt x="659366" y="93023"/>
                  <a:pt x="659366" y="87390"/>
                </a:cubicBezTo>
                <a:cubicBezTo>
                  <a:pt x="659366" y="86365"/>
                  <a:pt x="659113" y="85083"/>
                  <a:pt x="658864" y="83293"/>
                </a:cubicBezTo>
                <a:cubicBezTo>
                  <a:pt x="658362" y="80990"/>
                  <a:pt x="658109" y="78941"/>
                  <a:pt x="658109" y="77147"/>
                </a:cubicBezTo>
                <a:cubicBezTo>
                  <a:pt x="658109" y="70235"/>
                  <a:pt x="666143" y="64601"/>
                  <a:pt x="676189" y="64601"/>
                </a:cubicBezTo>
                <a:cubicBezTo>
                  <a:pt x="688491" y="64601"/>
                  <a:pt x="695269" y="72025"/>
                  <a:pt x="695269" y="85853"/>
                </a:cubicBezTo>
                <a:lnTo>
                  <a:pt x="695269" y="101472"/>
                </a:lnTo>
                <a:cubicBezTo>
                  <a:pt x="656603" y="117345"/>
                  <a:pt x="652335" y="119393"/>
                  <a:pt x="641538" y="129124"/>
                </a:cubicBezTo>
                <a:cubicBezTo>
                  <a:pt x="636014" y="134245"/>
                  <a:pt x="632496" y="142948"/>
                  <a:pt x="632496" y="151397"/>
                </a:cubicBezTo>
                <a:cubicBezTo>
                  <a:pt x="632496" y="167531"/>
                  <a:pt x="643546" y="178802"/>
                  <a:pt x="658864" y="178802"/>
                </a:cubicBezTo>
                <a:cubicBezTo>
                  <a:pt x="669909" y="178802"/>
                  <a:pt x="680204" y="173423"/>
                  <a:pt x="695522" y="160099"/>
                </a:cubicBezTo>
                <a:cubicBezTo>
                  <a:pt x="696779" y="173423"/>
                  <a:pt x="701296" y="178802"/>
                  <a:pt x="711591" y="178802"/>
                </a:cubicBezTo>
                <a:cubicBezTo>
                  <a:pt x="720127" y="178802"/>
                  <a:pt x="725403" y="175729"/>
                  <a:pt x="734188" y="165995"/>
                </a:cubicBezTo>
                <a:lnTo>
                  <a:pt x="734188" y="159337"/>
                </a:lnTo>
                <a:moveTo>
                  <a:pt x="695269" y="144727"/>
                </a:moveTo>
                <a:cubicBezTo>
                  <a:pt x="695269" y="152671"/>
                  <a:pt x="694016" y="154978"/>
                  <a:pt x="688740" y="158051"/>
                </a:cubicBezTo>
                <a:cubicBezTo>
                  <a:pt x="682718" y="161639"/>
                  <a:pt x="675687" y="163942"/>
                  <a:pt x="670411" y="163942"/>
                </a:cubicBezTo>
                <a:cubicBezTo>
                  <a:pt x="661626" y="163942"/>
                  <a:pt x="654596" y="155232"/>
                  <a:pt x="654596" y="144215"/>
                </a:cubicBezTo>
                <a:lnTo>
                  <a:pt x="654596" y="143190"/>
                </a:lnTo>
                <a:cubicBezTo>
                  <a:pt x="654596" y="128072"/>
                  <a:pt x="664887" y="118850"/>
                  <a:pt x="695269" y="107575"/>
                </a:cubicBezTo>
                <a:lnTo>
                  <a:pt x="695269" y="144727"/>
                </a:lnTo>
                <a:close/>
                <a:moveTo>
                  <a:pt x="890368" y="61020"/>
                </a:moveTo>
                <a:lnTo>
                  <a:pt x="888108" y="3155"/>
                </a:lnTo>
                <a:lnTo>
                  <a:pt x="882836" y="3155"/>
                </a:lnTo>
                <a:cubicBezTo>
                  <a:pt x="881330" y="8538"/>
                  <a:pt x="877311" y="11611"/>
                  <a:pt x="872288" y="11611"/>
                </a:cubicBezTo>
                <a:cubicBezTo>
                  <a:pt x="870028" y="11611"/>
                  <a:pt x="866262" y="10845"/>
                  <a:pt x="862495" y="9305"/>
                </a:cubicBezTo>
                <a:cubicBezTo>
                  <a:pt x="850193" y="5207"/>
                  <a:pt x="837638" y="3155"/>
                  <a:pt x="825837" y="3155"/>
                </a:cubicBezTo>
                <a:cubicBezTo>
                  <a:pt x="805248" y="3155"/>
                  <a:pt x="784409" y="11099"/>
                  <a:pt x="768838" y="25181"/>
                </a:cubicBezTo>
                <a:cubicBezTo>
                  <a:pt x="751264" y="41054"/>
                  <a:pt x="741724" y="64859"/>
                  <a:pt x="741724" y="93016"/>
                </a:cubicBezTo>
                <a:cubicBezTo>
                  <a:pt x="741724" y="116825"/>
                  <a:pt x="749256" y="138839"/>
                  <a:pt x="762061" y="153429"/>
                </a:cubicBezTo>
                <a:cubicBezTo>
                  <a:pt x="777126" y="170068"/>
                  <a:pt x="800225" y="179803"/>
                  <a:pt x="825086" y="179803"/>
                </a:cubicBezTo>
                <a:cubicBezTo>
                  <a:pt x="853457" y="179803"/>
                  <a:pt x="878315" y="168020"/>
                  <a:pt x="893633" y="147284"/>
                </a:cubicBezTo>
                <a:lnTo>
                  <a:pt x="889112" y="142678"/>
                </a:lnTo>
                <a:cubicBezTo>
                  <a:pt x="870534" y="160854"/>
                  <a:pt x="853959" y="168532"/>
                  <a:pt x="833121" y="168532"/>
                </a:cubicBezTo>
                <a:cubicBezTo>
                  <a:pt x="817301" y="168532"/>
                  <a:pt x="803240" y="163410"/>
                  <a:pt x="792443" y="153684"/>
                </a:cubicBezTo>
                <a:cubicBezTo>
                  <a:pt x="778631" y="141142"/>
                  <a:pt x="770850" y="118103"/>
                  <a:pt x="770850" y="89689"/>
                </a:cubicBezTo>
                <a:cubicBezTo>
                  <a:pt x="770850" y="43357"/>
                  <a:pt x="794202" y="13406"/>
                  <a:pt x="830607" y="13406"/>
                </a:cubicBezTo>
                <a:cubicBezTo>
                  <a:pt x="844921" y="13406"/>
                  <a:pt x="857978" y="18781"/>
                  <a:pt x="868020" y="29020"/>
                </a:cubicBezTo>
                <a:cubicBezTo>
                  <a:pt x="876055" y="37211"/>
                  <a:pt x="879821" y="44381"/>
                  <a:pt x="884595" y="61020"/>
                </a:cubicBezTo>
                <a:lnTo>
                  <a:pt x="890368" y="61020"/>
                </a:lnTo>
                <a:close/>
                <a:moveTo>
                  <a:pt x="941592" y="88430"/>
                </a:moveTo>
                <a:cubicBezTo>
                  <a:pt x="952136" y="76646"/>
                  <a:pt x="959668" y="72287"/>
                  <a:pt x="969461" y="72287"/>
                </a:cubicBezTo>
                <a:cubicBezTo>
                  <a:pt x="982016" y="72287"/>
                  <a:pt x="988292" y="81514"/>
                  <a:pt x="988292" y="99447"/>
                </a:cubicBezTo>
                <a:lnTo>
                  <a:pt x="988292" y="150169"/>
                </a:lnTo>
                <a:cubicBezTo>
                  <a:pt x="988292" y="167590"/>
                  <a:pt x="985783" y="170921"/>
                  <a:pt x="971220" y="172457"/>
                </a:cubicBezTo>
                <a:lnTo>
                  <a:pt x="971220" y="176300"/>
                </a:lnTo>
                <a:lnTo>
                  <a:pt x="1024452" y="176300"/>
                </a:lnTo>
                <a:lnTo>
                  <a:pt x="1024452" y="172457"/>
                </a:lnTo>
                <a:cubicBezTo>
                  <a:pt x="1010893" y="169896"/>
                  <a:pt x="1009384" y="167848"/>
                  <a:pt x="1009384" y="150169"/>
                </a:cubicBezTo>
                <a:lnTo>
                  <a:pt x="1009384" y="99189"/>
                </a:lnTo>
                <a:cubicBezTo>
                  <a:pt x="1009384" y="72287"/>
                  <a:pt x="998840" y="58451"/>
                  <a:pt x="978499" y="58451"/>
                </a:cubicBezTo>
                <a:cubicBezTo>
                  <a:pt x="963687" y="58451"/>
                  <a:pt x="953140" y="64601"/>
                  <a:pt x="941592" y="79973"/>
                </a:cubicBezTo>
                <a:lnTo>
                  <a:pt x="941592" y="2088"/>
                </a:lnTo>
                <a:lnTo>
                  <a:pt x="940335" y="1318"/>
                </a:lnTo>
                <a:cubicBezTo>
                  <a:pt x="931799" y="4390"/>
                  <a:pt x="925519" y="6443"/>
                  <a:pt x="911458" y="10540"/>
                </a:cubicBezTo>
                <a:lnTo>
                  <a:pt x="904681" y="12593"/>
                </a:lnTo>
                <a:lnTo>
                  <a:pt x="904681" y="16690"/>
                </a:lnTo>
                <a:cubicBezTo>
                  <a:pt x="905685" y="16436"/>
                  <a:pt x="906439" y="16436"/>
                  <a:pt x="907692" y="16436"/>
                </a:cubicBezTo>
                <a:cubicBezTo>
                  <a:pt x="918489" y="16436"/>
                  <a:pt x="920500" y="18484"/>
                  <a:pt x="920500" y="29501"/>
                </a:cubicBezTo>
                <a:lnTo>
                  <a:pt x="920500" y="150169"/>
                </a:lnTo>
                <a:cubicBezTo>
                  <a:pt x="920500" y="168102"/>
                  <a:pt x="918991" y="170409"/>
                  <a:pt x="904428" y="172457"/>
                </a:cubicBezTo>
                <a:lnTo>
                  <a:pt x="904428" y="176300"/>
                </a:lnTo>
                <a:lnTo>
                  <a:pt x="958664" y="176300"/>
                </a:lnTo>
                <a:lnTo>
                  <a:pt x="958664" y="172457"/>
                </a:lnTo>
                <a:cubicBezTo>
                  <a:pt x="944101" y="170921"/>
                  <a:pt x="941592" y="167848"/>
                  <a:pt x="941592" y="150169"/>
                </a:cubicBezTo>
                <a:lnTo>
                  <a:pt x="941592" y="88430"/>
                </a:lnTo>
                <a:close/>
                <a:moveTo>
                  <a:pt x="1138695" y="159337"/>
                </a:moveTo>
                <a:cubicBezTo>
                  <a:pt x="1134427" y="162918"/>
                  <a:pt x="1131415" y="164200"/>
                  <a:pt x="1127649" y="164200"/>
                </a:cubicBezTo>
                <a:cubicBezTo>
                  <a:pt x="1121875" y="164200"/>
                  <a:pt x="1120117" y="160615"/>
                  <a:pt x="1120117" y="149352"/>
                </a:cubicBezTo>
                <a:lnTo>
                  <a:pt x="1120117" y="99423"/>
                </a:lnTo>
                <a:cubicBezTo>
                  <a:pt x="1120117" y="86107"/>
                  <a:pt x="1118860" y="78683"/>
                  <a:pt x="1115094" y="72537"/>
                </a:cubicBezTo>
                <a:cubicBezTo>
                  <a:pt x="1109569" y="63323"/>
                  <a:pt x="1098772" y="58451"/>
                  <a:pt x="1083960" y="58451"/>
                </a:cubicBezTo>
                <a:cubicBezTo>
                  <a:pt x="1060356" y="58451"/>
                  <a:pt x="1041777" y="71001"/>
                  <a:pt x="1041777" y="87132"/>
                </a:cubicBezTo>
                <a:cubicBezTo>
                  <a:pt x="1041777" y="93023"/>
                  <a:pt x="1046796" y="98141"/>
                  <a:pt x="1052574" y="98141"/>
                </a:cubicBezTo>
                <a:cubicBezTo>
                  <a:pt x="1058597" y="98141"/>
                  <a:pt x="1063873" y="93023"/>
                  <a:pt x="1063873" y="87390"/>
                </a:cubicBezTo>
                <a:cubicBezTo>
                  <a:pt x="1063873" y="86365"/>
                  <a:pt x="1063620" y="85083"/>
                  <a:pt x="1063371" y="83293"/>
                </a:cubicBezTo>
                <a:cubicBezTo>
                  <a:pt x="1062869" y="80990"/>
                  <a:pt x="1062616" y="78941"/>
                  <a:pt x="1062616" y="77147"/>
                </a:cubicBezTo>
                <a:cubicBezTo>
                  <a:pt x="1062616" y="70235"/>
                  <a:pt x="1070650" y="64601"/>
                  <a:pt x="1080696" y="64601"/>
                </a:cubicBezTo>
                <a:cubicBezTo>
                  <a:pt x="1092999" y="64601"/>
                  <a:pt x="1099776" y="72025"/>
                  <a:pt x="1099776" y="85853"/>
                </a:cubicBezTo>
                <a:lnTo>
                  <a:pt x="1099776" y="101472"/>
                </a:lnTo>
                <a:cubicBezTo>
                  <a:pt x="1061110" y="117345"/>
                  <a:pt x="1056842" y="119393"/>
                  <a:pt x="1046046" y="129124"/>
                </a:cubicBezTo>
                <a:cubicBezTo>
                  <a:pt x="1040521" y="134245"/>
                  <a:pt x="1037004" y="142948"/>
                  <a:pt x="1037004" y="151397"/>
                </a:cubicBezTo>
                <a:cubicBezTo>
                  <a:pt x="1037004" y="167531"/>
                  <a:pt x="1048053" y="178802"/>
                  <a:pt x="1063371" y="178802"/>
                </a:cubicBezTo>
                <a:cubicBezTo>
                  <a:pt x="1074417" y="178802"/>
                  <a:pt x="1084711" y="173423"/>
                  <a:pt x="1100029" y="160099"/>
                </a:cubicBezTo>
                <a:cubicBezTo>
                  <a:pt x="1101286" y="173423"/>
                  <a:pt x="1105803" y="178802"/>
                  <a:pt x="1116098" y="178802"/>
                </a:cubicBezTo>
                <a:cubicBezTo>
                  <a:pt x="1124634" y="178802"/>
                  <a:pt x="1129910" y="175729"/>
                  <a:pt x="1138695" y="165995"/>
                </a:cubicBezTo>
                <a:lnTo>
                  <a:pt x="1138695" y="159337"/>
                </a:lnTo>
                <a:moveTo>
                  <a:pt x="1099776" y="144727"/>
                </a:moveTo>
                <a:cubicBezTo>
                  <a:pt x="1099776" y="152671"/>
                  <a:pt x="1098523" y="154978"/>
                  <a:pt x="1093248" y="158051"/>
                </a:cubicBezTo>
                <a:cubicBezTo>
                  <a:pt x="1087225" y="161639"/>
                  <a:pt x="1080194" y="163942"/>
                  <a:pt x="1074918" y="163942"/>
                </a:cubicBezTo>
                <a:cubicBezTo>
                  <a:pt x="1066133" y="163942"/>
                  <a:pt x="1059103" y="155232"/>
                  <a:pt x="1059103" y="144215"/>
                </a:cubicBezTo>
                <a:lnTo>
                  <a:pt x="1059103" y="143190"/>
                </a:lnTo>
                <a:cubicBezTo>
                  <a:pt x="1059103" y="128072"/>
                  <a:pt x="1069394" y="118850"/>
                  <a:pt x="1099776" y="107575"/>
                </a:cubicBezTo>
                <a:lnTo>
                  <a:pt x="1099776" y="144727"/>
                </a:lnTo>
                <a:close/>
                <a:moveTo>
                  <a:pt x="1258466" y="141208"/>
                </a:moveTo>
                <a:lnTo>
                  <a:pt x="1255201" y="139926"/>
                </a:lnTo>
                <a:cubicBezTo>
                  <a:pt x="1245910" y="154524"/>
                  <a:pt x="1242646" y="156831"/>
                  <a:pt x="1231348" y="156831"/>
                </a:cubicBezTo>
                <a:lnTo>
                  <a:pt x="1171337" y="156831"/>
                </a:lnTo>
                <a:lnTo>
                  <a:pt x="1213520" y="111754"/>
                </a:lnTo>
                <a:cubicBezTo>
                  <a:pt x="1235869" y="87937"/>
                  <a:pt x="1245661" y="68471"/>
                  <a:pt x="1245661" y="48498"/>
                </a:cubicBezTo>
                <a:cubicBezTo>
                  <a:pt x="1245661" y="22886"/>
                  <a:pt x="1225321" y="3155"/>
                  <a:pt x="1199210" y="3155"/>
                </a:cubicBezTo>
                <a:cubicBezTo>
                  <a:pt x="1185398" y="3155"/>
                  <a:pt x="1172341" y="8793"/>
                  <a:pt x="1163050" y="19043"/>
                </a:cubicBezTo>
                <a:cubicBezTo>
                  <a:pt x="1155016" y="27750"/>
                  <a:pt x="1151250" y="35948"/>
                  <a:pt x="1146981" y="54131"/>
                </a:cubicBezTo>
                <a:lnTo>
                  <a:pt x="1152253" y="55410"/>
                </a:lnTo>
                <a:cubicBezTo>
                  <a:pt x="1162299" y="30311"/>
                  <a:pt x="1171337" y="22116"/>
                  <a:pt x="1188663" y="22116"/>
                </a:cubicBezTo>
                <a:cubicBezTo>
                  <a:pt x="1209754" y="22116"/>
                  <a:pt x="1224068" y="36714"/>
                  <a:pt x="1224068" y="58229"/>
                </a:cubicBezTo>
                <a:cubicBezTo>
                  <a:pt x="1224068" y="78206"/>
                  <a:pt x="1212517" y="102023"/>
                  <a:pt x="1191425" y="124816"/>
                </a:cubicBezTo>
                <a:lnTo>
                  <a:pt x="1146732" y="173227"/>
                </a:lnTo>
                <a:lnTo>
                  <a:pt x="1146732" y="176300"/>
                </a:lnTo>
                <a:lnTo>
                  <a:pt x="1244658" y="176300"/>
                </a:lnTo>
                <a:lnTo>
                  <a:pt x="1258466" y="141208"/>
                </a:lnTo>
                <a:close/>
                <a:moveTo>
                  <a:pt x="1328522" y="3155"/>
                </a:moveTo>
                <a:cubicBezTo>
                  <a:pt x="1314710" y="3155"/>
                  <a:pt x="1304166" y="7514"/>
                  <a:pt x="1294875" y="16475"/>
                </a:cubicBezTo>
                <a:cubicBezTo>
                  <a:pt x="1280312" y="30811"/>
                  <a:pt x="1270768" y="60250"/>
                  <a:pt x="1270768" y="90201"/>
                </a:cubicBezTo>
                <a:cubicBezTo>
                  <a:pt x="1270768" y="118103"/>
                  <a:pt x="1279055" y="148058"/>
                  <a:pt x="1290856" y="162390"/>
                </a:cubicBezTo>
                <a:cubicBezTo>
                  <a:pt x="1300147" y="173657"/>
                  <a:pt x="1312951" y="179803"/>
                  <a:pt x="1327518" y="179803"/>
                </a:cubicBezTo>
                <a:cubicBezTo>
                  <a:pt x="1340322" y="179803"/>
                  <a:pt x="1351119" y="175448"/>
                  <a:pt x="1360157" y="166487"/>
                </a:cubicBezTo>
                <a:cubicBezTo>
                  <a:pt x="1374720" y="152409"/>
                  <a:pt x="1384264" y="122712"/>
                  <a:pt x="1384264" y="91737"/>
                </a:cubicBezTo>
                <a:cubicBezTo>
                  <a:pt x="1384264" y="39259"/>
                  <a:pt x="1361414" y="3155"/>
                  <a:pt x="1328522" y="3155"/>
                </a:cubicBezTo>
                <a:moveTo>
                  <a:pt x="1327767" y="9817"/>
                </a:moveTo>
                <a:cubicBezTo>
                  <a:pt x="1348859" y="9817"/>
                  <a:pt x="1360157" y="38747"/>
                  <a:pt x="1360157" y="92249"/>
                </a:cubicBezTo>
                <a:cubicBezTo>
                  <a:pt x="1360157" y="145751"/>
                  <a:pt x="1349112" y="173145"/>
                  <a:pt x="1327518" y="173145"/>
                </a:cubicBezTo>
                <a:cubicBezTo>
                  <a:pt x="1305921" y="173145"/>
                  <a:pt x="1294875" y="145751"/>
                  <a:pt x="1294875" y="92507"/>
                </a:cubicBezTo>
                <a:cubicBezTo>
                  <a:pt x="1294875" y="38235"/>
                  <a:pt x="1306174" y="9817"/>
                  <a:pt x="1327767" y="9817"/>
                </a:cubicBezTo>
                <a:close/>
                <a:moveTo>
                  <a:pt x="1400079" y="110495"/>
                </a:moveTo>
                <a:lnTo>
                  <a:pt x="1400079" y="126637"/>
                </a:lnTo>
                <a:lnTo>
                  <a:pt x="1461848" y="126637"/>
                </a:lnTo>
                <a:lnTo>
                  <a:pt x="1461848" y="110495"/>
                </a:lnTo>
                <a:lnTo>
                  <a:pt x="1400079" y="110495"/>
                </a:lnTo>
                <a:close/>
                <a:moveTo>
                  <a:pt x="1524623" y="101722"/>
                </a:moveTo>
                <a:cubicBezTo>
                  <a:pt x="1531151" y="102234"/>
                  <a:pt x="1535419" y="102488"/>
                  <a:pt x="1541948" y="102488"/>
                </a:cubicBezTo>
                <a:cubicBezTo>
                  <a:pt x="1561534" y="102488"/>
                  <a:pt x="1575093" y="99928"/>
                  <a:pt x="1585889" y="93778"/>
                </a:cubicBezTo>
                <a:cubicBezTo>
                  <a:pt x="1600954" y="85580"/>
                  <a:pt x="1609992" y="69949"/>
                  <a:pt x="1609992" y="53037"/>
                </a:cubicBezTo>
                <a:cubicBezTo>
                  <a:pt x="1609992" y="42278"/>
                  <a:pt x="1606479" y="32539"/>
                  <a:pt x="1599698" y="25107"/>
                </a:cubicBezTo>
                <a:cubicBezTo>
                  <a:pt x="1589656" y="13836"/>
                  <a:pt x="1567809" y="6658"/>
                  <a:pt x="1544208" y="6658"/>
                </a:cubicBezTo>
                <a:lnTo>
                  <a:pt x="1477919" y="6658"/>
                </a:lnTo>
                <a:lnTo>
                  <a:pt x="1477919" y="11529"/>
                </a:lnTo>
                <a:cubicBezTo>
                  <a:pt x="1496501" y="13578"/>
                  <a:pt x="1499010" y="16139"/>
                  <a:pt x="1499010" y="34592"/>
                </a:cubicBezTo>
                <a:lnTo>
                  <a:pt x="1499010" y="145552"/>
                </a:lnTo>
                <a:cubicBezTo>
                  <a:pt x="1499010" y="167078"/>
                  <a:pt x="1497002" y="169638"/>
                  <a:pt x="1477919" y="171433"/>
                </a:cubicBezTo>
                <a:lnTo>
                  <a:pt x="1477919" y="176300"/>
                </a:lnTo>
                <a:lnTo>
                  <a:pt x="1548224" y="176300"/>
                </a:lnTo>
                <a:lnTo>
                  <a:pt x="1548224" y="171433"/>
                </a:lnTo>
                <a:cubicBezTo>
                  <a:pt x="1528389" y="170667"/>
                  <a:pt x="1524623" y="167078"/>
                  <a:pt x="1524623" y="148371"/>
                </a:cubicBezTo>
                <a:lnTo>
                  <a:pt x="1524623" y="101722"/>
                </a:lnTo>
                <a:moveTo>
                  <a:pt x="1524623" y="24853"/>
                </a:moveTo>
                <a:cubicBezTo>
                  <a:pt x="1524623" y="17933"/>
                  <a:pt x="1526381" y="16139"/>
                  <a:pt x="1533159" y="16139"/>
                </a:cubicBezTo>
                <a:cubicBezTo>
                  <a:pt x="1567055" y="16139"/>
                  <a:pt x="1582625" y="28184"/>
                  <a:pt x="1582625" y="54577"/>
                </a:cubicBezTo>
                <a:cubicBezTo>
                  <a:pt x="1582625" y="79430"/>
                  <a:pt x="1567809" y="92241"/>
                  <a:pt x="1538933" y="92241"/>
                </a:cubicBezTo>
                <a:cubicBezTo>
                  <a:pt x="1533914" y="92241"/>
                  <a:pt x="1530396" y="91987"/>
                  <a:pt x="1524623" y="91471"/>
                </a:cubicBezTo>
                <a:lnTo>
                  <a:pt x="1524623" y="24853"/>
                </a:lnTo>
                <a:close/>
                <a:moveTo>
                  <a:pt x="1676283" y="58451"/>
                </a:moveTo>
                <a:cubicBezTo>
                  <a:pt x="1643640" y="58451"/>
                  <a:pt x="1620789" y="83038"/>
                  <a:pt x="1620789" y="118373"/>
                </a:cubicBezTo>
                <a:cubicBezTo>
                  <a:pt x="1620789" y="152937"/>
                  <a:pt x="1644141" y="178802"/>
                  <a:pt x="1675777" y="178802"/>
                </a:cubicBezTo>
                <a:cubicBezTo>
                  <a:pt x="1707416" y="178802"/>
                  <a:pt x="1731519" y="151658"/>
                  <a:pt x="1731519" y="116324"/>
                </a:cubicBezTo>
                <a:cubicBezTo>
                  <a:pt x="1731519" y="82780"/>
                  <a:pt x="1708420" y="58451"/>
                  <a:pt x="1676283" y="58451"/>
                </a:cubicBezTo>
                <a:moveTo>
                  <a:pt x="1673018" y="65629"/>
                </a:moveTo>
                <a:cubicBezTo>
                  <a:pt x="1694110" y="65629"/>
                  <a:pt x="1708922" y="90208"/>
                  <a:pt x="1708922" y="125285"/>
                </a:cubicBezTo>
                <a:cubicBezTo>
                  <a:pt x="1708922" y="154219"/>
                  <a:pt x="1697623" y="171628"/>
                  <a:pt x="1678792" y="171628"/>
                </a:cubicBezTo>
                <a:cubicBezTo>
                  <a:pt x="1668999" y="171628"/>
                  <a:pt x="1659708" y="165486"/>
                  <a:pt x="1654436" y="155243"/>
                </a:cubicBezTo>
                <a:cubicBezTo>
                  <a:pt x="1647406" y="141928"/>
                  <a:pt x="1643387" y="124006"/>
                  <a:pt x="1643387" y="105827"/>
                </a:cubicBezTo>
                <a:cubicBezTo>
                  <a:pt x="1643387" y="81502"/>
                  <a:pt x="1655187" y="65629"/>
                  <a:pt x="1673018" y="65629"/>
                </a:cubicBezTo>
                <a:close/>
                <a:moveTo>
                  <a:pt x="1743825" y="16678"/>
                </a:moveTo>
                <a:lnTo>
                  <a:pt x="1745330" y="16678"/>
                </a:lnTo>
                <a:cubicBezTo>
                  <a:pt x="1748093" y="16424"/>
                  <a:pt x="1751104" y="16166"/>
                  <a:pt x="1753116" y="16166"/>
                </a:cubicBezTo>
                <a:cubicBezTo>
                  <a:pt x="1761150" y="16166"/>
                  <a:pt x="1763660" y="19755"/>
                  <a:pt x="1763660" y="31796"/>
                </a:cubicBezTo>
                <a:lnTo>
                  <a:pt x="1763660" y="154012"/>
                </a:lnTo>
                <a:cubicBezTo>
                  <a:pt x="1763660" y="167848"/>
                  <a:pt x="1760146" y="171179"/>
                  <a:pt x="1744327" y="172457"/>
                </a:cubicBezTo>
                <a:lnTo>
                  <a:pt x="1744327" y="176300"/>
                </a:lnTo>
                <a:lnTo>
                  <a:pt x="1803582" y="176300"/>
                </a:lnTo>
                <a:lnTo>
                  <a:pt x="1803582" y="172457"/>
                </a:lnTo>
                <a:cubicBezTo>
                  <a:pt x="1787766" y="171433"/>
                  <a:pt x="1784751" y="168872"/>
                  <a:pt x="1784751" y="154778"/>
                </a:cubicBezTo>
                <a:lnTo>
                  <a:pt x="1784751" y="1818"/>
                </a:lnTo>
                <a:lnTo>
                  <a:pt x="1783747" y="1306"/>
                </a:lnTo>
                <a:cubicBezTo>
                  <a:pt x="1770690" y="5661"/>
                  <a:pt x="1761150" y="8226"/>
                  <a:pt x="1743825" y="12581"/>
                </a:cubicBezTo>
                <a:lnTo>
                  <a:pt x="1743825" y="16678"/>
                </a:lnTo>
                <a:close/>
                <a:moveTo>
                  <a:pt x="1928124" y="60953"/>
                </a:moveTo>
                <a:lnTo>
                  <a:pt x="1894228" y="60953"/>
                </a:lnTo>
                <a:lnTo>
                  <a:pt x="1894228" y="64800"/>
                </a:lnTo>
                <a:cubicBezTo>
                  <a:pt x="1902262" y="64800"/>
                  <a:pt x="1906281" y="67103"/>
                  <a:pt x="1906281" y="71204"/>
                </a:cubicBezTo>
                <a:cubicBezTo>
                  <a:pt x="1906281" y="72229"/>
                  <a:pt x="1906028" y="73765"/>
                  <a:pt x="1905274" y="75559"/>
                </a:cubicBezTo>
                <a:lnTo>
                  <a:pt x="1880918" y="146271"/>
                </a:lnTo>
                <a:lnTo>
                  <a:pt x="1852045" y="81451"/>
                </a:lnTo>
                <a:cubicBezTo>
                  <a:pt x="1850535" y="77866"/>
                  <a:pt x="1849532" y="74535"/>
                  <a:pt x="1849532" y="71716"/>
                </a:cubicBezTo>
                <a:cubicBezTo>
                  <a:pt x="1849532" y="67103"/>
                  <a:pt x="1853298" y="65313"/>
                  <a:pt x="1864094" y="64800"/>
                </a:cubicBezTo>
                <a:lnTo>
                  <a:pt x="1864094" y="60953"/>
                </a:lnTo>
                <a:lnTo>
                  <a:pt x="1812371" y="60953"/>
                </a:lnTo>
                <a:lnTo>
                  <a:pt x="1812371" y="64542"/>
                </a:lnTo>
                <a:cubicBezTo>
                  <a:pt x="1818900" y="65567"/>
                  <a:pt x="1823168" y="68385"/>
                  <a:pt x="1825176" y="72741"/>
                </a:cubicBezTo>
                <a:lnTo>
                  <a:pt x="1853800" y="135770"/>
                </a:lnTo>
                <a:lnTo>
                  <a:pt x="1854554" y="137819"/>
                </a:lnTo>
                <a:lnTo>
                  <a:pt x="1858321" y="145505"/>
                </a:lnTo>
                <a:cubicBezTo>
                  <a:pt x="1865351" y="158316"/>
                  <a:pt x="1869370" y="167539"/>
                  <a:pt x="1869370" y="171382"/>
                </a:cubicBezTo>
                <a:cubicBezTo>
                  <a:pt x="1869370" y="175225"/>
                  <a:pt x="1863593" y="191364"/>
                  <a:pt x="1859324" y="199050"/>
                </a:cubicBezTo>
                <a:cubicBezTo>
                  <a:pt x="1855811" y="205712"/>
                  <a:pt x="1850286" y="210579"/>
                  <a:pt x="1846769" y="210579"/>
                </a:cubicBezTo>
                <a:cubicBezTo>
                  <a:pt x="1845263" y="210579"/>
                  <a:pt x="1843003" y="210067"/>
                  <a:pt x="1840493" y="208788"/>
                </a:cubicBezTo>
                <a:cubicBezTo>
                  <a:pt x="1835723" y="206994"/>
                  <a:pt x="1831455" y="205970"/>
                  <a:pt x="1827187" y="205970"/>
                </a:cubicBezTo>
                <a:cubicBezTo>
                  <a:pt x="1821409" y="205970"/>
                  <a:pt x="1816390" y="211095"/>
                  <a:pt x="1816390" y="217241"/>
                </a:cubicBezTo>
                <a:cubicBezTo>
                  <a:pt x="1816390" y="225697"/>
                  <a:pt x="1824425" y="232105"/>
                  <a:pt x="1834969" y="232105"/>
                </a:cubicBezTo>
                <a:cubicBezTo>
                  <a:pt x="1851792" y="232105"/>
                  <a:pt x="1863845" y="217757"/>
                  <a:pt x="1877405" y="180863"/>
                </a:cubicBezTo>
                <a:lnTo>
                  <a:pt x="1916070" y="76330"/>
                </a:lnTo>
                <a:cubicBezTo>
                  <a:pt x="1919335" y="68127"/>
                  <a:pt x="1922097" y="65567"/>
                  <a:pt x="1928124" y="64800"/>
                </a:cubicBezTo>
                <a:lnTo>
                  <a:pt x="1928124" y="60953"/>
                </a:lnTo>
                <a:close/>
                <a:moveTo>
                  <a:pt x="2007471" y="3155"/>
                </a:moveTo>
                <a:lnTo>
                  <a:pt x="1962272" y="26425"/>
                </a:lnTo>
                <a:lnTo>
                  <a:pt x="1962272" y="30013"/>
                </a:lnTo>
                <a:cubicBezTo>
                  <a:pt x="1965284" y="28731"/>
                  <a:pt x="1968046" y="27707"/>
                  <a:pt x="1969050" y="27195"/>
                </a:cubicBezTo>
                <a:cubicBezTo>
                  <a:pt x="1973571" y="25404"/>
                  <a:pt x="1977839" y="24384"/>
                  <a:pt x="1980352" y="24384"/>
                </a:cubicBezTo>
                <a:cubicBezTo>
                  <a:pt x="1985624" y="24384"/>
                  <a:pt x="1987885" y="28219"/>
                  <a:pt x="1987885" y="36417"/>
                </a:cubicBezTo>
                <a:lnTo>
                  <a:pt x="1987885" y="152476"/>
                </a:lnTo>
                <a:cubicBezTo>
                  <a:pt x="1987885" y="160932"/>
                  <a:pt x="1985873" y="166824"/>
                  <a:pt x="1981858" y="169130"/>
                </a:cubicBezTo>
                <a:cubicBezTo>
                  <a:pt x="1978092" y="171433"/>
                  <a:pt x="1974575" y="172203"/>
                  <a:pt x="1964031" y="172457"/>
                </a:cubicBezTo>
                <a:lnTo>
                  <a:pt x="1964031" y="176300"/>
                </a:lnTo>
                <a:lnTo>
                  <a:pt x="2033332" y="176300"/>
                </a:lnTo>
                <a:lnTo>
                  <a:pt x="2033332" y="172457"/>
                </a:lnTo>
                <a:cubicBezTo>
                  <a:pt x="2013493" y="172203"/>
                  <a:pt x="2009478" y="169642"/>
                  <a:pt x="2009478" y="157343"/>
                </a:cubicBezTo>
                <a:lnTo>
                  <a:pt x="2009478" y="3671"/>
                </a:lnTo>
                <a:lnTo>
                  <a:pt x="2007471" y="3155"/>
                </a:lnTo>
                <a:close/>
                <a:moveTo>
                  <a:pt x="2098365" y="91741"/>
                </a:moveTo>
                <a:cubicBezTo>
                  <a:pt x="2113177" y="91741"/>
                  <a:pt x="2118951" y="92253"/>
                  <a:pt x="2124977" y="94556"/>
                </a:cubicBezTo>
                <a:cubicBezTo>
                  <a:pt x="2140548" y="100186"/>
                  <a:pt x="2150341" y="114780"/>
                  <a:pt x="2150341" y="132439"/>
                </a:cubicBezTo>
                <a:cubicBezTo>
                  <a:pt x="2150341" y="153942"/>
                  <a:pt x="2136027" y="170581"/>
                  <a:pt x="2117445" y="170581"/>
                </a:cubicBezTo>
                <a:cubicBezTo>
                  <a:pt x="2110667" y="170581"/>
                  <a:pt x="2105644" y="168790"/>
                  <a:pt x="2096353" y="162644"/>
                </a:cubicBezTo>
                <a:cubicBezTo>
                  <a:pt x="2088821" y="158039"/>
                  <a:pt x="2084553" y="156248"/>
                  <a:pt x="2080285" y="156248"/>
                </a:cubicBezTo>
                <a:cubicBezTo>
                  <a:pt x="2074511" y="156248"/>
                  <a:pt x="2070745" y="159829"/>
                  <a:pt x="2070745" y="165205"/>
                </a:cubicBezTo>
                <a:cubicBezTo>
                  <a:pt x="2070745" y="174170"/>
                  <a:pt x="2081541" y="179803"/>
                  <a:pt x="2099116" y="179803"/>
                </a:cubicBezTo>
                <a:cubicBezTo>
                  <a:pt x="2118449" y="179803"/>
                  <a:pt x="2138287" y="173145"/>
                  <a:pt x="2150088" y="162644"/>
                </a:cubicBezTo>
                <a:cubicBezTo>
                  <a:pt x="2161888" y="152151"/>
                  <a:pt x="2168417" y="137303"/>
                  <a:pt x="2168417" y="120155"/>
                </a:cubicBezTo>
                <a:cubicBezTo>
                  <a:pt x="2168417" y="107098"/>
                  <a:pt x="2164402" y="95068"/>
                  <a:pt x="2157118" y="87132"/>
                </a:cubicBezTo>
                <a:cubicBezTo>
                  <a:pt x="2152095" y="81502"/>
                  <a:pt x="2147325" y="78429"/>
                  <a:pt x="2136276" y="73566"/>
                </a:cubicBezTo>
                <a:cubicBezTo>
                  <a:pt x="2153601" y="61536"/>
                  <a:pt x="2159881" y="52063"/>
                  <a:pt x="2159881" y="38239"/>
                </a:cubicBezTo>
                <a:cubicBezTo>
                  <a:pt x="2159881" y="17507"/>
                  <a:pt x="2143812" y="3155"/>
                  <a:pt x="2120709" y="3155"/>
                </a:cubicBezTo>
                <a:cubicBezTo>
                  <a:pt x="2108154" y="3155"/>
                  <a:pt x="2097108" y="7514"/>
                  <a:pt x="2088070" y="15712"/>
                </a:cubicBezTo>
                <a:cubicBezTo>
                  <a:pt x="2080534" y="22624"/>
                  <a:pt x="2076768" y="29282"/>
                  <a:pt x="2071247" y="44639"/>
                </a:cubicBezTo>
                <a:lnTo>
                  <a:pt x="2075013" y="45663"/>
                </a:lnTo>
                <a:cubicBezTo>
                  <a:pt x="2085308" y="26976"/>
                  <a:pt x="2096606" y="18531"/>
                  <a:pt x="2112426" y="18531"/>
                </a:cubicBezTo>
                <a:cubicBezTo>
                  <a:pt x="2128743" y="18531"/>
                  <a:pt x="2140046" y="29795"/>
                  <a:pt x="2140046" y="45921"/>
                </a:cubicBezTo>
                <a:cubicBezTo>
                  <a:pt x="2140046" y="55136"/>
                  <a:pt x="2136276" y="64351"/>
                  <a:pt x="2130000" y="70751"/>
                </a:cubicBezTo>
                <a:cubicBezTo>
                  <a:pt x="2122468" y="78429"/>
                  <a:pt x="2115437" y="82268"/>
                  <a:pt x="2098365" y="88414"/>
                </a:cubicBezTo>
                <a:lnTo>
                  <a:pt x="2098365" y="91741"/>
                </a:lnTo>
                <a:close/>
                <a:moveTo>
                  <a:pt x="2249270" y="3155"/>
                </a:moveTo>
                <a:cubicBezTo>
                  <a:pt x="2235458" y="3155"/>
                  <a:pt x="2224914" y="7514"/>
                  <a:pt x="2215623" y="16475"/>
                </a:cubicBezTo>
                <a:cubicBezTo>
                  <a:pt x="2201060" y="30811"/>
                  <a:pt x="2191516" y="60250"/>
                  <a:pt x="2191516" y="90201"/>
                </a:cubicBezTo>
                <a:cubicBezTo>
                  <a:pt x="2191516" y="118103"/>
                  <a:pt x="2199803" y="148058"/>
                  <a:pt x="2211604" y="162390"/>
                </a:cubicBezTo>
                <a:cubicBezTo>
                  <a:pt x="2220895" y="173657"/>
                  <a:pt x="2233699" y="179803"/>
                  <a:pt x="2248266" y="179803"/>
                </a:cubicBezTo>
                <a:cubicBezTo>
                  <a:pt x="2261070" y="179803"/>
                  <a:pt x="2271867" y="175448"/>
                  <a:pt x="2280905" y="166487"/>
                </a:cubicBezTo>
                <a:cubicBezTo>
                  <a:pt x="2295468" y="152409"/>
                  <a:pt x="2305012" y="122712"/>
                  <a:pt x="2305012" y="91737"/>
                </a:cubicBezTo>
                <a:cubicBezTo>
                  <a:pt x="2305012" y="39259"/>
                  <a:pt x="2282162" y="3155"/>
                  <a:pt x="2249270" y="3155"/>
                </a:cubicBezTo>
                <a:moveTo>
                  <a:pt x="2248515" y="9817"/>
                </a:moveTo>
                <a:cubicBezTo>
                  <a:pt x="2269606" y="9817"/>
                  <a:pt x="2280905" y="38747"/>
                  <a:pt x="2280905" y="92249"/>
                </a:cubicBezTo>
                <a:cubicBezTo>
                  <a:pt x="2280905" y="145751"/>
                  <a:pt x="2269859" y="173145"/>
                  <a:pt x="2248266" y="173145"/>
                </a:cubicBezTo>
                <a:cubicBezTo>
                  <a:pt x="2226668" y="173145"/>
                  <a:pt x="2215623" y="145751"/>
                  <a:pt x="2215623" y="92507"/>
                </a:cubicBezTo>
                <a:cubicBezTo>
                  <a:pt x="2215623" y="38235"/>
                  <a:pt x="2226921" y="9817"/>
                  <a:pt x="2248515" y="9817"/>
                </a:cubicBezTo>
                <a:close/>
                <a:moveTo>
                  <a:pt x="2356485" y="26901"/>
                </a:moveTo>
                <a:lnTo>
                  <a:pt x="2405699" y="26901"/>
                </a:lnTo>
                <a:cubicBezTo>
                  <a:pt x="2409714" y="26901"/>
                  <a:pt x="2410718" y="26389"/>
                  <a:pt x="2411473" y="24595"/>
                </a:cubicBezTo>
                <a:lnTo>
                  <a:pt x="2421013" y="1791"/>
                </a:lnTo>
                <a:lnTo>
                  <a:pt x="2418756" y="0"/>
                </a:lnTo>
                <a:cubicBezTo>
                  <a:pt x="2414986" y="5380"/>
                  <a:pt x="2412476" y="6658"/>
                  <a:pt x="2407205" y="6658"/>
                </a:cubicBezTo>
                <a:lnTo>
                  <a:pt x="2354727" y="6658"/>
                </a:lnTo>
                <a:lnTo>
                  <a:pt x="2327356" y="67365"/>
                </a:lnTo>
                <a:cubicBezTo>
                  <a:pt x="2327107" y="67877"/>
                  <a:pt x="2327107" y="68135"/>
                  <a:pt x="2327107" y="68647"/>
                </a:cubicBezTo>
                <a:cubicBezTo>
                  <a:pt x="2327107" y="69926"/>
                  <a:pt x="2328110" y="70696"/>
                  <a:pt x="2330118" y="70696"/>
                </a:cubicBezTo>
                <a:cubicBezTo>
                  <a:pt x="2338152" y="70696"/>
                  <a:pt x="2348198" y="72490"/>
                  <a:pt x="2358493" y="75817"/>
                </a:cubicBezTo>
                <a:cubicBezTo>
                  <a:pt x="2387366" y="85294"/>
                  <a:pt x="2400676" y="101175"/>
                  <a:pt x="2400676" y="126528"/>
                </a:cubicBezTo>
                <a:cubicBezTo>
                  <a:pt x="2400676" y="151115"/>
                  <a:pt x="2385358" y="170326"/>
                  <a:pt x="2365772" y="170326"/>
                </a:cubicBezTo>
                <a:cubicBezTo>
                  <a:pt x="2360753" y="170326"/>
                  <a:pt x="2356485" y="168532"/>
                  <a:pt x="2348949" y="162898"/>
                </a:cubicBezTo>
                <a:cubicBezTo>
                  <a:pt x="2340915" y="157007"/>
                  <a:pt x="2335141" y="154446"/>
                  <a:pt x="2329869" y="154446"/>
                </a:cubicBezTo>
                <a:cubicBezTo>
                  <a:pt x="2322586" y="154446"/>
                  <a:pt x="2319072" y="157519"/>
                  <a:pt x="2319072" y="163923"/>
                </a:cubicBezTo>
                <a:cubicBezTo>
                  <a:pt x="2319072" y="173657"/>
                  <a:pt x="2330873" y="179803"/>
                  <a:pt x="2349704" y="179803"/>
                </a:cubicBezTo>
                <a:cubicBezTo>
                  <a:pt x="2370795" y="179803"/>
                  <a:pt x="2388875" y="172887"/>
                  <a:pt x="2401431" y="159825"/>
                </a:cubicBezTo>
                <a:cubicBezTo>
                  <a:pt x="2412978" y="148300"/>
                  <a:pt x="2418250" y="133702"/>
                  <a:pt x="2418250" y="114236"/>
                </a:cubicBezTo>
                <a:cubicBezTo>
                  <a:pt x="2418250" y="95795"/>
                  <a:pt x="2413480" y="84016"/>
                  <a:pt x="2400925" y="71208"/>
                </a:cubicBezTo>
                <a:cubicBezTo>
                  <a:pt x="2389879" y="59941"/>
                  <a:pt x="2375565" y="54049"/>
                  <a:pt x="2345938" y="48670"/>
                </a:cubicBezTo>
                <a:lnTo>
                  <a:pt x="2356485" y="26901"/>
                </a:lnTo>
                <a:close/>
                <a:moveTo>
                  <a:pt x="2561123" y="209828"/>
                </a:moveTo>
                <a:lnTo>
                  <a:pt x="2539529" y="209828"/>
                </a:lnTo>
                <a:cubicBezTo>
                  <a:pt x="2531242" y="209828"/>
                  <a:pt x="2527223" y="205473"/>
                  <a:pt x="2527223" y="196509"/>
                </a:cubicBezTo>
                <a:lnTo>
                  <a:pt x="2527223" y="24337"/>
                </a:lnTo>
                <a:cubicBezTo>
                  <a:pt x="2527223" y="16397"/>
                  <a:pt x="2530487" y="13066"/>
                  <a:pt x="2538525" y="13066"/>
                </a:cubicBezTo>
                <a:lnTo>
                  <a:pt x="2561123" y="13066"/>
                </a:lnTo>
                <a:lnTo>
                  <a:pt x="2561123" y="6658"/>
                </a:lnTo>
                <a:lnTo>
                  <a:pt x="2508143" y="6658"/>
                </a:lnTo>
                <a:lnTo>
                  <a:pt x="2508143" y="216236"/>
                </a:lnTo>
                <a:lnTo>
                  <a:pt x="2561123" y="216236"/>
                </a:lnTo>
                <a:lnTo>
                  <a:pt x="2561123" y="2098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Text 34">
            <a:extLst xmlns:a="http://schemas.openxmlformats.org/drawingml/2006/main">
              <a:ext uri="{FF2B5EF4-FFF2-40B4-BE49-F238E27FC236}">
                <a16:creationId xmlns:a16="http://schemas.microsoft.com/office/drawing/2014/main" id="{C4A97DB8-0F6F-4537-927B-FAA0A606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150" y="7107736"/>
            <a:ext cx="233263" cy="176648"/>
          </a:xfrm>
          <a:custGeom xmlns:a="http://schemas.openxmlformats.org/drawingml/2006/main">
            <a:pathLst>
              <a:path w="233263" h="176648">
                <a:moveTo>
                  <a:pt x="27620" y="88586"/>
                </a:moveTo>
                <a:cubicBezTo>
                  <a:pt x="42432" y="88586"/>
                  <a:pt x="48206" y="89098"/>
                  <a:pt x="54233" y="91401"/>
                </a:cubicBezTo>
                <a:cubicBezTo>
                  <a:pt x="69803" y="97031"/>
                  <a:pt x="79596" y="111625"/>
                  <a:pt x="79596" y="129284"/>
                </a:cubicBezTo>
                <a:cubicBezTo>
                  <a:pt x="79596" y="150787"/>
                  <a:pt x="65282" y="167426"/>
                  <a:pt x="46700" y="167426"/>
                </a:cubicBezTo>
                <a:cubicBezTo>
                  <a:pt x="39923" y="167426"/>
                  <a:pt x="34900" y="165635"/>
                  <a:pt x="25609" y="159489"/>
                </a:cubicBezTo>
                <a:cubicBezTo>
                  <a:pt x="18076" y="154884"/>
                  <a:pt x="13808" y="153093"/>
                  <a:pt x="9540" y="153093"/>
                </a:cubicBezTo>
                <a:cubicBezTo>
                  <a:pt x="3766" y="153093"/>
                  <a:pt x="0" y="156674"/>
                  <a:pt x="0" y="162050"/>
                </a:cubicBezTo>
                <a:cubicBezTo>
                  <a:pt x="0" y="171015"/>
                  <a:pt x="10797" y="176648"/>
                  <a:pt x="28371" y="176648"/>
                </a:cubicBezTo>
                <a:cubicBezTo>
                  <a:pt x="47704" y="176648"/>
                  <a:pt x="67543" y="169990"/>
                  <a:pt x="79343" y="159489"/>
                </a:cubicBezTo>
                <a:cubicBezTo>
                  <a:pt x="91144" y="148996"/>
                  <a:pt x="97672" y="134148"/>
                  <a:pt x="97672" y="117000"/>
                </a:cubicBezTo>
                <a:cubicBezTo>
                  <a:pt x="97672" y="103943"/>
                  <a:pt x="93657" y="91913"/>
                  <a:pt x="86374" y="83977"/>
                </a:cubicBezTo>
                <a:cubicBezTo>
                  <a:pt x="81351" y="78347"/>
                  <a:pt x="76581" y="75274"/>
                  <a:pt x="65531" y="70411"/>
                </a:cubicBezTo>
                <a:cubicBezTo>
                  <a:pt x="82857" y="58381"/>
                  <a:pt x="89136" y="48908"/>
                  <a:pt x="89136" y="35084"/>
                </a:cubicBezTo>
                <a:cubicBezTo>
                  <a:pt x="89136" y="14352"/>
                  <a:pt x="73067" y="0"/>
                  <a:pt x="49964" y="0"/>
                </a:cubicBezTo>
                <a:cubicBezTo>
                  <a:pt x="37409" y="0"/>
                  <a:pt x="26363" y="4359"/>
                  <a:pt x="17325" y="12557"/>
                </a:cubicBezTo>
                <a:cubicBezTo>
                  <a:pt x="9789" y="19469"/>
                  <a:pt x="6023" y="26127"/>
                  <a:pt x="502" y="41484"/>
                </a:cubicBezTo>
                <a:lnTo>
                  <a:pt x="4268" y="42508"/>
                </a:lnTo>
                <a:cubicBezTo>
                  <a:pt x="14563" y="23821"/>
                  <a:pt x="25862" y="15376"/>
                  <a:pt x="41681" y="15376"/>
                </a:cubicBezTo>
                <a:cubicBezTo>
                  <a:pt x="57999" y="15376"/>
                  <a:pt x="69301" y="26640"/>
                  <a:pt x="69301" y="42766"/>
                </a:cubicBezTo>
                <a:cubicBezTo>
                  <a:pt x="69301" y="51981"/>
                  <a:pt x="65531" y="61196"/>
                  <a:pt x="59255" y="67596"/>
                </a:cubicBezTo>
                <a:cubicBezTo>
                  <a:pt x="51723" y="75274"/>
                  <a:pt x="44693" y="79113"/>
                  <a:pt x="27620" y="85259"/>
                </a:cubicBezTo>
                <a:lnTo>
                  <a:pt x="27620" y="88586"/>
                </a:lnTo>
                <a:close/>
                <a:moveTo>
                  <a:pt x="233263" y="113963"/>
                </a:moveTo>
                <a:lnTo>
                  <a:pt x="207650" y="113963"/>
                </a:lnTo>
                <a:lnTo>
                  <a:pt x="207650" y="0"/>
                </a:lnTo>
                <a:lnTo>
                  <a:pt x="196601" y="0"/>
                </a:lnTo>
                <a:lnTo>
                  <a:pt x="117760" y="113963"/>
                </a:lnTo>
                <a:lnTo>
                  <a:pt x="117760" y="130359"/>
                </a:lnTo>
                <a:lnTo>
                  <a:pt x="188317" y="130359"/>
                </a:lnTo>
                <a:lnTo>
                  <a:pt x="188317" y="173145"/>
                </a:lnTo>
                <a:lnTo>
                  <a:pt x="207650" y="173145"/>
                </a:lnTo>
                <a:lnTo>
                  <a:pt x="207650" y="130359"/>
                </a:lnTo>
                <a:lnTo>
                  <a:pt x="233263" y="130359"/>
                </a:lnTo>
                <a:lnTo>
                  <a:pt x="233263" y="113963"/>
                </a:lnTo>
                <a:moveTo>
                  <a:pt x="188065" y="113963"/>
                </a:moveTo>
                <a:lnTo>
                  <a:pt x="127801" y="113963"/>
                </a:lnTo>
                <a:lnTo>
                  <a:pt x="188065" y="26123"/>
                </a:lnTo>
                <a:lnTo>
                  <a:pt x="188065" y="113963"/>
                </a:lnTo>
                <a:close/>
              </a:path>
            </a:pathLst>
          </a:custGeom>
          <a:solidFill xmlns:a="http://schemas.openxmlformats.org/drawingml/2006/main">
            <a:srgbClr val="B3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Text ](diagrambasedon[">
            <a:extLst xmlns:a="http://schemas.openxmlformats.org/drawingml/2006/main">
              <a:ext uri="{FF2B5EF4-FFF2-40B4-BE49-F238E27FC236}">
                <a16:creationId xmlns:a16="http://schemas.microsoft.com/office/drawing/2014/main" id="{274190BD-25A3-4E61-83D2-595943D6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8979" y="7105899"/>
            <a:ext cx="2076265" cy="230873"/>
          </a:xfrm>
          <a:custGeom xmlns:a="http://schemas.openxmlformats.org/drawingml/2006/main">
            <a:pathLst>
              <a:path w="2076265" h="230873">
                <a:moveTo>
                  <a:pt x="0" y="208511"/>
                </a:moveTo>
                <a:lnTo>
                  <a:pt x="0" y="214919"/>
                </a:lnTo>
                <a:lnTo>
                  <a:pt x="52980" y="214919"/>
                </a:lnTo>
                <a:lnTo>
                  <a:pt x="52980" y="5340"/>
                </a:lnTo>
                <a:lnTo>
                  <a:pt x="0" y="5340"/>
                </a:lnTo>
                <a:lnTo>
                  <a:pt x="0" y="11748"/>
                </a:lnTo>
                <a:lnTo>
                  <a:pt x="21593" y="11748"/>
                </a:lnTo>
                <a:cubicBezTo>
                  <a:pt x="29881" y="11748"/>
                  <a:pt x="33896" y="16103"/>
                  <a:pt x="33896" y="25072"/>
                </a:cubicBezTo>
                <a:lnTo>
                  <a:pt x="33896" y="197240"/>
                </a:lnTo>
                <a:cubicBezTo>
                  <a:pt x="33896" y="205184"/>
                  <a:pt x="30383" y="208511"/>
                  <a:pt x="22597" y="208511"/>
                </a:cubicBezTo>
                <a:lnTo>
                  <a:pt x="0" y="208511"/>
                </a:lnTo>
                <a:close/>
                <a:moveTo>
                  <a:pt x="198864" y="1837"/>
                </a:moveTo>
                <a:cubicBezTo>
                  <a:pt x="180282" y="14137"/>
                  <a:pt x="172750" y="20799"/>
                  <a:pt x="163459" y="32586"/>
                </a:cubicBezTo>
                <a:cubicBezTo>
                  <a:pt x="145631" y="54874"/>
                  <a:pt x="136842" y="80497"/>
                  <a:pt x="136842" y="110475"/>
                </a:cubicBezTo>
                <a:cubicBezTo>
                  <a:pt x="136842" y="143014"/>
                  <a:pt x="146133" y="168121"/>
                  <a:pt x="168229" y="194257"/>
                </a:cubicBezTo>
                <a:cubicBezTo>
                  <a:pt x="178523" y="206556"/>
                  <a:pt x="185052" y="212194"/>
                  <a:pt x="198109" y="220392"/>
                </a:cubicBezTo>
                <a:lnTo>
                  <a:pt x="201121" y="216291"/>
                </a:lnTo>
                <a:cubicBezTo>
                  <a:pt x="181037" y="200148"/>
                  <a:pt x="174006" y="191184"/>
                  <a:pt x="167225" y="171965"/>
                </a:cubicBezTo>
                <a:cubicBezTo>
                  <a:pt x="161198" y="154802"/>
                  <a:pt x="158436" y="135328"/>
                  <a:pt x="158436" y="109705"/>
                </a:cubicBezTo>
                <a:cubicBezTo>
                  <a:pt x="158436" y="82804"/>
                  <a:pt x="161700" y="61794"/>
                  <a:pt x="168481" y="45910"/>
                </a:cubicBezTo>
                <a:cubicBezTo>
                  <a:pt x="175512" y="30021"/>
                  <a:pt x="183044" y="20799"/>
                  <a:pt x="201121" y="5939"/>
                </a:cubicBezTo>
                <a:lnTo>
                  <a:pt x="198864" y="1837"/>
                </a:lnTo>
                <a:close/>
                <a:moveTo>
                  <a:pt x="294779" y="177485"/>
                </a:moveTo>
                <a:lnTo>
                  <a:pt x="331690" y="164165"/>
                </a:lnTo>
                <a:lnTo>
                  <a:pt x="331690" y="160068"/>
                </a:lnTo>
                <a:cubicBezTo>
                  <a:pt x="327169" y="160322"/>
                  <a:pt x="326667" y="160322"/>
                  <a:pt x="325912" y="160322"/>
                </a:cubicBezTo>
                <a:cubicBezTo>
                  <a:pt x="316874" y="160322"/>
                  <a:pt x="314867" y="157507"/>
                  <a:pt x="314867" y="145728"/>
                </a:cubicBezTo>
                <a:lnTo>
                  <a:pt x="314867" y="512"/>
                </a:lnTo>
                <a:lnTo>
                  <a:pt x="313610" y="0"/>
                </a:lnTo>
                <a:cubicBezTo>
                  <a:pt x="301557" y="4355"/>
                  <a:pt x="292771" y="6916"/>
                  <a:pt x="276699" y="11275"/>
                </a:cubicBezTo>
                <a:lnTo>
                  <a:pt x="276699" y="15372"/>
                </a:lnTo>
                <a:cubicBezTo>
                  <a:pt x="278710" y="15118"/>
                  <a:pt x="280216" y="15118"/>
                  <a:pt x="282224" y="15118"/>
                </a:cubicBezTo>
                <a:cubicBezTo>
                  <a:pt x="291515" y="15118"/>
                  <a:pt x="293775" y="17679"/>
                  <a:pt x="293775" y="28184"/>
                </a:cubicBezTo>
                <a:lnTo>
                  <a:pt x="293775" y="68151"/>
                </a:lnTo>
                <a:cubicBezTo>
                  <a:pt x="284231" y="59953"/>
                  <a:pt x="277454" y="57134"/>
                  <a:pt x="267408" y="57134"/>
                </a:cubicBezTo>
                <a:cubicBezTo>
                  <a:pt x="238535" y="57134"/>
                  <a:pt x="215183" y="86072"/>
                  <a:pt x="215183" y="122431"/>
                </a:cubicBezTo>
                <a:cubicBezTo>
                  <a:pt x="215183" y="155200"/>
                  <a:pt x="234014" y="177485"/>
                  <a:pt x="261634" y="177485"/>
                </a:cubicBezTo>
                <a:cubicBezTo>
                  <a:pt x="275695" y="177485"/>
                  <a:pt x="285239" y="172363"/>
                  <a:pt x="293775" y="160322"/>
                </a:cubicBezTo>
                <a:lnTo>
                  <a:pt x="293775" y="176719"/>
                </a:lnTo>
                <a:lnTo>
                  <a:pt x="294779" y="177485"/>
                </a:lnTo>
                <a:moveTo>
                  <a:pt x="293775" y="148801"/>
                </a:moveTo>
                <a:cubicBezTo>
                  <a:pt x="293775" y="150595"/>
                  <a:pt x="292016" y="153668"/>
                  <a:pt x="289507" y="156483"/>
                </a:cubicBezTo>
                <a:cubicBezTo>
                  <a:pt x="284986" y="161604"/>
                  <a:pt x="278710" y="164165"/>
                  <a:pt x="271427" y="164165"/>
                </a:cubicBezTo>
                <a:cubicBezTo>
                  <a:pt x="250588" y="164165"/>
                  <a:pt x="236776" y="143679"/>
                  <a:pt x="236776" y="112188"/>
                </a:cubicBezTo>
                <a:cubicBezTo>
                  <a:pt x="236776" y="83257"/>
                  <a:pt x="249079" y="64312"/>
                  <a:pt x="268163" y="64312"/>
                </a:cubicBezTo>
                <a:cubicBezTo>
                  <a:pt x="281473" y="64312"/>
                  <a:pt x="293775" y="76341"/>
                  <a:pt x="293775" y="89911"/>
                </a:cubicBezTo>
                <a:lnTo>
                  <a:pt x="293775" y="148801"/>
                </a:lnTo>
                <a:close/>
                <a:moveTo>
                  <a:pt x="377888" y="57134"/>
                </a:moveTo>
                <a:lnTo>
                  <a:pt x="338970" y="71146"/>
                </a:lnTo>
                <a:lnTo>
                  <a:pt x="338970" y="74993"/>
                </a:lnTo>
                <a:lnTo>
                  <a:pt x="340981" y="74735"/>
                </a:lnTo>
                <a:cubicBezTo>
                  <a:pt x="343993" y="74222"/>
                  <a:pt x="347257" y="73964"/>
                  <a:pt x="349517" y="73964"/>
                </a:cubicBezTo>
                <a:cubicBezTo>
                  <a:pt x="355544" y="73964"/>
                  <a:pt x="357801" y="78065"/>
                  <a:pt x="357801" y="89348"/>
                </a:cubicBezTo>
                <a:lnTo>
                  <a:pt x="357801" y="148836"/>
                </a:lnTo>
                <a:cubicBezTo>
                  <a:pt x="357801" y="167297"/>
                  <a:pt x="355291" y="170115"/>
                  <a:pt x="337966" y="171140"/>
                </a:cubicBezTo>
                <a:lnTo>
                  <a:pt x="337966" y="174983"/>
                </a:lnTo>
                <a:lnTo>
                  <a:pt x="397474" y="174983"/>
                </a:lnTo>
                <a:lnTo>
                  <a:pt x="397474" y="171140"/>
                </a:lnTo>
                <a:cubicBezTo>
                  <a:pt x="380904" y="169861"/>
                  <a:pt x="378892" y="167297"/>
                  <a:pt x="378892" y="148836"/>
                </a:cubicBezTo>
                <a:lnTo>
                  <a:pt x="378892" y="57904"/>
                </a:lnTo>
                <a:lnTo>
                  <a:pt x="377888" y="57134"/>
                </a:lnTo>
                <a:moveTo>
                  <a:pt x="366088" y="86"/>
                </a:moveTo>
                <a:cubicBezTo>
                  <a:pt x="359310" y="86"/>
                  <a:pt x="353533" y="5982"/>
                  <a:pt x="353533" y="13156"/>
                </a:cubicBezTo>
                <a:cubicBezTo>
                  <a:pt x="353533" y="20330"/>
                  <a:pt x="359057" y="26221"/>
                  <a:pt x="366088" y="26221"/>
                </a:cubicBezTo>
                <a:cubicBezTo>
                  <a:pt x="373371" y="26221"/>
                  <a:pt x="379145" y="20584"/>
                  <a:pt x="379145" y="13156"/>
                </a:cubicBezTo>
                <a:cubicBezTo>
                  <a:pt x="379145" y="5982"/>
                  <a:pt x="373371" y="86"/>
                  <a:pt x="366088" y="86"/>
                </a:cubicBezTo>
                <a:close/>
                <a:moveTo>
                  <a:pt x="514732" y="158019"/>
                </a:moveTo>
                <a:cubicBezTo>
                  <a:pt x="510464" y="161600"/>
                  <a:pt x="507453" y="162883"/>
                  <a:pt x="503687" y="162883"/>
                </a:cubicBezTo>
                <a:cubicBezTo>
                  <a:pt x="497913" y="162883"/>
                  <a:pt x="496154" y="159298"/>
                  <a:pt x="496154" y="148034"/>
                </a:cubicBezTo>
                <a:lnTo>
                  <a:pt x="496154" y="98106"/>
                </a:lnTo>
                <a:cubicBezTo>
                  <a:pt x="496154" y="84790"/>
                  <a:pt x="494898" y="77366"/>
                  <a:pt x="491131" y="71220"/>
                </a:cubicBezTo>
                <a:cubicBezTo>
                  <a:pt x="485607" y="62005"/>
                  <a:pt x="474810" y="57134"/>
                  <a:pt x="459998" y="57134"/>
                </a:cubicBezTo>
                <a:cubicBezTo>
                  <a:pt x="436393" y="57134"/>
                  <a:pt x="417815" y="69683"/>
                  <a:pt x="417815" y="85814"/>
                </a:cubicBezTo>
                <a:cubicBezTo>
                  <a:pt x="417815" y="91706"/>
                  <a:pt x="422834" y="96823"/>
                  <a:pt x="428612" y="96823"/>
                </a:cubicBezTo>
                <a:cubicBezTo>
                  <a:pt x="434634" y="96823"/>
                  <a:pt x="439910" y="91706"/>
                  <a:pt x="439910" y="86072"/>
                </a:cubicBezTo>
                <a:cubicBezTo>
                  <a:pt x="439910" y="85048"/>
                  <a:pt x="439657" y="83766"/>
                  <a:pt x="439408" y="81975"/>
                </a:cubicBezTo>
                <a:cubicBezTo>
                  <a:pt x="438906" y="79672"/>
                  <a:pt x="438654" y="77624"/>
                  <a:pt x="438654" y="75829"/>
                </a:cubicBezTo>
                <a:cubicBezTo>
                  <a:pt x="438654" y="68917"/>
                  <a:pt x="446688" y="63284"/>
                  <a:pt x="456734" y="63284"/>
                </a:cubicBezTo>
                <a:cubicBezTo>
                  <a:pt x="469036" y="63284"/>
                  <a:pt x="475814" y="70708"/>
                  <a:pt x="475814" y="84536"/>
                </a:cubicBezTo>
                <a:lnTo>
                  <a:pt x="475814" y="100154"/>
                </a:lnTo>
                <a:cubicBezTo>
                  <a:pt x="437148" y="116027"/>
                  <a:pt x="432880" y="118076"/>
                  <a:pt x="422083" y="127806"/>
                </a:cubicBezTo>
                <a:cubicBezTo>
                  <a:pt x="416558" y="132928"/>
                  <a:pt x="413041" y="141631"/>
                  <a:pt x="413041" y="150079"/>
                </a:cubicBezTo>
                <a:cubicBezTo>
                  <a:pt x="413041" y="166214"/>
                  <a:pt x="424091" y="177485"/>
                  <a:pt x="439408" y="177485"/>
                </a:cubicBezTo>
                <a:cubicBezTo>
                  <a:pt x="450454" y="177485"/>
                  <a:pt x="460749" y="172105"/>
                  <a:pt x="476067" y="158782"/>
                </a:cubicBezTo>
                <a:cubicBezTo>
                  <a:pt x="477323" y="172105"/>
                  <a:pt x="481840" y="177485"/>
                  <a:pt x="492135" y="177485"/>
                </a:cubicBezTo>
                <a:cubicBezTo>
                  <a:pt x="500671" y="177485"/>
                  <a:pt x="505947" y="174412"/>
                  <a:pt x="514732" y="164677"/>
                </a:cubicBezTo>
                <a:lnTo>
                  <a:pt x="514732" y="158019"/>
                </a:lnTo>
                <a:moveTo>
                  <a:pt x="475814" y="143409"/>
                </a:moveTo>
                <a:cubicBezTo>
                  <a:pt x="475814" y="151354"/>
                  <a:pt x="474561" y="153660"/>
                  <a:pt x="469285" y="156733"/>
                </a:cubicBezTo>
                <a:cubicBezTo>
                  <a:pt x="463262" y="160322"/>
                  <a:pt x="456232" y="162625"/>
                  <a:pt x="450956" y="162625"/>
                </a:cubicBezTo>
                <a:cubicBezTo>
                  <a:pt x="442171" y="162625"/>
                  <a:pt x="435140" y="153914"/>
                  <a:pt x="435140" y="142897"/>
                </a:cubicBezTo>
                <a:lnTo>
                  <a:pt x="435140" y="141873"/>
                </a:lnTo>
                <a:cubicBezTo>
                  <a:pt x="435140" y="126755"/>
                  <a:pt x="445431" y="117532"/>
                  <a:pt x="475814" y="106257"/>
                </a:cubicBezTo>
                <a:lnTo>
                  <a:pt x="475814" y="143409"/>
                </a:lnTo>
                <a:close/>
                <a:moveTo>
                  <a:pt x="633247" y="75634"/>
                </a:moveTo>
                <a:lnTo>
                  <a:pt x="633247" y="65641"/>
                </a:lnTo>
                <a:lnTo>
                  <a:pt x="613914" y="65641"/>
                </a:lnTo>
                <a:cubicBezTo>
                  <a:pt x="608891" y="65641"/>
                  <a:pt x="605125" y="64843"/>
                  <a:pt x="600106" y="63029"/>
                </a:cubicBezTo>
                <a:lnTo>
                  <a:pt x="594581" y="60981"/>
                </a:lnTo>
                <a:cubicBezTo>
                  <a:pt x="587800" y="58416"/>
                  <a:pt x="581022" y="57134"/>
                  <a:pt x="574493" y="57134"/>
                </a:cubicBezTo>
                <a:cubicBezTo>
                  <a:pt x="551141" y="57134"/>
                  <a:pt x="532559" y="75634"/>
                  <a:pt x="532559" y="98942"/>
                </a:cubicBezTo>
                <a:cubicBezTo>
                  <a:pt x="532559" y="115081"/>
                  <a:pt x="539341" y="124812"/>
                  <a:pt x="555911" y="133264"/>
                </a:cubicBezTo>
                <a:cubicBezTo>
                  <a:pt x="551141" y="137877"/>
                  <a:pt x="546624" y="142225"/>
                  <a:pt x="545115" y="143503"/>
                </a:cubicBezTo>
                <a:cubicBezTo>
                  <a:pt x="536831" y="150920"/>
                  <a:pt x="533567" y="156037"/>
                  <a:pt x="533567" y="161151"/>
                </a:cubicBezTo>
                <a:cubicBezTo>
                  <a:pt x="533567" y="166522"/>
                  <a:pt x="536578" y="169591"/>
                  <a:pt x="546873" y="174717"/>
                </a:cubicBezTo>
                <a:cubicBezTo>
                  <a:pt x="529046" y="188052"/>
                  <a:pt x="522268" y="196520"/>
                  <a:pt x="522268" y="206009"/>
                </a:cubicBezTo>
                <a:cubicBezTo>
                  <a:pt x="522268" y="219598"/>
                  <a:pt x="541850" y="230873"/>
                  <a:pt x="565704" y="230873"/>
                </a:cubicBezTo>
                <a:cubicBezTo>
                  <a:pt x="584535" y="230873"/>
                  <a:pt x="604121" y="224211"/>
                  <a:pt x="617178" y="213449"/>
                </a:cubicBezTo>
                <a:cubicBezTo>
                  <a:pt x="626722" y="205497"/>
                  <a:pt x="630990" y="197287"/>
                  <a:pt x="630990" y="187540"/>
                </a:cubicBezTo>
                <a:cubicBezTo>
                  <a:pt x="630990" y="171640"/>
                  <a:pt x="619186" y="160897"/>
                  <a:pt x="600608" y="160130"/>
                </a:cubicBezTo>
                <a:lnTo>
                  <a:pt x="568218" y="158594"/>
                </a:lnTo>
                <a:cubicBezTo>
                  <a:pt x="554907" y="158082"/>
                  <a:pt x="548632" y="155779"/>
                  <a:pt x="548632" y="151690"/>
                </a:cubicBezTo>
                <a:cubicBezTo>
                  <a:pt x="548632" y="146572"/>
                  <a:pt x="556915" y="137619"/>
                  <a:pt x="563697" y="135571"/>
                </a:cubicBezTo>
                <a:cubicBezTo>
                  <a:pt x="565957" y="135829"/>
                  <a:pt x="567716" y="136083"/>
                  <a:pt x="568467" y="136083"/>
                </a:cubicBezTo>
                <a:cubicBezTo>
                  <a:pt x="573237" y="136595"/>
                  <a:pt x="576501" y="136853"/>
                  <a:pt x="578010" y="136853"/>
                </a:cubicBezTo>
                <a:cubicBezTo>
                  <a:pt x="587298" y="136853"/>
                  <a:pt x="597343" y="133010"/>
                  <a:pt x="605125" y="126094"/>
                </a:cubicBezTo>
                <a:cubicBezTo>
                  <a:pt x="613412" y="118920"/>
                  <a:pt x="617178" y="109955"/>
                  <a:pt x="617178" y="97152"/>
                </a:cubicBezTo>
                <a:cubicBezTo>
                  <a:pt x="617178" y="89724"/>
                  <a:pt x="615922" y="83832"/>
                  <a:pt x="612408" y="75634"/>
                </a:cubicBezTo>
                <a:lnTo>
                  <a:pt x="633247" y="75634"/>
                </a:lnTo>
                <a:moveTo>
                  <a:pt x="552145" y="175483"/>
                </a:moveTo>
                <a:cubicBezTo>
                  <a:pt x="560432" y="177281"/>
                  <a:pt x="580520" y="178818"/>
                  <a:pt x="592822" y="178818"/>
                </a:cubicBezTo>
                <a:cubicBezTo>
                  <a:pt x="615673" y="178818"/>
                  <a:pt x="623960" y="182153"/>
                  <a:pt x="623960" y="191387"/>
                </a:cubicBezTo>
                <a:cubicBezTo>
                  <a:pt x="623960" y="206267"/>
                  <a:pt x="604876" y="216267"/>
                  <a:pt x="576501" y="216267"/>
                </a:cubicBezTo>
                <a:cubicBezTo>
                  <a:pt x="554406" y="216267"/>
                  <a:pt x="539843" y="208831"/>
                  <a:pt x="539843" y="197545"/>
                </a:cubicBezTo>
                <a:cubicBezTo>
                  <a:pt x="539843" y="191645"/>
                  <a:pt x="541601" y="188310"/>
                  <a:pt x="552145" y="175483"/>
                </a:cubicBezTo>
                <a:moveTo>
                  <a:pt x="553402" y="88441"/>
                </a:moveTo>
                <a:cubicBezTo>
                  <a:pt x="553402" y="73331"/>
                  <a:pt x="560432" y="64312"/>
                  <a:pt x="571984" y="64312"/>
                </a:cubicBezTo>
                <a:cubicBezTo>
                  <a:pt x="579765" y="64312"/>
                  <a:pt x="586294" y="68718"/>
                  <a:pt x="590313" y="76404"/>
                </a:cubicBezTo>
                <a:cubicBezTo>
                  <a:pt x="594830" y="85368"/>
                  <a:pt x="597845" y="97152"/>
                  <a:pt x="597845" y="107141"/>
                </a:cubicBezTo>
                <a:cubicBezTo>
                  <a:pt x="597845" y="121481"/>
                  <a:pt x="590562" y="130445"/>
                  <a:pt x="579014" y="130445"/>
                </a:cubicBezTo>
                <a:cubicBezTo>
                  <a:pt x="563949" y="130445"/>
                  <a:pt x="553402" y="113799"/>
                  <a:pt x="553402" y="89212"/>
                </a:cubicBezTo>
                <a:lnTo>
                  <a:pt x="553402" y="88441"/>
                </a:lnTo>
                <a:close/>
                <a:moveTo>
                  <a:pt x="642538" y="75071"/>
                </a:moveTo>
                <a:cubicBezTo>
                  <a:pt x="646055" y="74301"/>
                  <a:pt x="648316" y="74043"/>
                  <a:pt x="651327" y="74043"/>
                </a:cubicBezTo>
                <a:cubicBezTo>
                  <a:pt x="657603" y="74043"/>
                  <a:pt x="659863" y="78144"/>
                  <a:pt x="659863" y="89415"/>
                </a:cubicBezTo>
                <a:lnTo>
                  <a:pt x="659863" y="153465"/>
                </a:lnTo>
                <a:cubicBezTo>
                  <a:pt x="659863" y="166272"/>
                  <a:pt x="658105" y="168067"/>
                  <a:pt x="642036" y="171140"/>
                </a:cubicBezTo>
                <a:lnTo>
                  <a:pt x="642036" y="174983"/>
                </a:lnTo>
                <a:lnTo>
                  <a:pt x="702299" y="174983"/>
                </a:lnTo>
                <a:lnTo>
                  <a:pt x="702299" y="171140"/>
                </a:lnTo>
                <a:cubicBezTo>
                  <a:pt x="685223" y="170373"/>
                  <a:pt x="680955" y="166530"/>
                  <a:pt x="680955" y="151928"/>
                </a:cubicBezTo>
                <a:lnTo>
                  <a:pt x="680955" y="94282"/>
                </a:lnTo>
                <a:cubicBezTo>
                  <a:pt x="680955" y="86084"/>
                  <a:pt x="691752" y="73276"/>
                  <a:pt x="698533" y="73276"/>
                </a:cubicBezTo>
                <a:cubicBezTo>
                  <a:pt x="700039" y="73276"/>
                  <a:pt x="702299" y="74559"/>
                  <a:pt x="705062" y="77119"/>
                </a:cubicBezTo>
                <a:cubicBezTo>
                  <a:pt x="709077" y="80704"/>
                  <a:pt x="711839" y="82241"/>
                  <a:pt x="715104" y="82241"/>
                </a:cubicBezTo>
                <a:cubicBezTo>
                  <a:pt x="721130" y="82241"/>
                  <a:pt x="724896" y="77886"/>
                  <a:pt x="724896" y="70716"/>
                </a:cubicBezTo>
                <a:cubicBezTo>
                  <a:pt x="724896" y="62259"/>
                  <a:pt x="719624" y="57134"/>
                  <a:pt x="711088" y="57134"/>
                </a:cubicBezTo>
                <a:cubicBezTo>
                  <a:pt x="700541" y="57134"/>
                  <a:pt x="693261" y="63029"/>
                  <a:pt x="680955" y="81217"/>
                </a:cubicBezTo>
                <a:lnTo>
                  <a:pt x="680955" y="57650"/>
                </a:lnTo>
                <a:lnTo>
                  <a:pt x="679702" y="57134"/>
                </a:lnTo>
                <a:cubicBezTo>
                  <a:pt x="666392" y="62771"/>
                  <a:pt x="657354" y="66102"/>
                  <a:pt x="642538" y="70970"/>
                </a:cubicBezTo>
                <a:lnTo>
                  <a:pt x="642538" y="75071"/>
                </a:lnTo>
                <a:close/>
                <a:moveTo>
                  <a:pt x="835374" y="158019"/>
                </a:moveTo>
                <a:cubicBezTo>
                  <a:pt x="831106" y="161600"/>
                  <a:pt x="828094" y="162883"/>
                  <a:pt x="824328" y="162883"/>
                </a:cubicBezTo>
                <a:cubicBezTo>
                  <a:pt x="818554" y="162883"/>
                  <a:pt x="816796" y="159298"/>
                  <a:pt x="816796" y="148034"/>
                </a:cubicBezTo>
                <a:lnTo>
                  <a:pt x="816796" y="98106"/>
                </a:lnTo>
                <a:cubicBezTo>
                  <a:pt x="816796" y="84790"/>
                  <a:pt x="815539" y="77366"/>
                  <a:pt x="811773" y="71220"/>
                </a:cubicBezTo>
                <a:cubicBezTo>
                  <a:pt x="806248" y="62005"/>
                  <a:pt x="795451" y="57134"/>
                  <a:pt x="780639" y="57134"/>
                </a:cubicBezTo>
                <a:cubicBezTo>
                  <a:pt x="757035" y="57134"/>
                  <a:pt x="738456" y="69683"/>
                  <a:pt x="738456" y="85814"/>
                </a:cubicBezTo>
                <a:cubicBezTo>
                  <a:pt x="738456" y="91706"/>
                  <a:pt x="743475" y="96823"/>
                  <a:pt x="749253" y="96823"/>
                </a:cubicBezTo>
                <a:cubicBezTo>
                  <a:pt x="755276" y="96823"/>
                  <a:pt x="760552" y="91706"/>
                  <a:pt x="760552" y="86072"/>
                </a:cubicBezTo>
                <a:cubicBezTo>
                  <a:pt x="760552" y="85048"/>
                  <a:pt x="760299" y="83766"/>
                  <a:pt x="760050" y="81975"/>
                </a:cubicBezTo>
                <a:cubicBezTo>
                  <a:pt x="759548" y="79672"/>
                  <a:pt x="759295" y="77624"/>
                  <a:pt x="759295" y="75829"/>
                </a:cubicBezTo>
                <a:cubicBezTo>
                  <a:pt x="759295" y="68917"/>
                  <a:pt x="767329" y="63284"/>
                  <a:pt x="777375" y="63284"/>
                </a:cubicBezTo>
                <a:cubicBezTo>
                  <a:pt x="789678" y="63284"/>
                  <a:pt x="796455" y="70708"/>
                  <a:pt x="796455" y="84536"/>
                </a:cubicBezTo>
                <a:lnTo>
                  <a:pt x="796455" y="100154"/>
                </a:lnTo>
                <a:cubicBezTo>
                  <a:pt x="757789" y="116027"/>
                  <a:pt x="753521" y="118076"/>
                  <a:pt x="742725" y="127806"/>
                </a:cubicBezTo>
                <a:cubicBezTo>
                  <a:pt x="737200" y="132928"/>
                  <a:pt x="733683" y="141631"/>
                  <a:pt x="733683" y="150079"/>
                </a:cubicBezTo>
                <a:cubicBezTo>
                  <a:pt x="733683" y="166214"/>
                  <a:pt x="744732" y="177485"/>
                  <a:pt x="760050" y="177485"/>
                </a:cubicBezTo>
                <a:cubicBezTo>
                  <a:pt x="771096" y="177485"/>
                  <a:pt x="781390" y="172105"/>
                  <a:pt x="796708" y="158782"/>
                </a:cubicBezTo>
                <a:cubicBezTo>
                  <a:pt x="797965" y="172105"/>
                  <a:pt x="802482" y="177485"/>
                  <a:pt x="812777" y="177485"/>
                </a:cubicBezTo>
                <a:cubicBezTo>
                  <a:pt x="821313" y="177485"/>
                  <a:pt x="826589" y="174412"/>
                  <a:pt x="835374" y="164677"/>
                </a:cubicBezTo>
                <a:lnTo>
                  <a:pt x="835374" y="158019"/>
                </a:lnTo>
                <a:moveTo>
                  <a:pt x="796455" y="143409"/>
                </a:moveTo>
                <a:cubicBezTo>
                  <a:pt x="796455" y="151354"/>
                  <a:pt x="795202" y="153660"/>
                  <a:pt x="789927" y="156733"/>
                </a:cubicBezTo>
                <a:cubicBezTo>
                  <a:pt x="783904" y="160322"/>
                  <a:pt x="776873" y="162625"/>
                  <a:pt x="771597" y="162625"/>
                </a:cubicBezTo>
                <a:cubicBezTo>
                  <a:pt x="762812" y="162625"/>
                  <a:pt x="755782" y="153914"/>
                  <a:pt x="755782" y="142897"/>
                </a:cubicBezTo>
                <a:lnTo>
                  <a:pt x="755782" y="141873"/>
                </a:lnTo>
                <a:cubicBezTo>
                  <a:pt x="755782" y="126755"/>
                  <a:pt x="766073" y="117532"/>
                  <a:pt x="796455" y="106257"/>
                </a:cubicBezTo>
                <a:lnTo>
                  <a:pt x="796455" y="143409"/>
                </a:lnTo>
                <a:close/>
                <a:moveTo>
                  <a:pt x="840650" y="73022"/>
                </a:moveTo>
                <a:cubicBezTo>
                  <a:pt x="843914" y="72252"/>
                  <a:pt x="845922" y="71998"/>
                  <a:pt x="848685" y="71998"/>
                </a:cubicBezTo>
                <a:cubicBezTo>
                  <a:pt x="855213" y="71998"/>
                  <a:pt x="857474" y="76095"/>
                  <a:pt x="857474" y="88391"/>
                </a:cubicBezTo>
                <a:lnTo>
                  <a:pt x="857474" y="153207"/>
                </a:lnTo>
                <a:cubicBezTo>
                  <a:pt x="857474" y="167042"/>
                  <a:pt x="853956" y="170886"/>
                  <a:pt x="839895" y="171140"/>
                </a:cubicBezTo>
                <a:lnTo>
                  <a:pt x="839895" y="174983"/>
                </a:lnTo>
                <a:lnTo>
                  <a:pt x="895638" y="174983"/>
                </a:lnTo>
                <a:lnTo>
                  <a:pt x="895638" y="171140"/>
                </a:lnTo>
                <a:cubicBezTo>
                  <a:pt x="882331" y="170627"/>
                  <a:pt x="878565" y="167813"/>
                  <a:pt x="878565" y="157820"/>
                </a:cubicBezTo>
                <a:lnTo>
                  <a:pt x="878565" y="85576"/>
                </a:lnTo>
                <a:cubicBezTo>
                  <a:pt x="878565" y="85064"/>
                  <a:pt x="880573" y="82499"/>
                  <a:pt x="882331" y="80708"/>
                </a:cubicBezTo>
                <a:cubicBezTo>
                  <a:pt x="888607" y="74813"/>
                  <a:pt x="899404" y="70458"/>
                  <a:pt x="908193" y="70458"/>
                </a:cubicBezTo>
                <a:cubicBezTo>
                  <a:pt x="919239" y="70458"/>
                  <a:pt x="924763" y="79426"/>
                  <a:pt x="924763" y="97359"/>
                </a:cubicBezTo>
                <a:lnTo>
                  <a:pt x="924763" y="152952"/>
                </a:lnTo>
                <a:cubicBezTo>
                  <a:pt x="924763" y="167300"/>
                  <a:pt x="922001" y="170115"/>
                  <a:pt x="907691" y="171140"/>
                </a:cubicBezTo>
                <a:lnTo>
                  <a:pt x="907691" y="174983"/>
                </a:lnTo>
                <a:lnTo>
                  <a:pt x="963935" y="174983"/>
                </a:lnTo>
                <a:lnTo>
                  <a:pt x="963935" y="171140"/>
                </a:lnTo>
                <a:cubicBezTo>
                  <a:pt x="949621" y="170886"/>
                  <a:pt x="945855" y="166530"/>
                  <a:pt x="945855" y="150646"/>
                </a:cubicBezTo>
                <a:lnTo>
                  <a:pt x="945855" y="86088"/>
                </a:lnTo>
                <a:cubicBezTo>
                  <a:pt x="953387" y="75071"/>
                  <a:pt x="961674" y="70458"/>
                  <a:pt x="973226" y="70458"/>
                </a:cubicBezTo>
                <a:cubicBezTo>
                  <a:pt x="987536" y="70458"/>
                  <a:pt x="992057" y="77377"/>
                  <a:pt x="992057" y="98641"/>
                </a:cubicBezTo>
                <a:lnTo>
                  <a:pt x="992057" y="152694"/>
                </a:lnTo>
                <a:cubicBezTo>
                  <a:pt x="992057" y="167300"/>
                  <a:pt x="990049" y="169349"/>
                  <a:pt x="975486" y="171140"/>
                </a:cubicBezTo>
                <a:lnTo>
                  <a:pt x="975486" y="174983"/>
                </a:lnTo>
                <a:lnTo>
                  <a:pt x="1030474" y="174983"/>
                </a:lnTo>
                <a:lnTo>
                  <a:pt x="1030474" y="171140"/>
                </a:lnTo>
                <a:lnTo>
                  <a:pt x="1023945" y="170627"/>
                </a:lnTo>
                <a:cubicBezTo>
                  <a:pt x="1016413" y="170115"/>
                  <a:pt x="1013149" y="165506"/>
                  <a:pt x="1013149" y="155513"/>
                </a:cubicBezTo>
                <a:lnTo>
                  <a:pt x="1013149" y="102739"/>
                </a:lnTo>
                <a:cubicBezTo>
                  <a:pt x="1013149" y="72510"/>
                  <a:pt x="1003356" y="57134"/>
                  <a:pt x="984023" y="57134"/>
                </a:cubicBezTo>
                <a:cubicBezTo>
                  <a:pt x="969460" y="57134"/>
                  <a:pt x="956652" y="63796"/>
                  <a:pt x="943093" y="78656"/>
                </a:cubicBezTo>
                <a:cubicBezTo>
                  <a:pt x="938575" y="64054"/>
                  <a:pt x="930039" y="57134"/>
                  <a:pt x="916480" y="57134"/>
                </a:cubicBezTo>
                <a:cubicBezTo>
                  <a:pt x="905430" y="57134"/>
                  <a:pt x="898400" y="60723"/>
                  <a:pt x="877557" y="76865"/>
                </a:cubicBezTo>
                <a:lnTo>
                  <a:pt x="877557" y="57650"/>
                </a:lnTo>
                <a:lnTo>
                  <a:pt x="875803" y="57134"/>
                </a:lnTo>
                <a:cubicBezTo>
                  <a:pt x="862995" y="62005"/>
                  <a:pt x="854458" y="64824"/>
                  <a:pt x="840650" y="68667"/>
                </a:cubicBezTo>
                <a:lnTo>
                  <a:pt x="840650" y="73022"/>
                </a:lnTo>
                <a:close/>
                <a:moveTo>
                  <a:pt x="1119863" y="512"/>
                </a:moveTo>
                <a:lnTo>
                  <a:pt x="1118607" y="0"/>
                </a:lnTo>
                <a:cubicBezTo>
                  <a:pt x="1108059" y="3843"/>
                  <a:pt x="1101281" y="5892"/>
                  <a:pt x="1089481" y="9223"/>
                </a:cubicBezTo>
                <a:lnTo>
                  <a:pt x="1082198" y="11275"/>
                </a:lnTo>
                <a:lnTo>
                  <a:pt x="1082198" y="15372"/>
                </a:lnTo>
                <a:cubicBezTo>
                  <a:pt x="1083703" y="15118"/>
                  <a:pt x="1084707" y="15118"/>
                  <a:pt x="1086466" y="15118"/>
                </a:cubicBezTo>
                <a:cubicBezTo>
                  <a:pt x="1096511" y="15118"/>
                  <a:pt x="1098768" y="17421"/>
                  <a:pt x="1098768" y="28184"/>
                </a:cubicBezTo>
                <a:lnTo>
                  <a:pt x="1098768" y="161096"/>
                </a:lnTo>
                <a:cubicBezTo>
                  <a:pt x="1098768" y="169032"/>
                  <a:pt x="1120112" y="177485"/>
                  <a:pt x="1140200" y="177485"/>
                </a:cubicBezTo>
                <a:cubicBezTo>
                  <a:pt x="1173345" y="177485"/>
                  <a:pt x="1198954" y="149317"/>
                  <a:pt x="1198954" y="112704"/>
                </a:cubicBezTo>
                <a:cubicBezTo>
                  <a:pt x="1198954" y="81213"/>
                  <a:pt x="1179874" y="57134"/>
                  <a:pt x="1154763" y="57134"/>
                </a:cubicBezTo>
                <a:cubicBezTo>
                  <a:pt x="1139445" y="57134"/>
                  <a:pt x="1124882" y="66360"/>
                  <a:pt x="1119863" y="78910"/>
                </a:cubicBezTo>
                <a:lnTo>
                  <a:pt x="1119863" y="512"/>
                </a:lnTo>
                <a:moveTo>
                  <a:pt x="1119863" y="92480"/>
                </a:moveTo>
                <a:cubicBezTo>
                  <a:pt x="1119863" y="82495"/>
                  <a:pt x="1131664" y="73276"/>
                  <a:pt x="1144721" y="73276"/>
                </a:cubicBezTo>
                <a:cubicBezTo>
                  <a:pt x="1164303" y="73276"/>
                  <a:pt x="1176858" y="93246"/>
                  <a:pt x="1176858" y="124483"/>
                </a:cubicBezTo>
                <a:cubicBezTo>
                  <a:pt x="1176858" y="152902"/>
                  <a:pt x="1164805" y="169287"/>
                  <a:pt x="1144219" y="169287"/>
                </a:cubicBezTo>
                <a:cubicBezTo>
                  <a:pt x="1131162" y="169287"/>
                  <a:pt x="1119863" y="163399"/>
                  <a:pt x="1119863" y="156999"/>
                </a:cubicBezTo>
                <a:lnTo>
                  <a:pt x="1119863" y="92480"/>
                </a:lnTo>
                <a:close/>
                <a:moveTo>
                  <a:pt x="1317970" y="158019"/>
                </a:moveTo>
                <a:cubicBezTo>
                  <a:pt x="1313702" y="161600"/>
                  <a:pt x="1310691" y="162883"/>
                  <a:pt x="1306924" y="162883"/>
                </a:cubicBezTo>
                <a:cubicBezTo>
                  <a:pt x="1301151" y="162883"/>
                  <a:pt x="1299392" y="159298"/>
                  <a:pt x="1299392" y="148034"/>
                </a:cubicBezTo>
                <a:lnTo>
                  <a:pt x="1299392" y="98106"/>
                </a:lnTo>
                <a:cubicBezTo>
                  <a:pt x="1299392" y="84790"/>
                  <a:pt x="1298135" y="77366"/>
                  <a:pt x="1294369" y="71220"/>
                </a:cubicBezTo>
                <a:cubicBezTo>
                  <a:pt x="1288844" y="62005"/>
                  <a:pt x="1278048" y="57134"/>
                  <a:pt x="1263236" y="57134"/>
                </a:cubicBezTo>
                <a:cubicBezTo>
                  <a:pt x="1239631" y="57134"/>
                  <a:pt x="1221053" y="69683"/>
                  <a:pt x="1221053" y="85814"/>
                </a:cubicBezTo>
                <a:cubicBezTo>
                  <a:pt x="1221053" y="91706"/>
                  <a:pt x="1226072" y="96823"/>
                  <a:pt x="1231849" y="96823"/>
                </a:cubicBezTo>
                <a:cubicBezTo>
                  <a:pt x="1237872" y="96823"/>
                  <a:pt x="1243148" y="91706"/>
                  <a:pt x="1243148" y="86072"/>
                </a:cubicBezTo>
                <a:cubicBezTo>
                  <a:pt x="1243148" y="85048"/>
                  <a:pt x="1242895" y="83766"/>
                  <a:pt x="1242646" y="81975"/>
                </a:cubicBezTo>
                <a:cubicBezTo>
                  <a:pt x="1242144" y="79672"/>
                  <a:pt x="1241891" y="77624"/>
                  <a:pt x="1241891" y="75829"/>
                </a:cubicBezTo>
                <a:cubicBezTo>
                  <a:pt x="1241891" y="68917"/>
                  <a:pt x="1249926" y="63284"/>
                  <a:pt x="1259971" y="63284"/>
                </a:cubicBezTo>
                <a:cubicBezTo>
                  <a:pt x="1272274" y="63284"/>
                  <a:pt x="1279052" y="70708"/>
                  <a:pt x="1279052" y="84536"/>
                </a:cubicBezTo>
                <a:lnTo>
                  <a:pt x="1279052" y="100154"/>
                </a:lnTo>
                <a:cubicBezTo>
                  <a:pt x="1240386" y="116027"/>
                  <a:pt x="1236118" y="118076"/>
                  <a:pt x="1225321" y="127806"/>
                </a:cubicBezTo>
                <a:cubicBezTo>
                  <a:pt x="1219796" y="132928"/>
                  <a:pt x="1216279" y="141631"/>
                  <a:pt x="1216279" y="150079"/>
                </a:cubicBezTo>
                <a:cubicBezTo>
                  <a:pt x="1216279" y="166214"/>
                  <a:pt x="1227328" y="177485"/>
                  <a:pt x="1242646" y="177485"/>
                </a:cubicBezTo>
                <a:cubicBezTo>
                  <a:pt x="1253692" y="177485"/>
                  <a:pt x="1263987" y="172105"/>
                  <a:pt x="1279304" y="158782"/>
                </a:cubicBezTo>
                <a:cubicBezTo>
                  <a:pt x="1280561" y="172105"/>
                  <a:pt x="1285078" y="177485"/>
                  <a:pt x="1295373" y="177485"/>
                </a:cubicBezTo>
                <a:cubicBezTo>
                  <a:pt x="1303909" y="177485"/>
                  <a:pt x="1309185" y="174412"/>
                  <a:pt x="1317970" y="164677"/>
                </a:cubicBezTo>
                <a:lnTo>
                  <a:pt x="1317970" y="158019"/>
                </a:lnTo>
                <a:moveTo>
                  <a:pt x="1279052" y="143409"/>
                </a:moveTo>
                <a:cubicBezTo>
                  <a:pt x="1279052" y="151354"/>
                  <a:pt x="1277799" y="153660"/>
                  <a:pt x="1272523" y="156733"/>
                </a:cubicBezTo>
                <a:cubicBezTo>
                  <a:pt x="1266500" y="160322"/>
                  <a:pt x="1259470" y="162625"/>
                  <a:pt x="1254194" y="162625"/>
                </a:cubicBezTo>
                <a:cubicBezTo>
                  <a:pt x="1245409" y="162625"/>
                  <a:pt x="1238378" y="153914"/>
                  <a:pt x="1238378" y="142897"/>
                </a:cubicBezTo>
                <a:lnTo>
                  <a:pt x="1238378" y="141873"/>
                </a:lnTo>
                <a:cubicBezTo>
                  <a:pt x="1238378" y="126755"/>
                  <a:pt x="1248669" y="117532"/>
                  <a:pt x="1279052" y="106257"/>
                </a:cubicBezTo>
                <a:lnTo>
                  <a:pt x="1279052" y="143409"/>
                </a:lnTo>
                <a:close/>
                <a:moveTo>
                  <a:pt x="1397566" y="94482"/>
                </a:moveTo>
                <a:lnTo>
                  <a:pt x="1396562" y="59636"/>
                </a:lnTo>
                <a:lnTo>
                  <a:pt x="1393799" y="59636"/>
                </a:lnTo>
                <a:lnTo>
                  <a:pt x="1393298" y="60152"/>
                </a:lnTo>
                <a:cubicBezTo>
                  <a:pt x="1391037" y="61943"/>
                  <a:pt x="1390788" y="62201"/>
                  <a:pt x="1389784" y="62201"/>
                </a:cubicBezTo>
                <a:cubicBezTo>
                  <a:pt x="1388279" y="62201"/>
                  <a:pt x="1385765" y="61688"/>
                  <a:pt x="1383003" y="60406"/>
                </a:cubicBezTo>
                <a:cubicBezTo>
                  <a:pt x="1377478" y="58412"/>
                  <a:pt x="1371957" y="57384"/>
                  <a:pt x="1365428" y="57384"/>
                </a:cubicBezTo>
                <a:cubicBezTo>
                  <a:pt x="1345590" y="57384"/>
                  <a:pt x="1331280" y="70450"/>
                  <a:pt x="1331280" y="88887"/>
                </a:cubicBezTo>
                <a:cubicBezTo>
                  <a:pt x="1331280" y="103223"/>
                  <a:pt x="1339314" y="113466"/>
                  <a:pt x="1360658" y="125758"/>
                </a:cubicBezTo>
                <a:lnTo>
                  <a:pt x="1375221" y="134210"/>
                </a:lnTo>
                <a:cubicBezTo>
                  <a:pt x="1384007" y="139332"/>
                  <a:pt x="1388279" y="145477"/>
                  <a:pt x="1388279" y="153414"/>
                </a:cubicBezTo>
                <a:cubicBezTo>
                  <a:pt x="1388279" y="164681"/>
                  <a:pt x="1380240" y="171851"/>
                  <a:pt x="1367436" y="171851"/>
                </a:cubicBezTo>
                <a:cubicBezTo>
                  <a:pt x="1358900" y="171851"/>
                  <a:pt x="1351115" y="168520"/>
                  <a:pt x="1346345" y="162887"/>
                </a:cubicBezTo>
                <a:cubicBezTo>
                  <a:pt x="1341073" y="156487"/>
                  <a:pt x="1338812" y="150595"/>
                  <a:pt x="1335548" y="136001"/>
                </a:cubicBezTo>
                <a:lnTo>
                  <a:pt x="1331529" y="136001"/>
                </a:lnTo>
                <a:lnTo>
                  <a:pt x="1331529" y="175948"/>
                </a:lnTo>
                <a:lnTo>
                  <a:pt x="1334793" y="175948"/>
                </a:lnTo>
                <a:cubicBezTo>
                  <a:pt x="1336552" y="173388"/>
                  <a:pt x="1337555" y="172875"/>
                  <a:pt x="1340571" y="172875"/>
                </a:cubicBezTo>
                <a:cubicBezTo>
                  <a:pt x="1342831" y="172934"/>
                  <a:pt x="1346345" y="173446"/>
                  <a:pt x="1352118" y="174983"/>
                </a:cubicBezTo>
                <a:cubicBezTo>
                  <a:pt x="1359149" y="176460"/>
                  <a:pt x="1365930" y="177485"/>
                  <a:pt x="1370447" y="177485"/>
                </a:cubicBezTo>
                <a:cubicBezTo>
                  <a:pt x="1389784" y="177485"/>
                  <a:pt x="1405853" y="162632"/>
                  <a:pt x="1405853" y="144707"/>
                </a:cubicBezTo>
                <a:cubicBezTo>
                  <a:pt x="1405853" y="131904"/>
                  <a:pt x="1399826" y="123455"/>
                  <a:pt x="1384761" y="114236"/>
                </a:cubicBezTo>
                <a:lnTo>
                  <a:pt x="1357643" y="97848"/>
                </a:lnTo>
                <a:cubicBezTo>
                  <a:pt x="1350613" y="93751"/>
                  <a:pt x="1346846" y="87351"/>
                  <a:pt x="1346846" y="80435"/>
                </a:cubicBezTo>
                <a:cubicBezTo>
                  <a:pt x="1346846" y="70192"/>
                  <a:pt x="1354632" y="63022"/>
                  <a:pt x="1366179" y="63022"/>
                </a:cubicBezTo>
                <a:cubicBezTo>
                  <a:pt x="1380493" y="63022"/>
                  <a:pt x="1388026" y="71728"/>
                  <a:pt x="1393799" y="94521"/>
                </a:cubicBezTo>
                <a:lnTo>
                  <a:pt x="1397566" y="94482"/>
                </a:lnTo>
                <a:close/>
                <a:moveTo>
                  <a:pt x="1518593" y="132893"/>
                </a:moveTo>
                <a:cubicBezTo>
                  <a:pt x="1506543" y="152374"/>
                  <a:pt x="1495743" y="159810"/>
                  <a:pt x="1479674" y="159810"/>
                </a:cubicBezTo>
                <a:cubicBezTo>
                  <a:pt x="1465364" y="159810"/>
                  <a:pt x="1454567" y="152374"/>
                  <a:pt x="1447284" y="137764"/>
                </a:cubicBezTo>
                <a:cubicBezTo>
                  <a:pt x="1442763" y="128021"/>
                  <a:pt x="1441008" y="119561"/>
                  <a:pt x="1440506" y="103923"/>
                </a:cubicBezTo>
                <a:lnTo>
                  <a:pt x="1517842" y="103923"/>
                </a:lnTo>
                <a:cubicBezTo>
                  <a:pt x="1515830" y="87300"/>
                  <a:pt x="1513321" y="79895"/>
                  <a:pt x="1507045" y="71724"/>
                </a:cubicBezTo>
                <a:cubicBezTo>
                  <a:pt x="1499509" y="62517"/>
                  <a:pt x="1487961" y="57134"/>
                  <a:pt x="1474904" y="57134"/>
                </a:cubicBezTo>
                <a:cubicBezTo>
                  <a:pt x="1462349" y="57134"/>
                  <a:pt x="1450548" y="61747"/>
                  <a:pt x="1441008" y="70446"/>
                </a:cubicBezTo>
                <a:cubicBezTo>
                  <a:pt x="1429204" y="80916"/>
                  <a:pt x="1422426" y="99056"/>
                  <a:pt x="1422426" y="120073"/>
                </a:cubicBezTo>
                <a:cubicBezTo>
                  <a:pt x="1422426" y="155451"/>
                  <a:pt x="1440506" y="177485"/>
                  <a:pt x="1469379" y="177485"/>
                </a:cubicBezTo>
                <a:cubicBezTo>
                  <a:pt x="1493233" y="177485"/>
                  <a:pt x="1512064" y="162371"/>
                  <a:pt x="1522612" y="134687"/>
                </a:cubicBezTo>
                <a:lnTo>
                  <a:pt x="1518593" y="132893"/>
                </a:lnTo>
                <a:moveTo>
                  <a:pt x="1441008" y="95725"/>
                </a:moveTo>
                <a:cubicBezTo>
                  <a:pt x="1443767" y="75810"/>
                  <a:pt x="1452307" y="66360"/>
                  <a:pt x="1467621" y="66360"/>
                </a:cubicBezTo>
                <a:cubicBezTo>
                  <a:pt x="1482938" y="66360"/>
                  <a:pt x="1488965" y="73511"/>
                  <a:pt x="1492229" y="95725"/>
                </a:cubicBezTo>
                <a:lnTo>
                  <a:pt x="1441008" y="95725"/>
                </a:lnTo>
                <a:close/>
                <a:moveTo>
                  <a:pt x="1614008" y="177485"/>
                </a:moveTo>
                <a:lnTo>
                  <a:pt x="1650919" y="164165"/>
                </a:lnTo>
                <a:lnTo>
                  <a:pt x="1650919" y="160068"/>
                </a:lnTo>
                <a:cubicBezTo>
                  <a:pt x="1646398" y="160322"/>
                  <a:pt x="1645897" y="160322"/>
                  <a:pt x="1645142" y="160322"/>
                </a:cubicBezTo>
                <a:cubicBezTo>
                  <a:pt x="1636104" y="160322"/>
                  <a:pt x="1634096" y="157507"/>
                  <a:pt x="1634096" y="145728"/>
                </a:cubicBezTo>
                <a:lnTo>
                  <a:pt x="1634096" y="512"/>
                </a:lnTo>
                <a:lnTo>
                  <a:pt x="1632839" y="0"/>
                </a:lnTo>
                <a:cubicBezTo>
                  <a:pt x="1620786" y="4355"/>
                  <a:pt x="1612001" y="6916"/>
                  <a:pt x="1595928" y="11275"/>
                </a:cubicBezTo>
                <a:lnTo>
                  <a:pt x="1595928" y="15372"/>
                </a:lnTo>
                <a:cubicBezTo>
                  <a:pt x="1597940" y="15118"/>
                  <a:pt x="1599445" y="15118"/>
                  <a:pt x="1601453" y="15118"/>
                </a:cubicBezTo>
                <a:cubicBezTo>
                  <a:pt x="1610744" y="15118"/>
                  <a:pt x="1613005" y="17679"/>
                  <a:pt x="1613005" y="28184"/>
                </a:cubicBezTo>
                <a:lnTo>
                  <a:pt x="1613005" y="68151"/>
                </a:lnTo>
                <a:cubicBezTo>
                  <a:pt x="1603461" y="59953"/>
                  <a:pt x="1596683" y="57134"/>
                  <a:pt x="1586637" y="57134"/>
                </a:cubicBezTo>
                <a:cubicBezTo>
                  <a:pt x="1557764" y="57134"/>
                  <a:pt x="1534412" y="86072"/>
                  <a:pt x="1534412" y="122431"/>
                </a:cubicBezTo>
                <a:cubicBezTo>
                  <a:pt x="1534412" y="155200"/>
                  <a:pt x="1553243" y="177485"/>
                  <a:pt x="1580863" y="177485"/>
                </a:cubicBezTo>
                <a:cubicBezTo>
                  <a:pt x="1594924" y="177485"/>
                  <a:pt x="1604468" y="172363"/>
                  <a:pt x="1613005" y="160322"/>
                </a:cubicBezTo>
                <a:lnTo>
                  <a:pt x="1613005" y="176719"/>
                </a:lnTo>
                <a:lnTo>
                  <a:pt x="1614008" y="177485"/>
                </a:lnTo>
                <a:moveTo>
                  <a:pt x="1613005" y="148801"/>
                </a:moveTo>
                <a:cubicBezTo>
                  <a:pt x="1613005" y="150595"/>
                  <a:pt x="1611246" y="153668"/>
                  <a:pt x="1608736" y="156483"/>
                </a:cubicBezTo>
                <a:cubicBezTo>
                  <a:pt x="1604215" y="161604"/>
                  <a:pt x="1597940" y="164165"/>
                  <a:pt x="1590656" y="164165"/>
                </a:cubicBezTo>
                <a:cubicBezTo>
                  <a:pt x="1569818" y="164165"/>
                  <a:pt x="1556006" y="143679"/>
                  <a:pt x="1556006" y="112188"/>
                </a:cubicBezTo>
                <a:cubicBezTo>
                  <a:pt x="1556006" y="83257"/>
                  <a:pt x="1568308" y="64312"/>
                  <a:pt x="1587392" y="64312"/>
                </a:cubicBezTo>
                <a:cubicBezTo>
                  <a:pt x="1600702" y="64312"/>
                  <a:pt x="1613005" y="76341"/>
                  <a:pt x="1613005" y="89911"/>
                </a:cubicBezTo>
                <a:lnTo>
                  <a:pt x="1613005" y="148801"/>
                </a:lnTo>
                <a:close/>
                <a:moveTo>
                  <a:pt x="1762404" y="57134"/>
                </a:moveTo>
                <a:cubicBezTo>
                  <a:pt x="1729761" y="57134"/>
                  <a:pt x="1706911" y="81721"/>
                  <a:pt x="1706911" y="117055"/>
                </a:cubicBezTo>
                <a:cubicBezTo>
                  <a:pt x="1706911" y="151619"/>
                  <a:pt x="1730263" y="177485"/>
                  <a:pt x="1761898" y="177485"/>
                </a:cubicBezTo>
                <a:cubicBezTo>
                  <a:pt x="1793537" y="177485"/>
                  <a:pt x="1817640" y="150341"/>
                  <a:pt x="1817640" y="115007"/>
                </a:cubicBezTo>
                <a:cubicBezTo>
                  <a:pt x="1817640" y="81463"/>
                  <a:pt x="1794541" y="57134"/>
                  <a:pt x="1762404" y="57134"/>
                </a:cubicBezTo>
                <a:moveTo>
                  <a:pt x="1759140" y="64312"/>
                </a:moveTo>
                <a:cubicBezTo>
                  <a:pt x="1780231" y="64312"/>
                  <a:pt x="1795043" y="88891"/>
                  <a:pt x="1795043" y="123967"/>
                </a:cubicBezTo>
                <a:cubicBezTo>
                  <a:pt x="1795043" y="152902"/>
                  <a:pt x="1783744" y="170311"/>
                  <a:pt x="1764913" y="170311"/>
                </a:cubicBezTo>
                <a:cubicBezTo>
                  <a:pt x="1755121" y="170311"/>
                  <a:pt x="1745830" y="164169"/>
                  <a:pt x="1740558" y="153926"/>
                </a:cubicBezTo>
                <a:cubicBezTo>
                  <a:pt x="1733527" y="140610"/>
                  <a:pt x="1729508" y="122689"/>
                  <a:pt x="1729508" y="104510"/>
                </a:cubicBezTo>
                <a:cubicBezTo>
                  <a:pt x="1729508" y="80184"/>
                  <a:pt x="1741309" y="64312"/>
                  <a:pt x="1759140" y="64312"/>
                </a:cubicBezTo>
                <a:close/>
                <a:moveTo>
                  <a:pt x="1829191" y="73022"/>
                </a:moveTo>
                <a:cubicBezTo>
                  <a:pt x="1830697" y="72252"/>
                  <a:pt x="1833210" y="71998"/>
                  <a:pt x="1835973" y="71998"/>
                </a:cubicBezTo>
                <a:cubicBezTo>
                  <a:pt x="1843003" y="71998"/>
                  <a:pt x="1845260" y="75841"/>
                  <a:pt x="1845260" y="88391"/>
                </a:cubicBezTo>
                <a:lnTo>
                  <a:pt x="1845260" y="151928"/>
                </a:lnTo>
                <a:cubicBezTo>
                  <a:pt x="1845260" y="166530"/>
                  <a:pt x="1842497" y="170115"/>
                  <a:pt x="1829693" y="171140"/>
                </a:cubicBezTo>
                <a:lnTo>
                  <a:pt x="1829693" y="174983"/>
                </a:lnTo>
                <a:lnTo>
                  <a:pt x="1882926" y="174983"/>
                </a:lnTo>
                <a:lnTo>
                  <a:pt x="1882926" y="171140"/>
                </a:lnTo>
                <a:cubicBezTo>
                  <a:pt x="1870117" y="170115"/>
                  <a:pt x="1866351" y="167042"/>
                  <a:pt x="1866351" y="157820"/>
                </a:cubicBezTo>
                <a:lnTo>
                  <a:pt x="1866351" y="85830"/>
                </a:lnTo>
                <a:cubicBezTo>
                  <a:pt x="1878405" y="74301"/>
                  <a:pt x="1883929" y="71228"/>
                  <a:pt x="1892217" y="71228"/>
                </a:cubicBezTo>
                <a:cubicBezTo>
                  <a:pt x="1904519" y="71228"/>
                  <a:pt x="1910546" y="79168"/>
                  <a:pt x="1910546" y="96077"/>
                </a:cubicBezTo>
                <a:lnTo>
                  <a:pt x="1910546" y="149622"/>
                </a:lnTo>
                <a:cubicBezTo>
                  <a:pt x="1910546" y="165760"/>
                  <a:pt x="1907281" y="170115"/>
                  <a:pt x="1894726" y="171140"/>
                </a:cubicBezTo>
                <a:lnTo>
                  <a:pt x="1894726" y="174983"/>
                </a:lnTo>
                <a:lnTo>
                  <a:pt x="1946955" y="174983"/>
                </a:lnTo>
                <a:lnTo>
                  <a:pt x="1946955" y="171140"/>
                </a:lnTo>
                <a:cubicBezTo>
                  <a:pt x="1934649" y="169861"/>
                  <a:pt x="1931637" y="166784"/>
                  <a:pt x="1931637" y="154235"/>
                </a:cubicBezTo>
                <a:lnTo>
                  <a:pt x="1931637" y="95565"/>
                </a:lnTo>
                <a:cubicBezTo>
                  <a:pt x="1931637" y="71486"/>
                  <a:pt x="1920588" y="57134"/>
                  <a:pt x="1902009" y="57134"/>
                </a:cubicBezTo>
                <a:cubicBezTo>
                  <a:pt x="1890458" y="57134"/>
                  <a:pt x="1882673" y="61493"/>
                  <a:pt x="1865600" y="77890"/>
                </a:cubicBezTo>
                <a:lnTo>
                  <a:pt x="1865600" y="57650"/>
                </a:lnTo>
                <a:lnTo>
                  <a:pt x="1863842" y="57134"/>
                </a:lnTo>
                <a:cubicBezTo>
                  <a:pt x="1851539" y="61747"/>
                  <a:pt x="1843003" y="64566"/>
                  <a:pt x="1829191" y="68667"/>
                </a:cubicBezTo>
                <a:lnTo>
                  <a:pt x="1829191" y="73022"/>
                </a:lnTo>
                <a:close/>
                <a:moveTo>
                  <a:pt x="2076265" y="208511"/>
                </a:moveTo>
                <a:lnTo>
                  <a:pt x="2054672" y="208511"/>
                </a:lnTo>
                <a:cubicBezTo>
                  <a:pt x="2046385" y="208511"/>
                  <a:pt x="2042366" y="204156"/>
                  <a:pt x="2042366" y="195191"/>
                </a:cubicBezTo>
                <a:lnTo>
                  <a:pt x="2042366" y="23019"/>
                </a:lnTo>
                <a:cubicBezTo>
                  <a:pt x="2042366" y="15079"/>
                  <a:pt x="2045630" y="11748"/>
                  <a:pt x="2053668" y="11748"/>
                </a:cubicBezTo>
                <a:lnTo>
                  <a:pt x="2076265" y="11748"/>
                </a:lnTo>
                <a:lnTo>
                  <a:pt x="2076265" y="5340"/>
                </a:lnTo>
                <a:lnTo>
                  <a:pt x="2023286" y="5340"/>
                </a:lnTo>
                <a:lnTo>
                  <a:pt x="2023286" y="214919"/>
                </a:lnTo>
                <a:lnTo>
                  <a:pt x="2076265" y="214919"/>
                </a:lnTo>
                <a:lnTo>
                  <a:pt x="2076265" y="2085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Text 41">
            <a:extLst xmlns:a="http://schemas.openxmlformats.org/drawingml/2006/main">
              <a:ext uri="{FF2B5EF4-FFF2-40B4-BE49-F238E27FC236}">
                <a16:creationId xmlns:a16="http://schemas.microsoft.com/office/drawing/2014/main" id="{FBE5C686-A108-45C3-9F6B-E860BE7B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6794" y="7107736"/>
            <a:ext cx="221462" cy="173145"/>
          </a:xfrm>
          <a:custGeom xmlns:a="http://schemas.openxmlformats.org/drawingml/2006/main">
            <a:pathLst>
              <a:path w="221462" h="173145">
                <a:moveTo>
                  <a:pt x="115503" y="113963"/>
                </a:moveTo>
                <a:lnTo>
                  <a:pt x="89891" y="113963"/>
                </a:lnTo>
                <a:lnTo>
                  <a:pt x="89891" y="0"/>
                </a:lnTo>
                <a:lnTo>
                  <a:pt x="78841" y="0"/>
                </a:lnTo>
                <a:lnTo>
                  <a:pt x="0" y="113963"/>
                </a:lnTo>
                <a:lnTo>
                  <a:pt x="0" y="130359"/>
                </a:lnTo>
                <a:lnTo>
                  <a:pt x="70558" y="130359"/>
                </a:lnTo>
                <a:lnTo>
                  <a:pt x="70558" y="173145"/>
                </a:lnTo>
                <a:lnTo>
                  <a:pt x="89891" y="173145"/>
                </a:lnTo>
                <a:lnTo>
                  <a:pt x="89891" y="130359"/>
                </a:lnTo>
                <a:lnTo>
                  <a:pt x="115503" y="130359"/>
                </a:lnTo>
                <a:lnTo>
                  <a:pt x="115503" y="113963"/>
                </a:lnTo>
                <a:moveTo>
                  <a:pt x="70305" y="113963"/>
                </a:moveTo>
                <a:lnTo>
                  <a:pt x="10042" y="113963"/>
                </a:lnTo>
                <a:lnTo>
                  <a:pt x="70305" y="26123"/>
                </a:lnTo>
                <a:lnTo>
                  <a:pt x="70305" y="113963"/>
                </a:lnTo>
                <a:close/>
                <a:moveTo>
                  <a:pt x="195601" y="0"/>
                </a:moveTo>
                <a:lnTo>
                  <a:pt x="150403" y="23270"/>
                </a:lnTo>
                <a:lnTo>
                  <a:pt x="150403" y="26858"/>
                </a:lnTo>
                <a:cubicBezTo>
                  <a:pt x="153414" y="25576"/>
                  <a:pt x="156176" y="24552"/>
                  <a:pt x="157180" y="24040"/>
                </a:cubicBezTo>
                <a:cubicBezTo>
                  <a:pt x="161701" y="22249"/>
                  <a:pt x="165969" y="21229"/>
                  <a:pt x="168483" y="21229"/>
                </a:cubicBezTo>
                <a:cubicBezTo>
                  <a:pt x="173755" y="21229"/>
                  <a:pt x="176015" y="25064"/>
                  <a:pt x="176015" y="33262"/>
                </a:cubicBezTo>
                <a:lnTo>
                  <a:pt x="176015" y="149321"/>
                </a:lnTo>
                <a:cubicBezTo>
                  <a:pt x="176015" y="157777"/>
                  <a:pt x="174004" y="163669"/>
                  <a:pt x="169988" y="165975"/>
                </a:cubicBezTo>
                <a:cubicBezTo>
                  <a:pt x="166222" y="168278"/>
                  <a:pt x="162705" y="169048"/>
                  <a:pt x="152161" y="169302"/>
                </a:cubicBezTo>
                <a:lnTo>
                  <a:pt x="152161" y="173145"/>
                </a:lnTo>
                <a:lnTo>
                  <a:pt x="221462" y="173145"/>
                </a:lnTo>
                <a:lnTo>
                  <a:pt x="221462" y="169302"/>
                </a:lnTo>
                <a:cubicBezTo>
                  <a:pt x="201624" y="169048"/>
                  <a:pt x="197608" y="166487"/>
                  <a:pt x="197608" y="154188"/>
                </a:cubicBezTo>
                <a:lnTo>
                  <a:pt x="197608" y="516"/>
                </a:lnTo>
                <a:lnTo>
                  <a:pt x="195601" y="0"/>
                </a:lnTo>
                <a:close/>
              </a:path>
            </a:pathLst>
          </a:custGeom>
          <a:solidFill xmlns:a="http://schemas.openxmlformats.org/drawingml/2006/main">
            <a:srgbClr val="B3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Text ,Slide39]).The">
            <a:extLst xmlns:a="http://schemas.openxmlformats.org/drawingml/2006/main">
              <a:ext uri="{FF2B5EF4-FFF2-40B4-BE49-F238E27FC236}">
                <a16:creationId xmlns:a16="http://schemas.microsoft.com/office/drawing/2014/main" id="{68756D47-12B3-4066-9831-C61AA28E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8933" y="7105887"/>
            <a:ext cx="1604973" cy="220404"/>
          </a:xfrm>
          <a:custGeom xmlns:a="http://schemas.openxmlformats.org/drawingml/2006/main">
            <a:pathLst>
              <a:path w="1604973" h="220404">
                <a:moveTo>
                  <a:pt x="6778" y="211111"/>
                </a:moveTo>
                <a:cubicBezTo>
                  <a:pt x="23601" y="202654"/>
                  <a:pt x="34900" y="187028"/>
                  <a:pt x="34900" y="171652"/>
                </a:cubicBezTo>
                <a:cubicBezTo>
                  <a:pt x="34900" y="158844"/>
                  <a:pt x="26111" y="148851"/>
                  <a:pt x="14812" y="148851"/>
                </a:cubicBezTo>
                <a:cubicBezTo>
                  <a:pt x="6023" y="148851"/>
                  <a:pt x="0" y="154743"/>
                  <a:pt x="0" y="163453"/>
                </a:cubicBezTo>
                <a:cubicBezTo>
                  <a:pt x="0" y="171628"/>
                  <a:pt x="5774" y="176496"/>
                  <a:pt x="14812" y="176496"/>
                </a:cubicBezTo>
                <a:cubicBezTo>
                  <a:pt x="16318" y="176496"/>
                  <a:pt x="18076" y="176242"/>
                  <a:pt x="19582" y="175984"/>
                </a:cubicBezTo>
                <a:cubicBezTo>
                  <a:pt x="21341" y="175495"/>
                  <a:pt x="21341" y="175495"/>
                  <a:pt x="21593" y="175495"/>
                </a:cubicBezTo>
                <a:cubicBezTo>
                  <a:pt x="23601" y="175495"/>
                  <a:pt x="25107" y="177035"/>
                  <a:pt x="25107" y="179084"/>
                </a:cubicBezTo>
                <a:cubicBezTo>
                  <a:pt x="25107" y="187282"/>
                  <a:pt x="18076" y="196763"/>
                  <a:pt x="4517" y="206243"/>
                </a:cubicBezTo>
                <a:lnTo>
                  <a:pt x="6778" y="211111"/>
                </a:lnTo>
                <a:close/>
                <a:moveTo>
                  <a:pt x="210412" y="1767"/>
                </a:moveTo>
                <a:lnTo>
                  <a:pt x="205140" y="1767"/>
                </a:lnTo>
                <a:cubicBezTo>
                  <a:pt x="204136" y="7659"/>
                  <a:pt x="201374" y="10478"/>
                  <a:pt x="197105" y="10478"/>
                </a:cubicBezTo>
                <a:cubicBezTo>
                  <a:pt x="194592" y="10478"/>
                  <a:pt x="190324" y="9453"/>
                  <a:pt x="186056" y="7405"/>
                </a:cubicBezTo>
                <a:cubicBezTo>
                  <a:pt x="176765" y="3902"/>
                  <a:pt x="167474" y="1849"/>
                  <a:pt x="159440" y="1849"/>
                </a:cubicBezTo>
                <a:cubicBezTo>
                  <a:pt x="148643" y="1849"/>
                  <a:pt x="137597" y="6208"/>
                  <a:pt x="129310" y="13636"/>
                </a:cubicBezTo>
                <a:cubicBezTo>
                  <a:pt x="120521" y="21573"/>
                  <a:pt x="116004" y="32324"/>
                  <a:pt x="116004" y="45636"/>
                </a:cubicBezTo>
                <a:cubicBezTo>
                  <a:pt x="116004" y="66114"/>
                  <a:pt x="127049" y="80446"/>
                  <a:pt x="155171" y="95553"/>
                </a:cubicBezTo>
                <a:cubicBezTo>
                  <a:pt x="173252" y="105280"/>
                  <a:pt x="186309" y="115773"/>
                  <a:pt x="192584" y="125504"/>
                </a:cubicBezTo>
                <a:cubicBezTo>
                  <a:pt x="194845" y="128831"/>
                  <a:pt x="196102" y="134206"/>
                  <a:pt x="196102" y="140348"/>
                </a:cubicBezTo>
                <a:cubicBezTo>
                  <a:pt x="196102" y="157499"/>
                  <a:pt x="183546" y="169275"/>
                  <a:pt x="165217" y="169275"/>
                </a:cubicBezTo>
                <a:cubicBezTo>
                  <a:pt x="142869" y="169275"/>
                  <a:pt x="127049" y="155197"/>
                  <a:pt x="114494" y="123967"/>
                </a:cubicBezTo>
                <a:lnTo>
                  <a:pt x="108720" y="123967"/>
                </a:lnTo>
                <a:lnTo>
                  <a:pt x="116253" y="178243"/>
                </a:lnTo>
                <a:lnTo>
                  <a:pt x="121777" y="178243"/>
                </a:lnTo>
                <a:cubicBezTo>
                  <a:pt x="122027" y="173458"/>
                  <a:pt x="125042" y="169873"/>
                  <a:pt x="128808" y="169873"/>
                </a:cubicBezTo>
                <a:cubicBezTo>
                  <a:pt x="131570" y="169873"/>
                  <a:pt x="135839" y="170897"/>
                  <a:pt x="140609" y="172692"/>
                </a:cubicBezTo>
                <a:cubicBezTo>
                  <a:pt x="150149" y="176449"/>
                  <a:pt x="160194" y="178497"/>
                  <a:pt x="170236" y="178497"/>
                </a:cubicBezTo>
                <a:cubicBezTo>
                  <a:pt x="199113" y="178497"/>
                  <a:pt x="221461" y="158269"/>
                  <a:pt x="221461" y="131900"/>
                </a:cubicBezTo>
                <a:cubicBezTo>
                  <a:pt x="221461" y="110909"/>
                  <a:pt x="207649" y="94270"/>
                  <a:pt x="174504" y="76095"/>
                </a:cubicBezTo>
                <a:cubicBezTo>
                  <a:pt x="148141" y="61251"/>
                  <a:pt x="137597" y="49987"/>
                  <a:pt x="137597" y="36163"/>
                </a:cubicBezTo>
                <a:cubicBezTo>
                  <a:pt x="137597" y="22085"/>
                  <a:pt x="148141" y="12354"/>
                  <a:pt x="163708" y="12354"/>
                </a:cubicBezTo>
                <a:cubicBezTo>
                  <a:pt x="175010" y="12354"/>
                  <a:pt x="185554" y="17221"/>
                  <a:pt x="194343" y="26436"/>
                </a:cubicBezTo>
                <a:cubicBezTo>
                  <a:pt x="202124" y="34627"/>
                  <a:pt x="205642" y="41281"/>
                  <a:pt x="209661" y="56387"/>
                </a:cubicBezTo>
                <a:lnTo>
                  <a:pt x="215936" y="56387"/>
                </a:lnTo>
                <a:lnTo>
                  <a:pt x="210412" y="1767"/>
                </a:lnTo>
                <a:close/>
                <a:moveTo>
                  <a:pt x="242552" y="15372"/>
                </a:moveTo>
                <a:lnTo>
                  <a:pt x="244058" y="15372"/>
                </a:lnTo>
                <a:cubicBezTo>
                  <a:pt x="246821" y="15118"/>
                  <a:pt x="249832" y="14860"/>
                  <a:pt x="251843" y="14860"/>
                </a:cubicBezTo>
                <a:cubicBezTo>
                  <a:pt x="259878" y="14860"/>
                  <a:pt x="262387" y="18449"/>
                  <a:pt x="262387" y="30490"/>
                </a:cubicBezTo>
                <a:lnTo>
                  <a:pt x="262387" y="152706"/>
                </a:lnTo>
                <a:cubicBezTo>
                  <a:pt x="262387" y="166542"/>
                  <a:pt x="258874" y="169873"/>
                  <a:pt x="243054" y="171151"/>
                </a:cubicBezTo>
                <a:lnTo>
                  <a:pt x="243054" y="174994"/>
                </a:lnTo>
                <a:lnTo>
                  <a:pt x="302310" y="174994"/>
                </a:lnTo>
                <a:lnTo>
                  <a:pt x="302310" y="171151"/>
                </a:lnTo>
                <a:cubicBezTo>
                  <a:pt x="286494" y="170127"/>
                  <a:pt x="283479" y="167566"/>
                  <a:pt x="283479" y="153472"/>
                </a:cubicBezTo>
                <a:lnTo>
                  <a:pt x="283479" y="512"/>
                </a:lnTo>
                <a:lnTo>
                  <a:pt x="282475" y="0"/>
                </a:lnTo>
                <a:cubicBezTo>
                  <a:pt x="269418" y="4355"/>
                  <a:pt x="259878" y="6920"/>
                  <a:pt x="242552" y="11275"/>
                </a:cubicBezTo>
                <a:lnTo>
                  <a:pt x="242552" y="15372"/>
                </a:lnTo>
                <a:close/>
                <a:moveTo>
                  <a:pt x="351523" y="57146"/>
                </a:moveTo>
                <a:lnTo>
                  <a:pt x="312605" y="71157"/>
                </a:lnTo>
                <a:lnTo>
                  <a:pt x="312605" y="75004"/>
                </a:lnTo>
                <a:lnTo>
                  <a:pt x="314616" y="74746"/>
                </a:lnTo>
                <a:cubicBezTo>
                  <a:pt x="317627" y="74234"/>
                  <a:pt x="320892" y="73976"/>
                  <a:pt x="323152" y="73976"/>
                </a:cubicBezTo>
                <a:cubicBezTo>
                  <a:pt x="329179" y="73976"/>
                  <a:pt x="331436" y="78077"/>
                  <a:pt x="331436" y="89360"/>
                </a:cubicBezTo>
                <a:lnTo>
                  <a:pt x="331436" y="148847"/>
                </a:lnTo>
                <a:cubicBezTo>
                  <a:pt x="331436" y="167308"/>
                  <a:pt x="328926" y="170127"/>
                  <a:pt x="311601" y="171151"/>
                </a:cubicBezTo>
                <a:lnTo>
                  <a:pt x="311601" y="174994"/>
                </a:lnTo>
                <a:lnTo>
                  <a:pt x="371109" y="174994"/>
                </a:lnTo>
                <a:lnTo>
                  <a:pt x="371109" y="171151"/>
                </a:lnTo>
                <a:cubicBezTo>
                  <a:pt x="354539" y="169873"/>
                  <a:pt x="352527" y="167308"/>
                  <a:pt x="352527" y="148847"/>
                </a:cubicBezTo>
                <a:lnTo>
                  <a:pt x="352527" y="57916"/>
                </a:lnTo>
                <a:lnTo>
                  <a:pt x="351523" y="57146"/>
                </a:lnTo>
                <a:moveTo>
                  <a:pt x="339723" y="98"/>
                </a:moveTo>
                <a:cubicBezTo>
                  <a:pt x="332945" y="98"/>
                  <a:pt x="327167" y="5993"/>
                  <a:pt x="327167" y="13167"/>
                </a:cubicBezTo>
                <a:cubicBezTo>
                  <a:pt x="327167" y="20341"/>
                  <a:pt x="332692" y="26233"/>
                  <a:pt x="339723" y="26233"/>
                </a:cubicBezTo>
                <a:cubicBezTo>
                  <a:pt x="347006" y="26233"/>
                  <a:pt x="352780" y="20595"/>
                  <a:pt x="352780" y="13167"/>
                </a:cubicBezTo>
                <a:cubicBezTo>
                  <a:pt x="352780" y="5993"/>
                  <a:pt x="347006" y="98"/>
                  <a:pt x="339723" y="98"/>
                </a:cubicBezTo>
                <a:close/>
                <a:moveTo>
                  <a:pt x="463762" y="177497"/>
                </a:moveTo>
                <a:lnTo>
                  <a:pt x="500673" y="164177"/>
                </a:lnTo>
                <a:lnTo>
                  <a:pt x="500673" y="160080"/>
                </a:lnTo>
                <a:cubicBezTo>
                  <a:pt x="496152" y="160334"/>
                  <a:pt x="495650" y="160334"/>
                  <a:pt x="494896" y="160334"/>
                </a:cubicBezTo>
                <a:cubicBezTo>
                  <a:pt x="485858" y="160334"/>
                  <a:pt x="483850" y="157519"/>
                  <a:pt x="483850" y="145739"/>
                </a:cubicBezTo>
                <a:lnTo>
                  <a:pt x="483850" y="524"/>
                </a:lnTo>
                <a:lnTo>
                  <a:pt x="482593" y="12"/>
                </a:lnTo>
                <a:cubicBezTo>
                  <a:pt x="470540" y="4367"/>
                  <a:pt x="461755" y="6928"/>
                  <a:pt x="445682" y="11287"/>
                </a:cubicBezTo>
                <a:lnTo>
                  <a:pt x="445682" y="15384"/>
                </a:lnTo>
                <a:cubicBezTo>
                  <a:pt x="447694" y="15130"/>
                  <a:pt x="449199" y="15130"/>
                  <a:pt x="451207" y="15130"/>
                </a:cubicBezTo>
                <a:cubicBezTo>
                  <a:pt x="460498" y="15130"/>
                  <a:pt x="462758" y="17691"/>
                  <a:pt x="462758" y="28196"/>
                </a:cubicBezTo>
                <a:lnTo>
                  <a:pt x="462758" y="68163"/>
                </a:lnTo>
                <a:cubicBezTo>
                  <a:pt x="453215" y="59964"/>
                  <a:pt x="446437" y="57146"/>
                  <a:pt x="436391" y="57146"/>
                </a:cubicBezTo>
                <a:cubicBezTo>
                  <a:pt x="407518" y="57146"/>
                  <a:pt x="384166" y="86084"/>
                  <a:pt x="384166" y="122443"/>
                </a:cubicBezTo>
                <a:cubicBezTo>
                  <a:pt x="384166" y="155212"/>
                  <a:pt x="402997" y="177497"/>
                  <a:pt x="430617" y="177497"/>
                </a:cubicBezTo>
                <a:cubicBezTo>
                  <a:pt x="444678" y="177497"/>
                  <a:pt x="454222" y="172375"/>
                  <a:pt x="462758" y="160334"/>
                </a:cubicBezTo>
                <a:lnTo>
                  <a:pt x="462758" y="176730"/>
                </a:lnTo>
                <a:lnTo>
                  <a:pt x="463762" y="177497"/>
                </a:lnTo>
                <a:moveTo>
                  <a:pt x="462758" y="148812"/>
                </a:moveTo>
                <a:cubicBezTo>
                  <a:pt x="462758" y="150607"/>
                  <a:pt x="461000" y="153680"/>
                  <a:pt x="458490" y="156495"/>
                </a:cubicBezTo>
                <a:cubicBezTo>
                  <a:pt x="453969" y="161616"/>
                  <a:pt x="447694" y="164177"/>
                  <a:pt x="440410" y="164177"/>
                </a:cubicBezTo>
                <a:cubicBezTo>
                  <a:pt x="419572" y="164177"/>
                  <a:pt x="405760" y="143691"/>
                  <a:pt x="405760" y="112200"/>
                </a:cubicBezTo>
                <a:cubicBezTo>
                  <a:pt x="405760" y="83269"/>
                  <a:pt x="418062" y="64323"/>
                  <a:pt x="437146" y="64323"/>
                </a:cubicBezTo>
                <a:cubicBezTo>
                  <a:pt x="450456" y="64323"/>
                  <a:pt x="462758" y="76353"/>
                  <a:pt x="462758" y="89923"/>
                </a:cubicBezTo>
                <a:lnTo>
                  <a:pt x="462758" y="148812"/>
                </a:lnTo>
                <a:close/>
                <a:moveTo>
                  <a:pt x="605377" y="132904"/>
                </a:moveTo>
                <a:cubicBezTo>
                  <a:pt x="593328" y="152386"/>
                  <a:pt x="582527" y="159822"/>
                  <a:pt x="566458" y="159822"/>
                </a:cubicBezTo>
                <a:cubicBezTo>
                  <a:pt x="552148" y="159822"/>
                  <a:pt x="541352" y="152386"/>
                  <a:pt x="534068" y="137776"/>
                </a:cubicBezTo>
                <a:cubicBezTo>
                  <a:pt x="529547" y="128033"/>
                  <a:pt x="527792" y="119573"/>
                  <a:pt x="527291" y="103935"/>
                </a:cubicBezTo>
                <a:lnTo>
                  <a:pt x="604626" y="103935"/>
                </a:lnTo>
                <a:cubicBezTo>
                  <a:pt x="602615" y="87312"/>
                  <a:pt x="600105" y="79907"/>
                  <a:pt x="593829" y="71736"/>
                </a:cubicBezTo>
                <a:cubicBezTo>
                  <a:pt x="586293" y="62529"/>
                  <a:pt x="574746" y="57146"/>
                  <a:pt x="561688" y="57146"/>
                </a:cubicBezTo>
                <a:cubicBezTo>
                  <a:pt x="549133" y="57146"/>
                  <a:pt x="537333" y="61759"/>
                  <a:pt x="527792" y="70458"/>
                </a:cubicBezTo>
                <a:cubicBezTo>
                  <a:pt x="515988" y="80927"/>
                  <a:pt x="509210" y="99067"/>
                  <a:pt x="509210" y="120085"/>
                </a:cubicBezTo>
                <a:cubicBezTo>
                  <a:pt x="509210" y="155462"/>
                  <a:pt x="527291" y="177497"/>
                  <a:pt x="556164" y="177497"/>
                </a:cubicBezTo>
                <a:cubicBezTo>
                  <a:pt x="580017" y="177497"/>
                  <a:pt x="598848" y="162382"/>
                  <a:pt x="609396" y="134699"/>
                </a:cubicBezTo>
                <a:lnTo>
                  <a:pt x="605377" y="132904"/>
                </a:lnTo>
                <a:moveTo>
                  <a:pt x="527792" y="95737"/>
                </a:moveTo>
                <a:cubicBezTo>
                  <a:pt x="530551" y="75821"/>
                  <a:pt x="539091" y="66372"/>
                  <a:pt x="554405" y="66372"/>
                </a:cubicBezTo>
                <a:cubicBezTo>
                  <a:pt x="569723" y="66372"/>
                  <a:pt x="575749" y="73523"/>
                  <a:pt x="579014" y="95737"/>
                </a:cubicBezTo>
                <a:lnTo>
                  <a:pt x="527792" y="95737"/>
                </a:lnTo>
                <a:close/>
                <a:moveTo>
                  <a:pt x="702302" y="90435"/>
                </a:moveTo>
                <a:cubicBezTo>
                  <a:pt x="717114" y="90435"/>
                  <a:pt x="722888" y="90947"/>
                  <a:pt x="728915" y="93250"/>
                </a:cubicBezTo>
                <a:cubicBezTo>
                  <a:pt x="744485" y="98880"/>
                  <a:pt x="754278" y="113474"/>
                  <a:pt x="754278" y="131133"/>
                </a:cubicBezTo>
                <a:cubicBezTo>
                  <a:pt x="754278" y="152636"/>
                  <a:pt x="739964" y="169275"/>
                  <a:pt x="721382" y="169275"/>
                </a:cubicBezTo>
                <a:cubicBezTo>
                  <a:pt x="714605" y="169275"/>
                  <a:pt x="709582" y="167484"/>
                  <a:pt x="700291" y="161338"/>
                </a:cubicBezTo>
                <a:cubicBezTo>
                  <a:pt x="692758" y="156733"/>
                  <a:pt x="688490" y="154942"/>
                  <a:pt x="684222" y="154942"/>
                </a:cubicBezTo>
                <a:cubicBezTo>
                  <a:pt x="678448" y="154942"/>
                  <a:pt x="674682" y="158524"/>
                  <a:pt x="674682" y="163899"/>
                </a:cubicBezTo>
                <a:cubicBezTo>
                  <a:pt x="674682" y="172864"/>
                  <a:pt x="685479" y="178497"/>
                  <a:pt x="703053" y="178497"/>
                </a:cubicBezTo>
                <a:cubicBezTo>
                  <a:pt x="722386" y="178497"/>
                  <a:pt x="742225" y="171839"/>
                  <a:pt x="754025" y="161338"/>
                </a:cubicBezTo>
                <a:cubicBezTo>
                  <a:pt x="765826" y="150845"/>
                  <a:pt x="772354" y="135997"/>
                  <a:pt x="772354" y="118850"/>
                </a:cubicBezTo>
                <a:cubicBezTo>
                  <a:pt x="772354" y="105792"/>
                  <a:pt x="768339" y="93762"/>
                  <a:pt x="761056" y="85826"/>
                </a:cubicBezTo>
                <a:cubicBezTo>
                  <a:pt x="756033" y="80196"/>
                  <a:pt x="751263" y="77123"/>
                  <a:pt x="740213" y="72260"/>
                </a:cubicBezTo>
                <a:cubicBezTo>
                  <a:pt x="757539" y="60230"/>
                  <a:pt x="763818" y="50757"/>
                  <a:pt x="763818" y="36933"/>
                </a:cubicBezTo>
                <a:cubicBezTo>
                  <a:pt x="763818" y="16201"/>
                  <a:pt x="747750" y="1849"/>
                  <a:pt x="724647" y="1849"/>
                </a:cubicBezTo>
                <a:cubicBezTo>
                  <a:pt x="712091" y="1849"/>
                  <a:pt x="701046" y="6208"/>
                  <a:pt x="692007" y="14407"/>
                </a:cubicBezTo>
                <a:cubicBezTo>
                  <a:pt x="684471" y="21319"/>
                  <a:pt x="680705" y="27977"/>
                  <a:pt x="675184" y="43333"/>
                </a:cubicBezTo>
                <a:lnTo>
                  <a:pt x="678950" y="44358"/>
                </a:lnTo>
                <a:cubicBezTo>
                  <a:pt x="689245" y="25670"/>
                  <a:pt x="700544" y="17225"/>
                  <a:pt x="716363" y="17225"/>
                </a:cubicBezTo>
                <a:cubicBezTo>
                  <a:pt x="732681" y="17225"/>
                  <a:pt x="743983" y="28489"/>
                  <a:pt x="743983" y="44616"/>
                </a:cubicBezTo>
                <a:cubicBezTo>
                  <a:pt x="743983" y="53830"/>
                  <a:pt x="740213" y="63045"/>
                  <a:pt x="733938" y="69445"/>
                </a:cubicBezTo>
                <a:cubicBezTo>
                  <a:pt x="726405" y="77123"/>
                  <a:pt x="719375" y="80962"/>
                  <a:pt x="702302" y="87108"/>
                </a:cubicBezTo>
                <a:lnTo>
                  <a:pt x="702302" y="90435"/>
                </a:lnTo>
                <a:close/>
                <a:moveTo>
                  <a:pt x="804243" y="180562"/>
                </a:moveTo>
                <a:cubicBezTo>
                  <a:pt x="832365" y="177231"/>
                  <a:pt x="846177" y="172363"/>
                  <a:pt x="863250" y="159810"/>
                </a:cubicBezTo>
                <a:cubicBezTo>
                  <a:pt x="889364" y="140336"/>
                  <a:pt x="904682" y="108568"/>
                  <a:pt x="904682" y="74015"/>
                </a:cubicBezTo>
                <a:cubicBezTo>
                  <a:pt x="904682" y="31796"/>
                  <a:pt x="881579" y="1849"/>
                  <a:pt x="849189" y="1849"/>
                </a:cubicBezTo>
                <a:cubicBezTo>
                  <a:pt x="819308" y="1849"/>
                  <a:pt x="796964" y="27703"/>
                  <a:pt x="796964" y="62248"/>
                </a:cubicBezTo>
                <a:cubicBezTo>
                  <a:pt x="796964" y="93461"/>
                  <a:pt x="815040" y="114205"/>
                  <a:pt x="842158" y="114205"/>
                </a:cubicBezTo>
                <a:cubicBezTo>
                  <a:pt x="855970" y="114205"/>
                  <a:pt x="866514" y="110104"/>
                  <a:pt x="879824" y="99603"/>
                </a:cubicBezTo>
                <a:cubicBezTo>
                  <a:pt x="869529" y="141361"/>
                  <a:pt x="841656" y="168778"/>
                  <a:pt x="803492" y="175440"/>
                </a:cubicBezTo>
                <a:lnTo>
                  <a:pt x="804243" y="180562"/>
                </a:lnTo>
                <a:moveTo>
                  <a:pt x="880326" y="83996"/>
                </a:moveTo>
                <a:cubicBezTo>
                  <a:pt x="880326" y="89114"/>
                  <a:pt x="879318" y="91417"/>
                  <a:pt x="876560" y="93719"/>
                </a:cubicBezTo>
                <a:cubicBezTo>
                  <a:pt x="869529" y="99861"/>
                  <a:pt x="860238" y="103184"/>
                  <a:pt x="851196" y="103184"/>
                </a:cubicBezTo>
                <a:cubicBezTo>
                  <a:pt x="832116" y="103184"/>
                  <a:pt x="820063" y="83996"/>
                  <a:pt x="820063" y="53549"/>
                </a:cubicBezTo>
                <a:cubicBezTo>
                  <a:pt x="820063" y="38962"/>
                  <a:pt x="824078" y="23610"/>
                  <a:pt x="829354" y="16956"/>
                </a:cubicBezTo>
                <a:cubicBezTo>
                  <a:pt x="833622" y="11838"/>
                  <a:pt x="839898" y="9027"/>
                  <a:pt x="847181" y="9027"/>
                </a:cubicBezTo>
                <a:cubicBezTo>
                  <a:pt x="869023" y="9027"/>
                  <a:pt x="880326" y="31030"/>
                  <a:pt x="880326" y="74015"/>
                </a:cubicBezTo>
                <a:lnTo>
                  <a:pt x="880326" y="83996"/>
                </a:lnTo>
                <a:close/>
                <a:moveTo>
                  <a:pt x="923513" y="208523"/>
                </a:moveTo>
                <a:lnTo>
                  <a:pt x="923513" y="214930"/>
                </a:lnTo>
                <a:lnTo>
                  <a:pt x="976493" y="214930"/>
                </a:lnTo>
                <a:lnTo>
                  <a:pt x="976493" y="5352"/>
                </a:lnTo>
                <a:lnTo>
                  <a:pt x="923513" y="5352"/>
                </a:lnTo>
                <a:lnTo>
                  <a:pt x="923513" y="11760"/>
                </a:lnTo>
                <a:lnTo>
                  <a:pt x="945107" y="11760"/>
                </a:lnTo>
                <a:cubicBezTo>
                  <a:pt x="953394" y="11760"/>
                  <a:pt x="957409" y="16115"/>
                  <a:pt x="957409" y="25084"/>
                </a:cubicBezTo>
                <a:lnTo>
                  <a:pt x="957409" y="197251"/>
                </a:lnTo>
                <a:cubicBezTo>
                  <a:pt x="957409" y="205196"/>
                  <a:pt x="953896" y="208523"/>
                  <a:pt x="946111" y="208523"/>
                </a:cubicBezTo>
                <a:lnTo>
                  <a:pt x="923513" y="208523"/>
                </a:lnTo>
                <a:close/>
                <a:moveTo>
                  <a:pt x="1008130" y="220404"/>
                </a:moveTo>
                <a:cubicBezTo>
                  <a:pt x="1026712" y="208104"/>
                  <a:pt x="1034244" y="201442"/>
                  <a:pt x="1043531" y="189655"/>
                </a:cubicBezTo>
                <a:cubicBezTo>
                  <a:pt x="1061362" y="167367"/>
                  <a:pt x="1070148" y="141744"/>
                  <a:pt x="1070148" y="111770"/>
                </a:cubicBezTo>
                <a:cubicBezTo>
                  <a:pt x="1070148" y="78972"/>
                  <a:pt x="1060857" y="54120"/>
                  <a:pt x="1038761" y="27984"/>
                </a:cubicBezTo>
                <a:cubicBezTo>
                  <a:pt x="1028467" y="15685"/>
                  <a:pt x="1021938" y="10051"/>
                  <a:pt x="1008881" y="1849"/>
                </a:cubicBezTo>
                <a:lnTo>
                  <a:pt x="1005869" y="5950"/>
                </a:lnTo>
                <a:cubicBezTo>
                  <a:pt x="1025957" y="22093"/>
                  <a:pt x="1032735" y="31061"/>
                  <a:pt x="1039765" y="50277"/>
                </a:cubicBezTo>
                <a:cubicBezTo>
                  <a:pt x="1045792" y="67443"/>
                  <a:pt x="1048554" y="86913"/>
                  <a:pt x="1048554" y="112536"/>
                </a:cubicBezTo>
                <a:cubicBezTo>
                  <a:pt x="1048554" y="139183"/>
                  <a:pt x="1045290" y="160447"/>
                  <a:pt x="1038512" y="176077"/>
                </a:cubicBezTo>
                <a:cubicBezTo>
                  <a:pt x="1031482" y="192220"/>
                  <a:pt x="1023949" y="201442"/>
                  <a:pt x="1005869" y="216303"/>
                </a:cubicBezTo>
                <a:lnTo>
                  <a:pt x="1008130" y="220404"/>
                </a:lnTo>
                <a:close/>
                <a:moveTo>
                  <a:pt x="1113589" y="149309"/>
                </a:moveTo>
                <a:cubicBezTo>
                  <a:pt x="1106052" y="149309"/>
                  <a:pt x="1099777" y="155971"/>
                  <a:pt x="1099777" y="163915"/>
                </a:cubicBezTo>
                <a:cubicBezTo>
                  <a:pt x="1099777" y="171343"/>
                  <a:pt x="1106052" y="177747"/>
                  <a:pt x="1113336" y="177747"/>
                </a:cubicBezTo>
                <a:cubicBezTo>
                  <a:pt x="1121121" y="177747"/>
                  <a:pt x="1127650" y="171343"/>
                  <a:pt x="1127650" y="163915"/>
                </a:cubicBezTo>
                <a:cubicBezTo>
                  <a:pt x="1127650" y="155971"/>
                  <a:pt x="1121121" y="149309"/>
                  <a:pt x="1113589" y="149309"/>
                </a:cubicBezTo>
                <a:close/>
                <a:moveTo>
                  <a:pt x="1283326" y="16115"/>
                </a:moveTo>
                <a:lnTo>
                  <a:pt x="1283326" y="144246"/>
                </a:lnTo>
                <a:cubicBezTo>
                  <a:pt x="1283326" y="166030"/>
                  <a:pt x="1280563" y="168849"/>
                  <a:pt x="1259721" y="170127"/>
                </a:cubicBezTo>
                <a:lnTo>
                  <a:pt x="1259721" y="174994"/>
                </a:lnTo>
                <a:lnTo>
                  <a:pt x="1333041" y="174994"/>
                </a:lnTo>
                <a:lnTo>
                  <a:pt x="1333041" y="170127"/>
                </a:lnTo>
                <a:cubicBezTo>
                  <a:pt x="1312451" y="169103"/>
                  <a:pt x="1308934" y="165772"/>
                  <a:pt x="1308934" y="147065"/>
                </a:cubicBezTo>
                <a:lnTo>
                  <a:pt x="1308934" y="16115"/>
                </a:lnTo>
                <a:lnTo>
                  <a:pt x="1322493" y="16115"/>
                </a:lnTo>
                <a:cubicBezTo>
                  <a:pt x="1351117" y="16115"/>
                  <a:pt x="1356642" y="20728"/>
                  <a:pt x="1362420" y="48916"/>
                </a:cubicBezTo>
                <a:lnTo>
                  <a:pt x="1368443" y="48916"/>
                </a:lnTo>
                <a:lnTo>
                  <a:pt x="1366937" y="5352"/>
                </a:lnTo>
                <a:lnTo>
                  <a:pt x="1225323" y="5352"/>
                </a:lnTo>
                <a:lnTo>
                  <a:pt x="1223817" y="48916"/>
                </a:lnTo>
                <a:lnTo>
                  <a:pt x="1229840" y="48916"/>
                </a:lnTo>
                <a:cubicBezTo>
                  <a:pt x="1235867" y="20982"/>
                  <a:pt x="1241644" y="16115"/>
                  <a:pt x="1269767" y="16115"/>
                </a:cubicBezTo>
                <a:lnTo>
                  <a:pt x="1283326" y="16115"/>
                </a:lnTo>
                <a:close/>
                <a:moveTo>
                  <a:pt x="1412386" y="87124"/>
                </a:moveTo>
                <a:cubicBezTo>
                  <a:pt x="1422930" y="75341"/>
                  <a:pt x="1430462" y="70981"/>
                  <a:pt x="1440255" y="70981"/>
                </a:cubicBezTo>
                <a:cubicBezTo>
                  <a:pt x="1452810" y="70981"/>
                  <a:pt x="1459086" y="80208"/>
                  <a:pt x="1459086" y="98141"/>
                </a:cubicBezTo>
                <a:lnTo>
                  <a:pt x="1459086" y="148863"/>
                </a:lnTo>
                <a:cubicBezTo>
                  <a:pt x="1459086" y="166284"/>
                  <a:pt x="1456576" y="169615"/>
                  <a:pt x="1442014" y="171151"/>
                </a:cubicBezTo>
                <a:lnTo>
                  <a:pt x="1442014" y="174994"/>
                </a:lnTo>
                <a:lnTo>
                  <a:pt x="1495246" y="174994"/>
                </a:lnTo>
                <a:lnTo>
                  <a:pt x="1495246" y="171151"/>
                </a:lnTo>
                <a:cubicBezTo>
                  <a:pt x="1481687" y="168591"/>
                  <a:pt x="1480178" y="166542"/>
                  <a:pt x="1480178" y="148863"/>
                </a:cubicBezTo>
                <a:lnTo>
                  <a:pt x="1480178" y="97883"/>
                </a:lnTo>
                <a:cubicBezTo>
                  <a:pt x="1480178" y="70981"/>
                  <a:pt x="1469634" y="57146"/>
                  <a:pt x="1449293" y="57146"/>
                </a:cubicBezTo>
                <a:cubicBezTo>
                  <a:pt x="1434481" y="57146"/>
                  <a:pt x="1423933" y="63295"/>
                  <a:pt x="1412386" y="78668"/>
                </a:cubicBezTo>
                <a:lnTo>
                  <a:pt x="1412386" y="782"/>
                </a:lnTo>
                <a:lnTo>
                  <a:pt x="1411129" y="12"/>
                </a:lnTo>
                <a:cubicBezTo>
                  <a:pt x="1402593" y="3085"/>
                  <a:pt x="1396313" y="5137"/>
                  <a:pt x="1382252" y="9234"/>
                </a:cubicBezTo>
                <a:lnTo>
                  <a:pt x="1375475" y="11287"/>
                </a:lnTo>
                <a:lnTo>
                  <a:pt x="1375475" y="15384"/>
                </a:lnTo>
                <a:cubicBezTo>
                  <a:pt x="1376479" y="15130"/>
                  <a:pt x="1377233" y="15130"/>
                  <a:pt x="1378486" y="15130"/>
                </a:cubicBezTo>
                <a:cubicBezTo>
                  <a:pt x="1389283" y="15130"/>
                  <a:pt x="1391294" y="17178"/>
                  <a:pt x="1391294" y="28196"/>
                </a:cubicBezTo>
                <a:lnTo>
                  <a:pt x="1391294" y="148863"/>
                </a:lnTo>
                <a:cubicBezTo>
                  <a:pt x="1391294" y="166796"/>
                  <a:pt x="1389785" y="169103"/>
                  <a:pt x="1375222" y="171151"/>
                </a:cubicBezTo>
                <a:lnTo>
                  <a:pt x="1375222" y="174994"/>
                </a:lnTo>
                <a:lnTo>
                  <a:pt x="1429458" y="174994"/>
                </a:lnTo>
                <a:lnTo>
                  <a:pt x="1429458" y="171151"/>
                </a:lnTo>
                <a:cubicBezTo>
                  <a:pt x="1414895" y="169615"/>
                  <a:pt x="1412386" y="166542"/>
                  <a:pt x="1412386" y="148863"/>
                </a:cubicBezTo>
                <a:lnTo>
                  <a:pt x="1412386" y="87124"/>
                </a:lnTo>
                <a:close/>
                <a:moveTo>
                  <a:pt x="1600954" y="132904"/>
                </a:moveTo>
                <a:cubicBezTo>
                  <a:pt x="1588904" y="152386"/>
                  <a:pt x="1578103" y="159822"/>
                  <a:pt x="1562035" y="159822"/>
                </a:cubicBezTo>
                <a:cubicBezTo>
                  <a:pt x="1547725" y="159822"/>
                  <a:pt x="1536928" y="152386"/>
                  <a:pt x="1529645" y="137776"/>
                </a:cubicBezTo>
                <a:cubicBezTo>
                  <a:pt x="1525124" y="128033"/>
                  <a:pt x="1523369" y="119573"/>
                  <a:pt x="1522867" y="103935"/>
                </a:cubicBezTo>
                <a:lnTo>
                  <a:pt x="1600203" y="103935"/>
                </a:lnTo>
                <a:cubicBezTo>
                  <a:pt x="1598191" y="87312"/>
                  <a:pt x="1595682" y="79907"/>
                  <a:pt x="1589406" y="71736"/>
                </a:cubicBezTo>
                <a:cubicBezTo>
                  <a:pt x="1581870" y="62529"/>
                  <a:pt x="1570322" y="57146"/>
                  <a:pt x="1557265" y="57146"/>
                </a:cubicBezTo>
                <a:cubicBezTo>
                  <a:pt x="1544709" y="57146"/>
                  <a:pt x="1532909" y="61759"/>
                  <a:pt x="1523369" y="70458"/>
                </a:cubicBezTo>
                <a:cubicBezTo>
                  <a:pt x="1511565" y="80927"/>
                  <a:pt x="1504787" y="99067"/>
                  <a:pt x="1504787" y="120085"/>
                </a:cubicBezTo>
                <a:cubicBezTo>
                  <a:pt x="1504787" y="155462"/>
                  <a:pt x="1522867" y="177497"/>
                  <a:pt x="1551740" y="177497"/>
                </a:cubicBezTo>
                <a:cubicBezTo>
                  <a:pt x="1575594" y="177497"/>
                  <a:pt x="1594425" y="162382"/>
                  <a:pt x="1604973" y="134699"/>
                </a:cubicBezTo>
                <a:lnTo>
                  <a:pt x="1600954" y="132904"/>
                </a:lnTo>
                <a:moveTo>
                  <a:pt x="1523369" y="95737"/>
                </a:moveTo>
                <a:cubicBezTo>
                  <a:pt x="1526127" y="75821"/>
                  <a:pt x="1534668" y="66372"/>
                  <a:pt x="1549981" y="66372"/>
                </a:cubicBezTo>
                <a:cubicBezTo>
                  <a:pt x="1565299" y="66372"/>
                  <a:pt x="1571326" y="73523"/>
                  <a:pt x="1574590" y="95737"/>
                </a:cubicBezTo>
                <a:lnTo>
                  <a:pt x="1523369" y="957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Text packetlengthisencryptedusingadif">
            <a:extLst xmlns:a="http://schemas.openxmlformats.org/drawingml/2006/main">
              <a:ext uri="{FF2B5EF4-FFF2-40B4-BE49-F238E27FC236}">
                <a16:creationId xmlns:a16="http://schemas.microsoft.com/office/drawing/2014/main" id="{58C2B761-8936-476A-A195-66C65CDA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397" y="7418994"/>
            <a:ext cx="3884554" cy="230932"/>
          </a:xfrm>
          <a:custGeom xmlns:a="http://schemas.openxmlformats.org/drawingml/2006/main">
            <a:pathLst>
              <a:path w="3884554" h="230932">
                <a:moveTo>
                  <a:pt x="1039" y="74297"/>
                </a:moveTo>
                <a:cubicBezTo>
                  <a:pt x="3378" y="74043"/>
                  <a:pt x="5197" y="74043"/>
                  <a:pt x="7536" y="74043"/>
                </a:cubicBezTo>
                <a:cubicBezTo>
                  <a:pt x="16368" y="74043"/>
                  <a:pt x="18188" y="76603"/>
                  <a:pt x="18188" y="88645"/>
                </a:cubicBezTo>
                <a:lnTo>
                  <a:pt x="18188" y="208554"/>
                </a:lnTo>
                <a:cubicBezTo>
                  <a:pt x="18188" y="221877"/>
                  <a:pt x="15330" y="224696"/>
                  <a:pt x="0" y="226233"/>
                </a:cubicBezTo>
                <a:lnTo>
                  <a:pt x="0" y="230588"/>
                </a:lnTo>
                <a:lnTo>
                  <a:pt x="62873" y="230588"/>
                </a:lnTo>
                <a:lnTo>
                  <a:pt x="62873" y="225979"/>
                </a:lnTo>
                <a:cubicBezTo>
                  <a:pt x="43389" y="225721"/>
                  <a:pt x="40011" y="222902"/>
                  <a:pt x="40011" y="206759"/>
                </a:cubicBezTo>
                <a:lnTo>
                  <a:pt x="40011" y="166530"/>
                </a:lnTo>
                <a:cubicBezTo>
                  <a:pt x="49105" y="174983"/>
                  <a:pt x="55337" y="177543"/>
                  <a:pt x="66251" y="177543"/>
                </a:cubicBezTo>
                <a:cubicBezTo>
                  <a:pt x="96906" y="177543"/>
                  <a:pt x="120807" y="148863"/>
                  <a:pt x="120807" y="111738"/>
                </a:cubicBezTo>
                <a:cubicBezTo>
                  <a:pt x="120807" y="79993"/>
                  <a:pt x="102623" y="57193"/>
                  <a:pt x="77422" y="57193"/>
                </a:cubicBezTo>
                <a:cubicBezTo>
                  <a:pt x="62873" y="57193"/>
                  <a:pt x="51440" y="63600"/>
                  <a:pt x="40011" y="77432"/>
                </a:cubicBezTo>
                <a:lnTo>
                  <a:pt x="40011" y="57709"/>
                </a:lnTo>
                <a:lnTo>
                  <a:pt x="38453" y="57193"/>
                </a:lnTo>
                <a:cubicBezTo>
                  <a:pt x="24424" y="62576"/>
                  <a:pt x="15330" y="65907"/>
                  <a:pt x="1039" y="70262"/>
                </a:cubicBezTo>
                <a:lnTo>
                  <a:pt x="1039" y="74297"/>
                </a:lnTo>
                <a:moveTo>
                  <a:pt x="40011" y="89466"/>
                </a:moveTo>
                <a:cubicBezTo>
                  <a:pt x="40011" y="81783"/>
                  <a:pt x="54560" y="72569"/>
                  <a:pt x="66508" y="72569"/>
                </a:cubicBezTo>
                <a:cubicBezTo>
                  <a:pt x="85735" y="72569"/>
                  <a:pt x="98464" y="92026"/>
                  <a:pt x="98464" y="121727"/>
                </a:cubicBezTo>
                <a:cubicBezTo>
                  <a:pt x="98464" y="150145"/>
                  <a:pt x="85735" y="169345"/>
                  <a:pt x="67032" y="169345"/>
                </a:cubicBezTo>
                <a:cubicBezTo>
                  <a:pt x="54818" y="169345"/>
                  <a:pt x="40011" y="160130"/>
                  <a:pt x="40011" y="152448"/>
                </a:cubicBezTo>
                <a:lnTo>
                  <a:pt x="40011" y="89466"/>
                </a:lnTo>
                <a:close/>
                <a:moveTo>
                  <a:pt x="243434" y="158078"/>
                </a:moveTo>
                <a:cubicBezTo>
                  <a:pt x="239017" y="161659"/>
                  <a:pt x="235902" y="162941"/>
                  <a:pt x="232005" y="162941"/>
                </a:cubicBezTo>
                <a:cubicBezTo>
                  <a:pt x="226030" y="162941"/>
                  <a:pt x="224211" y="159356"/>
                  <a:pt x="224211" y="148093"/>
                </a:cubicBezTo>
                <a:lnTo>
                  <a:pt x="224211" y="98164"/>
                </a:lnTo>
                <a:cubicBezTo>
                  <a:pt x="224211" y="84849"/>
                  <a:pt x="222911" y="77424"/>
                  <a:pt x="219014" y="71279"/>
                </a:cubicBezTo>
                <a:cubicBezTo>
                  <a:pt x="213297" y="62064"/>
                  <a:pt x="202126" y="57193"/>
                  <a:pt x="186800" y="57193"/>
                </a:cubicBezTo>
                <a:cubicBezTo>
                  <a:pt x="162376" y="57193"/>
                  <a:pt x="143154" y="69742"/>
                  <a:pt x="143154" y="85873"/>
                </a:cubicBezTo>
                <a:cubicBezTo>
                  <a:pt x="143154" y="91764"/>
                  <a:pt x="148347" y="96882"/>
                  <a:pt x="154325" y="96882"/>
                </a:cubicBezTo>
                <a:cubicBezTo>
                  <a:pt x="160557" y="96882"/>
                  <a:pt x="166016" y="91764"/>
                  <a:pt x="166016" y="86131"/>
                </a:cubicBezTo>
                <a:cubicBezTo>
                  <a:pt x="166016" y="85107"/>
                  <a:pt x="165754" y="83824"/>
                  <a:pt x="165496" y="82034"/>
                </a:cubicBezTo>
                <a:cubicBezTo>
                  <a:pt x="164977" y="79731"/>
                  <a:pt x="164715" y="77682"/>
                  <a:pt x="164715" y="75888"/>
                </a:cubicBezTo>
                <a:cubicBezTo>
                  <a:pt x="164715" y="68976"/>
                  <a:pt x="173028" y="63342"/>
                  <a:pt x="183423" y="63342"/>
                </a:cubicBezTo>
                <a:cubicBezTo>
                  <a:pt x="196152" y="63342"/>
                  <a:pt x="203165" y="70766"/>
                  <a:pt x="203165" y="84594"/>
                </a:cubicBezTo>
                <a:lnTo>
                  <a:pt x="203165" y="100213"/>
                </a:lnTo>
                <a:cubicBezTo>
                  <a:pt x="163157" y="116086"/>
                  <a:pt x="158741" y="118134"/>
                  <a:pt x="147570" y="127865"/>
                </a:cubicBezTo>
                <a:cubicBezTo>
                  <a:pt x="141853" y="132987"/>
                  <a:pt x="138214" y="141689"/>
                  <a:pt x="138214" y="150138"/>
                </a:cubicBezTo>
                <a:cubicBezTo>
                  <a:pt x="138214" y="166272"/>
                  <a:pt x="149647" y="177543"/>
                  <a:pt x="165496" y="177543"/>
                </a:cubicBezTo>
                <a:cubicBezTo>
                  <a:pt x="176925" y="177543"/>
                  <a:pt x="187577" y="172164"/>
                  <a:pt x="203426" y="158840"/>
                </a:cubicBezTo>
                <a:cubicBezTo>
                  <a:pt x="204727" y="172164"/>
                  <a:pt x="209400" y="177543"/>
                  <a:pt x="220052" y="177543"/>
                </a:cubicBezTo>
                <a:cubicBezTo>
                  <a:pt x="228885" y="177543"/>
                  <a:pt x="234344" y="174471"/>
                  <a:pt x="243434" y="164736"/>
                </a:cubicBezTo>
                <a:lnTo>
                  <a:pt x="243434" y="158078"/>
                </a:lnTo>
                <a:moveTo>
                  <a:pt x="203165" y="143468"/>
                </a:moveTo>
                <a:cubicBezTo>
                  <a:pt x="203165" y="151412"/>
                  <a:pt x="201868" y="153719"/>
                  <a:pt x="196410" y="156792"/>
                </a:cubicBezTo>
                <a:cubicBezTo>
                  <a:pt x="190178" y="160381"/>
                  <a:pt x="182903" y="162683"/>
                  <a:pt x="177444" y="162683"/>
                </a:cubicBezTo>
                <a:cubicBezTo>
                  <a:pt x="168354" y="162683"/>
                  <a:pt x="161080" y="153973"/>
                  <a:pt x="161080" y="142956"/>
                </a:cubicBezTo>
                <a:lnTo>
                  <a:pt x="161080" y="141932"/>
                </a:lnTo>
                <a:cubicBezTo>
                  <a:pt x="161080" y="126813"/>
                  <a:pt x="171728" y="117591"/>
                  <a:pt x="203165" y="106316"/>
                </a:cubicBezTo>
                <a:lnTo>
                  <a:pt x="203165" y="143468"/>
                </a:lnTo>
                <a:close/>
                <a:moveTo>
                  <a:pt x="347356" y="135031"/>
                </a:moveTo>
                <a:cubicBezTo>
                  <a:pt x="334885" y="152953"/>
                  <a:pt x="325533" y="159098"/>
                  <a:pt x="310722" y="159098"/>
                </a:cubicBezTo>
                <a:cubicBezTo>
                  <a:pt x="287080" y="159098"/>
                  <a:pt x="270453" y="138616"/>
                  <a:pt x="270453" y="109174"/>
                </a:cubicBezTo>
                <a:cubicBezTo>
                  <a:pt x="270453" y="82804"/>
                  <a:pt x="284745" y="64625"/>
                  <a:pt x="305787" y="64625"/>
                </a:cubicBezTo>
                <a:cubicBezTo>
                  <a:pt x="315139" y="64625"/>
                  <a:pt x="318516" y="67439"/>
                  <a:pt x="321117" y="76912"/>
                </a:cubicBezTo>
                <a:lnTo>
                  <a:pt x="322675" y="82546"/>
                </a:lnTo>
                <a:cubicBezTo>
                  <a:pt x="324752" y="89716"/>
                  <a:pt x="329430" y="94325"/>
                  <a:pt x="334885" y="94325"/>
                </a:cubicBezTo>
                <a:cubicBezTo>
                  <a:pt x="341640" y="94325"/>
                  <a:pt x="347356" y="89458"/>
                  <a:pt x="347356" y="83570"/>
                </a:cubicBezTo>
                <a:cubicBezTo>
                  <a:pt x="347356" y="69234"/>
                  <a:pt x="329168" y="57193"/>
                  <a:pt x="307345" y="57193"/>
                </a:cubicBezTo>
                <a:cubicBezTo>
                  <a:pt x="294616" y="57193"/>
                  <a:pt x="281367" y="62318"/>
                  <a:pt x="270715" y="71537"/>
                </a:cubicBezTo>
                <a:cubicBezTo>
                  <a:pt x="257724" y="82804"/>
                  <a:pt x="250450" y="100213"/>
                  <a:pt x="250450" y="120437"/>
                </a:cubicBezTo>
                <a:cubicBezTo>
                  <a:pt x="250450" y="153723"/>
                  <a:pt x="270973" y="177543"/>
                  <a:pt x="299813" y="177543"/>
                </a:cubicBezTo>
                <a:cubicBezTo>
                  <a:pt x="311503" y="177543"/>
                  <a:pt x="321894" y="173446"/>
                  <a:pt x="331249" y="165502"/>
                </a:cubicBezTo>
                <a:cubicBezTo>
                  <a:pt x="338262" y="159352"/>
                  <a:pt x="343198" y="152440"/>
                  <a:pt x="350991" y="137334"/>
                </a:cubicBezTo>
                <a:lnTo>
                  <a:pt x="347356" y="135031"/>
                </a:lnTo>
                <a:close/>
                <a:moveTo>
                  <a:pt x="361124" y="15372"/>
                </a:moveTo>
                <a:cubicBezTo>
                  <a:pt x="364501" y="15114"/>
                  <a:pt x="366840" y="14860"/>
                  <a:pt x="369437" y="14860"/>
                </a:cubicBezTo>
                <a:cubicBezTo>
                  <a:pt x="378012" y="14860"/>
                  <a:pt x="380608" y="18191"/>
                  <a:pt x="380608" y="30487"/>
                </a:cubicBezTo>
                <a:lnTo>
                  <a:pt x="380608" y="154028"/>
                </a:lnTo>
                <a:cubicBezTo>
                  <a:pt x="380608" y="167355"/>
                  <a:pt x="379831" y="168125"/>
                  <a:pt x="361124" y="171198"/>
                </a:cubicBezTo>
                <a:lnTo>
                  <a:pt x="361124" y="175041"/>
                </a:lnTo>
                <a:lnTo>
                  <a:pt x="421920" y="175041"/>
                </a:lnTo>
                <a:lnTo>
                  <a:pt x="421920" y="171198"/>
                </a:lnTo>
                <a:lnTo>
                  <a:pt x="416723" y="170944"/>
                </a:lnTo>
                <a:cubicBezTo>
                  <a:pt x="406332" y="170432"/>
                  <a:pt x="402431" y="166843"/>
                  <a:pt x="402431" y="157871"/>
                </a:cubicBezTo>
                <a:lnTo>
                  <a:pt x="402431" y="110706"/>
                </a:lnTo>
                <a:lnTo>
                  <a:pt x="438808" y="158641"/>
                </a:lnTo>
                <a:lnTo>
                  <a:pt x="439585" y="159665"/>
                </a:lnTo>
                <a:cubicBezTo>
                  <a:pt x="440104" y="160435"/>
                  <a:pt x="440623" y="161202"/>
                  <a:pt x="441404" y="161972"/>
                </a:cubicBezTo>
                <a:cubicBezTo>
                  <a:pt x="443481" y="164536"/>
                  <a:pt x="444262" y="166073"/>
                  <a:pt x="444262" y="167355"/>
                </a:cubicBezTo>
                <a:cubicBezTo>
                  <a:pt x="444262" y="169662"/>
                  <a:pt x="441923" y="171198"/>
                  <a:pt x="438808" y="171198"/>
                </a:cubicBezTo>
                <a:lnTo>
                  <a:pt x="433868" y="171198"/>
                </a:lnTo>
                <a:lnTo>
                  <a:pt x="433868" y="175041"/>
                </a:lnTo>
                <a:lnTo>
                  <a:pt x="490505" y="175041"/>
                </a:lnTo>
                <a:lnTo>
                  <a:pt x="490505" y="171198"/>
                </a:lnTo>
                <a:cubicBezTo>
                  <a:pt x="479076" y="170432"/>
                  <a:pt x="471021" y="165561"/>
                  <a:pt x="460111" y="152487"/>
                </a:cubicBezTo>
                <a:lnTo>
                  <a:pt x="420358" y="102758"/>
                </a:lnTo>
                <a:lnTo>
                  <a:pt x="427894" y="95838"/>
                </a:lnTo>
                <a:cubicBezTo>
                  <a:pt x="446340" y="78922"/>
                  <a:pt x="462446" y="67127"/>
                  <a:pt x="469982" y="65078"/>
                </a:cubicBezTo>
                <a:cubicBezTo>
                  <a:pt x="473879" y="64054"/>
                  <a:pt x="477515" y="63542"/>
                  <a:pt x="481935" y="63542"/>
                </a:cubicBezTo>
                <a:lnTo>
                  <a:pt x="484012" y="63542"/>
                </a:lnTo>
                <a:lnTo>
                  <a:pt x="484012" y="59695"/>
                </a:lnTo>
                <a:lnTo>
                  <a:pt x="431010" y="59695"/>
                </a:lnTo>
                <a:lnTo>
                  <a:pt x="431010" y="63284"/>
                </a:lnTo>
                <a:cubicBezTo>
                  <a:pt x="441142" y="63542"/>
                  <a:pt x="444001" y="64566"/>
                  <a:pt x="444001" y="68155"/>
                </a:cubicBezTo>
                <a:cubicBezTo>
                  <a:pt x="444001" y="70203"/>
                  <a:pt x="441662" y="73792"/>
                  <a:pt x="438027" y="76869"/>
                </a:cubicBezTo>
                <a:lnTo>
                  <a:pt x="402431" y="108141"/>
                </a:lnTo>
                <a:lnTo>
                  <a:pt x="402431" y="512"/>
                </a:lnTo>
                <a:lnTo>
                  <a:pt x="401393" y="0"/>
                </a:lnTo>
                <a:cubicBezTo>
                  <a:pt x="391522" y="3073"/>
                  <a:pt x="383986" y="5121"/>
                  <a:pt x="368918" y="9223"/>
                </a:cubicBezTo>
                <a:lnTo>
                  <a:pt x="361124" y="11271"/>
                </a:lnTo>
                <a:lnTo>
                  <a:pt x="361124" y="15372"/>
                </a:lnTo>
                <a:close/>
                <a:moveTo>
                  <a:pt x="592607" y="132951"/>
                </a:moveTo>
                <a:cubicBezTo>
                  <a:pt x="580139" y="152433"/>
                  <a:pt x="568964" y="159868"/>
                  <a:pt x="552338" y="159868"/>
                </a:cubicBezTo>
                <a:cubicBezTo>
                  <a:pt x="537531" y="159868"/>
                  <a:pt x="526360" y="152433"/>
                  <a:pt x="518824" y="137823"/>
                </a:cubicBezTo>
                <a:cubicBezTo>
                  <a:pt x="514146" y="128080"/>
                  <a:pt x="512331" y="119620"/>
                  <a:pt x="511811" y="103982"/>
                </a:cubicBezTo>
                <a:lnTo>
                  <a:pt x="591830" y="103982"/>
                </a:lnTo>
                <a:cubicBezTo>
                  <a:pt x="589749" y="87358"/>
                  <a:pt x="587152" y="79954"/>
                  <a:pt x="580659" y="71783"/>
                </a:cubicBezTo>
                <a:cubicBezTo>
                  <a:pt x="572861" y="62576"/>
                  <a:pt x="560913" y="57193"/>
                  <a:pt x="547402" y="57193"/>
                </a:cubicBezTo>
                <a:cubicBezTo>
                  <a:pt x="534411" y="57193"/>
                  <a:pt x="522202" y="61806"/>
                  <a:pt x="512331" y="70504"/>
                </a:cubicBezTo>
                <a:cubicBezTo>
                  <a:pt x="500117" y="80974"/>
                  <a:pt x="493104" y="99114"/>
                  <a:pt x="493104" y="120132"/>
                </a:cubicBezTo>
                <a:cubicBezTo>
                  <a:pt x="493104" y="155509"/>
                  <a:pt x="511811" y="177543"/>
                  <a:pt x="541686" y="177543"/>
                </a:cubicBezTo>
                <a:cubicBezTo>
                  <a:pt x="566367" y="177543"/>
                  <a:pt x="585852" y="162429"/>
                  <a:pt x="596765" y="134746"/>
                </a:cubicBezTo>
                <a:lnTo>
                  <a:pt x="592607" y="132951"/>
                </a:lnTo>
                <a:moveTo>
                  <a:pt x="512331" y="95783"/>
                </a:moveTo>
                <a:cubicBezTo>
                  <a:pt x="515185" y="75868"/>
                  <a:pt x="524021" y="66419"/>
                  <a:pt x="539866" y="66419"/>
                </a:cubicBezTo>
                <a:cubicBezTo>
                  <a:pt x="555715" y="66419"/>
                  <a:pt x="561951" y="73570"/>
                  <a:pt x="565329" y="95783"/>
                </a:cubicBezTo>
                <a:lnTo>
                  <a:pt x="512331" y="95783"/>
                </a:lnTo>
                <a:close/>
                <a:moveTo>
                  <a:pt x="668210" y="59695"/>
                </a:moveTo>
                <a:lnTo>
                  <a:pt x="641970" y="59695"/>
                </a:lnTo>
                <a:lnTo>
                  <a:pt x="641970" y="29974"/>
                </a:lnTo>
                <a:cubicBezTo>
                  <a:pt x="641970" y="27414"/>
                  <a:pt x="641712" y="26643"/>
                  <a:pt x="640151" y="26643"/>
                </a:cubicBezTo>
                <a:cubicBezTo>
                  <a:pt x="638335" y="28950"/>
                  <a:pt x="636773" y="31257"/>
                  <a:pt x="634957" y="33817"/>
                </a:cubicBezTo>
                <a:cubicBezTo>
                  <a:pt x="625082" y="47911"/>
                  <a:pt x="613911" y="60211"/>
                  <a:pt x="609757" y="61235"/>
                </a:cubicBezTo>
                <a:cubicBezTo>
                  <a:pt x="606898" y="63026"/>
                  <a:pt x="605336" y="64820"/>
                  <a:pt x="605336" y="66102"/>
                </a:cubicBezTo>
                <a:cubicBezTo>
                  <a:pt x="605336" y="66872"/>
                  <a:pt x="605598" y="67385"/>
                  <a:pt x="606379" y="67897"/>
                </a:cubicBezTo>
                <a:lnTo>
                  <a:pt x="620147" y="67897"/>
                </a:lnTo>
                <a:lnTo>
                  <a:pt x="620147" y="145008"/>
                </a:lnTo>
                <a:cubicBezTo>
                  <a:pt x="620147" y="166526"/>
                  <a:pt x="627941" y="177543"/>
                  <a:pt x="643270" y="177543"/>
                </a:cubicBezTo>
                <a:cubicBezTo>
                  <a:pt x="656000" y="177543"/>
                  <a:pt x="665871" y="171398"/>
                  <a:pt x="674445" y="158074"/>
                </a:cubicBezTo>
                <a:lnTo>
                  <a:pt x="671068" y="155255"/>
                </a:lnTo>
                <a:cubicBezTo>
                  <a:pt x="665613" y="161659"/>
                  <a:pt x="661197" y="164224"/>
                  <a:pt x="655480" y="164224"/>
                </a:cubicBezTo>
                <a:cubicBezTo>
                  <a:pt x="645867" y="164224"/>
                  <a:pt x="641970" y="157304"/>
                  <a:pt x="641970" y="141165"/>
                </a:cubicBezTo>
                <a:lnTo>
                  <a:pt x="641970" y="67897"/>
                </a:lnTo>
                <a:lnTo>
                  <a:pt x="668210" y="67897"/>
                </a:lnTo>
                <a:lnTo>
                  <a:pt x="668210" y="59695"/>
                </a:lnTo>
                <a:close/>
                <a:moveTo>
                  <a:pt x="743034" y="15419"/>
                </a:moveTo>
                <a:lnTo>
                  <a:pt x="744592" y="15419"/>
                </a:lnTo>
                <a:cubicBezTo>
                  <a:pt x="747450" y="15165"/>
                  <a:pt x="750566" y="14907"/>
                  <a:pt x="752648" y="14907"/>
                </a:cubicBezTo>
                <a:cubicBezTo>
                  <a:pt x="760961" y="14907"/>
                  <a:pt x="763557" y="18496"/>
                  <a:pt x="763557" y="30537"/>
                </a:cubicBezTo>
                <a:lnTo>
                  <a:pt x="763557" y="152753"/>
                </a:lnTo>
                <a:cubicBezTo>
                  <a:pt x="763557" y="166589"/>
                  <a:pt x="759922" y="169920"/>
                  <a:pt x="743553" y="171198"/>
                </a:cubicBezTo>
                <a:lnTo>
                  <a:pt x="743553" y="175041"/>
                </a:lnTo>
                <a:lnTo>
                  <a:pt x="804865" y="175041"/>
                </a:lnTo>
                <a:lnTo>
                  <a:pt x="804865" y="171198"/>
                </a:lnTo>
                <a:cubicBezTo>
                  <a:pt x="788500" y="170174"/>
                  <a:pt x="785380" y="167613"/>
                  <a:pt x="785380" y="153519"/>
                </a:cubicBezTo>
                <a:lnTo>
                  <a:pt x="785380" y="559"/>
                </a:lnTo>
                <a:lnTo>
                  <a:pt x="784342" y="47"/>
                </a:lnTo>
                <a:cubicBezTo>
                  <a:pt x="770832" y="4402"/>
                  <a:pt x="760961" y="6967"/>
                  <a:pt x="743034" y="11322"/>
                </a:cubicBezTo>
                <a:lnTo>
                  <a:pt x="743034" y="15419"/>
                </a:lnTo>
                <a:close/>
                <a:moveTo>
                  <a:pt x="916320" y="132951"/>
                </a:moveTo>
                <a:cubicBezTo>
                  <a:pt x="903853" y="152433"/>
                  <a:pt x="892677" y="159868"/>
                  <a:pt x="876051" y="159868"/>
                </a:cubicBezTo>
                <a:cubicBezTo>
                  <a:pt x="861245" y="159868"/>
                  <a:pt x="850073" y="152433"/>
                  <a:pt x="842537" y="137823"/>
                </a:cubicBezTo>
                <a:cubicBezTo>
                  <a:pt x="837859" y="128080"/>
                  <a:pt x="836044" y="119620"/>
                  <a:pt x="835525" y="103982"/>
                </a:cubicBezTo>
                <a:lnTo>
                  <a:pt x="915543" y="103982"/>
                </a:lnTo>
                <a:cubicBezTo>
                  <a:pt x="913462" y="87358"/>
                  <a:pt x="910865" y="79954"/>
                  <a:pt x="904372" y="71783"/>
                </a:cubicBezTo>
                <a:cubicBezTo>
                  <a:pt x="896574" y="62576"/>
                  <a:pt x="884626" y="57193"/>
                  <a:pt x="871116" y="57193"/>
                </a:cubicBezTo>
                <a:cubicBezTo>
                  <a:pt x="858125" y="57193"/>
                  <a:pt x="845915" y="61806"/>
                  <a:pt x="836044" y="70504"/>
                </a:cubicBezTo>
                <a:cubicBezTo>
                  <a:pt x="823830" y="80974"/>
                  <a:pt x="816817" y="99114"/>
                  <a:pt x="816817" y="120132"/>
                </a:cubicBezTo>
                <a:cubicBezTo>
                  <a:pt x="816817" y="155509"/>
                  <a:pt x="835525" y="177543"/>
                  <a:pt x="865399" y="177543"/>
                </a:cubicBezTo>
                <a:cubicBezTo>
                  <a:pt x="890081" y="177543"/>
                  <a:pt x="909565" y="162429"/>
                  <a:pt x="920479" y="134746"/>
                </a:cubicBezTo>
                <a:lnTo>
                  <a:pt x="916320" y="132951"/>
                </a:lnTo>
                <a:moveTo>
                  <a:pt x="836044" y="95783"/>
                </a:moveTo>
                <a:cubicBezTo>
                  <a:pt x="838898" y="75868"/>
                  <a:pt x="847734" y="66419"/>
                  <a:pt x="863580" y="66419"/>
                </a:cubicBezTo>
                <a:cubicBezTo>
                  <a:pt x="879429" y="66419"/>
                  <a:pt x="885665" y="73570"/>
                  <a:pt x="889042" y="95783"/>
                </a:cubicBezTo>
                <a:lnTo>
                  <a:pt x="836044" y="95783"/>
                </a:lnTo>
                <a:close/>
                <a:moveTo>
                  <a:pt x="929830" y="73081"/>
                </a:moveTo>
                <a:cubicBezTo>
                  <a:pt x="931388" y="72311"/>
                  <a:pt x="933988" y="72057"/>
                  <a:pt x="936847" y="72057"/>
                </a:cubicBezTo>
                <a:cubicBezTo>
                  <a:pt x="944121" y="72057"/>
                  <a:pt x="946456" y="75900"/>
                  <a:pt x="946456" y="88449"/>
                </a:cubicBezTo>
                <a:lnTo>
                  <a:pt x="946456" y="151987"/>
                </a:lnTo>
                <a:cubicBezTo>
                  <a:pt x="946456" y="166589"/>
                  <a:pt x="943598" y="170174"/>
                  <a:pt x="930349" y="171198"/>
                </a:cubicBezTo>
                <a:lnTo>
                  <a:pt x="930349" y="175041"/>
                </a:lnTo>
                <a:lnTo>
                  <a:pt x="985429" y="175041"/>
                </a:lnTo>
                <a:lnTo>
                  <a:pt x="985429" y="171198"/>
                </a:lnTo>
                <a:cubicBezTo>
                  <a:pt x="972176" y="170174"/>
                  <a:pt x="968279" y="167101"/>
                  <a:pt x="968279" y="157879"/>
                </a:cubicBezTo>
                <a:lnTo>
                  <a:pt x="968279" y="85888"/>
                </a:lnTo>
                <a:cubicBezTo>
                  <a:pt x="980751" y="74359"/>
                  <a:pt x="986467" y="71286"/>
                  <a:pt x="995042" y="71286"/>
                </a:cubicBezTo>
                <a:cubicBezTo>
                  <a:pt x="1007771" y="71286"/>
                  <a:pt x="1014007" y="79227"/>
                  <a:pt x="1014007" y="96135"/>
                </a:cubicBezTo>
                <a:lnTo>
                  <a:pt x="1014007" y="149680"/>
                </a:lnTo>
                <a:cubicBezTo>
                  <a:pt x="1014007" y="165819"/>
                  <a:pt x="1010629" y="170174"/>
                  <a:pt x="997639" y="171198"/>
                </a:cubicBezTo>
                <a:lnTo>
                  <a:pt x="997639" y="175041"/>
                </a:lnTo>
                <a:lnTo>
                  <a:pt x="1051679" y="175041"/>
                </a:lnTo>
                <a:lnTo>
                  <a:pt x="1051679" y="171198"/>
                </a:lnTo>
                <a:cubicBezTo>
                  <a:pt x="1038946" y="169920"/>
                  <a:pt x="1035830" y="166843"/>
                  <a:pt x="1035830" y="154293"/>
                </a:cubicBezTo>
                <a:lnTo>
                  <a:pt x="1035830" y="95623"/>
                </a:lnTo>
                <a:cubicBezTo>
                  <a:pt x="1035830" y="71544"/>
                  <a:pt x="1024397" y="57193"/>
                  <a:pt x="1005175" y="57193"/>
                </a:cubicBezTo>
                <a:cubicBezTo>
                  <a:pt x="993222" y="57193"/>
                  <a:pt x="985167" y="61552"/>
                  <a:pt x="967502" y="77948"/>
                </a:cubicBezTo>
                <a:lnTo>
                  <a:pt x="967502" y="57709"/>
                </a:lnTo>
                <a:lnTo>
                  <a:pt x="965683" y="57193"/>
                </a:lnTo>
                <a:cubicBezTo>
                  <a:pt x="952953" y="61806"/>
                  <a:pt x="944121" y="64625"/>
                  <a:pt x="929830" y="68726"/>
                </a:cubicBezTo>
                <a:lnTo>
                  <a:pt x="929830" y="73081"/>
                </a:lnTo>
                <a:close/>
                <a:moveTo>
                  <a:pt x="1177679" y="75692"/>
                </a:moveTo>
                <a:lnTo>
                  <a:pt x="1177679" y="65700"/>
                </a:lnTo>
                <a:lnTo>
                  <a:pt x="1157675" y="65700"/>
                </a:lnTo>
                <a:cubicBezTo>
                  <a:pt x="1152478" y="65700"/>
                  <a:pt x="1148581" y="64902"/>
                  <a:pt x="1143388" y="63088"/>
                </a:cubicBezTo>
                <a:lnTo>
                  <a:pt x="1137672" y="61039"/>
                </a:lnTo>
                <a:cubicBezTo>
                  <a:pt x="1130655" y="58475"/>
                  <a:pt x="1123642" y="57193"/>
                  <a:pt x="1116887" y="57193"/>
                </a:cubicBezTo>
                <a:cubicBezTo>
                  <a:pt x="1092725" y="57193"/>
                  <a:pt x="1073498" y="75692"/>
                  <a:pt x="1073498" y="99001"/>
                </a:cubicBezTo>
                <a:cubicBezTo>
                  <a:pt x="1073498" y="115140"/>
                  <a:pt x="1080515" y="124870"/>
                  <a:pt x="1097660" y="133323"/>
                </a:cubicBezTo>
                <a:cubicBezTo>
                  <a:pt x="1092725" y="137936"/>
                  <a:pt x="1088051" y="142283"/>
                  <a:pt x="1086489" y="143562"/>
                </a:cubicBezTo>
                <a:cubicBezTo>
                  <a:pt x="1077918" y="150978"/>
                  <a:pt x="1074541" y="156096"/>
                  <a:pt x="1074541" y="161209"/>
                </a:cubicBezTo>
                <a:cubicBezTo>
                  <a:pt x="1074541" y="166581"/>
                  <a:pt x="1077657" y="169650"/>
                  <a:pt x="1088309" y="174775"/>
                </a:cubicBezTo>
                <a:cubicBezTo>
                  <a:pt x="1069863" y="188111"/>
                  <a:pt x="1062850" y="196579"/>
                  <a:pt x="1062850" y="206067"/>
                </a:cubicBezTo>
                <a:cubicBezTo>
                  <a:pt x="1062850" y="219657"/>
                  <a:pt x="1083112" y="230932"/>
                  <a:pt x="1107793" y="230932"/>
                </a:cubicBezTo>
                <a:cubicBezTo>
                  <a:pt x="1127277" y="230932"/>
                  <a:pt x="1147543" y="224270"/>
                  <a:pt x="1161053" y="213507"/>
                </a:cubicBezTo>
                <a:cubicBezTo>
                  <a:pt x="1170928" y="205555"/>
                  <a:pt x="1175344" y="197345"/>
                  <a:pt x="1175344" y="187599"/>
                </a:cubicBezTo>
                <a:cubicBezTo>
                  <a:pt x="1175344" y="171699"/>
                  <a:pt x="1163130" y="160955"/>
                  <a:pt x="1143907" y="160189"/>
                </a:cubicBezTo>
                <a:lnTo>
                  <a:pt x="1110394" y="158653"/>
                </a:lnTo>
                <a:cubicBezTo>
                  <a:pt x="1096622" y="158140"/>
                  <a:pt x="1090128" y="155838"/>
                  <a:pt x="1090128" y="151748"/>
                </a:cubicBezTo>
                <a:cubicBezTo>
                  <a:pt x="1090128" y="146631"/>
                  <a:pt x="1098699" y="137678"/>
                  <a:pt x="1105716" y="135629"/>
                </a:cubicBezTo>
                <a:cubicBezTo>
                  <a:pt x="1108055" y="135887"/>
                  <a:pt x="1109874" y="136142"/>
                  <a:pt x="1110651" y="136142"/>
                </a:cubicBezTo>
                <a:cubicBezTo>
                  <a:pt x="1115587" y="136654"/>
                  <a:pt x="1118964" y="136912"/>
                  <a:pt x="1120526" y="136912"/>
                </a:cubicBezTo>
                <a:cubicBezTo>
                  <a:pt x="1130136" y="136912"/>
                  <a:pt x="1140530" y="133069"/>
                  <a:pt x="1148581" y="126153"/>
                </a:cubicBezTo>
                <a:cubicBezTo>
                  <a:pt x="1157156" y="118979"/>
                  <a:pt x="1161053" y="110014"/>
                  <a:pt x="1161053" y="97210"/>
                </a:cubicBezTo>
                <a:cubicBezTo>
                  <a:pt x="1161053" y="89782"/>
                  <a:pt x="1159753" y="83891"/>
                  <a:pt x="1156117" y="75692"/>
                </a:cubicBezTo>
                <a:lnTo>
                  <a:pt x="1177679" y="75692"/>
                </a:lnTo>
                <a:moveTo>
                  <a:pt x="1093764" y="175542"/>
                </a:moveTo>
                <a:cubicBezTo>
                  <a:pt x="1102338" y="177340"/>
                  <a:pt x="1123123" y="178877"/>
                  <a:pt x="1135852" y="178877"/>
                </a:cubicBezTo>
                <a:cubicBezTo>
                  <a:pt x="1159495" y="178877"/>
                  <a:pt x="1168070" y="182211"/>
                  <a:pt x="1168070" y="191446"/>
                </a:cubicBezTo>
                <a:cubicBezTo>
                  <a:pt x="1168070" y="206325"/>
                  <a:pt x="1148324" y="216326"/>
                  <a:pt x="1118964" y="216326"/>
                </a:cubicBezTo>
                <a:cubicBezTo>
                  <a:pt x="1096102" y="216326"/>
                  <a:pt x="1081034" y="208890"/>
                  <a:pt x="1081034" y="197603"/>
                </a:cubicBezTo>
                <a:cubicBezTo>
                  <a:pt x="1081034" y="191704"/>
                  <a:pt x="1082854" y="188369"/>
                  <a:pt x="1093764" y="175542"/>
                </a:cubicBezTo>
                <a:moveTo>
                  <a:pt x="1095064" y="88500"/>
                </a:moveTo>
                <a:cubicBezTo>
                  <a:pt x="1095064" y="73390"/>
                  <a:pt x="1102338" y="64370"/>
                  <a:pt x="1114290" y="64370"/>
                </a:cubicBezTo>
                <a:cubicBezTo>
                  <a:pt x="1122342" y="64370"/>
                  <a:pt x="1129097" y="68776"/>
                  <a:pt x="1133256" y="76463"/>
                </a:cubicBezTo>
                <a:cubicBezTo>
                  <a:pt x="1137929" y="85427"/>
                  <a:pt x="1141049" y="97210"/>
                  <a:pt x="1141049" y="107199"/>
                </a:cubicBezTo>
                <a:cubicBezTo>
                  <a:pt x="1141049" y="121539"/>
                  <a:pt x="1133513" y="130504"/>
                  <a:pt x="1121565" y="130504"/>
                </a:cubicBezTo>
                <a:cubicBezTo>
                  <a:pt x="1105977" y="130504"/>
                  <a:pt x="1095064" y="113857"/>
                  <a:pt x="1095064" y="89270"/>
                </a:cubicBezTo>
                <a:lnTo>
                  <a:pt x="1095064" y="88500"/>
                </a:lnTo>
                <a:close/>
                <a:moveTo>
                  <a:pt x="1251724" y="59695"/>
                </a:moveTo>
                <a:lnTo>
                  <a:pt x="1225484" y="59695"/>
                </a:lnTo>
                <a:lnTo>
                  <a:pt x="1225484" y="29974"/>
                </a:lnTo>
                <a:cubicBezTo>
                  <a:pt x="1225484" y="27414"/>
                  <a:pt x="1225227" y="26643"/>
                  <a:pt x="1223665" y="26643"/>
                </a:cubicBezTo>
                <a:cubicBezTo>
                  <a:pt x="1221849" y="28950"/>
                  <a:pt x="1220287" y="31257"/>
                  <a:pt x="1218471" y="33817"/>
                </a:cubicBezTo>
                <a:cubicBezTo>
                  <a:pt x="1208596" y="47911"/>
                  <a:pt x="1197425" y="60211"/>
                  <a:pt x="1193271" y="61235"/>
                </a:cubicBezTo>
                <a:cubicBezTo>
                  <a:pt x="1190412" y="63026"/>
                  <a:pt x="1188850" y="64820"/>
                  <a:pt x="1188850" y="66102"/>
                </a:cubicBezTo>
                <a:cubicBezTo>
                  <a:pt x="1188850" y="66872"/>
                  <a:pt x="1189112" y="67385"/>
                  <a:pt x="1189893" y="67897"/>
                </a:cubicBezTo>
                <a:lnTo>
                  <a:pt x="1203661" y="67897"/>
                </a:lnTo>
                <a:lnTo>
                  <a:pt x="1203661" y="145008"/>
                </a:lnTo>
                <a:cubicBezTo>
                  <a:pt x="1203661" y="166526"/>
                  <a:pt x="1211455" y="177543"/>
                  <a:pt x="1226784" y="177543"/>
                </a:cubicBezTo>
                <a:cubicBezTo>
                  <a:pt x="1239514" y="177543"/>
                  <a:pt x="1249385" y="171398"/>
                  <a:pt x="1257959" y="158074"/>
                </a:cubicBezTo>
                <a:lnTo>
                  <a:pt x="1254582" y="155255"/>
                </a:lnTo>
                <a:cubicBezTo>
                  <a:pt x="1249127" y="161659"/>
                  <a:pt x="1244711" y="164224"/>
                  <a:pt x="1238994" y="164224"/>
                </a:cubicBezTo>
                <a:cubicBezTo>
                  <a:pt x="1229381" y="164224"/>
                  <a:pt x="1225484" y="157304"/>
                  <a:pt x="1225484" y="141165"/>
                </a:cubicBezTo>
                <a:lnTo>
                  <a:pt x="1225484" y="67897"/>
                </a:lnTo>
                <a:lnTo>
                  <a:pt x="1251724" y="67897"/>
                </a:lnTo>
                <a:lnTo>
                  <a:pt x="1251724" y="59695"/>
                </a:lnTo>
                <a:close/>
                <a:moveTo>
                  <a:pt x="1298490" y="87171"/>
                </a:moveTo>
                <a:cubicBezTo>
                  <a:pt x="1309400" y="75387"/>
                  <a:pt x="1317194" y="71028"/>
                  <a:pt x="1327326" y="71028"/>
                </a:cubicBezTo>
                <a:cubicBezTo>
                  <a:pt x="1340317" y="71028"/>
                  <a:pt x="1346811" y="80255"/>
                  <a:pt x="1346811" y="98188"/>
                </a:cubicBezTo>
                <a:lnTo>
                  <a:pt x="1346811" y="148910"/>
                </a:lnTo>
                <a:cubicBezTo>
                  <a:pt x="1346811" y="166331"/>
                  <a:pt x="1344214" y="169662"/>
                  <a:pt x="1329146" y="171198"/>
                </a:cubicBezTo>
                <a:lnTo>
                  <a:pt x="1329146" y="175041"/>
                </a:lnTo>
                <a:lnTo>
                  <a:pt x="1384225" y="175041"/>
                </a:lnTo>
                <a:lnTo>
                  <a:pt x="1384225" y="171198"/>
                </a:lnTo>
                <a:cubicBezTo>
                  <a:pt x="1370196" y="168638"/>
                  <a:pt x="1368634" y="166589"/>
                  <a:pt x="1368634" y="148910"/>
                </a:cubicBezTo>
                <a:lnTo>
                  <a:pt x="1368634" y="97930"/>
                </a:lnTo>
                <a:cubicBezTo>
                  <a:pt x="1368634" y="71028"/>
                  <a:pt x="1357724" y="57193"/>
                  <a:pt x="1336678" y="57193"/>
                </a:cubicBezTo>
                <a:cubicBezTo>
                  <a:pt x="1321352" y="57193"/>
                  <a:pt x="1310438" y="63342"/>
                  <a:pt x="1298490" y="78714"/>
                </a:cubicBezTo>
                <a:lnTo>
                  <a:pt x="1298490" y="829"/>
                </a:lnTo>
                <a:lnTo>
                  <a:pt x="1297190" y="59"/>
                </a:lnTo>
                <a:cubicBezTo>
                  <a:pt x="1288358" y="3132"/>
                  <a:pt x="1281860" y="5184"/>
                  <a:pt x="1267311" y="9281"/>
                </a:cubicBezTo>
                <a:lnTo>
                  <a:pt x="1260298" y="11334"/>
                </a:lnTo>
                <a:lnTo>
                  <a:pt x="1260298" y="15431"/>
                </a:lnTo>
                <a:cubicBezTo>
                  <a:pt x="1261337" y="15177"/>
                  <a:pt x="1262118" y="15177"/>
                  <a:pt x="1263414" y="15177"/>
                </a:cubicBezTo>
                <a:cubicBezTo>
                  <a:pt x="1274586" y="15177"/>
                  <a:pt x="1276667" y="17225"/>
                  <a:pt x="1276667" y="28242"/>
                </a:cubicBezTo>
                <a:lnTo>
                  <a:pt x="1276667" y="148910"/>
                </a:lnTo>
                <a:cubicBezTo>
                  <a:pt x="1276667" y="166843"/>
                  <a:pt x="1275105" y="169150"/>
                  <a:pt x="1260037" y="171198"/>
                </a:cubicBezTo>
                <a:lnTo>
                  <a:pt x="1260037" y="175041"/>
                </a:lnTo>
                <a:lnTo>
                  <a:pt x="1316155" y="175041"/>
                </a:lnTo>
                <a:lnTo>
                  <a:pt x="1316155" y="171198"/>
                </a:lnTo>
                <a:cubicBezTo>
                  <a:pt x="1301087" y="169662"/>
                  <a:pt x="1298490" y="166589"/>
                  <a:pt x="1298490" y="148910"/>
                </a:cubicBezTo>
                <a:lnTo>
                  <a:pt x="1298490" y="87171"/>
                </a:lnTo>
                <a:close/>
                <a:moveTo>
                  <a:pt x="1496976" y="57193"/>
                </a:moveTo>
                <a:lnTo>
                  <a:pt x="1456707" y="71204"/>
                </a:lnTo>
                <a:lnTo>
                  <a:pt x="1456707" y="75051"/>
                </a:lnTo>
                <a:lnTo>
                  <a:pt x="1458788" y="74793"/>
                </a:lnTo>
                <a:cubicBezTo>
                  <a:pt x="1461904" y="74281"/>
                  <a:pt x="1465281" y="74023"/>
                  <a:pt x="1467620" y="74023"/>
                </a:cubicBezTo>
                <a:cubicBezTo>
                  <a:pt x="1473856" y="74023"/>
                  <a:pt x="1476191" y="78124"/>
                  <a:pt x="1476191" y="89407"/>
                </a:cubicBezTo>
                <a:lnTo>
                  <a:pt x="1476191" y="148894"/>
                </a:lnTo>
                <a:cubicBezTo>
                  <a:pt x="1476191" y="167355"/>
                  <a:pt x="1473594" y="170174"/>
                  <a:pt x="1455668" y="171198"/>
                </a:cubicBezTo>
                <a:lnTo>
                  <a:pt x="1455668" y="175041"/>
                </a:lnTo>
                <a:lnTo>
                  <a:pt x="1517241" y="175041"/>
                </a:lnTo>
                <a:lnTo>
                  <a:pt x="1517241" y="171198"/>
                </a:lnTo>
                <a:cubicBezTo>
                  <a:pt x="1500096" y="169920"/>
                  <a:pt x="1498014" y="167355"/>
                  <a:pt x="1498014" y="148894"/>
                </a:cubicBezTo>
                <a:lnTo>
                  <a:pt x="1498014" y="57963"/>
                </a:lnTo>
                <a:lnTo>
                  <a:pt x="1496976" y="57193"/>
                </a:lnTo>
                <a:moveTo>
                  <a:pt x="1484766" y="145"/>
                </a:moveTo>
                <a:cubicBezTo>
                  <a:pt x="1477753" y="145"/>
                  <a:pt x="1471775" y="6040"/>
                  <a:pt x="1471775" y="13214"/>
                </a:cubicBezTo>
                <a:cubicBezTo>
                  <a:pt x="1471775" y="20388"/>
                  <a:pt x="1477491" y="26280"/>
                  <a:pt x="1484766" y="26280"/>
                </a:cubicBezTo>
                <a:cubicBezTo>
                  <a:pt x="1492302" y="26280"/>
                  <a:pt x="1498276" y="20642"/>
                  <a:pt x="1498276" y="13214"/>
                </a:cubicBezTo>
                <a:cubicBezTo>
                  <a:pt x="1498276" y="6040"/>
                  <a:pt x="1492302" y="145"/>
                  <a:pt x="1484766" y="145"/>
                </a:cubicBezTo>
                <a:close/>
                <a:moveTo>
                  <a:pt x="1605573" y="94540"/>
                </a:moveTo>
                <a:lnTo>
                  <a:pt x="1604534" y="59695"/>
                </a:lnTo>
                <a:lnTo>
                  <a:pt x="1601676" y="59695"/>
                </a:lnTo>
                <a:lnTo>
                  <a:pt x="1601157" y="60211"/>
                </a:lnTo>
                <a:cubicBezTo>
                  <a:pt x="1598818" y="62001"/>
                  <a:pt x="1598560" y="62259"/>
                  <a:pt x="1597521" y="62259"/>
                </a:cubicBezTo>
                <a:cubicBezTo>
                  <a:pt x="1595963" y="62259"/>
                  <a:pt x="1593363" y="61747"/>
                  <a:pt x="1590505" y="60465"/>
                </a:cubicBezTo>
                <a:cubicBezTo>
                  <a:pt x="1584788" y="58471"/>
                  <a:pt x="1579076" y="57443"/>
                  <a:pt x="1572321" y="57443"/>
                </a:cubicBezTo>
                <a:cubicBezTo>
                  <a:pt x="1551794" y="57443"/>
                  <a:pt x="1536987" y="70508"/>
                  <a:pt x="1536987" y="88946"/>
                </a:cubicBezTo>
                <a:cubicBezTo>
                  <a:pt x="1536987" y="103282"/>
                  <a:pt x="1545300" y="113525"/>
                  <a:pt x="1567385" y="125816"/>
                </a:cubicBezTo>
                <a:lnTo>
                  <a:pt x="1582453" y="134269"/>
                </a:lnTo>
                <a:cubicBezTo>
                  <a:pt x="1591543" y="139390"/>
                  <a:pt x="1595963" y="145536"/>
                  <a:pt x="1595963" y="153472"/>
                </a:cubicBezTo>
                <a:cubicBezTo>
                  <a:pt x="1595963" y="164740"/>
                  <a:pt x="1587646" y="171910"/>
                  <a:pt x="1574398" y="171910"/>
                </a:cubicBezTo>
                <a:cubicBezTo>
                  <a:pt x="1565566" y="171910"/>
                  <a:pt x="1557510" y="168579"/>
                  <a:pt x="1552575" y="162945"/>
                </a:cubicBezTo>
                <a:cubicBezTo>
                  <a:pt x="1547120" y="156545"/>
                  <a:pt x="1544781" y="150654"/>
                  <a:pt x="1541403" y="136059"/>
                </a:cubicBezTo>
                <a:lnTo>
                  <a:pt x="1537245" y="136059"/>
                </a:lnTo>
                <a:lnTo>
                  <a:pt x="1537245" y="176007"/>
                </a:lnTo>
                <a:lnTo>
                  <a:pt x="1540622" y="176007"/>
                </a:lnTo>
                <a:cubicBezTo>
                  <a:pt x="1542442" y="173446"/>
                  <a:pt x="1543481" y="172934"/>
                  <a:pt x="1546600" y="172934"/>
                </a:cubicBezTo>
                <a:cubicBezTo>
                  <a:pt x="1548939" y="172993"/>
                  <a:pt x="1552575" y="173505"/>
                  <a:pt x="1558549" y="175041"/>
                </a:cubicBezTo>
                <a:cubicBezTo>
                  <a:pt x="1565823" y="176519"/>
                  <a:pt x="1572840" y="177543"/>
                  <a:pt x="1577514" y="177543"/>
                </a:cubicBezTo>
                <a:cubicBezTo>
                  <a:pt x="1597521" y="177543"/>
                  <a:pt x="1614148" y="162691"/>
                  <a:pt x="1614148" y="144766"/>
                </a:cubicBezTo>
                <a:cubicBezTo>
                  <a:pt x="1614148" y="131962"/>
                  <a:pt x="1607912" y="123514"/>
                  <a:pt x="1592324" y="114295"/>
                </a:cubicBezTo>
                <a:lnTo>
                  <a:pt x="1564265" y="97906"/>
                </a:lnTo>
                <a:cubicBezTo>
                  <a:pt x="1556991" y="93809"/>
                  <a:pt x="1553094" y="87409"/>
                  <a:pt x="1553094" y="80493"/>
                </a:cubicBezTo>
                <a:cubicBezTo>
                  <a:pt x="1553094" y="70250"/>
                  <a:pt x="1561149" y="63080"/>
                  <a:pt x="1573098" y="63080"/>
                </a:cubicBezTo>
                <a:cubicBezTo>
                  <a:pt x="1587908" y="63080"/>
                  <a:pt x="1595702" y="71787"/>
                  <a:pt x="1601676" y="94579"/>
                </a:cubicBezTo>
                <a:lnTo>
                  <a:pt x="1605573" y="94540"/>
                </a:lnTo>
                <a:close/>
                <a:moveTo>
                  <a:pt x="1794449" y="132951"/>
                </a:moveTo>
                <a:cubicBezTo>
                  <a:pt x="1781982" y="152433"/>
                  <a:pt x="1770806" y="159868"/>
                  <a:pt x="1754180" y="159868"/>
                </a:cubicBezTo>
                <a:cubicBezTo>
                  <a:pt x="1739374" y="159868"/>
                  <a:pt x="1728203" y="152433"/>
                  <a:pt x="1720666" y="137823"/>
                </a:cubicBezTo>
                <a:cubicBezTo>
                  <a:pt x="1715989" y="128080"/>
                  <a:pt x="1714173" y="119620"/>
                  <a:pt x="1713654" y="103982"/>
                </a:cubicBezTo>
                <a:lnTo>
                  <a:pt x="1793672" y="103982"/>
                </a:lnTo>
                <a:cubicBezTo>
                  <a:pt x="1791591" y="87358"/>
                  <a:pt x="1788994" y="79954"/>
                  <a:pt x="1782501" y="71783"/>
                </a:cubicBezTo>
                <a:cubicBezTo>
                  <a:pt x="1774703" y="62576"/>
                  <a:pt x="1762755" y="57193"/>
                  <a:pt x="1749245" y="57193"/>
                </a:cubicBezTo>
                <a:cubicBezTo>
                  <a:pt x="1736254" y="57193"/>
                  <a:pt x="1724044" y="61806"/>
                  <a:pt x="1714173" y="70504"/>
                </a:cubicBezTo>
                <a:cubicBezTo>
                  <a:pt x="1701959" y="80974"/>
                  <a:pt x="1694946" y="99114"/>
                  <a:pt x="1694946" y="120132"/>
                </a:cubicBezTo>
                <a:cubicBezTo>
                  <a:pt x="1694946" y="155509"/>
                  <a:pt x="1713654" y="177543"/>
                  <a:pt x="1743528" y="177543"/>
                </a:cubicBezTo>
                <a:cubicBezTo>
                  <a:pt x="1768210" y="177543"/>
                  <a:pt x="1787694" y="162429"/>
                  <a:pt x="1798608" y="134746"/>
                </a:cubicBezTo>
                <a:lnTo>
                  <a:pt x="1794449" y="132951"/>
                </a:lnTo>
                <a:moveTo>
                  <a:pt x="1714173" y="95783"/>
                </a:moveTo>
                <a:cubicBezTo>
                  <a:pt x="1717027" y="75868"/>
                  <a:pt x="1725864" y="66419"/>
                  <a:pt x="1741709" y="66419"/>
                </a:cubicBezTo>
                <a:cubicBezTo>
                  <a:pt x="1757558" y="66419"/>
                  <a:pt x="1763794" y="73570"/>
                  <a:pt x="1767171" y="95783"/>
                </a:cubicBezTo>
                <a:lnTo>
                  <a:pt x="1714173" y="95783"/>
                </a:lnTo>
                <a:close/>
                <a:moveTo>
                  <a:pt x="1807959" y="73081"/>
                </a:moveTo>
                <a:cubicBezTo>
                  <a:pt x="1809517" y="72311"/>
                  <a:pt x="1812117" y="72057"/>
                  <a:pt x="1814976" y="72057"/>
                </a:cubicBezTo>
                <a:cubicBezTo>
                  <a:pt x="1822250" y="72057"/>
                  <a:pt x="1824585" y="75900"/>
                  <a:pt x="1824585" y="88449"/>
                </a:cubicBezTo>
                <a:lnTo>
                  <a:pt x="1824585" y="151987"/>
                </a:lnTo>
                <a:cubicBezTo>
                  <a:pt x="1824585" y="166589"/>
                  <a:pt x="1821727" y="170174"/>
                  <a:pt x="1808478" y="171198"/>
                </a:cubicBezTo>
                <a:lnTo>
                  <a:pt x="1808478" y="175041"/>
                </a:lnTo>
                <a:lnTo>
                  <a:pt x="1863558" y="175041"/>
                </a:lnTo>
                <a:lnTo>
                  <a:pt x="1863558" y="171198"/>
                </a:lnTo>
                <a:cubicBezTo>
                  <a:pt x="1850305" y="170174"/>
                  <a:pt x="1846408" y="167101"/>
                  <a:pt x="1846408" y="157879"/>
                </a:cubicBezTo>
                <a:lnTo>
                  <a:pt x="1846408" y="85888"/>
                </a:lnTo>
                <a:cubicBezTo>
                  <a:pt x="1858880" y="74359"/>
                  <a:pt x="1864596" y="71286"/>
                  <a:pt x="1873171" y="71286"/>
                </a:cubicBezTo>
                <a:cubicBezTo>
                  <a:pt x="1885900" y="71286"/>
                  <a:pt x="1892136" y="79227"/>
                  <a:pt x="1892136" y="96135"/>
                </a:cubicBezTo>
                <a:lnTo>
                  <a:pt x="1892136" y="149680"/>
                </a:lnTo>
                <a:cubicBezTo>
                  <a:pt x="1892136" y="165819"/>
                  <a:pt x="1888759" y="170174"/>
                  <a:pt x="1875768" y="171198"/>
                </a:cubicBezTo>
                <a:lnTo>
                  <a:pt x="1875768" y="175041"/>
                </a:lnTo>
                <a:lnTo>
                  <a:pt x="1929809" y="175041"/>
                </a:lnTo>
                <a:lnTo>
                  <a:pt x="1929809" y="171198"/>
                </a:lnTo>
                <a:cubicBezTo>
                  <a:pt x="1917075" y="169920"/>
                  <a:pt x="1913959" y="166843"/>
                  <a:pt x="1913959" y="154293"/>
                </a:cubicBezTo>
                <a:lnTo>
                  <a:pt x="1913959" y="95623"/>
                </a:lnTo>
                <a:cubicBezTo>
                  <a:pt x="1913959" y="71544"/>
                  <a:pt x="1902526" y="57193"/>
                  <a:pt x="1883304" y="57193"/>
                </a:cubicBezTo>
                <a:cubicBezTo>
                  <a:pt x="1871352" y="57193"/>
                  <a:pt x="1863296" y="61552"/>
                  <a:pt x="1845631" y="77948"/>
                </a:cubicBezTo>
                <a:lnTo>
                  <a:pt x="1845631" y="57709"/>
                </a:lnTo>
                <a:lnTo>
                  <a:pt x="1843812" y="57193"/>
                </a:lnTo>
                <a:cubicBezTo>
                  <a:pt x="1831083" y="61806"/>
                  <a:pt x="1822250" y="64625"/>
                  <a:pt x="1807959" y="68726"/>
                </a:cubicBezTo>
                <a:lnTo>
                  <a:pt x="1807959" y="73081"/>
                </a:lnTo>
                <a:close/>
                <a:moveTo>
                  <a:pt x="2037105" y="135031"/>
                </a:moveTo>
                <a:cubicBezTo>
                  <a:pt x="2024634" y="152953"/>
                  <a:pt x="2015282" y="159098"/>
                  <a:pt x="2000471" y="159098"/>
                </a:cubicBezTo>
                <a:cubicBezTo>
                  <a:pt x="1976828" y="159098"/>
                  <a:pt x="1960202" y="138616"/>
                  <a:pt x="1960202" y="109174"/>
                </a:cubicBezTo>
                <a:cubicBezTo>
                  <a:pt x="1960202" y="82804"/>
                  <a:pt x="1974494" y="64625"/>
                  <a:pt x="1995536" y="64625"/>
                </a:cubicBezTo>
                <a:cubicBezTo>
                  <a:pt x="2004888" y="64625"/>
                  <a:pt x="2008265" y="67439"/>
                  <a:pt x="2010866" y="76912"/>
                </a:cubicBezTo>
                <a:lnTo>
                  <a:pt x="2012424" y="82546"/>
                </a:lnTo>
                <a:cubicBezTo>
                  <a:pt x="2014501" y="89716"/>
                  <a:pt x="2019179" y="94325"/>
                  <a:pt x="2024634" y="94325"/>
                </a:cubicBezTo>
                <a:cubicBezTo>
                  <a:pt x="2031389" y="94325"/>
                  <a:pt x="2037105" y="89458"/>
                  <a:pt x="2037105" y="83570"/>
                </a:cubicBezTo>
                <a:cubicBezTo>
                  <a:pt x="2037105" y="69234"/>
                  <a:pt x="2018917" y="57193"/>
                  <a:pt x="1997094" y="57193"/>
                </a:cubicBezTo>
                <a:cubicBezTo>
                  <a:pt x="1984365" y="57193"/>
                  <a:pt x="1971116" y="62318"/>
                  <a:pt x="1960464" y="71537"/>
                </a:cubicBezTo>
                <a:cubicBezTo>
                  <a:pt x="1947473" y="82804"/>
                  <a:pt x="1940199" y="100213"/>
                  <a:pt x="1940199" y="120437"/>
                </a:cubicBezTo>
                <a:cubicBezTo>
                  <a:pt x="1940199" y="153723"/>
                  <a:pt x="1960722" y="177543"/>
                  <a:pt x="1989562" y="177543"/>
                </a:cubicBezTo>
                <a:cubicBezTo>
                  <a:pt x="2001252" y="177543"/>
                  <a:pt x="2011643" y="173446"/>
                  <a:pt x="2020998" y="165502"/>
                </a:cubicBezTo>
                <a:cubicBezTo>
                  <a:pt x="2028011" y="159352"/>
                  <a:pt x="2032947" y="152440"/>
                  <a:pt x="2040740" y="137334"/>
                </a:cubicBezTo>
                <a:lnTo>
                  <a:pt x="2037105" y="135031"/>
                </a:lnTo>
                <a:close/>
                <a:moveTo>
                  <a:pt x="2050873" y="75129"/>
                </a:moveTo>
                <a:cubicBezTo>
                  <a:pt x="2054512" y="74359"/>
                  <a:pt x="2056851" y="74101"/>
                  <a:pt x="2059967" y="74101"/>
                </a:cubicBezTo>
                <a:cubicBezTo>
                  <a:pt x="2066460" y="74101"/>
                  <a:pt x="2068799" y="78202"/>
                  <a:pt x="2068799" y="89473"/>
                </a:cubicBezTo>
                <a:lnTo>
                  <a:pt x="2068799" y="153523"/>
                </a:lnTo>
                <a:cubicBezTo>
                  <a:pt x="2068799" y="166331"/>
                  <a:pt x="2066980" y="168125"/>
                  <a:pt x="2050353" y="171198"/>
                </a:cubicBezTo>
                <a:lnTo>
                  <a:pt x="2050353" y="175041"/>
                </a:lnTo>
                <a:lnTo>
                  <a:pt x="2112707" y="175041"/>
                </a:lnTo>
                <a:lnTo>
                  <a:pt x="2112707" y="171198"/>
                </a:lnTo>
                <a:cubicBezTo>
                  <a:pt x="2095039" y="170432"/>
                  <a:pt x="2090622" y="166589"/>
                  <a:pt x="2090622" y="151987"/>
                </a:cubicBezTo>
                <a:lnTo>
                  <a:pt x="2090622" y="94341"/>
                </a:lnTo>
                <a:cubicBezTo>
                  <a:pt x="2090622" y="86143"/>
                  <a:pt x="2101794" y="73335"/>
                  <a:pt x="2108810" y="73335"/>
                </a:cubicBezTo>
                <a:cubicBezTo>
                  <a:pt x="2110368" y="73335"/>
                  <a:pt x="2112707" y="74617"/>
                  <a:pt x="2115566" y="77178"/>
                </a:cubicBezTo>
                <a:cubicBezTo>
                  <a:pt x="2119720" y="80763"/>
                  <a:pt x="2122578" y="82299"/>
                  <a:pt x="2125956" y="82299"/>
                </a:cubicBezTo>
                <a:cubicBezTo>
                  <a:pt x="2132192" y="82299"/>
                  <a:pt x="2136089" y="77944"/>
                  <a:pt x="2136089" y="70774"/>
                </a:cubicBezTo>
                <a:cubicBezTo>
                  <a:pt x="2136089" y="62318"/>
                  <a:pt x="2130634" y="57193"/>
                  <a:pt x="2121801" y="57193"/>
                </a:cubicBezTo>
                <a:cubicBezTo>
                  <a:pt x="2110888" y="57193"/>
                  <a:pt x="2103356" y="63088"/>
                  <a:pt x="2090622" y="81275"/>
                </a:cubicBezTo>
                <a:lnTo>
                  <a:pt x="2090622" y="57709"/>
                </a:lnTo>
                <a:lnTo>
                  <a:pt x="2089326" y="57193"/>
                </a:lnTo>
                <a:cubicBezTo>
                  <a:pt x="2075554" y="62830"/>
                  <a:pt x="2066203" y="66161"/>
                  <a:pt x="2050873" y="71028"/>
                </a:cubicBezTo>
                <a:lnTo>
                  <a:pt x="2050873" y="75129"/>
                </a:lnTo>
                <a:close/>
                <a:moveTo>
                  <a:pt x="2258974" y="59695"/>
                </a:moveTo>
                <a:lnTo>
                  <a:pt x="2223902" y="59695"/>
                </a:lnTo>
                <a:lnTo>
                  <a:pt x="2223902" y="63542"/>
                </a:lnTo>
                <a:cubicBezTo>
                  <a:pt x="2232216" y="63542"/>
                  <a:pt x="2236374" y="65844"/>
                  <a:pt x="2236374" y="69945"/>
                </a:cubicBezTo>
                <a:cubicBezTo>
                  <a:pt x="2236374" y="70970"/>
                  <a:pt x="2236112" y="72506"/>
                  <a:pt x="2235331" y="74301"/>
                </a:cubicBezTo>
                <a:lnTo>
                  <a:pt x="2210131" y="145012"/>
                </a:lnTo>
                <a:lnTo>
                  <a:pt x="2180256" y="80192"/>
                </a:lnTo>
                <a:cubicBezTo>
                  <a:pt x="2178694" y="76607"/>
                  <a:pt x="2177655" y="73276"/>
                  <a:pt x="2177655" y="70458"/>
                </a:cubicBezTo>
                <a:cubicBezTo>
                  <a:pt x="2177655" y="65844"/>
                  <a:pt x="2181552" y="64054"/>
                  <a:pt x="2192724" y="63542"/>
                </a:cubicBezTo>
                <a:lnTo>
                  <a:pt x="2192724" y="59695"/>
                </a:lnTo>
                <a:lnTo>
                  <a:pt x="2139206" y="59695"/>
                </a:lnTo>
                <a:lnTo>
                  <a:pt x="2139206" y="63284"/>
                </a:lnTo>
                <a:cubicBezTo>
                  <a:pt x="2145961" y="64308"/>
                  <a:pt x="2150377" y="67127"/>
                  <a:pt x="2152455" y="71482"/>
                </a:cubicBezTo>
                <a:lnTo>
                  <a:pt x="2182072" y="134511"/>
                </a:lnTo>
                <a:lnTo>
                  <a:pt x="2182853" y="136560"/>
                </a:lnTo>
                <a:lnTo>
                  <a:pt x="2186749" y="144246"/>
                </a:lnTo>
                <a:cubicBezTo>
                  <a:pt x="2194024" y="157058"/>
                  <a:pt x="2198182" y="166280"/>
                  <a:pt x="2198182" y="170123"/>
                </a:cubicBezTo>
                <a:cubicBezTo>
                  <a:pt x="2198182" y="173966"/>
                  <a:pt x="2192204" y="190105"/>
                  <a:pt x="2187788" y="197791"/>
                </a:cubicBezTo>
                <a:cubicBezTo>
                  <a:pt x="2184153" y="204453"/>
                  <a:pt x="2178436" y="209320"/>
                  <a:pt x="2174797" y="209320"/>
                </a:cubicBezTo>
                <a:cubicBezTo>
                  <a:pt x="2173239" y="209320"/>
                  <a:pt x="2170900" y="208808"/>
                  <a:pt x="2168304" y="207530"/>
                </a:cubicBezTo>
                <a:cubicBezTo>
                  <a:pt x="2163368" y="205735"/>
                  <a:pt x="2158952" y="204711"/>
                  <a:pt x="2154536" y="204711"/>
                </a:cubicBezTo>
                <a:cubicBezTo>
                  <a:pt x="2148558" y="204711"/>
                  <a:pt x="2143365" y="209836"/>
                  <a:pt x="2143365" y="215982"/>
                </a:cubicBezTo>
                <a:cubicBezTo>
                  <a:pt x="2143365" y="224438"/>
                  <a:pt x="2151678" y="230846"/>
                  <a:pt x="2162587" y="230846"/>
                </a:cubicBezTo>
                <a:cubicBezTo>
                  <a:pt x="2179994" y="230846"/>
                  <a:pt x="2192466" y="216498"/>
                  <a:pt x="2206495" y="179604"/>
                </a:cubicBezTo>
                <a:lnTo>
                  <a:pt x="2246503" y="75071"/>
                </a:lnTo>
                <a:cubicBezTo>
                  <a:pt x="2249880" y="66869"/>
                  <a:pt x="2252739" y="64308"/>
                  <a:pt x="2258974" y="63542"/>
                </a:cubicBezTo>
                <a:lnTo>
                  <a:pt x="2258974" y="59695"/>
                </a:lnTo>
                <a:close/>
                <a:moveTo>
                  <a:pt x="2267807" y="74297"/>
                </a:moveTo>
                <a:cubicBezTo>
                  <a:pt x="2270146" y="74043"/>
                  <a:pt x="2271965" y="74043"/>
                  <a:pt x="2274304" y="74043"/>
                </a:cubicBezTo>
                <a:cubicBezTo>
                  <a:pt x="2283137" y="74043"/>
                  <a:pt x="2284956" y="76603"/>
                  <a:pt x="2284956" y="88645"/>
                </a:cubicBezTo>
                <a:lnTo>
                  <a:pt x="2284956" y="208554"/>
                </a:lnTo>
                <a:cubicBezTo>
                  <a:pt x="2284956" y="221877"/>
                  <a:pt x="2282098" y="224696"/>
                  <a:pt x="2266768" y="226233"/>
                </a:cubicBezTo>
                <a:lnTo>
                  <a:pt x="2266768" y="230588"/>
                </a:lnTo>
                <a:lnTo>
                  <a:pt x="2329641" y="230588"/>
                </a:lnTo>
                <a:lnTo>
                  <a:pt x="2329641" y="225979"/>
                </a:lnTo>
                <a:cubicBezTo>
                  <a:pt x="2310157" y="225721"/>
                  <a:pt x="2306779" y="222902"/>
                  <a:pt x="2306779" y="206759"/>
                </a:cubicBezTo>
                <a:lnTo>
                  <a:pt x="2306779" y="166530"/>
                </a:lnTo>
                <a:cubicBezTo>
                  <a:pt x="2315873" y="174983"/>
                  <a:pt x="2322105" y="177543"/>
                  <a:pt x="2333019" y="177543"/>
                </a:cubicBezTo>
                <a:cubicBezTo>
                  <a:pt x="2363675" y="177543"/>
                  <a:pt x="2387575" y="148863"/>
                  <a:pt x="2387575" y="111738"/>
                </a:cubicBezTo>
                <a:cubicBezTo>
                  <a:pt x="2387575" y="79993"/>
                  <a:pt x="2369391" y="57193"/>
                  <a:pt x="2344190" y="57193"/>
                </a:cubicBezTo>
                <a:cubicBezTo>
                  <a:pt x="2329641" y="57193"/>
                  <a:pt x="2318208" y="63600"/>
                  <a:pt x="2306779" y="77432"/>
                </a:cubicBezTo>
                <a:lnTo>
                  <a:pt x="2306779" y="57709"/>
                </a:lnTo>
                <a:lnTo>
                  <a:pt x="2305222" y="57193"/>
                </a:lnTo>
                <a:cubicBezTo>
                  <a:pt x="2291192" y="62576"/>
                  <a:pt x="2282098" y="65907"/>
                  <a:pt x="2267807" y="70262"/>
                </a:cubicBezTo>
                <a:lnTo>
                  <a:pt x="2267807" y="74297"/>
                </a:lnTo>
                <a:moveTo>
                  <a:pt x="2306779" y="89466"/>
                </a:moveTo>
                <a:cubicBezTo>
                  <a:pt x="2306779" y="81783"/>
                  <a:pt x="2321328" y="72569"/>
                  <a:pt x="2333277" y="72569"/>
                </a:cubicBezTo>
                <a:cubicBezTo>
                  <a:pt x="2352503" y="72569"/>
                  <a:pt x="2365233" y="92026"/>
                  <a:pt x="2365233" y="121727"/>
                </a:cubicBezTo>
                <a:cubicBezTo>
                  <a:pt x="2365233" y="150145"/>
                  <a:pt x="2352503" y="169345"/>
                  <a:pt x="2333800" y="169345"/>
                </a:cubicBezTo>
                <a:cubicBezTo>
                  <a:pt x="2321586" y="169345"/>
                  <a:pt x="2306779" y="160130"/>
                  <a:pt x="2306779" y="152448"/>
                </a:cubicBezTo>
                <a:lnTo>
                  <a:pt x="2306779" y="89466"/>
                </a:lnTo>
                <a:close/>
                <a:moveTo>
                  <a:pt x="2461619" y="59695"/>
                </a:moveTo>
                <a:lnTo>
                  <a:pt x="2435380" y="59695"/>
                </a:lnTo>
                <a:lnTo>
                  <a:pt x="2435380" y="29974"/>
                </a:lnTo>
                <a:cubicBezTo>
                  <a:pt x="2435380" y="27414"/>
                  <a:pt x="2435122" y="26643"/>
                  <a:pt x="2433560" y="26643"/>
                </a:cubicBezTo>
                <a:cubicBezTo>
                  <a:pt x="2431745" y="28950"/>
                  <a:pt x="2430183" y="31257"/>
                  <a:pt x="2428367" y="33817"/>
                </a:cubicBezTo>
                <a:cubicBezTo>
                  <a:pt x="2418492" y="47911"/>
                  <a:pt x="2407321" y="60211"/>
                  <a:pt x="2403166" y="61235"/>
                </a:cubicBezTo>
                <a:cubicBezTo>
                  <a:pt x="2400308" y="63026"/>
                  <a:pt x="2398746" y="64820"/>
                  <a:pt x="2398746" y="66102"/>
                </a:cubicBezTo>
                <a:cubicBezTo>
                  <a:pt x="2398746" y="66872"/>
                  <a:pt x="2399008" y="67385"/>
                  <a:pt x="2399789" y="67897"/>
                </a:cubicBezTo>
                <a:lnTo>
                  <a:pt x="2413557" y="67897"/>
                </a:lnTo>
                <a:lnTo>
                  <a:pt x="2413557" y="145008"/>
                </a:lnTo>
                <a:cubicBezTo>
                  <a:pt x="2413557" y="166526"/>
                  <a:pt x="2421350" y="177543"/>
                  <a:pt x="2436680" y="177543"/>
                </a:cubicBezTo>
                <a:cubicBezTo>
                  <a:pt x="2449410" y="177543"/>
                  <a:pt x="2459281" y="171398"/>
                  <a:pt x="2467855" y="158074"/>
                </a:cubicBezTo>
                <a:lnTo>
                  <a:pt x="2464478" y="155255"/>
                </a:lnTo>
                <a:cubicBezTo>
                  <a:pt x="2459023" y="161659"/>
                  <a:pt x="2454607" y="164224"/>
                  <a:pt x="2448890" y="164224"/>
                </a:cubicBezTo>
                <a:cubicBezTo>
                  <a:pt x="2439277" y="164224"/>
                  <a:pt x="2435380" y="157304"/>
                  <a:pt x="2435380" y="141165"/>
                </a:cubicBezTo>
                <a:lnTo>
                  <a:pt x="2435380" y="67897"/>
                </a:lnTo>
                <a:lnTo>
                  <a:pt x="2461619" y="67897"/>
                </a:lnTo>
                <a:lnTo>
                  <a:pt x="2461619" y="59695"/>
                </a:lnTo>
                <a:close/>
                <a:moveTo>
                  <a:pt x="2573594" y="132951"/>
                </a:moveTo>
                <a:cubicBezTo>
                  <a:pt x="2561127" y="152433"/>
                  <a:pt x="2549951" y="159868"/>
                  <a:pt x="2533325" y="159868"/>
                </a:cubicBezTo>
                <a:cubicBezTo>
                  <a:pt x="2518519" y="159868"/>
                  <a:pt x="2507347" y="152433"/>
                  <a:pt x="2499811" y="137823"/>
                </a:cubicBezTo>
                <a:cubicBezTo>
                  <a:pt x="2495133" y="128080"/>
                  <a:pt x="2493318" y="119620"/>
                  <a:pt x="2492799" y="103982"/>
                </a:cubicBezTo>
                <a:lnTo>
                  <a:pt x="2572817" y="103982"/>
                </a:lnTo>
                <a:cubicBezTo>
                  <a:pt x="2570736" y="87358"/>
                  <a:pt x="2568139" y="79954"/>
                  <a:pt x="2561646" y="71783"/>
                </a:cubicBezTo>
                <a:cubicBezTo>
                  <a:pt x="2553848" y="62576"/>
                  <a:pt x="2541900" y="57193"/>
                  <a:pt x="2528390" y="57193"/>
                </a:cubicBezTo>
                <a:cubicBezTo>
                  <a:pt x="2515399" y="57193"/>
                  <a:pt x="2503189" y="61806"/>
                  <a:pt x="2493318" y="70504"/>
                </a:cubicBezTo>
                <a:cubicBezTo>
                  <a:pt x="2481104" y="80974"/>
                  <a:pt x="2474091" y="99114"/>
                  <a:pt x="2474091" y="120132"/>
                </a:cubicBezTo>
                <a:cubicBezTo>
                  <a:pt x="2474091" y="155509"/>
                  <a:pt x="2492799" y="177543"/>
                  <a:pt x="2522673" y="177543"/>
                </a:cubicBezTo>
                <a:cubicBezTo>
                  <a:pt x="2547355" y="177543"/>
                  <a:pt x="2566839" y="162429"/>
                  <a:pt x="2577753" y="134746"/>
                </a:cubicBezTo>
                <a:lnTo>
                  <a:pt x="2573594" y="132951"/>
                </a:lnTo>
                <a:moveTo>
                  <a:pt x="2493318" y="95783"/>
                </a:moveTo>
                <a:cubicBezTo>
                  <a:pt x="2496172" y="75868"/>
                  <a:pt x="2505008" y="66419"/>
                  <a:pt x="2520854" y="66419"/>
                </a:cubicBezTo>
                <a:cubicBezTo>
                  <a:pt x="2536703" y="66419"/>
                  <a:pt x="2542938" y="73570"/>
                  <a:pt x="2546316" y="95783"/>
                </a:cubicBezTo>
                <a:lnTo>
                  <a:pt x="2493318" y="95783"/>
                </a:lnTo>
                <a:close/>
                <a:moveTo>
                  <a:pt x="2672320" y="177543"/>
                </a:moveTo>
                <a:lnTo>
                  <a:pt x="2710512" y="164224"/>
                </a:lnTo>
                <a:lnTo>
                  <a:pt x="2710512" y="160126"/>
                </a:lnTo>
                <a:cubicBezTo>
                  <a:pt x="2705834" y="160381"/>
                  <a:pt x="2705314" y="160381"/>
                  <a:pt x="2704533" y="160381"/>
                </a:cubicBezTo>
                <a:cubicBezTo>
                  <a:pt x="2695182" y="160381"/>
                  <a:pt x="2693104" y="157566"/>
                  <a:pt x="2693104" y="145786"/>
                </a:cubicBezTo>
                <a:lnTo>
                  <a:pt x="2693104" y="571"/>
                </a:lnTo>
                <a:lnTo>
                  <a:pt x="2691804" y="59"/>
                </a:lnTo>
                <a:cubicBezTo>
                  <a:pt x="2679333" y="4414"/>
                  <a:pt x="2670243" y="6975"/>
                  <a:pt x="2653613" y="11334"/>
                </a:cubicBezTo>
                <a:lnTo>
                  <a:pt x="2653613" y="15431"/>
                </a:lnTo>
                <a:cubicBezTo>
                  <a:pt x="2655694" y="15177"/>
                  <a:pt x="2657252" y="15177"/>
                  <a:pt x="2659329" y="15177"/>
                </a:cubicBezTo>
                <a:cubicBezTo>
                  <a:pt x="2668942" y="15177"/>
                  <a:pt x="2671281" y="17738"/>
                  <a:pt x="2671281" y="28242"/>
                </a:cubicBezTo>
                <a:lnTo>
                  <a:pt x="2671281" y="68210"/>
                </a:lnTo>
                <a:cubicBezTo>
                  <a:pt x="2661406" y="60011"/>
                  <a:pt x="2654393" y="57193"/>
                  <a:pt x="2643999" y="57193"/>
                </a:cubicBezTo>
                <a:cubicBezTo>
                  <a:pt x="2614124" y="57193"/>
                  <a:pt x="2589962" y="86131"/>
                  <a:pt x="2589962" y="122489"/>
                </a:cubicBezTo>
                <a:cubicBezTo>
                  <a:pt x="2589962" y="155259"/>
                  <a:pt x="2609447" y="177543"/>
                  <a:pt x="2638025" y="177543"/>
                </a:cubicBezTo>
                <a:cubicBezTo>
                  <a:pt x="2652574" y="177543"/>
                  <a:pt x="2662449" y="172422"/>
                  <a:pt x="2671281" y="160381"/>
                </a:cubicBezTo>
                <a:lnTo>
                  <a:pt x="2671281" y="176777"/>
                </a:lnTo>
                <a:lnTo>
                  <a:pt x="2672320" y="177543"/>
                </a:lnTo>
                <a:moveTo>
                  <a:pt x="2671281" y="148859"/>
                </a:moveTo>
                <a:cubicBezTo>
                  <a:pt x="2671281" y="150654"/>
                  <a:pt x="2669462" y="153727"/>
                  <a:pt x="2666865" y="156541"/>
                </a:cubicBezTo>
                <a:cubicBezTo>
                  <a:pt x="2662187" y="161663"/>
                  <a:pt x="2655694" y="164224"/>
                  <a:pt x="2648158" y="164224"/>
                </a:cubicBezTo>
                <a:cubicBezTo>
                  <a:pt x="2626596" y="164224"/>
                  <a:pt x="2612305" y="143738"/>
                  <a:pt x="2612305" y="112246"/>
                </a:cubicBezTo>
                <a:cubicBezTo>
                  <a:pt x="2612305" y="83316"/>
                  <a:pt x="2625034" y="64370"/>
                  <a:pt x="2644780" y="64370"/>
                </a:cubicBezTo>
                <a:cubicBezTo>
                  <a:pt x="2658552" y="64370"/>
                  <a:pt x="2671281" y="76400"/>
                  <a:pt x="2671281" y="89970"/>
                </a:cubicBezTo>
                <a:lnTo>
                  <a:pt x="2671281" y="148859"/>
                </a:lnTo>
                <a:close/>
                <a:moveTo>
                  <a:pt x="2901203" y="162183"/>
                </a:moveTo>
                <a:lnTo>
                  <a:pt x="2899907" y="162183"/>
                </a:lnTo>
                <a:cubicBezTo>
                  <a:pt x="2887955" y="162183"/>
                  <a:pt x="2885097" y="159364"/>
                  <a:pt x="2885097" y="147577"/>
                </a:cubicBezTo>
                <a:lnTo>
                  <a:pt x="2885097" y="59695"/>
                </a:lnTo>
                <a:lnTo>
                  <a:pt x="2844047" y="59695"/>
                </a:lnTo>
                <a:lnTo>
                  <a:pt x="2844047" y="64054"/>
                </a:lnTo>
                <a:cubicBezTo>
                  <a:pt x="2860157" y="64820"/>
                  <a:pt x="2863273" y="67385"/>
                  <a:pt x="2863273" y="80192"/>
                </a:cubicBezTo>
                <a:lnTo>
                  <a:pt x="2863273" y="140395"/>
                </a:lnTo>
                <a:cubicBezTo>
                  <a:pt x="2863273" y="147569"/>
                  <a:pt x="2861973" y="151158"/>
                  <a:pt x="2858338" y="153973"/>
                </a:cubicBezTo>
                <a:cubicBezTo>
                  <a:pt x="2851321" y="159610"/>
                  <a:pt x="2843270" y="162683"/>
                  <a:pt x="2835476" y="162683"/>
                </a:cubicBezTo>
                <a:cubicBezTo>
                  <a:pt x="2825343" y="162683"/>
                  <a:pt x="2817030" y="153973"/>
                  <a:pt x="2817030" y="143214"/>
                </a:cubicBezTo>
                <a:lnTo>
                  <a:pt x="2817030" y="59695"/>
                </a:lnTo>
                <a:lnTo>
                  <a:pt x="2779096" y="59695"/>
                </a:lnTo>
                <a:lnTo>
                  <a:pt x="2779096" y="63284"/>
                </a:lnTo>
                <a:cubicBezTo>
                  <a:pt x="2791568" y="64054"/>
                  <a:pt x="2795207" y="67897"/>
                  <a:pt x="2795207" y="79680"/>
                </a:cubicBezTo>
                <a:lnTo>
                  <a:pt x="2795207" y="144238"/>
                </a:lnTo>
                <a:cubicBezTo>
                  <a:pt x="2795207" y="164478"/>
                  <a:pt x="2807675" y="177543"/>
                  <a:pt x="2826640" y="177543"/>
                </a:cubicBezTo>
                <a:cubicBezTo>
                  <a:pt x="2836253" y="177543"/>
                  <a:pt x="2846386" y="173446"/>
                  <a:pt x="2853402" y="166526"/>
                </a:cubicBezTo>
                <a:lnTo>
                  <a:pt x="2864574" y="155513"/>
                </a:lnTo>
                <a:lnTo>
                  <a:pt x="2864574" y="176777"/>
                </a:lnTo>
                <a:lnTo>
                  <a:pt x="2865612" y="177293"/>
                </a:lnTo>
                <a:cubicBezTo>
                  <a:pt x="2878603" y="172172"/>
                  <a:pt x="2887955" y="169353"/>
                  <a:pt x="2901203" y="165764"/>
                </a:cubicBezTo>
                <a:lnTo>
                  <a:pt x="2901203" y="162183"/>
                </a:lnTo>
                <a:close/>
                <a:moveTo>
                  <a:pt x="2988496" y="94540"/>
                </a:moveTo>
                <a:lnTo>
                  <a:pt x="2987457" y="59695"/>
                </a:lnTo>
                <a:lnTo>
                  <a:pt x="2984599" y="59695"/>
                </a:lnTo>
                <a:lnTo>
                  <a:pt x="2984080" y="60211"/>
                </a:lnTo>
                <a:cubicBezTo>
                  <a:pt x="2981741" y="62001"/>
                  <a:pt x="2981483" y="62259"/>
                  <a:pt x="2980444" y="62259"/>
                </a:cubicBezTo>
                <a:cubicBezTo>
                  <a:pt x="2978886" y="62259"/>
                  <a:pt x="2976286" y="61747"/>
                  <a:pt x="2973428" y="60465"/>
                </a:cubicBezTo>
                <a:cubicBezTo>
                  <a:pt x="2967711" y="58471"/>
                  <a:pt x="2961999" y="57443"/>
                  <a:pt x="2955243" y="57443"/>
                </a:cubicBezTo>
                <a:cubicBezTo>
                  <a:pt x="2934717" y="57443"/>
                  <a:pt x="2919910" y="70508"/>
                  <a:pt x="2919910" y="88946"/>
                </a:cubicBezTo>
                <a:cubicBezTo>
                  <a:pt x="2919910" y="103282"/>
                  <a:pt x="2928223" y="113525"/>
                  <a:pt x="2950308" y="125816"/>
                </a:cubicBezTo>
                <a:lnTo>
                  <a:pt x="2965376" y="134269"/>
                </a:lnTo>
                <a:cubicBezTo>
                  <a:pt x="2974466" y="139390"/>
                  <a:pt x="2978886" y="145536"/>
                  <a:pt x="2978886" y="153472"/>
                </a:cubicBezTo>
                <a:cubicBezTo>
                  <a:pt x="2978886" y="164740"/>
                  <a:pt x="2970569" y="171910"/>
                  <a:pt x="2957321" y="171910"/>
                </a:cubicBezTo>
                <a:cubicBezTo>
                  <a:pt x="2948488" y="171910"/>
                  <a:pt x="2940433" y="168579"/>
                  <a:pt x="2935497" y="162945"/>
                </a:cubicBezTo>
                <a:cubicBezTo>
                  <a:pt x="2930043" y="156545"/>
                  <a:pt x="2927704" y="150654"/>
                  <a:pt x="2924326" y="136059"/>
                </a:cubicBezTo>
                <a:lnTo>
                  <a:pt x="2920168" y="136059"/>
                </a:lnTo>
                <a:lnTo>
                  <a:pt x="2920168" y="176007"/>
                </a:lnTo>
                <a:lnTo>
                  <a:pt x="2923545" y="176007"/>
                </a:lnTo>
                <a:cubicBezTo>
                  <a:pt x="2925365" y="173446"/>
                  <a:pt x="2926403" y="172934"/>
                  <a:pt x="2929523" y="172934"/>
                </a:cubicBezTo>
                <a:cubicBezTo>
                  <a:pt x="2931862" y="172993"/>
                  <a:pt x="2935497" y="173505"/>
                  <a:pt x="2941472" y="175041"/>
                </a:cubicBezTo>
                <a:cubicBezTo>
                  <a:pt x="2948746" y="176519"/>
                  <a:pt x="2955763" y="177543"/>
                  <a:pt x="2960437" y="177543"/>
                </a:cubicBezTo>
                <a:cubicBezTo>
                  <a:pt x="2980444" y="177543"/>
                  <a:pt x="2997070" y="162691"/>
                  <a:pt x="2997070" y="144766"/>
                </a:cubicBezTo>
                <a:cubicBezTo>
                  <a:pt x="2997070" y="131962"/>
                  <a:pt x="2990835" y="123514"/>
                  <a:pt x="2975247" y="114295"/>
                </a:cubicBezTo>
                <a:lnTo>
                  <a:pt x="2947188" y="97906"/>
                </a:lnTo>
                <a:cubicBezTo>
                  <a:pt x="2939914" y="93809"/>
                  <a:pt x="2936017" y="87409"/>
                  <a:pt x="2936017" y="80493"/>
                </a:cubicBezTo>
                <a:cubicBezTo>
                  <a:pt x="2936017" y="70250"/>
                  <a:pt x="2944072" y="63080"/>
                  <a:pt x="2956020" y="63080"/>
                </a:cubicBezTo>
                <a:cubicBezTo>
                  <a:pt x="2970831" y="63080"/>
                  <a:pt x="2978625" y="71787"/>
                  <a:pt x="2984599" y="94579"/>
                </a:cubicBezTo>
                <a:lnTo>
                  <a:pt x="2988496" y="94540"/>
                </a:lnTo>
                <a:close/>
                <a:moveTo>
                  <a:pt x="3053187" y="57193"/>
                </a:moveTo>
                <a:lnTo>
                  <a:pt x="3012918" y="71204"/>
                </a:lnTo>
                <a:lnTo>
                  <a:pt x="3012918" y="75051"/>
                </a:lnTo>
                <a:lnTo>
                  <a:pt x="3015000" y="74793"/>
                </a:lnTo>
                <a:cubicBezTo>
                  <a:pt x="3018116" y="74281"/>
                  <a:pt x="3021493" y="74023"/>
                  <a:pt x="3023832" y="74023"/>
                </a:cubicBezTo>
                <a:cubicBezTo>
                  <a:pt x="3030068" y="74023"/>
                  <a:pt x="3032403" y="78124"/>
                  <a:pt x="3032403" y="89407"/>
                </a:cubicBezTo>
                <a:lnTo>
                  <a:pt x="3032403" y="148894"/>
                </a:lnTo>
                <a:cubicBezTo>
                  <a:pt x="3032403" y="167355"/>
                  <a:pt x="3029806" y="170174"/>
                  <a:pt x="3011880" y="171198"/>
                </a:cubicBezTo>
                <a:lnTo>
                  <a:pt x="3011880" y="175041"/>
                </a:lnTo>
                <a:lnTo>
                  <a:pt x="3073453" y="175041"/>
                </a:lnTo>
                <a:lnTo>
                  <a:pt x="3073453" y="171198"/>
                </a:lnTo>
                <a:cubicBezTo>
                  <a:pt x="3056307" y="169920"/>
                  <a:pt x="3054226" y="167355"/>
                  <a:pt x="3054226" y="148894"/>
                </a:cubicBezTo>
                <a:lnTo>
                  <a:pt x="3054226" y="57963"/>
                </a:lnTo>
                <a:lnTo>
                  <a:pt x="3053187" y="57193"/>
                </a:lnTo>
                <a:moveTo>
                  <a:pt x="3040977" y="145"/>
                </a:moveTo>
                <a:cubicBezTo>
                  <a:pt x="3033965" y="145"/>
                  <a:pt x="3027987" y="6040"/>
                  <a:pt x="3027987" y="13214"/>
                </a:cubicBezTo>
                <a:cubicBezTo>
                  <a:pt x="3027987" y="20388"/>
                  <a:pt x="3033703" y="26280"/>
                  <a:pt x="3040977" y="26280"/>
                </a:cubicBezTo>
                <a:cubicBezTo>
                  <a:pt x="3048513" y="26280"/>
                  <a:pt x="3054488" y="20642"/>
                  <a:pt x="3054488" y="13214"/>
                </a:cubicBezTo>
                <a:cubicBezTo>
                  <a:pt x="3054488" y="6040"/>
                  <a:pt x="3048513" y="145"/>
                  <a:pt x="3040977" y="145"/>
                </a:cubicBezTo>
                <a:close/>
                <a:moveTo>
                  <a:pt x="3084105" y="73081"/>
                </a:moveTo>
                <a:cubicBezTo>
                  <a:pt x="3085663" y="72311"/>
                  <a:pt x="3088263" y="72057"/>
                  <a:pt x="3091122" y="72057"/>
                </a:cubicBezTo>
                <a:cubicBezTo>
                  <a:pt x="3098396" y="72057"/>
                  <a:pt x="3100731" y="75900"/>
                  <a:pt x="3100731" y="88449"/>
                </a:cubicBezTo>
                <a:lnTo>
                  <a:pt x="3100731" y="151987"/>
                </a:lnTo>
                <a:cubicBezTo>
                  <a:pt x="3100731" y="166589"/>
                  <a:pt x="3097873" y="170174"/>
                  <a:pt x="3084624" y="171198"/>
                </a:cubicBezTo>
                <a:lnTo>
                  <a:pt x="3084624" y="175041"/>
                </a:lnTo>
                <a:lnTo>
                  <a:pt x="3139704" y="175041"/>
                </a:lnTo>
                <a:lnTo>
                  <a:pt x="3139704" y="171198"/>
                </a:lnTo>
                <a:cubicBezTo>
                  <a:pt x="3126451" y="170174"/>
                  <a:pt x="3122554" y="167101"/>
                  <a:pt x="3122554" y="157879"/>
                </a:cubicBezTo>
                <a:lnTo>
                  <a:pt x="3122554" y="85888"/>
                </a:lnTo>
                <a:cubicBezTo>
                  <a:pt x="3135026" y="74359"/>
                  <a:pt x="3140742" y="71286"/>
                  <a:pt x="3149317" y="71286"/>
                </a:cubicBezTo>
                <a:cubicBezTo>
                  <a:pt x="3162046" y="71286"/>
                  <a:pt x="3168282" y="79227"/>
                  <a:pt x="3168282" y="96135"/>
                </a:cubicBezTo>
                <a:lnTo>
                  <a:pt x="3168282" y="149680"/>
                </a:lnTo>
                <a:cubicBezTo>
                  <a:pt x="3168282" y="165819"/>
                  <a:pt x="3164904" y="170174"/>
                  <a:pt x="3151913" y="171198"/>
                </a:cubicBezTo>
                <a:lnTo>
                  <a:pt x="3151913" y="175041"/>
                </a:lnTo>
                <a:lnTo>
                  <a:pt x="3205954" y="175041"/>
                </a:lnTo>
                <a:lnTo>
                  <a:pt x="3205954" y="171198"/>
                </a:lnTo>
                <a:cubicBezTo>
                  <a:pt x="3193221" y="169920"/>
                  <a:pt x="3190105" y="166843"/>
                  <a:pt x="3190105" y="154293"/>
                </a:cubicBezTo>
                <a:lnTo>
                  <a:pt x="3190105" y="95623"/>
                </a:lnTo>
                <a:cubicBezTo>
                  <a:pt x="3190105" y="71544"/>
                  <a:pt x="3178672" y="57193"/>
                  <a:pt x="3159450" y="57193"/>
                </a:cubicBezTo>
                <a:cubicBezTo>
                  <a:pt x="3147497" y="57193"/>
                  <a:pt x="3139442" y="61552"/>
                  <a:pt x="3121777" y="77948"/>
                </a:cubicBezTo>
                <a:lnTo>
                  <a:pt x="3121777" y="57709"/>
                </a:lnTo>
                <a:lnTo>
                  <a:pt x="3119958" y="57193"/>
                </a:lnTo>
                <a:cubicBezTo>
                  <a:pt x="3107228" y="61806"/>
                  <a:pt x="3098396" y="64625"/>
                  <a:pt x="3084105" y="68726"/>
                </a:cubicBezTo>
                <a:lnTo>
                  <a:pt x="3084105" y="73081"/>
                </a:lnTo>
                <a:close/>
                <a:moveTo>
                  <a:pt x="3331954" y="75692"/>
                </a:moveTo>
                <a:lnTo>
                  <a:pt x="3331954" y="65700"/>
                </a:lnTo>
                <a:lnTo>
                  <a:pt x="3311950" y="65700"/>
                </a:lnTo>
                <a:cubicBezTo>
                  <a:pt x="3306753" y="65700"/>
                  <a:pt x="3302856" y="64902"/>
                  <a:pt x="3297663" y="63088"/>
                </a:cubicBezTo>
                <a:lnTo>
                  <a:pt x="3291947" y="61039"/>
                </a:lnTo>
                <a:cubicBezTo>
                  <a:pt x="3284930" y="58475"/>
                  <a:pt x="3277917" y="57193"/>
                  <a:pt x="3271162" y="57193"/>
                </a:cubicBezTo>
                <a:cubicBezTo>
                  <a:pt x="3247000" y="57193"/>
                  <a:pt x="3227773" y="75692"/>
                  <a:pt x="3227773" y="99001"/>
                </a:cubicBezTo>
                <a:cubicBezTo>
                  <a:pt x="3227773" y="115140"/>
                  <a:pt x="3234790" y="124870"/>
                  <a:pt x="3251935" y="133323"/>
                </a:cubicBezTo>
                <a:cubicBezTo>
                  <a:pt x="3247000" y="137936"/>
                  <a:pt x="3242326" y="142283"/>
                  <a:pt x="3240764" y="143562"/>
                </a:cubicBezTo>
                <a:cubicBezTo>
                  <a:pt x="3232193" y="150978"/>
                  <a:pt x="3228816" y="156096"/>
                  <a:pt x="3228816" y="161209"/>
                </a:cubicBezTo>
                <a:cubicBezTo>
                  <a:pt x="3228816" y="166581"/>
                  <a:pt x="3231932" y="169650"/>
                  <a:pt x="3242584" y="174775"/>
                </a:cubicBezTo>
                <a:cubicBezTo>
                  <a:pt x="3224138" y="188111"/>
                  <a:pt x="3217125" y="196579"/>
                  <a:pt x="3217125" y="206067"/>
                </a:cubicBezTo>
                <a:cubicBezTo>
                  <a:pt x="3217125" y="219657"/>
                  <a:pt x="3237387" y="230932"/>
                  <a:pt x="3262068" y="230932"/>
                </a:cubicBezTo>
                <a:cubicBezTo>
                  <a:pt x="3281552" y="230932"/>
                  <a:pt x="3301818" y="224270"/>
                  <a:pt x="3315328" y="213507"/>
                </a:cubicBezTo>
                <a:cubicBezTo>
                  <a:pt x="3325203" y="205555"/>
                  <a:pt x="3329619" y="197345"/>
                  <a:pt x="3329619" y="187599"/>
                </a:cubicBezTo>
                <a:cubicBezTo>
                  <a:pt x="3329619" y="171699"/>
                  <a:pt x="3317405" y="160955"/>
                  <a:pt x="3298182" y="160189"/>
                </a:cubicBezTo>
                <a:lnTo>
                  <a:pt x="3264669" y="158653"/>
                </a:lnTo>
                <a:cubicBezTo>
                  <a:pt x="3250897" y="158140"/>
                  <a:pt x="3244403" y="155838"/>
                  <a:pt x="3244403" y="151748"/>
                </a:cubicBezTo>
                <a:cubicBezTo>
                  <a:pt x="3244403" y="146631"/>
                  <a:pt x="3252974" y="137678"/>
                  <a:pt x="3259991" y="135629"/>
                </a:cubicBezTo>
                <a:cubicBezTo>
                  <a:pt x="3262330" y="135887"/>
                  <a:pt x="3264149" y="136142"/>
                  <a:pt x="3264926" y="136142"/>
                </a:cubicBezTo>
                <a:cubicBezTo>
                  <a:pt x="3269862" y="136654"/>
                  <a:pt x="3273239" y="136912"/>
                  <a:pt x="3274801" y="136912"/>
                </a:cubicBezTo>
                <a:cubicBezTo>
                  <a:pt x="3284411" y="136912"/>
                  <a:pt x="3294805" y="133069"/>
                  <a:pt x="3302856" y="126153"/>
                </a:cubicBezTo>
                <a:cubicBezTo>
                  <a:pt x="3311431" y="118979"/>
                  <a:pt x="3315328" y="110014"/>
                  <a:pt x="3315328" y="97210"/>
                </a:cubicBezTo>
                <a:cubicBezTo>
                  <a:pt x="3315328" y="89782"/>
                  <a:pt x="3314028" y="83891"/>
                  <a:pt x="3310392" y="75692"/>
                </a:cubicBezTo>
                <a:lnTo>
                  <a:pt x="3331954" y="75692"/>
                </a:lnTo>
                <a:moveTo>
                  <a:pt x="3248038" y="175542"/>
                </a:moveTo>
                <a:cubicBezTo>
                  <a:pt x="3256613" y="177340"/>
                  <a:pt x="3277398" y="178877"/>
                  <a:pt x="3290127" y="178877"/>
                </a:cubicBezTo>
                <a:cubicBezTo>
                  <a:pt x="3313770" y="178877"/>
                  <a:pt x="3322345" y="182211"/>
                  <a:pt x="3322345" y="191446"/>
                </a:cubicBezTo>
                <a:cubicBezTo>
                  <a:pt x="3322345" y="206325"/>
                  <a:pt x="3302599" y="216326"/>
                  <a:pt x="3273239" y="216326"/>
                </a:cubicBezTo>
                <a:cubicBezTo>
                  <a:pt x="3250377" y="216326"/>
                  <a:pt x="3235309" y="208890"/>
                  <a:pt x="3235309" y="197603"/>
                </a:cubicBezTo>
                <a:cubicBezTo>
                  <a:pt x="3235309" y="191704"/>
                  <a:pt x="3237129" y="188369"/>
                  <a:pt x="3248038" y="175542"/>
                </a:cubicBezTo>
                <a:moveTo>
                  <a:pt x="3249339" y="88500"/>
                </a:moveTo>
                <a:cubicBezTo>
                  <a:pt x="3249339" y="73390"/>
                  <a:pt x="3256613" y="64370"/>
                  <a:pt x="3268565" y="64370"/>
                </a:cubicBezTo>
                <a:cubicBezTo>
                  <a:pt x="3276617" y="64370"/>
                  <a:pt x="3283372" y="68776"/>
                  <a:pt x="3287530" y="76463"/>
                </a:cubicBezTo>
                <a:cubicBezTo>
                  <a:pt x="3292204" y="85427"/>
                  <a:pt x="3295324" y="97210"/>
                  <a:pt x="3295324" y="107199"/>
                </a:cubicBezTo>
                <a:cubicBezTo>
                  <a:pt x="3295324" y="121539"/>
                  <a:pt x="3287788" y="130504"/>
                  <a:pt x="3275840" y="130504"/>
                </a:cubicBezTo>
                <a:cubicBezTo>
                  <a:pt x="3260252" y="130504"/>
                  <a:pt x="3249339" y="113857"/>
                  <a:pt x="3249339" y="89270"/>
                </a:cubicBezTo>
                <a:lnTo>
                  <a:pt x="3249339" y="88500"/>
                </a:lnTo>
                <a:close/>
                <a:moveTo>
                  <a:pt x="3518492" y="158078"/>
                </a:moveTo>
                <a:cubicBezTo>
                  <a:pt x="3514075" y="161659"/>
                  <a:pt x="3510959" y="162941"/>
                  <a:pt x="3507063" y="162941"/>
                </a:cubicBezTo>
                <a:cubicBezTo>
                  <a:pt x="3501088" y="162941"/>
                  <a:pt x="3499269" y="159356"/>
                  <a:pt x="3499269" y="148093"/>
                </a:cubicBezTo>
                <a:lnTo>
                  <a:pt x="3499269" y="98164"/>
                </a:lnTo>
                <a:cubicBezTo>
                  <a:pt x="3499269" y="84849"/>
                  <a:pt x="3497969" y="77424"/>
                  <a:pt x="3494072" y="71279"/>
                </a:cubicBezTo>
                <a:cubicBezTo>
                  <a:pt x="3488355" y="62064"/>
                  <a:pt x="3477184" y="57193"/>
                  <a:pt x="3461858" y="57193"/>
                </a:cubicBezTo>
                <a:cubicBezTo>
                  <a:pt x="3437434" y="57193"/>
                  <a:pt x="3418212" y="69742"/>
                  <a:pt x="3418212" y="85873"/>
                </a:cubicBezTo>
                <a:cubicBezTo>
                  <a:pt x="3418212" y="91764"/>
                  <a:pt x="3423405" y="96882"/>
                  <a:pt x="3429383" y="96882"/>
                </a:cubicBezTo>
                <a:cubicBezTo>
                  <a:pt x="3435615" y="96882"/>
                  <a:pt x="3441073" y="91764"/>
                  <a:pt x="3441073" y="86131"/>
                </a:cubicBezTo>
                <a:cubicBezTo>
                  <a:pt x="3441073" y="85107"/>
                  <a:pt x="3440812" y="83824"/>
                  <a:pt x="3440554" y="82034"/>
                </a:cubicBezTo>
                <a:cubicBezTo>
                  <a:pt x="3440035" y="79731"/>
                  <a:pt x="3439773" y="77682"/>
                  <a:pt x="3439773" y="75888"/>
                </a:cubicBezTo>
                <a:cubicBezTo>
                  <a:pt x="3439773" y="68976"/>
                  <a:pt x="3448086" y="63342"/>
                  <a:pt x="3458481" y="63342"/>
                </a:cubicBezTo>
                <a:cubicBezTo>
                  <a:pt x="3471210" y="63342"/>
                  <a:pt x="3478223" y="70766"/>
                  <a:pt x="3478223" y="84594"/>
                </a:cubicBezTo>
                <a:lnTo>
                  <a:pt x="3478223" y="100213"/>
                </a:lnTo>
                <a:cubicBezTo>
                  <a:pt x="3438215" y="116086"/>
                  <a:pt x="3433799" y="118134"/>
                  <a:pt x="3422628" y="127865"/>
                </a:cubicBezTo>
                <a:cubicBezTo>
                  <a:pt x="3416911" y="132987"/>
                  <a:pt x="3413272" y="141689"/>
                  <a:pt x="3413272" y="150138"/>
                </a:cubicBezTo>
                <a:cubicBezTo>
                  <a:pt x="3413272" y="166272"/>
                  <a:pt x="3424705" y="177543"/>
                  <a:pt x="3440554" y="177543"/>
                </a:cubicBezTo>
                <a:cubicBezTo>
                  <a:pt x="3451983" y="177543"/>
                  <a:pt x="3462635" y="172164"/>
                  <a:pt x="3478484" y="158840"/>
                </a:cubicBezTo>
                <a:cubicBezTo>
                  <a:pt x="3479784" y="172164"/>
                  <a:pt x="3484458" y="177543"/>
                  <a:pt x="3495110" y="177543"/>
                </a:cubicBezTo>
                <a:cubicBezTo>
                  <a:pt x="3503943" y="177543"/>
                  <a:pt x="3509401" y="174471"/>
                  <a:pt x="3518492" y="164736"/>
                </a:cubicBezTo>
                <a:lnTo>
                  <a:pt x="3518492" y="158078"/>
                </a:lnTo>
                <a:moveTo>
                  <a:pt x="3478223" y="143468"/>
                </a:moveTo>
                <a:cubicBezTo>
                  <a:pt x="3478223" y="151412"/>
                  <a:pt x="3476926" y="153719"/>
                  <a:pt x="3471467" y="156792"/>
                </a:cubicBezTo>
                <a:cubicBezTo>
                  <a:pt x="3465236" y="160381"/>
                  <a:pt x="3457961" y="162683"/>
                  <a:pt x="3452502" y="162683"/>
                </a:cubicBezTo>
                <a:cubicBezTo>
                  <a:pt x="3443412" y="162683"/>
                  <a:pt x="3436138" y="153973"/>
                  <a:pt x="3436138" y="142956"/>
                </a:cubicBezTo>
                <a:lnTo>
                  <a:pt x="3436138" y="141932"/>
                </a:lnTo>
                <a:cubicBezTo>
                  <a:pt x="3436138" y="126813"/>
                  <a:pt x="3446786" y="117591"/>
                  <a:pt x="3478223" y="106316"/>
                </a:cubicBezTo>
                <a:lnTo>
                  <a:pt x="3478223" y="143468"/>
                </a:lnTo>
                <a:close/>
                <a:moveTo>
                  <a:pt x="3672296" y="177543"/>
                </a:moveTo>
                <a:lnTo>
                  <a:pt x="3710487" y="164224"/>
                </a:lnTo>
                <a:lnTo>
                  <a:pt x="3710487" y="160126"/>
                </a:lnTo>
                <a:cubicBezTo>
                  <a:pt x="3705810" y="160381"/>
                  <a:pt x="3705290" y="160381"/>
                  <a:pt x="3704509" y="160381"/>
                </a:cubicBezTo>
                <a:cubicBezTo>
                  <a:pt x="3695158" y="160381"/>
                  <a:pt x="3693080" y="157566"/>
                  <a:pt x="3693080" y="145786"/>
                </a:cubicBezTo>
                <a:lnTo>
                  <a:pt x="3693080" y="571"/>
                </a:lnTo>
                <a:lnTo>
                  <a:pt x="3691780" y="59"/>
                </a:lnTo>
                <a:cubicBezTo>
                  <a:pt x="3679308" y="4414"/>
                  <a:pt x="3670218" y="6975"/>
                  <a:pt x="3653588" y="11334"/>
                </a:cubicBezTo>
                <a:lnTo>
                  <a:pt x="3653588" y="15431"/>
                </a:lnTo>
                <a:cubicBezTo>
                  <a:pt x="3655670" y="15177"/>
                  <a:pt x="3657228" y="15177"/>
                  <a:pt x="3659305" y="15177"/>
                </a:cubicBezTo>
                <a:cubicBezTo>
                  <a:pt x="3668918" y="15177"/>
                  <a:pt x="3671257" y="17738"/>
                  <a:pt x="3671257" y="28242"/>
                </a:cubicBezTo>
                <a:lnTo>
                  <a:pt x="3671257" y="68210"/>
                </a:lnTo>
                <a:cubicBezTo>
                  <a:pt x="3661382" y="60011"/>
                  <a:pt x="3654369" y="57193"/>
                  <a:pt x="3643975" y="57193"/>
                </a:cubicBezTo>
                <a:cubicBezTo>
                  <a:pt x="3614100" y="57193"/>
                  <a:pt x="3589938" y="86131"/>
                  <a:pt x="3589938" y="122489"/>
                </a:cubicBezTo>
                <a:cubicBezTo>
                  <a:pt x="3589938" y="155259"/>
                  <a:pt x="3609423" y="177543"/>
                  <a:pt x="3638001" y="177543"/>
                </a:cubicBezTo>
                <a:cubicBezTo>
                  <a:pt x="3652550" y="177543"/>
                  <a:pt x="3662425" y="172422"/>
                  <a:pt x="3671257" y="160381"/>
                </a:cubicBezTo>
                <a:lnTo>
                  <a:pt x="3671257" y="176777"/>
                </a:lnTo>
                <a:lnTo>
                  <a:pt x="3672296" y="177543"/>
                </a:lnTo>
                <a:moveTo>
                  <a:pt x="3671257" y="148859"/>
                </a:moveTo>
                <a:cubicBezTo>
                  <a:pt x="3671257" y="150654"/>
                  <a:pt x="3669437" y="153727"/>
                  <a:pt x="3666841" y="156541"/>
                </a:cubicBezTo>
                <a:cubicBezTo>
                  <a:pt x="3662163" y="161663"/>
                  <a:pt x="3655670" y="164224"/>
                  <a:pt x="3648134" y="164224"/>
                </a:cubicBezTo>
                <a:cubicBezTo>
                  <a:pt x="3626572" y="164224"/>
                  <a:pt x="3612281" y="143738"/>
                  <a:pt x="3612281" y="112246"/>
                </a:cubicBezTo>
                <a:cubicBezTo>
                  <a:pt x="3612281" y="83316"/>
                  <a:pt x="3625010" y="64370"/>
                  <a:pt x="3644756" y="64370"/>
                </a:cubicBezTo>
                <a:cubicBezTo>
                  <a:pt x="3658528" y="64370"/>
                  <a:pt x="3671257" y="76400"/>
                  <a:pt x="3671257" y="89970"/>
                </a:cubicBezTo>
                <a:lnTo>
                  <a:pt x="3671257" y="148859"/>
                </a:lnTo>
                <a:close/>
                <a:moveTo>
                  <a:pt x="3758288" y="57193"/>
                </a:moveTo>
                <a:lnTo>
                  <a:pt x="3718019" y="71204"/>
                </a:lnTo>
                <a:lnTo>
                  <a:pt x="3718019" y="75051"/>
                </a:lnTo>
                <a:lnTo>
                  <a:pt x="3720101" y="74793"/>
                </a:lnTo>
                <a:cubicBezTo>
                  <a:pt x="3723217" y="74281"/>
                  <a:pt x="3726594" y="74023"/>
                  <a:pt x="3728933" y="74023"/>
                </a:cubicBezTo>
                <a:cubicBezTo>
                  <a:pt x="3735169" y="74023"/>
                  <a:pt x="3737504" y="78124"/>
                  <a:pt x="3737504" y="89407"/>
                </a:cubicBezTo>
                <a:lnTo>
                  <a:pt x="3737504" y="148894"/>
                </a:lnTo>
                <a:cubicBezTo>
                  <a:pt x="3737504" y="167355"/>
                  <a:pt x="3734907" y="170174"/>
                  <a:pt x="3716981" y="171198"/>
                </a:cubicBezTo>
                <a:lnTo>
                  <a:pt x="3716981" y="175041"/>
                </a:lnTo>
                <a:lnTo>
                  <a:pt x="3778554" y="175041"/>
                </a:lnTo>
                <a:lnTo>
                  <a:pt x="3778554" y="171198"/>
                </a:lnTo>
                <a:cubicBezTo>
                  <a:pt x="3761408" y="169920"/>
                  <a:pt x="3759327" y="167355"/>
                  <a:pt x="3759327" y="148894"/>
                </a:cubicBezTo>
                <a:lnTo>
                  <a:pt x="3759327" y="57963"/>
                </a:lnTo>
                <a:lnTo>
                  <a:pt x="3758288" y="57193"/>
                </a:lnTo>
                <a:moveTo>
                  <a:pt x="3746078" y="145"/>
                </a:moveTo>
                <a:cubicBezTo>
                  <a:pt x="3739066" y="145"/>
                  <a:pt x="3733088" y="6040"/>
                  <a:pt x="3733088" y="13214"/>
                </a:cubicBezTo>
                <a:cubicBezTo>
                  <a:pt x="3733088" y="20388"/>
                  <a:pt x="3738804" y="26280"/>
                  <a:pt x="3746078" y="26280"/>
                </a:cubicBezTo>
                <a:cubicBezTo>
                  <a:pt x="3753614" y="26280"/>
                  <a:pt x="3759589" y="20642"/>
                  <a:pt x="3759589" y="13214"/>
                </a:cubicBezTo>
                <a:cubicBezTo>
                  <a:pt x="3759589" y="6040"/>
                  <a:pt x="3753614" y="145"/>
                  <a:pt x="3746078" y="145"/>
                </a:cubicBezTo>
                <a:close/>
                <a:moveTo>
                  <a:pt x="3865327" y="59695"/>
                </a:moveTo>
                <a:lnTo>
                  <a:pt x="3833371" y="59695"/>
                </a:lnTo>
                <a:lnTo>
                  <a:pt x="3833371" y="30060"/>
                </a:lnTo>
                <a:cubicBezTo>
                  <a:pt x="3833371" y="15239"/>
                  <a:pt x="3838307" y="7323"/>
                  <a:pt x="3848182" y="7323"/>
                </a:cubicBezTo>
                <a:cubicBezTo>
                  <a:pt x="3853637" y="7323"/>
                  <a:pt x="3857276" y="9875"/>
                  <a:pt x="3861950" y="17284"/>
                </a:cubicBezTo>
                <a:cubicBezTo>
                  <a:pt x="3866108" y="23926"/>
                  <a:pt x="3869224" y="26483"/>
                  <a:pt x="3873640" y="26483"/>
                </a:cubicBezTo>
                <a:cubicBezTo>
                  <a:pt x="3879618" y="26483"/>
                  <a:pt x="3884554" y="21882"/>
                  <a:pt x="3884554" y="16006"/>
                </a:cubicBezTo>
                <a:cubicBezTo>
                  <a:pt x="3884554" y="6806"/>
                  <a:pt x="3873121" y="145"/>
                  <a:pt x="3857533" y="145"/>
                </a:cubicBezTo>
                <a:cubicBezTo>
                  <a:pt x="3841427" y="145"/>
                  <a:pt x="3827655" y="7065"/>
                  <a:pt x="3820900" y="18817"/>
                </a:cubicBezTo>
                <a:cubicBezTo>
                  <a:pt x="3814149" y="30060"/>
                  <a:pt x="3812067" y="39256"/>
                  <a:pt x="3811810" y="59695"/>
                </a:cubicBezTo>
                <a:lnTo>
                  <a:pt x="3790506" y="59695"/>
                </a:lnTo>
                <a:lnTo>
                  <a:pt x="3790506" y="67897"/>
                </a:lnTo>
                <a:lnTo>
                  <a:pt x="3811810" y="67897"/>
                </a:lnTo>
                <a:lnTo>
                  <a:pt x="3811810" y="148386"/>
                </a:lnTo>
                <a:cubicBezTo>
                  <a:pt x="3811810" y="167097"/>
                  <a:pt x="3808951" y="170174"/>
                  <a:pt x="3790244" y="171198"/>
                </a:cubicBezTo>
                <a:lnTo>
                  <a:pt x="3790244" y="175041"/>
                </a:lnTo>
                <a:lnTo>
                  <a:pt x="3857795" y="175041"/>
                </a:lnTo>
                <a:lnTo>
                  <a:pt x="3857795" y="171198"/>
                </a:lnTo>
                <a:cubicBezTo>
                  <a:pt x="3836491" y="170432"/>
                  <a:pt x="3833633" y="167613"/>
                  <a:pt x="3833633" y="148386"/>
                </a:cubicBezTo>
                <a:lnTo>
                  <a:pt x="3833633" y="67897"/>
                </a:lnTo>
                <a:lnTo>
                  <a:pt x="3865327" y="67897"/>
                </a:lnTo>
                <a:lnTo>
                  <a:pt x="3865327" y="59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Text f">
            <a:extLst xmlns:a="http://schemas.openxmlformats.org/drawingml/2006/main">
              <a:ext uri="{FF2B5EF4-FFF2-40B4-BE49-F238E27FC236}">
                <a16:creationId xmlns:a16="http://schemas.microsoft.com/office/drawing/2014/main" id="{5033D7A4-F48A-4F36-B07E-793F425E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660" y="7419138"/>
            <a:ext cx="94310" cy="174897"/>
          </a:xfrm>
          <a:custGeom xmlns:a="http://schemas.openxmlformats.org/drawingml/2006/main">
            <a:pathLst>
              <a:path w="94310" h="174897">
                <a:moveTo>
                  <a:pt x="75083" y="59550"/>
                </a:moveTo>
                <a:lnTo>
                  <a:pt x="43127" y="59550"/>
                </a:lnTo>
                <a:lnTo>
                  <a:pt x="43127" y="29916"/>
                </a:lnTo>
                <a:cubicBezTo>
                  <a:pt x="43127" y="15095"/>
                  <a:pt x="48063" y="7178"/>
                  <a:pt x="57938" y="7178"/>
                </a:cubicBezTo>
                <a:cubicBezTo>
                  <a:pt x="63393" y="7178"/>
                  <a:pt x="67032" y="9731"/>
                  <a:pt x="71706" y="17139"/>
                </a:cubicBezTo>
                <a:cubicBezTo>
                  <a:pt x="75864" y="23782"/>
                  <a:pt x="78980" y="26339"/>
                  <a:pt x="83396" y="26339"/>
                </a:cubicBezTo>
                <a:cubicBezTo>
                  <a:pt x="89374" y="26339"/>
                  <a:pt x="94310" y="21737"/>
                  <a:pt x="94310" y="15861"/>
                </a:cubicBezTo>
                <a:cubicBezTo>
                  <a:pt x="94310" y="6662"/>
                  <a:pt x="82877" y="0"/>
                  <a:pt x="67289" y="0"/>
                </a:cubicBezTo>
                <a:cubicBezTo>
                  <a:pt x="51183" y="0"/>
                  <a:pt x="37411" y="6920"/>
                  <a:pt x="30656" y="18672"/>
                </a:cubicBezTo>
                <a:cubicBezTo>
                  <a:pt x="23905" y="29916"/>
                  <a:pt x="21823" y="39111"/>
                  <a:pt x="21566" y="59550"/>
                </a:cubicBezTo>
                <a:lnTo>
                  <a:pt x="262" y="59550"/>
                </a:lnTo>
                <a:lnTo>
                  <a:pt x="262" y="67752"/>
                </a:lnTo>
                <a:lnTo>
                  <a:pt x="21566" y="67752"/>
                </a:lnTo>
                <a:lnTo>
                  <a:pt x="21566" y="148242"/>
                </a:lnTo>
                <a:cubicBezTo>
                  <a:pt x="21566" y="166953"/>
                  <a:pt x="18707" y="170029"/>
                  <a:pt x="0" y="171054"/>
                </a:cubicBezTo>
                <a:lnTo>
                  <a:pt x="0" y="174897"/>
                </a:lnTo>
                <a:lnTo>
                  <a:pt x="67551" y="174897"/>
                </a:lnTo>
                <a:lnTo>
                  <a:pt x="67551" y="171054"/>
                </a:lnTo>
                <a:cubicBezTo>
                  <a:pt x="46247" y="170287"/>
                  <a:pt x="43389" y="167469"/>
                  <a:pt x="43389" y="148242"/>
                </a:cubicBezTo>
                <a:lnTo>
                  <a:pt x="43389" y="67752"/>
                </a:lnTo>
                <a:lnTo>
                  <a:pt x="75083" y="67752"/>
                </a:lnTo>
                <a:lnTo>
                  <a:pt x="75083" y="59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Text erentkeyandauthenticated">
            <a:extLst xmlns:a="http://schemas.openxmlformats.org/drawingml/2006/main">
              <a:ext uri="{FF2B5EF4-FFF2-40B4-BE49-F238E27FC236}">
                <a16:creationId xmlns:a16="http://schemas.microsoft.com/office/drawing/2014/main" id="{E74E6C82-0A3E-407D-9B5A-E6CEEE04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475" y="7418994"/>
            <a:ext cx="2831054" cy="230846"/>
          </a:xfrm>
          <a:custGeom xmlns:a="http://schemas.openxmlformats.org/drawingml/2006/main">
            <a:pathLst>
              <a:path w="2831054" h="230846">
                <a:moveTo>
                  <a:pt x="99503" y="132951"/>
                </a:moveTo>
                <a:cubicBezTo>
                  <a:pt x="87035" y="152433"/>
                  <a:pt x="75860" y="159868"/>
                  <a:pt x="59234" y="159868"/>
                </a:cubicBezTo>
                <a:cubicBezTo>
                  <a:pt x="44427" y="159868"/>
                  <a:pt x="33256" y="152433"/>
                  <a:pt x="25720" y="137823"/>
                </a:cubicBezTo>
                <a:cubicBezTo>
                  <a:pt x="21042" y="128080"/>
                  <a:pt x="19227" y="119620"/>
                  <a:pt x="18707" y="103982"/>
                </a:cubicBezTo>
                <a:lnTo>
                  <a:pt x="98726" y="103982"/>
                </a:lnTo>
                <a:cubicBezTo>
                  <a:pt x="96645" y="87358"/>
                  <a:pt x="94048" y="79954"/>
                  <a:pt x="87555" y="71783"/>
                </a:cubicBezTo>
                <a:cubicBezTo>
                  <a:pt x="79757" y="62576"/>
                  <a:pt x="67809" y="57193"/>
                  <a:pt x="54299" y="57193"/>
                </a:cubicBezTo>
                <a:cubicBezTo>
                  <a:pt x="41308" y="57193"/>
                  <a:pt x="29098" y="61806"/>
                  <a:pt x="19227" y="70504"/>
                </a:cubicBezTo>
                <a:cubicBezTo>
                  <a:pt x="7013" y="80974"/>
                  <a:pt x="0" y="99114"/>
                  <a:pt x="0" y="120132"/>
                </a:cubicBezTo>
                <a:cubicBezTo>
                  <a:pt x="0" y="155509"/>
                  <a:pt x="18707" y="177543"/>
                  <a:pt x="48582" y="177543"/>
                </a:cubicBezTo>
                <a:cubicBezTo>
                  <a:pt x="73264" y="177543"/>
                  <a:pt x="92748" y="162429"/>
                  <a:pt x="103661" y="134746"/>
                </a:cubicBezTo>
                <a:lnTo>
                  <a:pt x="99503" y="132951"/>
                </a:lnTo>
                <a:moveTo>
                  <a:pt x="19227" y="95783"/>
                </a:moveTo>
                <a:cubicBezTo>
                  <a:pt x="22081" y="75868"/>
                  <a:pt x="30917" y="66419"/>
                  <a:pt x="46762" y="66419"/>
                </a:cubicBezTo>
                <a:cubicBezTo>
                  <a:pt x="62612" y="66419"/>
                  <a:pt x="68847" y="73570"/>
                  <a:pt x="72225" y="95783"/>
                </a:cubicBezTo>
                <a:lnTo>
                  <a:pt x="19227" y="95783"/>
                </a:lnTo>
                <a:close/>
                <a:moveTo>
                  <a:pt x="110674" y="75129"/>
                </a:moveTo>
                <a:cubicBezTo>
                  <a:pt x="114313" y="74359"/>
                  <a:pt x="116652" y="74101"/>
                  <a:pt x="119768" y="74101"/>
                </a:cubicBezTo>
                <a:cubicBezTo>
                  <a:pt x="126261" y="74101"/>
                  <a:pt x="128600" y="78202"/>
                  <a:pt x="128600" y="89473"/>
                </a:cubicBezTo>
                <a:lnTo>
                  <a:pt x="128600" y="153523"/>
                </a:lnTo>
                <a:cubicBezTo>
                  <a:pt x="128600" y="166331"/>
                  <a:pt x="126781" y="168125"/>
                  <a:pt x="110154" y="171198"/>
                </a:cubicBezTo>
                <a:lnTo>
                  <a:pt x="110154" y="175041"/>
                </a:lnTo>
                <a:lnTo>
                  <a:pt x="172508" y="175041"/>
                </a:lnTo>
                <a:lnTo>
                  <a:pt x="172508" y="171198"/>
                </a:lnTo>
                <a:cubicBezTo>
                  <a:pt x="154840" y="170432"/>
                  <a:pt x="150423" y="166589"/>
                  <a:pt x="150423" y="151987"/>
                </a:cubicBezTo>
                <a:lnTo>
                  <a:pt x="150423" y="94341"/>
                </a:lnTo>
                <a:cubicBezTo>
                  <a:pt x="150423" y="86143"/>
                  <a:pt x="161595" y="73335"/>
                  <a:pt x="168611" y="73335"/>
                </a:cubicBezTo>
                <a:cubicBezTo>
                  <a:pt x="170169" y="73335"/>
                  <a:pt x="172508" y="74617"/>
                  <a:pt x="175367" y="77178"/>
                </a:cubicBezTo>
                <a:cubicBezTo>
                  <a:pt x="179521" y="80763"/>
                  <a:pt x="182379" y="82299"/>
                  <a:pt x="185757" y="82299"/>
                </a:cubicBezTo>
                <a:cubicBezTo>
                  <a:pt x="191993" y="82299"/>
                  <a:pt x="195890" y="77944"/>
                  <a:pt x="195890" y="70774"/>
                </a:cubicBezTo>
                <a:cubicBezTo>
                  <a:pt x="195890" y="62318"/>
                  <a:pt x="190435" y="57193"/>
                  <a:pt x="181602" y="57193"/>
                </a:cubicBezTo>
                <a:cubicBezTo>
                  <a:pt x="170689" y="57193"/>
                  <a:pt x="163157" y="63088"/>
                  <a:pt x="150423" y="81275"/>
                </a:cubicBezTo>
                <a:lnTo>
                  <a:pt x="150423" y="57709"/>
                </a:lnTo>
                <a:lnTo>
                  <a:pt x="149127" y="57193"/>
                </a:lnTo>
                <a:cubicBezTo>
                  <a:pt x="135355" y="62830"/>
                  <a:pt x="126004" y="66161"/>
                  <a:pt x="110674" y="71028"/>
                </a:cubicBezTo>
                <a:lnTo>
                  <a:pt x="110674" y="75129"/>
                </a:lnTo>
                <a:close/>
                <a:moveTo>
                  <a:pt x="301369" y="132951"/>
                </a:moveTo>
                <a:cubicBezTo>
                  <a:pt x="288901" y="152433"/>
                  <a:pt x="277726" y="159868"/>
                  <a:pt x="261100" y="159868"/>
                </a:cubicBezTo>
                <a:cubicBezTo>
                  <a:pt x="246293" y="159868"/>
                  <a:pt x="235122" y="152433"/>
                  <a:pt x="227586" y="137823"/>
                </a:cubicBezTo>
                <a:cubicBezTo>
                  <a:pt x="222908" y="128080"/>
                  <a:pt x="221092" y="119620"/>
                  <a:pt x="220573" y="103982"/>
                </a:cubicBezTo>
                <a:lnTo>
                  <a:pt x="300592" y="103982"/>
                </a:lnTo>
                <a:cubicBezTo>
                  <a:pt x="298511" y="87358"/>
                  <a:pt x="295914" y="79954"/>
                  <a:pt x="289420" y="71783"/>
                </a:cubicBezTo>
                <a:cubicBezTo>
                  <a:pt x="281623" y="62576"/>
                  <a:pt x="269675" y="57193"/>
                  <a:pt x="256164" y="57193"/>
                </a:cubicBezTo>
                <a:cubicBezTo>
                  <a:pt x="243173" y="57193"/>
                  <a:pt x="230963" y="61806"/>
                  <a:pt x="221092" y="70504"/>
                </a:cubicBezTo>
                <a:cubicBezTo>
                  <a:pt x="208879" y="80974"/>
                  <a:pt x="201866" y="99114"/>
                  <a:pt x="201866" y="120132"/>
                </a:cubicBezTo>
                <a:cubicBezTo>
                  <a:pt x="201866" y="155509"/>
                  <a:pt x="220573" y="177543"/>
                  <a:pt x="250448" y="177543"/>
                </a:cubicBezTo>
                <a:cubicBezTo>
                  <a:pt x="275129" y="177543"/>
                  <a:pt x="294614" y="162429"/>
                  <a:pt x="305527" y="134746"/>
                </a:cubicBezTo>
                <a:lnTo>
                  <a:pt x="301369" y="132951"/>
                </a:lnTo>
                <a:moveTo>
                  <a:pt x="221092" y="95783"/>
                </a:moveTo>
                <a:cubicBezTo>
                  <a:pt x="223947" y="75868"/>
                  <a:pt x="232783" y="66419"/>
                  <a:pt x="248628" y="66419"/>
                </a:cubicBezTo>
                <a:cubicBezTo>
                  <a:pt x="264477" y="66419"/>
                  <a:pt x="270713" y="73570"/>
                  <a:pt x="274091" y="95783"/>
                </a:cubicBezTo>
                <a:lnTo>
                  <a:pt x="221092" y="95783"/>
                </a:lnTo>
                <a:close/>
                <a:moveTo>
                  <a:pt x="314878" y="73081"/>
                </a:moveTo>
                <a:cubicBezTo>
                  <a:pt x="316436" y="72311"/>
                  <a:pt x="319037" y="72057"/>
                  <a:pt x="321895" y="72057"/>
                </a:cubicBezTo>
                <a:cubicBezTo>
                  <a:pt x="329170" y="72057"/>
                  <a:pt x="331505" y="75900"/>
                  <a:pt x="331505" y="88449"/>
                </a:cubicBezTo>
                <a:lnTo>
                  <a:pt x="331505" y="151987"/>
                </a:lnTo>
                <a:cubicBezTo>
                  <a:pt x="331505" y="166589"/>
                  <a:pt x="328646" y="170174"/>
                  <a:pt x="315398" y="171198"/>
                </a:cubicBezTo>
                <a:lnTo>
                  <a:pt x="315398" y="175041"/>
                </a:lnTo>
                <a:lnTo>
                  <a:pt x="370477" y="175041"/>
                </a:lnTo>
                <a:lnTo>
                  <a:pt x="370477" y="171198"/>
                </a:lnTo>
                <a:cubicBezTo>
                  <a:pt x="357225" y="170174"/>
                  <a:pt x="353328" y="167101"/>
                  <a:pt x="353328" y="157879"/>
                </a:cubicBezTo>
                <a:lnTo>
                  <a:pt x="353328" y="85888"/>
                </a:lnTo>
                <a:cubicBezTo>
                  <a:pt x="365799" y="74359"/>
                  <a:pt x="371516" y="71286"/>
                  <a:pt x="380091" y="71286"/>
                </a:cubicBezTo>
                <a:cubicBezTo>
                  <a:pt x="392820" y="71286"/>
                  <a:pt x="399056" y="79227"/>
                  <a:pt x="399056" y="96135"/>
                </a:cubicBezTo>
                <a:lnTo>
                  <a:pt x="399056" y="149680"/>
                </a:lnTo>
                <a:cubicBezTo>
                  <a:pt x="399056" y="165819"/>
                  <a:pt x="395678" y="170174"/>
                  <a:pt x="382687" y="171198"/>
                </a:cubicBezTo>
                <a:lnTo>
                  <a:pt x="382687" y="175041"/>
                </a:lnTo>
                <a:lnTo>
                  <a:pt x="436728" y="175041"/>
                </a:lnTo>
                <a:lnTo>
                  <a:pt x="436728" y="171198"/>
                </a:lnTo>
                <a:cubicBezTo>
                  <a:pt x="423995" y="169920"/>
                  <a:pt x="420879" y="166843"/>
                  <a:pt x="420879" y="154293"/>
                </a:cubicBezTo>
                <a:lnTo>
                  <a:pt x="420879" y="95623"/>
                </a:lnTo>
                <a:cubicBezTo>
                  <a:pt x="420879" y="71544"/>
                  <a:pt x="409446" y="57193"/>
                  <a:pt x="390223" y="57193"/>
                </a:cubicBezTo>
                <a:cubicBezTo>
                  <a:pt x="378271" y="57193"/>
                  <a:pt x="370216" y="61552"/>
                  <a:pt x="352551" y="77948"/>
                </a:cubicBezTo>
                <a:lnTo>
                  <a:pt x="352551" y="57709"/>
                </a:lnTo>
                <a:lnTo>
                  <a:pt x="350731" y="57193"/>
                </a:lnTo>
                <a:cubicBezTo>
                  <a:pt x="338002" y="61806"/>
                  <a:pt x="329170" y="64625"/>
                  <a:pt x="314878" y="68726"/>
                </a:cubicBezTo>
                <a:lnTo>
                  <a:pt x="314878" y="73081"/>
                </a:lnTo>
                <a:close/>
                <a:moveTo>
                  <a:pt x="506871" y="59695"/>
                </a:moveTo>
                <a:lnTo>
                  <a:pt x="480631" y="59695"/>
                </a:lnTo>
                <a:lnTo>
                  <a:pt x="480631" y="29974"/>
                </a:lnTo>
                <a:cubicBezTo>
                  <a:pt x="480631" y="27414"/>
                  <a:pt x="480374" y="26643"/>
                  <a:pt x="478812" y="26643"/>
                </a:cubicBezTo>
                <a:cubicBezTo>
                  <a:pt x="476996" y="28950"/>
                  <a:pt x="475434" y="31257"/>
                  <a:pt x="473619" y="33817"/>
                </a:cubicBezTo>
                <a:cubicBezTo>
                  <a:pt x="463744" y="47911"/>
                  <a:pt x="452572" y="60211"/>
                  <a:pt x="448418" y="61235"/>
                </a:cubicBezTo>
                <a:cubicBezTo>
                  <a:pt x="445560" y="63026"/>
                  <a:pt x="443998" y="64820"/>
                  <a:pt x="443998" y="66102"/>
                </a:cubicBezTo>
                <a:cubicBezTo>
                  <a:pt x="443998" y="66872"/>
                  <a:pt x="444259" y="67385"/>
                  <a:pt x="445040" y="67897"/>
                </a:cubicBezTo>
                <a:lnTo>
                  <a:pt x="458808" y="67897"/>
                </a:lnTo>
                <a:lnTo>
                  <a:pt x="458808" y="145008"/>
                </a:lnTo>
                <a:cubicBezTo>
                  <a:pt x="458808" y="166526"/>
                  <a:pt x="466602" y="177543"/>
                  <a:pt x="481932" y="177543"/>
                </a:cubicBezTo>
                <a:cubicBezTo>
                  <a:pt x="494661" y="177543"/>
                  <a:pt x="504532" y="171398"/>
                  <a:pt x="513107" y="158074"/>
                </a:cubicBezTo>
                <a:lnTo>
                  <a:pt x="509729" y="155255"/>
                </a:lnTo>
                <a:cubicBezTo>
                  <a:pt x="504274" y="161659"/>
                  <a:pt x="499858" y="164224"/>
                  <a:pt x="494142" y="164224"/>
                </a:cubicBezTo>
                <a:cubicBezTo>
                  <a:pt x="484528" y="164224"/>
                  <a:pt x="480631" y="157304"/>
                  <a:pt x="480631" y="141165"/>
                </a:cubicBezTo>
                <a:lnTo>
                  <a:pt x="480631" y="67897"/>
                </a:lnTo>
                <a:lnTo>
                  <a:pt x="506871" y="67897"/>
                </a:lnTo>
                <a:lnTo>
                  <a:pt x="506871" y="59695"/>
                </a:lnTo>
                <a:close/>
                <a:moveTo>
                  <a:pt x="578316" y="15372"/>
                </a:moveTo>
                <a:cubicBezTo>
                  <a:pt x="581694" y="15114"/>
                  <a:pt x="584033" y="14860"/>
                  <a:pt x="586630" y="14860"/>
                </a:cubicBezTo>
                <a:cubicBezTo>
                  <a:pt x="595204" y="14860"/>
                  <a:pt x="597801" y="18191"/>
                  <a:pt x="597801" y="30487"/>
                </a:cubicBezTo>
                <a:lnTo>
                  <a:pt x="597801" y="154028"/>
                </a:lnTo>
                <a:cubicBezTo>
                  <a:pt x="597801" y="167355"/>
                  <a:pt x="597024" y="168125"/>
                  <a:pt x="578316" y="171198"/>
                </a:cubicBezTo>
                <a:lnTo>
                  <a:pt x="578316" y="175041"/>
                </a:lnTo>
                <a:lnTo>
                  <a:pt x="639112" y="175041"/>
                </a:lnTo>
                <a:lnTo>
                  <a:pt x="639112" y="171198"/>
                </a:lnTo>
                <a:lnTo>
                  <a:pt x="633915" y="170944"/>
                </a:lnTo>
                <a:cubicBezTo>
                  <a:pt x="623525" y="170432"/>
                  <a:pt x="619624" y="166843"/>
                  <a:pt x="619624" y="157871"/>
                </a:cubicBezTo>
                <a:lnTo>
                  <a:pt x="619624" y="110706"/>
                </a:lnTo>
                <a:lnTo>
                  <a:pt x="656000" y="158641"/>
                </a:lnTo>
                <a:lnTo>
                  <a:pt x="656777" y="159665"/>
                </a:lnTo>
                <a:cubicBezTo>
                  <a:pt x="657296" y="160435"/>
                  <a:pt x="657816" y="161202"/>
                  <a:pt x="658597" y="161972"/>
                </a:cubicBezTo>
                <a:cubicBezTo>
                  <a:pt x="660674" y="164536"/>
                  <a:pt x="661455" y="166073"/>
                  <a:pt x="661455" y="167355"/>
                </a:cubicBezTo>
                <a:cubicBezTo>
                  <a:pt x="661455" y="169662"/>
                  <a:pt x="659116" y="171198"/>
                  <a:pt x="656000" y="171198"/>
                </a:cubicBezTo>
                <a:lnTo>
                  <a:pt x="651061" y="171198"/>
                </a:lnTo>
                <a:lnTo>
                  <a:pt x="651061" y="175041"/>
                </a:lnTo>
                <a:lnTo>
                  <a:pt x="707698" y="175041"/>
                </a:lnTo>
                <a:lnTo>
                  <a:pt x="707698" y="171198"/>
                </a:lnTo>
                <a:cubicBezTo>
                  <a:pt x="696269" y="170432"/>
                  <a:pt x="688214" y="165561"/>
                  <a:pt x="677304" y="152487"/>
                </a:cubicBezTo>
                <a:lnTo>
                  <a:pt x="637550" y="102758"/>
                </a:lnTo>
                <a:lnTo>
                  <a:pt x="645087" y="95838"/>
                </a:lnTo>
                <a:cubicBezTo>
                  <a:pt x="663532" y="78922"/>
                  <a:pt x="679639" y="67127"/>
                  <a:pt x="687175" y="65078"/>
                </a:cubicBezTo>
                <a:cubicBezTo>
                  <a:pt x="691072" y="64054"/>
                  <a:pt x="694707" y="63542"/>
                  <a:pt x="699127" y="63542"/>
                </a:cubicBezTo>
                <a:lnTo>
                  <a:pt x="701205" y="63542"/>
                </a:lnTo>
                <a:lnTo>
                  <a:pt x="701205" y="59695"/>
                </a:lnTo>
                <a:lnTo>
                  <a:pt x="648202" y="59695"/>
                </a:lnTo>
                <a:lnTo>
                  <a:pt x="648202" y="63284"/>
                </a:lnTo>
                <a:cubicBezTo>
                  <a:pt x="658335" y="63542"/>
                  <a:pt x="661193" y="64566"/>
                  <a:pt x="661193" y="68155"/>
                </a:cubicBezTo>
                <a:cubicBezTo>
                  <a:pt x="661193" y="70203"/>
                  <a:pt x="658854" y="73792"/>
                  <a:pt x="655219" y="76869"/>
                </a:cubicBezTo>
                <a:lnTo>
                  <a:pt x="619624" y="108141"/>
                </a:lnTo>
                <a:lnTo>
                  <a:pt x="619624" y="512"/>
                </a:lnTo>
                <a:lnTo>
                  <a:pt x="618585" y="0"/>
                </a:lnTo>
                <a:cubicBezTo>
                  <a:pt x="608714" y="3073"/>
                  <a:pt x="601178" y="5121"/>
                  <a:pt x="586110" y="9223"/>
                </a:cubicBezTo>
                <a:lnTo>
                  <a:pt x="578316" y="11271"/>
                </a:lnTo>
                <a:lnTo>
                  <a:pt x="578316" y="15372"/>
                </a:lnTo>
                <a:close/>
                <a:moveTo>
                  <a:pt x="810060" y="132951"/>
                </a:moveTo>
                <a:cubicBezTo>
                  <a:pt x="797592" y="152433"/>
                  <a:pt x="786417" y="159868"/>
                  <a:pt x="769791" y="159868"/>
                </a:cubicBezTo>
                <a:cubicBezTo>
                  <a:pt x="754985" y="159868"/>
                  <a:pt x="743813" y="152433"/>
                  <a:pt x="736277" y="137823"/>
                </a:cubicBezTo>
                <a:cubicBezTo>
                  <a:pt x="731599" y="128080"/>
                  <a:pt x="729784" y="119620"/>
                  <a:pt x="729264" y="103982"/>
                </a:cubicBezTo>
                <a:lnTo>
                  <a:pt x="809283" y="103982"/>
                </a:lnTo>
                <a:cubicBezTo>
                  <a:pt x="807202" y="87358"/>
                  <a:pt x="804605" y="79954"/>
                  <a:pt x="798112" y="71783"/>
                </a:cubicBezTo>
                <a:cubicBezTo>
                  <a:pt x="790314" y="62576"/>
                  <a:pt x="778366" y="57193"/>
                  <a:pt x="764856" y="57193"/>
                </a:cubicBezTo>
                <a:cubicBezTo>
                  <a:pt x="751865" y="57193"/>
                  <a:pt x="739655" y="61806"/>
                  <a:pt x="729784" y="70504"/>
                </a:cubicBezTo>
                <a:cubicBezTo>
                  <a:pt x="717570" y="80974"/>
                  <a:pt x="710557" y="99114"/>
                  <a:pt x="710557" y="120132"/>
                </a:cubicBezTo>
                <a:cubicBezTo>
                  <a:pt x="710557" y="155509"/>
                  <a:pt x="729264" y="177543"/>
                  <a:pt x="759139" y="177543"/>
                </a:cubicBezTo>
                <a:cubicBezTo>
                  <a:pt x="783821" y="177543"/>
                  <a:pt x="803305" y="162429"/>
                  <a:pt x="814219" y="134746"/>
                </a:cubicBezTo>
                <a:lnTo>
                  <a:pt x="810060" y="132951"/>
                </a:lnTo>
                <a:moveTo>
                  <a:pt x="729784" y="95783"/>
                </a:moveTo>
                <a:cubicBezTo>
                  <a:pt x="732638" y="75868"/>
                  <a:pt x="741474" y="66419"/>
                  <a:pt x="757320" y="66419"/>
                </a:cubicBezTo>
                <a:cubicBezTo>
                  <a:pt x="773169" y="66419"/>
                  <a:pt x="779404" y="73570"/>
                  <a:pt x="782782" y="95783"/>
                </a:cubicBezTo>
                <a:lnTo>
                  <a:pt x="729784" y="95783"/>
                </a:lnTo>
                <a:close/>
                <a:moveTo>
                  <a:pt x="938922" y="59695"/>
                </a:moveTo>
                <a:lnTo>
                  <a:pt x="903850" y="59695"/>
                </a:lnTo>
                <a:lnTo>
                  <a:pt x="903850" y="63542"/>
                </a:lnTo>
                <a:cubicBezTo>
                  <a:pt x="912163" y="63542"/>
                  <a:pt x="916321" y="65844"/>
                  <a:pt x="916321" y="69945"/>
                </a:cubicBezTo>
                <a:cubicBezTo>
                  <a:pt x="916321" y="70970"/>
                  <a:pt x="916060" y="72506"/>
                  <a:pt x="915279" y="74301"/>
                </a:cubicBezTo>
                <a:lnTo>
                  <a:pt x="890078" y="145012"/>
                </a:lnTo>
                <a:lnTo>
                  <a:pt x="860203" y="80192"/>
                </a:lnTo>
                <a:cubicBezTo>
                  <a:pt x="858641" y="76607"/>
                  <a:pt x="857603" y="73276"/>
                  <a:pt x="857603" y="70458"/>
                </a:cubicBezTo>
                <a:cubicBezTo>
                  <a:pt x="857603" y="65844"/>
                  <a:pt x="861500" y="64054"/>
                  <a:pt x="872671" y="63542"/>
                </a:cubicBezTo>
                <a:lnTo>
                  <a:pt x="872671" y="59695"/>
                </a:lnTo>
                <a:lnTo>
                  <a:pt x="819153" y="59695"/>
                </a:lnTo>
                <a:lnTo>
                  <a:pt x="819153" y="63284"/>
                </a:lnTo>
                <a:cubicBezTo>
                  <a:pt x="825908" y="64308"/>
                  <a:pt x="830325" y="67127"/>
                  <a:pt x="832402" y="71482"/>
                </a:cubicBezTo>
                <a:lnTo>
                  <a:pt x="862019" y="134511"/>
                </a:lnTo>
                <a:lnTo>
                  <a:pt x="862800" y="136560"/>
                </a:lnTo>
                <a:lnTo>
                  <a:pt x="866697" y="144246"/>
                </a:lnTo>
                <a:cubicBezTo>
                  <a:pt x="873971" y="157058"/>
                  <a:pt x="878130" y="166280"/>
                  <a:pt x="878130" y="170123"/>
                </a:cubicBezTo>
                <a:cubicBezTo>
                  <a:pt x="878130" y="173966"/>
                  <a:pt x="872152" y="190105"/>
                  <a:pt x="867735" y="197791"/>
                </a:cubicBezTo>
                <a:cubicBezTo>
                  <a:pt x="864100" y="204453"/>
                  <a:pt x="858384" y="209320"/>
                  <a:pt x="854745" y="209320"/>
                </a:cubicBezTo>
                <a:cubicBezTo>
                  <a:pt x="853187" y="209320"/>
                  <a:pt x="850848" y="208808"/>
                  <a:pt x="848251" y="207530"/>
                </a:cubicBezTo>
                <a:cubicBezTo>
                  <a:pt x="843316" y="205735"/>
                  <a:pt x="838899" y="204711"/>
                  <a:pt x="834483" y="204711"/>
                </a:cubicBezTo>
                <a:cubicBezTo>
                  <a:pt x="828505" y="204711"/>
                  <a:pt x="823312" y="209836"/>
                  <a:pt x="823312" y="215982"/>
                </a:cubicBezTo>
                <a:cubicBezTo>
                  <a:pt x="823312" y="224438"/>
                  <a:pt x="831625" y="230846"/>
                  <a:pt x="842535" y="230846"/>
                </a:cubicBezTo>
                <a:cubicBezTo>
                  <a:pt x="859942" y="230846"/>
                  <a:pt x="872413" y="216498"/>
                  <a:pt x="886443" y="179604"/>
                </a:cubicBezTo>
                <a:lnTo>
                  <a:pt x="926450" y="75071"/>
                </a:lnTo>
                <a:cubicBezTo>
                  <a:pt x="929828" y="66869"/>
                  <a:pt x="932686" y="64308"/>
                  <a:pt x="938922" y="63542"/>
                </a:cubicBezTo>
                <a:lnTo>
                  <a:pt x="938922" y="59695"/>
                </a:lnTo>
                <a:close/>
                <a:moveTo>
                  <a:pt x="1124158" y="158078"/>
                </a:moveTo>
                <a:cubicBezTo>
                  <a:pt x="1119742" y="161659"/>
                  <a:pt x="1116626" y="162941"/>
                  <a:pt x="1112729" y="162941"/>
                </a:cubicBezTo>
                <a:cubicBezTo>
                  <a:pt x="1106755" y="162941"/>
                  <a:pt x="1104936" y="159356"/>
                  <a:pt x="1104936" y="148093"/>
                </a:cubicBezTo>
                <a:lnTo>
                  <a:pt x="1104936" y="98164"/>
                </a:lnTo>
                <a:cubicBezTo>
                  <a:pt x="1104936" y="84849"/>
                  <a:pt x="1103635" y="77424"/>
                  <a:pt x="1099738" y="71279"/>
                </a:cubicBezTo>
                <a:cubicBezTo>
                  <a:pt x="1094022" y="62064"/>
                  <a:pt x="1082851" y="57193"/>
                  <a:pt x="1067525" y="57193"/>
                </a:cubicBezTo>
                <a:cubicBezTo>
                  <a:pt x="1043101" y="57193"/>
                  <a:pt x="1023878" y="69742"/>
                  <a:pt x="1023878" y="85873"/>
                </a:cubicBezTo>
                <a:cubicBezTo>
                  <a:pt x="1023878" y="91764"/>
                  <a:pt x="1029072" y="96882"/>
                  <a:pt x="1035050" y="96882"/>
                </a:cubicBezTo>
                <a:cubicBezTo>
                  <a:pt x="1041281" y="96882"/>
                  <a:pt x="1046740" y="91764"/>
                  <a:pt x="1046740" y="86131"/>
                </a:cubicBezTo>
                <a:cubicBezTo>
                  <a:pt x="1046740" y="85107"/>
                  <a:pt x="1046479" y="83824"/>
                  <a:pt x="1046221" y="82034"/>
                </a:cubicBezTo>
                <a:cubicBezTo>
                  <a:pt x="1045702" y="79731"/>
                  <a:pt x="1045440" y="77682"/>
                  <a:pt x="1045440" y="75888"/>
                </a:cubicBezTo>
                <a:cubicBezTo>
                  <a:pt x="1045440" y="68976"/>
                  <a:pt x="1053753" y="63342"/>
                  <a:pt x="1064147" y="63342"/>
                </a:cubicBezTo>
                <a:cubicBezTo>
                  <a:pt x="1076877" y="63342"/>
                  <a:pt x="1083889" y="70766"/>
                  <a:pt x="1083889" y="84594"/>
                </a:cubicBezTo>
                <a:lnTo>
                  <a:pt x="1083889" y="100213"/>
                </a:lnTo>
                <a:cubicBezTo>
                  <a:pt x="1043882" y="116086"/>
                  <a:pt x="1039466" y="118134"/>
                  <a:pt x="1028295" y="127865"/>
                </a:cubicBezTo>
                <a:cubicBezTo>
                  <a:pt x="1022578" y="132987"/>
                  <a:pt x="1018939" y="141689"/>
                  <a:pt x="1018939" y="150138"/>
                </a:cubicBezTo>
                <a:cubicBezTo>
                  <a:pt x="1018939" y="166272"/>
                  <a:pt x="1030372" y="177543"/>
                  <a:pt x="1046221" y="177543"/>
                </a:cubicBezTo>
                <a:cubicBezTo>
                  <a:pt x="1057650" y="177543"/>
                  <a:pt x="1068302" y="172164"/>
                  <a:pt x="1084151" y="158840"/>
                </a:cubicBezTo>
                <a:cubicBezTo>
                  <a:pt x="1085451" y="172164"/>
                  <a:pt x="1090125" y="177543"/>
                  <a:pt x="1100777" y="177543"/>
                </a:cubicBezTo>
                <a:cubicBezTo>
                  <a:pt x="1109609" y="177543"/>
                  <a:pt x="1115068" y="174471"/>
                  <a:pt x="1124158" y="164736"/>
                </a:cubicBezTo>
                <a:lnTo>
                  <a:pt x="1124158" y="158078"/>
                </a:lnTo>
                <a:moveTo>
                  <a:pt x="1083889" y="143468"/>
                </a:moveTo>
                <a:cubicBezTo>
                  <a:pt x="1083889" y="151412"/>
                  <a:pt x="1082593" y="153719"/>
                  <a:pt x="1077134" y="156792"/>
                </a:cubicBezTo>
                <a:cubicBezTo>
                  <a:pt x="1070902" y="160381"/>
                  <a:pt x="1063628" y="162683"/>
                  <a:pt x="1058169" y="162683"/>
                </a:cubicBezTo>
                <a:cubicBezTo>
                  <a:pt x="1049079" y="162683"/>
                  <a:pt x="1041805" y="153973"/>
                  <a:pt x="1041805" y="142956"/>
                </a:cubicBezTo>
                <a:lnTo>
                  <a:pt x="1041805" y="141932"/>
                </a:lnTo>
                <a:cubicBezTo>
                  <a:pt x="1041805" y="126813"/>
                  <a:pt x="1052453" y="117591"/>
                  <a:pt x="1083889" y="106316"/>
                </a:cubicBezTo>
                <a:lnTo>
                  <a:pt x="1083889" y="143468"/>
                </a:lnTo>
                <a:close/>
                <a:moveTo>
                  <a:pt x="1128836" y="73081"/>
                </a:moveTo>
                <a:cubicBezTo>
                  <a:pt x="1130394" y="72311"/>
                  <a:pt x="1132994" y="72057"/>
                  <a:pt x="1135852" y="72057"/>
                </a:cubicBezTo>
                <a:cubicBezTo>
                  <a:pt x="1143127" y="72057"/>
                  <a:pt x="1145462" y="75900"/>
                  <a:pt x="1145462" y="88449"/>
                </a:cubicBezTo>
                <a:lnTo>
                  <a:pt x="1145462" y="151987"/>
                </a:lnTo>
                <a:cubicBezTo>
                  <a:pt x="1145462" y="166589"/>
                  <a:pt x="1142603" y="170174"/>
                  <a:pt x="1129355" y="171198"/>
                </a:cubicBezTo>
                <a:lnTo>
                  <a:pt x="1129355" y="175041"/>
                </a:lnTo>
                <a:lnTo>
                  <a:pt x="1184434" y="175041"/>
                </a:lnTo>
                <a:lnTo>
                  <a:pt x="1184434" y="171198"/>
                </a:lnTo>
                <a:cubicBezTo>
                  <a:pt x="1171182" y="170174"/>
                  <a:pt x="1167285" y="167101"/>
                  <a:pt x="1167285" y="157879"/>
                </a:cubicBezTo>
                <a:lnTo>
                  <a:pt x="1167285" y="85888"/>
                </a:lnTo>
                <a:cubicBezTo>
                  <a:pt x="1179757" y="74359"/>
                  <a:pt x="1185473" y="71286"/>
                  <a:pt x="1194048" y="71286"/>
                </a:cubicBezTo>
                <a:cubicBezTo>
                  <a:pt x="1206777" y="71286"/>
                  <a:pt x="1213013" y="79227"/>
                  <a:pt x="1213013" y="96135"/>
                </a:cubicBezTo>
                <a:lnTo>
                  <a:pt x="1213013" y="149680"/>
                </a:lnTo>
                <a:cubicBezTo>
                  <a:pt x="1213013" y="165819"/>
                  <a:pt x="1209635" y="170174"/>
                  <a:pt x="1196644" y="171198"/>
                </a:cubicBezTo>
                <a:lnTo>
                  <a:pt x="1196644" y="175041"/>
                </a:lnTo>
                <a:lnTo>
                  <a:pt x="1250685" y="175041"/>
                </a:lnTo>
                <a:lnTo>
                  <a:pt x="1250685" y="171198"/>
                </a:lnTo>
                <a:cubicBezTo>
                  <a:pt x="1237952" y="169920"/>
                  <a:pt x="1234836" y="166843"/>
                  <a:pt x="1234836" y="154293"/>
                </a:cubicBezTo>
                <a:lnTo>
                  <a:pt x="1234836" y="95623"/>
                </a:lnTo>
                <a:cubicBezTo>
                  <a:pt x="1234836" y="71544"/>
                  <a:pt x="1223403" y="57193"/>
                  <a:pt x="1204180" y="57193"/>
                </a:cubicBezTo>
                <a:cubicBezTo>
                  <a:pt x="1192228" y="57193"/>
                  <a:pt x="1184173" y="61552"/>
                  <a:pt x="1166508" y="77948"/>
                </a:cubicBezTo>
                <a:lnTo>
                  <a:pt x="1166508" y="57709"/>
                </a:lnTo>
                <a:lnTo>
                  <a:pt x="1164688" y="57193"/>
                </a:lnTo>
                <a:cubicBezTo>
                  <a:pt x="1151959" y="61806"/>
                  <a:pt x="1143127" y="64625"/>
                  <a:pt x="1128836" y="68726"/>
                </a:cubicBezTo>
                <a:lnTo>
                  <a:pt x="1128836" y="73081"/>
                </a:lnTo>
                <a:close/>
                <a:moveTo>
                  <a:pt x="1343953" y="177543"/>
                </a:moveTo>
                <a:lnTo>
                  <a:pt x="1382144" y="164224"/>
                </a:lnTo>
                <a:lnTo>
                  <a:pt x="1382144" y="160126"/>
                </a:lnTo>
                <a:cubicBezTo>
                  <a:pt x="1377467" y="160381"/>
                  <a:pt x="1376947" y="160381"/>
                  <a:pt x="1376166" y="160381"/>
                </a:cubicBezTo>
                <a:cubicBezTo>
                  <a:pt x="1366815" y="160381"/>
                  <a:pt x="1364737" y="157566"/>
                  <a:pt x="1364737" y="145786"/>
                </a:cubicBezTo>
                <a:lnTo>
                  <a:pt x="1364737" y="571"/>
                </a:lnTo>
                <a:lnTo>
                  <a:pt x="1363437" y="59"/>
                </a:lnTo>
                <a:cubicBezTo>
                  <a:pt x="1350966" y="4414"/>
                  <a:pt x="1341876" y="6975"/>
                  <a:pt x="1325245" y="11334"/>
                </a:cubicBezTo>
                <a:lnTo>
                  <a:pt x="1325245" y="15431"/>
                </a:lnTo>
                <a:cubicBezTo>
                  <a:pt x="1327327" y="15177"/>
                  <a:pt x="1328885" y="15177"/>
                  <a:pt x="1330962" y="15177"/>
                </a:cubicBezTo>
                <a:cubicBezTo>
                  <a:pt x="1340575" y="15177"/>
                  <a:pt x="1342914" y="17738"/>
                  <a:pt x="1342914" y="28242"/>
                </a:cubicBezTo>
                <a:lnTo>
                  <a:pt x="1342914" y="68210"/>
                </a:lnTo>
                <a:cubicBezTo>
                  <a:pt x="1333039" y="60011"/>
                  <a:pt x="1326026" y="57193"/>
                  <a:pt x="1315632" y="57193"/>
                </a:cubicBezTo>
                <a:cubicBezTo>
                  <a:pt x="1285757" y="57193"/>
                  <a:pt x="1261595" y="86131"/>
                  <a:pt x="1261595" y="122489"/>
                </a:cubicBezTo>
                <a:cubicBezTo>
                  <a:pt x="1261595" y="155259"/>
                  <a:pt x="1281080" y="177543"/>
                  <a:pt x="1309658" y="177543"/>
                </a:cubicBezTo>
                <a:cubicBezTo>
                  <a:pt x="1324207" y="177543"/>
                  <a:pt x="1334082" y="172422"/>
                  <a:pt x="1342914" y="160381"/>
                </a:cubicBezTo>
                <a:lnTo>
                  <a:pt x="1342914" y="176777"/>
                </a:lnTo>
                <a:lnTo>
                  <a:pt x="1343953" y="177543"/>
                </a:lnTo>
                <a:moveTo>
                  <a:pt x="1342914" y="148859"/>
                </a:moveTo>
                <a:cubicBezTo>
                  <a:pt x="1342914" y="150654"/>
                  <a:pt x="1341095" y="153727"/>
                  <a:pt x="1338498" y="156541"/>
                </a:cubicBezTo>
                <a:cubicBezTo>
                  <a:pt x="1333820" y="161663"/>
                  <a:pt x="1327327" y="164224"/>
                  <a:pt x="1319791" y="164224"/>
                </a:cubicBezTo>
                <a:cubicBezTo>
                  <a:pt x="1298229" y="164224"/>
                  <a:pt x="1283938" y="143738"/>
                  <a:pt x="1283938" y="112246"/>
                </a:cubicBezTo>
                <a:cubicBezTo>
                  <a:pt x="1283938" y="83316"/>
                  <a:pt x="1296667" y="64370"/>
                  <a:pt x="1316413" y="64370"/>
                </a:cubicBezTo>
                <a:cubicBezTo>
                  <a:pt x="1330185" y="64370"/>
                  <a:pt x="1342914" y="76400"/>
                  <a:pt x="1342914" y="89970"/>
                </a:cubicBezTo>
                <a:lnTo>
                  <a:pt x="1342914" y="148859"/>
                </a:lnTo>
                <a:close/>
                <a:moveTo>
                  <a:pt x="1562963" y="158078"/>
                </a:moveTo>
                <a:cubicBezTo>
                  <a:pt x="1558547" y="161659"/>
                  <a:pt x="1555431" y="162941"/>
                  <a:pt x="1551534" y="162941"/>
                </a:cubicBezTo>
                <a:cubicBezTo>
                  <a:pt x="1545560" y="162941"/>
                  <a:pt x="1543740" y="159356"/>
                  <a:pt x="1543740" y="148093"/>
                </a:cubicBezTo>
                <a:lnTo>
                  <a:pt x="1543740" y="98164"/>
                </a:lnTo>
                <a:cubicBezTo>
                  <a:pt x="1543740" y="84849"/>
                  <a:pt x="1542440" y="77424"/>
                  <a:pt x="1538543" y="71279"/>
                </a:cubicBezTo>
                <a:cubicBezTo>
                  <a:pt x="1532827" y="62064"/>
                  <a:pt x="1521655" y="57193"/>
                  <a:pt x="1506329" y="57193"/>
                </a:cubicBezTo>
                <a:cubicBezTo>
                  <a:pt x="1481906" y="57193"/>
                  <a:pt x="1462683" y="69742"/>
                  <a:pt x="1462683" y="85873"/>
                </a:cubicBezTo>
                <a:cubicBezTo>
                  <a:pt x="1462683" y="91764"/>
                  <a:pt x="1467876" y="96882"/>
                  <a:pt x="1473854" y="96882"/>
                </a:cubicBezTo>
                <a:cubicBezTo>
                  <a:pt x="1480086" y="96882"/>
                  <a:pt x="1485545" y="91764"/>
                  <a:pt x="1485545" y="86131"/>
                </a:cubicBezTo>
                <a:cubicBezTo>
                  <a:pt x="1485545" y="85107"/>
                  <a:pt x="1485283" y="83824"/>
                  <a:pt x="1485025" y="82034"/>
                </a:cubicBezTo>
                <a:cubicBezTo>
                  <a:pt x="1484506" y="79731"/>
                  <a:pt x="1484245" y="77682"/>
                  <a:pt x="1484245" y="75888"/>
                </a:cubicBezTo>
                <a:cubicBezTo>
                  <a:pt x="1484245" y="68976"/>
                  <a:pt x="1492558" y="63342"/>
                  <a:pt x="1502952" y="63342"/>
                </a:cubicBezTo>
                <a:cubicBezTo>
                  <a:pt x="1515681" y="63342"/>
                  <a:pt x="1522694" y="70766"/>
                  <a:pt x="1522694" y="84594"/>
                </a:cubicBezTo>
                <a:lnTo>
                  <a:pt x="1522694" y="100213"/>
                </a:lnTo>
                <a:cubicBezTo>
                  <a:pt x="1482687" y="116086"/>
                  <a:pt x="1478270" y="118134"/>
                  <a:pt x="1467099" y="127865"/>
                </a:cubicBezTo>
                <a:cubicBezTo>
                  <a:pt x="1461383" y="132987"/>
                  <a:pt x="1457743" y="141689"/>
                  <a:pt x="1457743" y="150138"/>
                </a:cubicBezTo>
                <a:cubicBezTo>
                  <a:pt x="1457743" y="166272"/>
                  <a:pt x="1469176" y="177543"/>
                  <a:pt x="1485025" y="177543"/>
                </a:cubicBezTo>
                <a:cubicBezTo>
                  <a:pt x="1496454" y="177543"/>
                  <a:pt x="1507106" y="172164"/>
                  <a:pt x="1522956" y="158840"/>
                </a:cubicBezTo>
                <a:cubicBezTo>
                  <a:pt x="1524256" y="172164"/>
                  <a:pt x="1528930" y="177543"/>
                  <a:pt x="1539582" y="177543"/>
                </a:cubicBezTo>
                <a:cubicBezTo>
                  <a:pt x="1548414" y="177543"/>
                  <a:pt x="1553873" y="174471"/>
                  <a:pt x="1562963" y="164736"/>
                </a:cubicBezTo>
                <a:lnTo>
                  <a:pt x="1562963" y="158078"/>
                </a:lnTo>
                <a:moveTo>
                  <a:pt x="1522694" y="143468"/>
                </a:moveTo>
                <a:cubicBezTo>
                  <a:pt x="1522694" y="151412"/>
                  <a:pt x="1521398" y="153719"/>
                  <a:pt x="1515939" y="156792"/>
                </a:cubicBezTo>
                <a:cubicBezTo>
                  <a:pt x="1509707" y="160381"/>
                  <a:pt x="1502433" y="162683"/>
                  <a:pt x="1496974" y="162683"/>
                </a:cubicBezTo>
                <a:cubicBezTo>
                  <a:pt x="1487884" y="162683"/>
                  <a:pt x="1480609" y="153973"/>
                  <a:pt x="1480609" y="142956"/>
                </a:cubicBezTo>
                <a:lnTo>
                  <a:pt x="1480609" y="141932"/>
                </a:lnTo>
                <a:cubicBezTo>
                  <a:pt x="1480609" y="126813"/>
                  <a:pt x="1491257" y="117591"/>
                  <a:pt x="1522694" y="106316"/>
                </a:cubicBezTo>
                <a:lnTo>
                  <a:pt x="1522694" y="143468"/>
                </a:lnTo>
                <a:close/>
                <a:moveTo>
                  <a:pt x="1687929" y="162183"/>
                </a:moveTo>
                <a:lnTo>
                  <a:pt x="1686633" y="162183"/>
                </a:lnTo>
                <a:cubicBezTo>
                  <a:pt x="1674680" y="162183"/>
                  <a:pt x="1671822" y="159364"/>
                  <a:pt x="1671822" y="147577"/>
                </a:cubicBezTo>
                <a:lnTo>
                  <a:pt x="1671822" y="59695"/>
                </a:lnTo>
                <a:lnTo>
                  <a:pt x="1630772" y="59695"/>
                </a:lnTo>
                <a:lnTo>
                  <a:pt x="1630772" y="64054"/>
                </a:lnTo>
                <a:cubicBezTo>
                  <a:pt x="1646883" y="64820"/>
                  <a:pt x="1649999" y="67385"/>
                  <a:pt x="1649999" y="80192"/>
                </a:cubicBezTo>
                <a:lnTo>
                  <a:pt x="1649999" y="140395"/>
                </a:lnTo>
                <a:cubicBezTo>
                  <a:pt x="1649999" y="147569"/>
                  <a:pt x="1648699" y="151158"/>
                  <a:pt x="1645063" y="153973"/>
                </a:cubicBezTo>
                <a:cubicBezTo>
                  <a:pt x="1638047" y="159610"/>
                  <a:pt x="1629995" y="162683"/>
                  <a:pt x="1622201" y="162683"/>
                </a:cubicBezTo>
                <a:cubicBezTo>
                  <a:pt x="1612069" y="162683"/>
                  <a:pt x="1603756" y="153973"/>
                  <a:pt x="1603756" y="143214"/>
                </a:cubicBezTo>
                <a:lnTo>
                  <a:pt x="1603756" y="59695"/>
                </a:lnTo>
                <a:lnTo>
                  <a:pt x="1565822" y="59695"/>
                </a:lnTo>
                <a:lnTo>
                  <a:pt x="1565822" y="63284"/>
                </a:lnTo>
                <a:cubicBezTo>
                  <a:pt x="1578293" y="64054"/>
                  <a:pt x="1581932" y="67897"/>
                  <a:pt x="1581932" y="79680"/>
                </a:cubicBezTo>
                <a:lnTo>
                  <a:pt x="1581932" y="144238"/>
                </a:lnTo>
                <a:cubicBezTo>
                  <a:pt x="1581932" y="164478"/>
                  <a:pt x="1594400" y="177543"/>
                  <a:pt x="1613365" y="177543"/>
                </a:cubicBezTo>
                <a:cubicBezTo>
                  <a:pt x="1622978" y="177543"/>
                  <a:pt x="1633111" y="173446"/>
                  <a:pt x="1640128" y="166526"/>
                </a:cubicBezTo>
                <a:lnTo>
                  <a:pt x="1651299" y="155513"/>
                </a:lnTo>
                <a:lnTo>
                  <a:pt x="1651299" y="176777"/>
                </a:lnTo>
                <a:lnTo>
                  <a:pt x="1652338" y="177293"/>
                </a:lnTo>
                <a:cubicBezTo>
                  <a:pt x="1665329" y="172172"/>
                  <a:pt x="1674680" y="169353"/>
                  <a:pt x="1687929" y="165764"/>
                </a:cubicBezTo>
                <a:lnTo>
                  <a:pt x="1687929" y="162183"/>
                </a:lnTo>
                <a:close/>
                <a:moveTo>
                  <a:pt x="1759634" y="59695"/>
                </a:moveTo>
                <a:lnTo>
                  <a:pt x="1733395" y="59695"/>
                </a:lnTo>
                <a:lnTo>
                  <a:pt x="1733395" y="29974"/>
                </a:lnTo>
                <a:cubicBezTo>
                  <a:pt x="1733395" y="27414"/>
                  <a:pt x="1733137" y="26643"/>
                  <a:pt x="1731575" y="26643"/>
                </a:cubicBezTo>
                <a:cubicBezTo>
                  <a:pt x="1729760" y="28950"/>
                  <a:pt x="1728198" y="31257"/>
                  <a:pt x="1726382" y="33817"/>
                </a:cubicBezTo>
                <a:cubicBezTo>
                  <a:pt x="1716507" y="47911"/>
                  <a:pt x="1705336" y="60211"/>
                  <a:pt x="1701181" y="61235"/>
                </a:cubicBezTo>
                <a:cubicBezTo>
                  <a:pt x="1698323" y="63026"/>
                  <a:pt x="1696761" y="64820"/>
                  <a:pt x="1696761" y="66102"/>
                </a:cubicBezTo>
                <a:cubicBezTo>
                  <a:pt x="1696761" y="66872"/>
                  <a:pt x="1697023" y="67385"/>
                  <a:pt x="1697804" y="67897"/>
                </a:cubicBezTo>
                <a:lnTo>
                  <a:pt x="1711572" y="67897"/>
                </a:lnTo>
                <a:lnTo>
                  <a:pt x="1711572" y="145008"/>
                </a:lnTo>
                <a:cubicBezTo>
                  <a:pt x="1711572" y="166526"/>
                  <a:pt x="1719365" y="177543"/>
                  <a:pt x="1734695" y="177543"/>
                </a:cubicBezTo>
                <a:cubicBezTo>
                  <a:pt x="1747424" y="177543"/>
                  <a:pt x="1757295" y="171398"/>
                  <a:pt x="1765870" y="158074"/>
                </a:cubicBezTo>
                <a:lnTo>
                  <a:pt x="1762493" y="155255"/>
                </a:lnTo>
                <a:cubicBezTo>
                  <a:pt x="1757038" y="161659"/>
                  <a:pt x="1752622" y="164224"/>
                  <a:pt x="1746905" y="164224"/>
                </a:cubicBezTo>
                <a:cubicBezTo>
                  <a:pt x="1737292" y="164224"/>
                  <a:pt x="1733395" y="157304"/>
                  <a:pt x="1733395" y="141165"/>
                </a:cubicBezTo>
                <a:lnTo>
                  <a:pt x="1733395" y="67897"/>
                </a:lnTo>
                <a:lnTo>
                  <a:pt x="1759634" y="67897"/>
                </a:lnTo>
                <a:lnTo>
                  <a:pt x="1759634" y="59695"/>
                </a:lnTo>
                <a:close/>
                <a:moveTo>
                  <a:pt x="1806400" y="87171"/>
                </a:moveTo>
                <a:cubicBezTo>
                  <a:pt x="1817310" y="75387"/>
                  <a:pt x="1825103" y="71028"/>
                  <a:pt x="1835236" y="71028"/>
                </a:cubicBezTo>
                <a:cubicBezTo>
                  <a:pt x="1848227" y="71028"/>
                  <a:pt x="1854720" y="80255"/>
                  <a:pt x="1854720" y="98188"/>
                </a:cubicBezTo>
                <a:lnTo>
                  <a:pt x="1854720" y="148910"/>
                </a:lnTo>
                <a:cubicBezTo>
                  <a:pt x="1854720" y="166331"/>
                  <a:pt x="1852124" y="169662"/>
                  <a:pt x="1837056" y="171198"/>
                </a:cubicBezTo>
                <a:lnTo>
                  <a:pt x="1837056" y="175041"/>
                </a:lnTo>
                <a:lnTo>
                  <a:pt x="1892135" y="175041"/>
                </a:lnTo>
                <a:lnTo>
                  <a:pt x="1892135" y="171198"/>
                </a:lnTo>
                <a:cubicBezTo>
                  <a:pt x="1878106" y="168638"/>
                  <a:pt x="1876544" y="166589"/>
                  <a:pt x="1876544" y="148910"/>
                </a:cubicBezTo>
                <a:lnTo>
                  <a:pt x="1876544" y="97930"/>
                </a:lnTo>
                <a:cubicBezTo>
                  <a:pt x="1876544" y="71028"/>
                  <a:pt x="1865634" y="57193"/>
                  <a:pt x="1844588" y="57193"/>
                </a:cubicBezTo>
                <a:cubicBezTo>
                  <a:pt x="1829262" y="57193"/>
                  <a:pt x="1818348" y="63342"/>
                  <a:pt x="1806400" y="78714"/>
                </a:cubicBezTo>
                <a:lnTo>
                  <a:pt x="1806400" y="829"/>
                </a:lnTo>
                <a:lnTo>
                  <a:pt x="1805100" y="59"/>
                </a:lnTo>
                <a:cubicBezTo>
                  <a:pt x="1796267" y="3132"/>
                  <a:pt x="1789770" y="5184"/>
                  <a:pt x="1775221" y="9281"/>
                </a:cubicBezTo>
                <a:lnTo>
                  <a:pt x="1768208" y="11334"/>
                </a:lnTo>
                <a:lnTo>
                  <a:pt x="1768208" y="15431"/>
                </a:lnTo>
                <a:cubicBezTo>
                  <a:pt x="1769247" y="15177"/>
                  <a:pt x="1770028" y="15177"/>
                  <a:pt x="1771324" y="15177"/>
                </a:cubicBezTo>
                <a:cubicBezTo>
                  <a:pt x="1782496" y="15177"/>
                  <a:pt x="1784577" y="17225"/>
                  <a:pt x="1784577" y="28242"/>
                </a:cubicBezTo>
                <a:lnTo>
                  <a:pt x="1784577" y="148910"/>
                </a:lnTo>
                <a:cubicBezTo>
                  <a:pt x="1784577" y="166843"/>
                  <a:pt x="1783015" y="169150"/>
                  <a:pt x="1767947" y="171198"/>
                </a:cubicBezTo>
                <a:lnTo>
                  <a:pt x="1767947" y="175041"/>
                </a:lnTo>
                <a:lnTo>
                  <a:pt x="1824065" y="175041"/>
                </a:lnTo>
                <a:lnTo>
                  <a:pt x="1824065" y="171198"/>
                </a:lnTo>
                <a:cubicBezTo>
                  <a:pt x="1808997" y="169662"/>
                  <a:pt x="1806400" y="166589"/>
                  <a:pt x="1806400" y="148910"/>
                </a:cubicBezTo>
                <a:lnTo>
                  <a:pt x="1806400" y="87171"/>
                </a:lnTo>
                <a:close/>
                <a:moveTo>
                  <a:pt x="2001508" y="132951"/>
                </a:moveTo>
                <a:cubicBezTo>
                  <a:pt x="1989041" y="152433"/>
                  <a:pt x="1977865" y="159868"/>
                  <a:pt x="1961239" y="159868"/>
                </a:cubicBezTo>
                <a:cubicBezTo>
                  <a:pt x="1946433" y="159868"/>
                  <a:pt x="1935261" y="152433"/>
                  <a:pt x="1927725" y="137823"/>
                </a:cubicBezTo>
                <a:cubicBezTo>
                  <a:pt x="1923047" y="128080"/>
                  <a:pt x="1921232" y="119620"/>
                  <a:pt x="1920713" y="103982"/>
                </a:cubicBezTo>
                <a:lnTo>
                  <a:pt x="2000731" y="103982"/>
                </a:lnTo>
                <a:cubicBezTo>
                  <a:pt x="1998650" y="87358"/>
                  <a:pt x="1996053" y="79954"/>
                  <a:pt x="1989560" y="71783"/>
                </a:cubicBezTo>
                <a:cubicBezTo>
                  <a:pt x="1981762" y="62576"/>
                  <a:pt x="1969814" y="57193"/>
                  <a:pt x="1956304" y="57193"/>
                </a:cubicBezTo>
                <a:cubicBezTo>
                  <a:pt x="1943313" y="57193"/>
                  <a:pt x="1931103" y="61806"/>
                  <a:pt x="1921232" y="70504"/>
                </a:cubicBezTo>
                <a:cubicBezTo>
                  <a:pt x="1909018" y="80974"/>
                  <a:pt x="1902005" y="99114"/>
                  <a:pt x="1902005" y="120132"/>
                </a:cubicBezTo>
                <a:cubicBezTo>
                  <a:pt x="1902005" y="155509"/>
                  <a:pt x="1920713" y="177543"/>
                  <a:pt x="1950587" y="177543"/>
                </a:cubicBezTo>
                <a:cubicBezTo>
                  <a:pt x="1975269" y="177543"/>
                  <a:pt x="1994753" y="162429"/>
                  <a:pt x="2005667" y="134746"/>
                </a:cubicBezTo>
                <a:lnTo>
                  <a:pt x="2001508" y="132951"/>
                </a:lnTo>
                <a:moveTo>
                  <a:pt x="1921232" y="95783"/>
                </a:moveTo>
                <a:cubicBezTo>
                  <a:pt x="1924086" y="75868"/>
                  <a:pt x="1932922" y="66419"/>
                  <a:pt x="1948768" y="66419"/>
                </a:cubicBezTo>
                <a:cubicBezTo>
                  <a:pt x="1964617" y="66419"/>
                  <a:pt x="1970852" y="73570"/>
                  <a:pt x="1974230" y="95783"/>
                </a:cubicBezTo>
                <a:lnTo>
                  <a:pt x="1921232" y="95783"/>
                </a:lnTo>
                <a:close/>
                <a:moveTo>
                  <a:pt x="2015019" y="73081"/>
                </a:moveTo>
                <a:cubicBezTo>
                  <a:pt x="2016577" y="72311"/>
                  <a:pt x="2019177" y="72057"/>
                  <a:pt x="2022035" y="72057"/>
                </a:cubicBezTo>
                <a:cubicBezTo>
                  <a:pt x="2029310" y="72057"/>
                  <a:pt x="2031645" y="75900"/>
                  <a:pt x="2031645" y="88449"/>
                </a:cubicBezTo>
                <a:lnTo>
                  <a:pt x="2031645" y="151987"/>
                </a:lnTo>
                <a:cubicBezTo>
                  <a:pt x="2031645" y="166589"/>
                  <a:pt x="2028787" y="170174"/>
                  <a:pt x="2015538" y="171198"/>
                </a:cubicBezTo>
                <a:lnTo>
                  <a:pt x="2015538" y="175041"/>
                </a:lnTo>
                <a:lnTo>
                  <a:pt x="2070617" y="175041"/>
                </a:lnTo>
                <a:lnTo>
                  <a:pt x="2070617" y="171198"/>
                </a:lnTo>
                <a:cubicBezTo>
                  <a:pt x="2057365" y="170174"/>
                  <a:pt x="2053468" y="167101"/>
                  <a:pt x="2053468" y="157879"/>
                </a:cubicBezTo>
                <a:lnTo>
                  <a:pt x="2053468" y="85888"/>
                </a:lnTo>
                <a:cubicBezTo>
                  <a:pt x="2065940" y="74359"/>
                  <a:pt x="2071656" y="71286"/>
                  <a:pt x="2080231" y="71286"/>
                </a:cubicBezTo>
                <a:cubicBezTo>
                  <a:pt x="2092960" y="71286"/>
                  <a:pt x="2099196" y="79227"/>
                  <a:pt x="2099196" y="96135"/>
                </a:cubicBezTo>
                <a:lnTo>
                  <a:pt x="2099196" y="149680"/>
                </a:lnTo>
                <a:cubicBezTo>
                  <a:pt x="2099196" y="165819"/>
                  <a:pt x="2095818" y="170174"/>
                  <a:pt x="2082827" y="171198"/>
                </a:cubicBezTo>
                <a:lnTo>
                  <a:pt x="2082827" y="175041"/>
                </a:lnTo>
                <a:lnTo>
                  <a:pt x="2136868" y="175041"/>
                </a:lnTo>
                <a:lnTo>
                  <a:pt x="2136868" y="171198"/>
                </a:lnTo>
                <a:cubicBezTo>
                  <a:pt x="2124135" y="169920"/>
                  <a:pt x="2121019" y="166843"/>
                  <a:pt x="2121019" y="154293"/>
                </a:cubicBezTo>
                <a:lnTo>
                  <a:pt x="2121019" y="95623"/>
                </a:lnTo>
                <a:cubicBezTo>
                  <a:pt x="2121019" y="71544"/>
                  <a:pt x="2109586" y="57193"/>
                  <a:pt x="2090363" y="57193"/>
                </a:cubicBezTo>
                <a:cubicBezTo>
                  <a:pt x="2078411" y="57193"/>
                  <a:pt x="2070356" y="61552"/>
                  <a:pt x="2052691" y="77948"/>
                </a:cubicBezTo>
                <a:lnTo>
                  <a:pt x="2052691" y="57709"/>
                </a:lnTo>
                <a:lnTo>
                  <a:pt x="2050871" y="57193"/>
                </a:lnTo>
                <a:cubicBezTo>
                  <a:pt x="2038142" y="61806"/>
                  <a:pt x="2029310" y="64625"/>
                  <a:pt x="2015019" y="68726"/>
                </a:cubicBezTo>
                <a:lnTo>
                  <a:pt x="2015019" y="73081"/>
                </a:lnTo>
                <a:close/>
                <a:moveTo>
                  <a:pt x="2207012" y="59695"/>
                </a:moveTo>
                <a:lnTo>
                  <a:pt x="2180772" y="59695"/>
                </a:lnTo>
                <a:lnTo>
                  <a:pt x="2180772" y="29974"/>
                </a:lnTo>
                <a:cubicBezTo>
                  <a:pt x="2180772" y="27414"/>
                  <a:pt x="2180515" y="26643"/>
                  <a:pt x="2178953" y="26643"/>
                </a:cubicBezTo>
                <a:cubicBezTo>
                  <a:pt x="2177137" y="28950"/>
                  <a:pt x="2175575" y="31257"/>
                  <a:pt x="2173759" y="33817"/>
                </a:cubicBezTo>
                <a:cubicBezTo>
                  <a:pt x="2163884" y="47911"/>
                  <a:pt x="2152713" y="60211"/>
                  <a:pt x="2148559" y="61235"/>
                </a:cubicBezTo>
                <a:cubicBezTo>
                  <a:pt x="2145700" y="63026"/>
                  <a:pt x="2144138" y="64820"/>
                  <a:pt x="2144138" y="66102"/>
                </a:cubicBezTo>
                <a:cubicBezTo>
                  <a:pt x="2144138" y="66872"/>
                  <a:pt x="2144400" y="67385"/>
                  <a:pt x="2145181" y="67897"/>
                </a:cubicBezTo>
                <a:lnTo>
                  <a:pt x="2158949" y="67897"/>
                </a:lnTo>
                <a:lnTo>
                  <a:pt x="2158949" y="145008"/>
                </a:lnTo>
                <a:cubicBezTo>
                  <a:pt x="2158949" y="166526"/>
                  <a:pt x="2166743" y="177543"/>
                  <a:pt x="2182073" y="177543"/>
                </a:cubicBezTo>
                <a:cubicBezTo>
                  <a:pt x="2194802" y="177543"/>
                  <a:pt x="2204673" y="171398"/>
                  <a:pt x="2213247" y="158074"/>
                </a:cubicBezTo>
                <a:lnTo>
                  <a:pt x="2209870" y="155255"/>
                </a:lnTo>
                <a:cubicBezTo>
                  <a:pt x="2204415" y="161659"/>
                  <a:pt x="2199999" y="164224"/>
                  <a:pt x="2194282" y="164224"/>
                </a:cubicBezTo>
                <a:cubicBezTo>
                  <a:pt x="2184669" y="164224"/>
                  <a:pt x="2180772" y="157304"/>
                  <a:pt x="2180772" y="141165"/>
                </a:cubicBezTo>
                <a:lnTo>
                  <a:pt x="2180772" y="67897"/>
                </a:lnTo>
                <a:lnTo>
                  <a:pt x="2207012" y="67897"/>
                </a:lnTo>
                <a:lnTo>
                  <a:pt x="2207012" y="59695"/>
                </a:lnTo>
                <a:close/>
                <a:moveTo>
                  <a:pt x="2258451" y="57193"/>
                </a:moveTo>
                <a:lnTo>
                  <a:pt x="2218182" y="71204"/>
                </a:lnTo>
                <a:lnTo>
                  <a:pt x="2218182" y="75051"/>
                </a:lnTo>
                <a:lnTo>
                  <a:pt x="2220263" y="74793"/>
                </a:lnTo>
                <a:cubicBezTo>
                  <a:pt x="2223379" y="74281"/>
                  <a:pt x="2226756" y="74023"/>
                  <a:pt x="2229095" y="74023"/>
                </a:cubicBezTo>
                <a:cubicBezTo>
                  <a:pt x="2235331" y="74023"/>
                  <a:pt x="2237666" y="78124"/>
                  <a:pt x="2237666" y="89407"/>
                </a:cubicBezTo>
                <a:lnTo>
                  <a:pt x="2237666" y="148894"/>
                </a:lnTo>
                <a:cubicBezTo>
                  <a:pt x="2237666" y="167355"/>
                  <a:pt x="2235069" y="170174"/>
                  <a:pt x="2217143" y="171198"/>
                </a:cubicBezTo>
                <a:lnTo>
                  <a:pt x="2217143" y="175041"/>
                </a:lnTo>
                <a:lnTo>
                  <a:pt x="2278716" y="175041"/>
                </a:lnTo>
                <a:lnTo>
                  <a:pt x="2278716" y="171198"/>
                </a:lnTo>
                <a:cubicBezTo>
                  <a:pt x="2261571" y="169920"/>
                  <a:pt x="2259489" y="167355"/>
                  <a:pt x="2259489" y="148894"/>
                </a:cubicBezTo>
                <a:lnTo>
                  <a:pt x="2259489" y="57963"/>
                </a:lnTo>
                <a:lnTo>
                  <a:pt x="2258451" y="57193"/>
                </a:lnTo>
                <a:moveTo>
                  <a:pt x="2246241" y="145"/>
                </a:moveTo>
                <a:cubicBezTo>
                  <a:pt x="2239228" y="145"/>
                  <a:pt x="2233250" y="6040"/>
                  <a:pt x="2233250" y="13214"/>
                </a:cubicBezTo>
                <a:cubicBezTo>
                  <a:pt x="2233250" y="20388"/>
                  <a:pt x="2238966" y="26280"/>
                  <a:pt x="2246241" y="26280"/>
                </a:cubicBezTo>
                <a:cubicBezTo>
                  <a:pt x="2253777" y="26280"/>
                  <a:pt x="2259751" y="20642"/>
                  <a:pt x="2259751" y="13214"/>
                </a:cubicBezTo>
                <a:cubicBezTo>
                  <a:pt x="2259751" y="6040"/>
                  <a:pt x="2253777" y="145"/>
                  <a:pt x="2246241" y="145"/>
                </a:cubicBezTo>
                <a:close/>
                <a:moveTo>
                  <a:pt x="2388613" y="135031"/>
                </a:moveTo>
                <a:cubicBezTo>
                  <a:pt x="2376141" y="152953"/>
                  <a:pt x="2366790" y="159098"/>
                  <a:pt x="2351979" y="159098"/>
                </a:cubicBezTo>
                <a:cubicBezTo>
                  <a:pt x="2328336" y="159098"/>
                  <a:pt x="2311710" y="138616"/>
                  <a:pt x="2311710" y="109174"/>
                </a:cubicBezTo>
                <a:cubicBezTo>
                  <a:pt x="2311710" y="82804"/>
                  <a:pt x="2326001" y="64625"/>
                  <a:pt x="2347044" y="64625"/>
                </a:cubicBezTo>
                <a:cubicBezTo>
                  <a:pt x="2356395" y="64625"/>
                  <a:pt x="2359773" y="67439"/>
                  <a:pt x="2362373" y="76912"/>
                </a:cubicBezTo>
                <a:lnTo>
                  <a:pt x="2363931" y="82546"/>
                </a:lnTo>
                <a:cubicBezTo>
                  <a:pt x="2366009" y="89716"/>
                  <a:pt x="2370686" y="94325"/>
                  <a:pt x="2376141" y="94325"/>
                </a:cubicBezTo>
                <a:cubicBezTo>
                  <a:pt x="2382896" y="94325"/>
                  <a:pt x="2388613" y="89458"/>
                  <a:pt x="2388613" y="83570"/>
                </a:cubicBezTo>
                <a:cubicBezTo>
                  <a:pt x="2388613" y="69234"/>
                  <a:pt x="2370425" y="57193"/>
                  <a:pt x="2348602" y="57193"/>
                </a:cubicBezTo>
                <a:cubicBezTo>
                  <a:pt x="2335872" y="57193"/>
                  <a:pt x="2322624" y="62318"/>
                  <a:pt x="2311972" y="71537"/>
                </a:cubicBezTo>
                <a:cubicBezTo>
                  <a:pt x="2298981" y="82804"/>
                  <a:pt x="2291706" y="100213"/>
                  <a:pt x="2291706" y="120437"/>
                </a:cubicBezTo>
                <a:cubicBezTo>
                  <a:pt x="2291706" y="153723"/>
                  <a:pt x="2312229" y="177543"/>
                  <a:pt x="2341069" y="177543"/>
                </a:cubicBezTo>
                <a:cubicBezTo>
                  <a:pt x="2352760" y="177543"/>
                  <a:pt x="2363150" y="173446"/>
                  <a:pt x="2372506" y="165502"/>
                </a:cubicBezTo>
                <a:cubicBezTo>
                  <a:pt x="2379519" y="159352"/>
                  <a:pt x="2384454" y="152440"/>
                  <a:pt x="2392248" y="137334"/>
                </a:cubicBezTo>
                <a:lnTo>
                  <a:pt x="2388613" y="135031"/>
                </a:lnTo>
                <a:close/>
                <a:moveTo>
                  <a:pt x="2515394" y="158078"/>
                </a:moveTo>
                <a:cubicBezTo>
                  <a:pt x="2510977" y="161659"/>
                  <a:pt x="2507862" y="162941"/>
                  <a:pt x="2503965" y="162941"/>
                </a:cubicBezTo>
                <a:cubicBezTo>
                  <a:pt x="2497991" y="162941"/>
                  <a:pt x="2496171" y="159356"/>
                  <a:pt x="2496171" y="148093"/>
                </a:cubicBezTo>
                <a:lnTo>
                  <a:pt x="2496171" y="98164"/>
                </a:lnTo>
                <a:cubicBezTo>
                  <a:pt x="2496171" y="84849"/>
                  <a:pt x="2494871" y="77424"/>
                  <a:pt x="2490974" y="71279"/>
                </a:cubicBezTo>
                <a:cubicBezTo>
                  <a:pt x="2485257" y="62064"/>
                  <a:pt x="2474086" y="57193"/>
                  <a:pt x="2458760" y="57193"/>
                </a:cubicBezTo>
                <a:cubicBezTo>
                  <a:pt x="2434336" y="57193"/>
                  <a:pt x="2415114" y="69742"/>
                  <a:pt x="2415114" y="85873"/>
                </a:cubicBezTo>
                <a:cubicBezTo>
                  <a:pt x="2415114" y="91764"/>
                  <a:pt x="2420307" y="96882"/>
                  <a:pt x="2426285" y="96882"/>
                </a:cubicBezTo>
                <a:cubicBezTo>
                  <a:pt x="2432517" y="96882"/>
                  <a:pt x="2437976" y="91764"/>
                  <a:pt x="2437976" y="86131"/>
                </a:cubicBezTo>
                <a:cubicBezTo>
                  <a:pt x="2437976" y="85107"/>
                  <a:pt x="2437714" y="83824"/>
                  <a:pt x="2437456" y="82034"/>
                </a:cubicBezTo>
                <a:cubicBezTo>
                  <a:pt x="2436937" y="79731"/>
                  <a:pt x="2436675" y="77682"/>
                  <a:pt x="2436675" y="75888"/>
                </a:cubicBezTo>
                <a:cubicBezTo>
                  <a:pt x="2436675" y="68976"/>
                  <a:pt x="2444988" y="63342"/>
                  <a:pt x="2455383" y="63342"/>
                </a:cubicBezTo>
                <a:cubicBezTo>
                  <a:pt x="2468112" y="63342"/>
                  <a:pt x="2475125" y="70766"/>
                  <a:pt x="2475125" y="84594"/>
                </a:cubicBezTo>
                <a:lnTo>
                  <a:pt x="2475125" y="100213"/>
                </a:lnTo>
                <a:cubicBezTo>
                  <a:pt x="2435117" y="116086"/>
                  <a:pt x="2430701" y="118134"/>
                  <a:pt x="2419530" y="127865"/>
                </a:cubicBezTo>
                <a:cubicBezTo>
                  <a:pt x="2413813" y="132987"/>
                  <a:pt x="2410174" y="141689"/>
                  <a:pt x="2410174" y="150138"/>
                </a:cubicBezTo>
                <a:cubicBezTo>
                  <a:pt x="2410174" y="166272"/>
                  <a:pt x="2421607" y="177543"/>
                  <a:pt x="2437456" y="177543"/>
                </a:cubicBezTo>
                <a:cubicBezTo>
                  <a:pt x="2448885" y="177543"/>
                  <a:pt x="2459537" y="172164"/>
                  <a:pt x="2475386" y="158840"/>
                </a:cubicBezTo>
                <a:cubicBezTo>
                  <a:pt x="2476687" y="172164"/>
                  <a:pt x="2481360" y="177543"/>
                  <a:pt x="2492012" y="177543"/>
                </a:cubicBezTo>
                <a:cubicBezTo>
                  <a:pt x="2500845" y="177543"/>
                  <a:pt x="2506304" y="174471"/>
                  <a:pt x="2515394" y="164736"/>
                </a:cubicBezTo>
                <a:lnTo>
                  <a:pt x="2515394" y="158078"/>
                </a:lnTo>
                <a:moveTo>
                  <a:pt x="2475125" y="143468"/>
                </a:moveTo>
                <a:cubicBezTo>
                  <a:pt x="2475125" y="151412"/>
                  <a:pt x="2473828" y="153719"/>
                  <a:pt x="2468370" y="156792"/>
                </a:cubicBezTo>
                <a:cubicBezTo>
                  <a:pt x="2462138" y="160381"/>
                  <a:pt x="2454863" y="162683"/>
                  <a:pt x="2449405" y="162683"/>
                </a:cubicBezTo>
                <a:cubicBezTo>
                  <a:pt x="2440314" y="162683"/>
                  <a:pt x="2433040" y="153973"/>
                  <a:pt x="2433040" y="142956"/>
                </a:cubicBezTo>
                <a:lnTo>
                  <a:pt x="2433040" y="141932"/>
                </a:lnTo>
                <a:cubicBezTo>
                  <a:pt x="2433040" y="126813"/>
                  <a:pt x="2443688" y="117591"/>
                  <a:pt x="2475125" y="106316"/>
                </a:cubicBezTo>
                <a:lnTo>
                  <a:pt x="2475125" y="143468"/>
                </a:lnTo>
                <a:close/>
                <a:moveTo>
                  <a:pt x="2582163" y="59695"/>
                </a:moveTo>
                <a:lnTo>
                  <a:pt x="2555924" y="59695"/>
                </a:lnTo>
                <a:lnTo>
                  <a:pt x="2555924" y="29974"/>
                </a:lnTo>
                <a:cubicBezTo>
                  <a:pt x="2555924" y="27414"/>
                  <a:pt x="2555666" y="26643"/>
                  <a:pt x="2554104" y="26643"/>
                </a:cubicBezTo>
                <a:cubicBezTo>
                  <a:pt x="2552288" y="28950"/>
                  <a:pt x="2550727" y="31257"/>
                  <a:pt x="2548911" y="33817"/>
                </a:cubicBezTo>
                <a:cubicBezTo>
                  <a:pt x="2539036" y="47911"/>
                  <a:pt x="2527865" y="60211"/>
                  <a:pt x="2523710" y="61235"/>
                </a:cubicBezTo>
                <a:cubicBezTo>
                  <a:pt x="2520852" y="63026"/>
                  <a:pt x="2519290" y="64820"/>
                  <a:pt x="2519290" y="66102"/>
                </a:cubicBezTo>
                <a:cubicBezTo>
                  <a:pt x="2519290" y="66872"/>
                  <a:pt x="2519552" y="67385"/>
                  <a:pt x="2520333" y="67897"/>
                </a:cubicBezTo>
                <a:lnTo>
                  <a:pt x="2534100" y="67897"/>
                </a:lnTo>
                <a:lnTo>
                  <a:pt x="2534100" y="145008"/>
                </a:lnTo>
                <a:cubicBezTo>
                  <a:pt x="2534100" y="166526"/>
                  <a:pt x="2541894" y="177543"/>
                  <a:pt x="2557224" y="177543"/>
                </a:cubicBezTo>
                <a:cubicBezTo>
                  <a:pt x="2569953" y="177543"/>
                  <a:pt x="2579824" y="171398"/>
                  <a:pt x="2588399" y="158074"/>
                </a:cubicBezTo>
                <a:lnTo>
                  <a:pt x="2585021" y="155255"/>
                </a:lnTo>
                <a:cubicBezTo>
                  <a:pt x="2579567" y="161659"/>
                  <a:pt x="2575150" y="164224"/>
                  <a:pt x="2569434" y="164224"/>
                </a:cubicBezTo>
                <a:cubicBezTo>
                  <a:pt x="2559821" y="164224"/>
                  <a:pt x="2555924" y="157304"/>
                  <a:pt x="2555924" y="141165"/>
                </a:cubicBezTo>
                <a:lnTo>
                  <a:pt x="2555924" y="67897"/>
                </a:lnTo>
                <a:lnTo>
                  <a:pt x="2582163" y="67897"/>
                </a:lnTo>
                <a:lnTo>
                  <a:pt x="2582163" y="59695"/>
                </a:lnTo>
                <a:close/>
                <a:moveTo>
                  <a:pt x="2694137" y="132951"/>
                </a:moveTo>
                <a:cubicBezTo>
                  <a:pt x="2681669" y="152433"/>
                  <a:pt x="2670494" y="159868"/>
                  <a:pt x="2653868" y="159868"/>
                </a:cubicBezTo>
                <a:cubicBezTo>
                  <a:pt x="2639061" y="159868"/>
                  <a:pt x="2627890" y="152433"/>
                  <a:pt x="2620354" y="137823"/>
                </a:cubicBezTo>
                <a:cubicBezTo>
                  <a:pt x="2615676" y="128080"/>
                  <a:pt x="2613861" y="119620"/>
                  <a:pt x="2613341" y="103982"/>
                </a:cubicBezTo>
                <a:lnTo>
                  <a:pt x="2693360" y="103982"/>
                </a:lnTo>
                <a:cubicBezTo>
                  <a:pt x="2691279" y="87358"/>
                  <a:pt x="2688682" y="79954"/>
                  <a:pt x="2682189" y="71783"/>
                </a:cubicBezTo>
                <a:cubicBezTo>
                  <a:pt x="2674391" y="62576"/>
                  <a:pt x="2662443" y="57193"/>
                  <a:pt x="2648933" y="57193"/>
                </a:cubicBezTo>
                <a:cubicBezTo>
                  <a:pt x="2635942" y="57193"/>
                  <a:pt x="2623732" y="61806"/>
                  <a:pt x="2613861" y="70504"/>
                </a:cubicBezTo>
                <a:cubicBezTo>
                  <a:pt x="2601647" y="80974"/>
                  <a:pt x="2594634" y="99114"/>
                  <a:pt x="2594634" y="120132"/>
                </a:cubicBezTo>
                <a:cubicBezTo>
                  <a:pt x="2594634" y="155509"/>
                  <a:pt x="2613341" y="177543"/>
                  <a:pt x="2643216" y="177543"/>
                </a:cubicBezTo>
                <a:cubicBezTo>
                  <a:pt x="2667898" y="177543"/>
                  <a:pt x="2687382" y="162429"/>
                  <a:pt x="2698296" y="134746"/>
                </a:cubicBezTo>
                <a:lnTo>
                  <a:pt x="2694137" y="132951"/>
                </a:lnTo>
                <a:moveTo>
                  <a:pt x="2613861" y="95783"/>
                </a:moveTo>
                <a:cubicBezTo>
                  <a:pt x="2616715" y="75868"/>
                  <a:pt x="2625551" y="66419"/>
                  <a:pt x="2641396" y="66419"/>
                </a:cubicBezTo>
                <a:cubicBezTo>
                  <a:pt x="2657246" y="66419"/>
                  <a:pt x="2663481" y="73570"/>
                  <a:pt x="2666859" y="95783"/>
                </a:cubicBezTo>
                <a:lnTo>
                  <a:pt x="2613861" y="95783"/>
                </a:lnTo>
                <a:close/>
                <a:moveTo>
                  <a:pt x="2792862" y="177543"/>
                </a:moveTo>
                <a:lnTo>
                  <a:pt x="2831054" y="164224"/>
                </a:lnTo>
                <a:lnTo>
                  <a:pt x="2831054" y="160126"/>
                </a:lnTo>
                <a:cubicBezTo>
                  <a:pt x="2826376" y="160381"/>
                  <a:pt x="2825857" y="160381"/>
                  <a:pt x="2825076" y="160381"/>
                </a:cubicBezTo>
                <a:cubicBezTo>
                  <a:pt x="2815724" y="160381"/>
                  <a:pt x="2813647" y="157566"/>
                  <a:pt x="2813647" y="145786"/>
                </a:cubicBezTo>
                <a:lnTo>
                  <a:pt x="2813647" y="571"/>
                </a:lnTo>
                <a:lnTo>
                  <a:pt x="2812347" y="59"/>
                </a:lnTo>
                <a:cubicBezTo>
                  <a:pt x="2799875" y="4414"/>
                  <a:pt x="2790785" y="6975"/>
                  <a:pt x="2774155" y="11334"/>
                </a:cubicBezTo>
                <a:lnTo>
                  <a:pt x="2774155" y="15431"/>
                </a:lnTo>
                <a:cubicBezTo>
                  <a:pt x="2776236" y="15177"/>
                  <a:pt x="2777794" y="15177"/>
                  <a:pt x="2779872" y="15177"/>
                </a:cubicBezTo>
                <a:cubicBezTo>
                  <a:pt x="2789485" y="15177"/>
                  <a:pt x="2791824" y="17738"/>
                  <a:pt x="2791824" y="28242"/>
                </a:cubicBezTo>
                <a:lnTo>
                  <a:pt x="2791824" y="68210"/>
                </a:lnTo>
                <a:cubicBezTo>
                  <a:pt x="2781949" y="60011"/>
                  <a:pt x="2774936" y="57193"/>
                  <a:pt x="2764542" y="57193"/>
                </a:cubicBezTo>
                <a:cubicBezTo>
                  <a:pt x="2734667" y="57193"/>
                  <a:pt x="2710505" y="86131"/>
                  <a:pt x="2710505" y="122489"/>
                </a:cubicBezTo>
                <a:cubicBezTo>
                  <a:pt x="2710505" y="155259"/>
                  <a:pt x="2729989" y="177543"/>
                  <a:pt x="2758568" y="177543"/>
                </a:cubicBezTo>
                <a:cubicBezTo>
                  <a:pt x="2773116" y="177543"/>
                  <a:pt x="2782991" y="172422"/>
                  <a:pt x="2791824" y="160381"/>
                </a:cubicBezTo>
                <a:lnTo>
                  <a:pt x="2791824" y="176777"/>
                </a:lnTo>
                <a:lnTo>
                  <a:pt x="2792862" y="177543"/>
                </a:lnTo>
                <a:moveTo>
                  <a:pt x="2791824" y="148859"/>
                </a:moveTo>
                <a:cubicBezTo>
                  <a:pt x="2791824" y="150654"/>
                  <a:pt x="2790004" y="153727"/>
                  <a:pt x="2787408" y="156541"/>
                </a:cubicBezTo>
                <a:cubicBezTo>
                  <a:pt x="2782730" y="161663"/>
                  <a:pt x="2776236" y="164224"/>
                  <a:pt x="2768700" y="164224"/>
                </a:cubicBezTo>
                <a:cubicBezTo>
                  <a:pt x="2747139" y="164224"/>
                  <a:pt x="2732847" y="143738"/>
                  <a:pt x="2732847" y="112246"/>
                </a:cubicBezTo>
                <a:cubicBezTo>
                  <a:pt x="2732847" y="83316"/>
                  <a:pt x="2745577" y="64370"/>
                  <a:pt x="2765323" y="64370"/>
                </a:cubicBezTo>
                <a:cubicBezTo>
                  <a:pt x="2779095" y="64370"/>
                  <a:pt x="2791824" y="76400"/>
                  <a:pt x="2791824" y="89970"/>
                </a:cubicBezTo>
                <a:lnTo>
                  <a:pt x="2791824" y="1488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Text aspartofthePoly1305input.Thesequencenumberisencodedas">
            <a:extLst xmlns:a="http://schemas.openxmlformats.org/drawingml/2006/main">
              <a:ext uri="{FF2B5EF4-FFF2-40B4-BE49-F238E27FC236}">
                <a16:creationId xmlns:a16="http://schemas.microsoft.com/office/drawing/2014/main" id="{674E2EF7-4098-45E8-BD11-28DD8948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587" y="7730888"/>
            <a:ext cx="6772883" cy="232105"/>
          </a:xfrm>
          <a:custGeom xmlns:a="http://schemas.openxmlformats.org/drawingml/2006/main">
            <a:pathLst>
              <a:path w="6772883" h="232105">
                <a:moveTo>
                  <a:pt x="103870" y="159337"/>
                </a:moveTo>
                <a:cubicBezTo>
                  <a:pt x="99511" y="162918"/>
                  <a:pt x="96435" y="164200"/>
                  <a:pt x="92588" y="164200"/>
                </a:cubicBezTo>
                <a:cubicBezTo>
                  <a:pt x="86690" y="164200"/>
                  <a:pt x="84894" y="160615"/>
                  <a:pt x="84894" y="149352"/>
                </a:cubicBezTo>
                <a:lnTo>
                  <a:pt x="84894" y="99423"/>
                </a:lnTo>
                <a:cubicBezTo>
                  <a:pt x="84894" y="86107"/>
                  <a:pt x="83611" y="78683"/>
                  <a:pt x="79764" y="72537"/>
                </a:cubicBezTo>
                <a:cubicBezTo>
                  <a:pt x="74121" y="63323"/>
                  <a:pt x="63092" y="58451"/>
                  <a:pt x="47963" y="58451"/>
                </a:cubicBezTo>
                <a:cubicBezTo>
                  <a:pt x="23852" y="58451"/>
                  <a:pt x="4876" y="71001"/>
                  <a:pt x="4876" y="87132"/>
                </a:cubicBezTo>
                <a:cubicBezTo>
                  <a:pt x="4876" y="93023"/>
                  <a:pt x="10003" y="98141"/>
                  <a:pt x="15904" y="98141"/>
                </a:cubicBezTo>
                <a:cubicBezTo>
                  <a:pt x="22056" y="98141"/>
                  <a:pt x="27445" y="93023"/>
                  <a:pt x="27445" y="87390"/>
                </a:cubicBezTo>
                <a:cubicBezTo>
                  <a:pt x="27445" y="86365"/>
                  <a:pt x="27187" y="85083"/>
                  <a:pt x="26932" y="83293"/>
                </a:cubicBezTo>
                <a:cubicBezTo>
                  <a:pt x="26420" y="80990"/>
                  <a:pt x="26161" y="78941"/>
                  <a:pt x="26161" y="77147"/>
                </a:cubicBezTo>
                <a:cubicBezTo>
                  <a:pt x="26161" y="70235"/>
                  <a:pt x="34368" y="64601"/>
                  <a:pt x="44629" y="64601"/>
                </a:cubicBezTo>
                <a:cubicBezTo>
                  <a:pt x="57195" y="64601"/>
                  <a:pt x="64118" y="72025"/>
                  <a:pt x="64118" y="85853"/>
                </a:cubicBezTo>
                <a:lnTo>
                  <a:pt x="64118" y="101472"/>
                </a:lnTo>
                <a:cubicBezTo>
                  <a:pt x="24623" y="117345"/>
                  <a:pt x="20264" y="119393"/>
                  <a:pt x="9236" y="129124"/>
                </a:cubicBezTo>
                <a:cubicBezTo>
                  <a:pt x="3593" y="134245"/>
                  <a:pt x="0" y="142948"/>
                  <a:pt x="0" y="151397"/>
                </a:cubicBezTo>
                <a:cubicBezTo>
                  <a:pt x="0" y="167531"/>
                  <a:pt x="11286" y="178802"/>
                  <a:pt x="26932" y="178802"/>
                </a:cubicBezTo>
                <a:cubicBezTo>
                  <a:pt x="38215" y="178802"/>
                  <a:pt x="48730" y="173423"/>
                  <a:pt x="64376" y="160099"/>
                </a:cubicBezTo>
                <a:cubicBezTo>
                  <a:pt x="65660" y="173423"/>
                  <a:pt x="70274" y="178802"/>
                  <a:pt x="80789" y="178802"/>
                </a:cubicBezTo>
                <a:cubicBezTo>
                  <a:pt x="89508" y="178802"/>
                  <a:pt x="94897" y="175729"/>
                  <a:pt x="103870" y="165995"/>
                </a:cubicBezTo>
                <a:lnTo>
                  <a:pt x="103870" y="159337"/>
                </a:lnTo>
                <a:moveTo>
                  <a:pt x="64118" y="144727"/>
                </a:moveTo>
                <a:cubicBezTo>
                  <a:pt x="64118" y="152671"/>
                  <a:pt x="62838" y="154978"/>
                  <a:pt x="57449" y="158051"/>
                </a:cubicBezTo>
                <a:cubicBezTo>
                  <a:pt x="51297" y="161639"/>
                  <a:pt x="44116" y="163942"/>
                  <a:pt x="38727" y="163942"/>
                </a:cubicBezTo>
                <a:cubicBezTo>
                  <a:pt x="29754" y="163942"/>
                  <a:pt x="22573" y="155232"/>
                  <a:pt x="22573" y="144215"/>
                </a:cubicBezTo>
                <a:lnTo>
                  <a:pt x="22573" y="143190"/>
                </a:lnTo>
                <a:cubicBezTo>
                  <a:pt x="22573" y="128072"/>
                  <a:pt x="33084" y="118850"/>
                  <a:pt x="64118" y="107575"/>
                </a:cubicBezTo>
                <a:lnTo>
                  <a:pt x="64118" y="144727"/>
                </a:lnTo>
                <a:close/>
                <a:moveTo>
                  <a:pt x="185173" y="95799"/>
                </a:moveTo>
                <a:lnTo>
                  <a:pt x="184148" y="60953"/>
                </a:lnTo>
                <a:lnTo>
                  <a:pt x="181326" y="60953"/>
                </a:lnTo>
                <a:lnTo>
                  <a:pt x="180813" y="61470"/>
                </a:lnTo>
                <a:cubicBezTo>
                  <a:pt x="178504" y="63260"/>
                  <a:pt x="178250" y="63518"/>
                  <a:pt x="177225" y="63518"/>
                </a:cubicBezTo>
                <a:cubicBezTo>
                  <a:pt x="175687" y="63518"/>
                  <a:pt x="173119" y="63006"/>
                  <a:pt x="170298" y="61724"/>
                </a:cubicBezTo>
                <a:cubicBezTo>
                  <a:pt x="164655" y="59730"/>
                  <a:pt x="159015" y="58702"/>
                  <a:pt x="152347" y="58702"/>
                </a:cubicBezTo>
                <a:cubicBezTo>
                  <a:pt x="132083" y="58702"/>
                  <a:pt x="117466" y="71767"/>
                  <a:pt x="117466" y="90205"/>
                </a:cubicBezTo>
                <a:cubicBezTo>
                  <a:pt x="117466" y="104541"/>
                  <a:pt x="125673" y="114784"/>
                  <a:pt x="147475" y="127075"/>
                </a:cubicBezTo>
                <a:lnTo>
                  <a:pt x="162350" y="135528"/>
                </a:lnTo>
                <a:cubicBezTo>
                  <a:pt x="171323" y="140649"/>
                  <a:pt x="175687" y="146795"/>
                  <a:pt x="175687" y="154731"/>
                </a:cubicBezTo>
                <a:cubicBezTo>
                  <a:pt x="175687" y="165999"/>
                  <a:pt x="167476" y="173169"/>
                  <a:pt x="154398" y="173169"/>
                </a:cubicBezTo>
                <a:cubicBezTo>
                  <a:pt x="145678" y="173169"/>
                  <a:pt x="137726" y="169838"/>
                  <a:pt x="132854" y="164204"/>
                </a:cubicBezTo>
                <a:cubicBezTo>
                  <a:pt x="127469" y="157804"/>
                  <a:pt x="125160" y="151913"/>
                  <a:pt x="121826" y="137318"/>
                </a:cubicBezTo>
                <a:lnTo>
                  <a:pt x="117721" y="137318"/>
                </a:lnTo>
                <a:lnTo>
                  <a:pt x="117721" y="177266"/>
                </a:lnTo>
                <a:lnTo>
                  <a:pt x="121055" y="177266"/>
                </a:lnTo>
                <a:cubicBezTo>
                  <a:pt x="122851" y="174705"/>
                  <a:pt x="123877" y="174193"/>
                  <a:pt x="126957" y="174193"/>
                </a:cubicBezTo>
                <a:cubicBezTo>
                  <a:pt x="129265" y="174252"/>
                  <a:pt x="132854" y="174764"/>
                  <a:pt x="138752" y="176300"/>
                </a:cubicBezTo>
                <a:cubicBezTo>
                  <a:pt x="145933" y="177778"/>
                  <a:pt x="152860" y="178802"/>
                  <a:pt x="157474" y="178802"/>
                </a:cubicBezTo>
                <a:cubicBezTo>
                  <a:pt x="177225" y="178802"/>
                  <a:pt x="193638" y="163950"/>
                  <a:pt x="193638" y="146025"/>
                </a:cubicBezTo>
                <a:cubicBezTo>
                  <a:pt x="193638" y="133221"/>
                  <a:pt x="187482" y="124773"/>
                  <a:pt x="172094" y="115554"/>
                </a:cubicBezTo>
                <a:lnTo>
                  <a:pt x="144395" y="99165"/>
                </a:lnTo>
                <a:cubicBezTo>
                  <a:pt x="137214" y="95068"/>
                  <a:pt x="133367" y="88668"/>
                  <a:pt x="133367" y="81752"/>
                </a:cubicBezTo>
                <a:cubicBezTo>
                  <a:pt x="133367" y="71509"/>
                  <a:pt x="141319" y="64339"/>
                  <a:pt x="153114" y="64339"/>
                </a:cubicBezTo>
                <a:cubicBezTo>
                  <a:pt x="167735" y="64339"/>
                  <a:pt x="175428" y="73046"/>
                  <a:pt x="181326" y="95838"/>
                </a:cubicBezTo>
                <a:lnTo>
                  <a:pt x="185173" y="95799"/>
                </a:lnTo>
                <a:close/>
                <a:moveTo>
                  <a:pt x="270321" y="75556"/>
                </a:moveTo>
                <a:cubicBezTo>
                  <a:pt x="272630" y="75301"/>
                  <a:pt x="274426" y="75301"/>
                  <a:pt x="276735" y="75301"/>
                </a:cubicBezTo>
                <a:cubicBezTo>
                  <a:pt x="285455" y="75301"/>
                  <a:pt x="287251" y="77862"/>
                  <a:pt x="287251" y="89904"/>
                </a:cubicBezTo>
                <a:lnTo>
                  <a:pt x="287251" y="209813"/>
                </a:lnTo>
                <a:cubicBezTo>
                  <a:pt x="287251" y="223136"/>
                  <a:pt x="284429" y="225955"/>
                  <a:pt x="269296" y="227492"/>
                </a:cubicBezTo>
                <a:lnTo>
                  <a:pt x="269296" y="231847"/>
                </a:lnTo>
                <a:lnTo>
                  <a:pt x="331363" y="231847"/>
                </a:lnTo>
                <a:lnTo>
                  <a:pt x="331363" y="227237"/>
                </a:lnTo>
                <a:cubicBezTo>
                  <a:pt x="312129" y="226979"/>
                  <a:pt x="308794" y="224161"/>
                  <a:pt x="308794" y="208018"/>
                </a:cubicBezTo>
                <a:lnTo>
                  <a:pt x="308794" y="167789"/>
                </a:lnTo>
                <a:cubicBezTo>
                  <a:pt x="317772" y="176242"/>
                  <a:pt x="323924" y="178802"/>
                  <a:pt x="334697" y="178802"/>
                </a:cubicBezTo>
                <a:cubicBezTo>
                  <a:pt x="364960" y="178802"/>
                  <a:pt x="388554" y="150122"/>
                  <a:pt x="388554" y="112997"/>
                </a:cubicBezTo>
                <a:cubicBezTo>
                  <a:pt x="388554" y="81252"/>
                  <a:pt x="370603" y="58451"/>
                  <a:pt x="345725" y="58451"/>
                </a:cubicBezTo>
                <a:cubicBezTo>
                  <a:pt x="331363" y="58451"/>
                  <a:pt x="320077" y="64859"/>
                  <a:pt x="308794" y="78691"/>
                </a:cubicBezTo>
                <a:lnTo>
                  <a:pt x="308794" y="58967"/>
                </a:lnTo>
                <a:lnTo>
                  <a:pt x="307256" y="58451"/>
                </a:lnTo>
                <a:cubicBezTo>
                  <a:pt x="293407" y="63835"/>
                  <a:pt x="284429" y="67166"/>
                  <a:pt x="270321" y="71521"/>
                </a:cubicBezTo>
                <a:lnTo>
                  <a:pt x="270321" y="75556"/>
                </a:lnTo>
                <a:moveTo>
                  <a:pt x="308794" y="90725"/>
                </a:moveTo>
                <a:cubicBezTo>
                  <a:pt x="308794" y="83042"/>
                  <a:pt x="323157" y="73828"/>
                  <a:pt x="334952" y="73828"/>
                </a:cubicBezTo>
                <a:cubicBezTo>
                  <a:pt x="353932" y="73828"/>
                  <a:pt x="366498" y="93285"/>
                  <a:pt x="366498" y="122986"/>
                </a:cubicBezTo>
                <a:cubicBezTo>
                  <a:pt x="366498" y="151404"/>
                  <a:pt x="353932" y="170604"/>
                  <a:pt x="335468" y="170604"/>
                </a:cubicBezTo>
                <a:cubicBezTo>
                  <a:pt x="323411" y="170604"/>
                  <a:pt x="308794" y="161389"/>
                  <a:pt x="308794" y="153707"/>
                </a:cubicBezTo>
                <a:lnTo>
                  <a:pt x="308794" y="90725"/>
                </a:lnTo>
                <a:close/>
                <a:moveTo>
                  <a:pt x="509608" y="159337"/>
                </a:moveTo>
                <a:cubicBezTo>
                  <a:pt x="505248" y="162918"/>
                  <a:pt x="502173" y="164200"/>
                  <a:pt x="498326" y="164200"/>
                </a:cubicBezTo>
                <a:cubicBezTo>
                  <a:pt x="492428" y="164200"/>
                  <a:pt x="490632" y="160615"/>
                  <a:pt x="490632" y="149352"/>
                </a:cubicBezTo>
                <a:lnTo>
                  <a:pt x="490632" y="99423"/>
                </a:lnTo>
                <a:cubicBezTo>
                  <a:pt x="490632" y="86107"/>
                  <a:pt x="489348" y="78683"/>
                  <a:pt x="485501" y="72537"/>
                </a:cubicBezTo>
                <a:cubicBezTo>
                  <a:pt x="479858" y="63323"/>
                  <a:pt x="468830" y="58451"/>
                  <a:pt x="453701" y="58451"/>
                </a:cubicBezTo>
                <a:cubicBezTo>
                  <a:pt x="429590" y="58451"/>
                  <a:pt x="410614" y="71001"/>
                  <a:pt x="410614" y="87132"/>
                </a:cubicBezTo>
                <a:cubicBezTo>
                  <a:pt x="410614" y="93023"/>
                  <a:pt x="415740" y="98141"/>
                  <a:pt x="421642" y="98141"/>
                </a:cubicBezTo>
                <a:cubicBezTo>
                  <a:pt x="427794" y="98141"/>
                  <a:pt x="433183" y="93023"/>
                  <a:pt x="433183" y="87390"/>
                </a:cubicBezTo>
                <a:cubicBezTo>
                  <a:pt x="433183" y="86365"/>
                  <a:pt x="432924" y="85083"/>
                  <a:pt x="432670" y="83293"/>
                </a:cubicBezTo>
                <a:cubicBezTo>
                  <a:pt x="432157" y="80990"/>
                  <a:pt x="431899" y="78941"/>
                  <a:pt x="431899" y="77147"/>
                </a:cubicBezTo>
                <a:cubicBezTo>
                  <a:pt x="431899" y="70235"/>
                  <a:pt x="440105" y="64601"/>
                  <a:pt x="450366" y="64601"/>
                </a:cubicBezTo>
                <a:cubicBezTo>
                  <a:pt x="462932" y="64601"/>
                  <a:pt x="469855" y="72025"/>
                  <a:pt x="469855" y="85853"/>
                </a:cubicBezTo>
                <a:lnTo>
                  <a:pt x="469855" y="101472"/>
                </a:lnTo>
                <a:cubicBezTo>
                  <a:pt x="430361" y="117345"/>
                  <a:pt x="426001" y="119393"/>
                  <a:pt x="414973" y="129124"/>
                </a:cubicBezTo>
                <a:cubicBezTo>
                  <a:pt x="409330" y="134245"/>
                  <a:pt x="405738" y="142948"/>
                  <a:pt x="405738" y="151397"/>
                </a:cubicBezTo>
                <a:cubicBezTo>
                  <a:pt x="405738" y="167531"/>
                  <a:pt x="417024" y="178802"/>
                  <a:pt x="432670" y="178802"/>
                </a:cubicBezTo>
                <a:cubicBezTo>
                  <a:pt x="443952" y="178802"/>
                  <a:pt x="454468" y="173423"/>
                  <a:pt x="470114" y="160099"/>
                </a:cubicBezTo>
                <a:cubicBezTo>
                  <a:pt x="471397" y="173423"/>
                  <a:pt x="476011" y="178802"/>
                  <a:pt x="486527" y="178802"/>
                </a:cubicBezTo>
                <a:cubicBezTo>
                  <a:pt x="495246" y="178802"/>
                  <a:pt x="500635" y="175729"/>
                  <a:pt x="509608" y="165995"/>
                </a:cubicBezTo>
                <a:lnTo>
                  <a:pt x="509608" y="159337"/>
                </a:lnTo>
                <a:moveTo>
                  <a:pt x="469855" y="144727"/>
                </a:moveTo>
                <a:cubicBezTo>
                  <a:pt x="469855" y="152671"/>
                  <a:pt x="468576" y="154978"/>
                  <a:pt x="463187" y="158051"/>
                </a:cubicBezTo>
                <a:cubicBezTo>
                  <a:pt x="457035" y="161639"/>
                  <a:pt x="449854" y="163942"/>
                  <a:pt x="444465" y="163942"/>
                </a:cubicBezTo>
                <a:cubicBezTo>
                  <a:pt x="435491" y="163942"/>
                  <a:pt x="428310" y="155232"/>
                  <a:pt x="428310" y="144215"/>
                </a:cubicBezTo>
                <a:lnTo>
                  <a:pt x="428310" y="143190"/>
                </a:lnTo>
                <a:cubicBezTo>
                  <a:pt x="428310" y="128072"/>
                  <a:pt x="438822" y="118850"/>
                  <a:pt x="469855" y="107575"/>
                </a:cubicBezTo>
                <a:lnTo>
                  <a:pt x="469855" y="144727"/>
                </a:lnTo>
                <a:close/>
                <a:moveTo>
                  <a:pt x="511917" y="76388"/>
                </a:moveTo>
                <a:cubicBezTo>
                  <a:pt x="515509" y="75618"/>
                  <a:pt x="517818" y="75360"/>
                  <a:pt x="520894" y="75360"/>
                </a:cubicBezTo>
                <a:cubicBezTo>
                  <a:pt x="527304" y="75360"/>
                  <a:pt x="529613" y="79461"/>
                  <a:pt x="529613" y="90732"/>
                </a:cubicBezTo>
                <a:lnTo>
                  <a:pt x="529613" y="154782"/>
                </a:lnTo>
                <a:cubicBezTo>
                  <a:pt x="529613" y="167590"/>
                  <a:pt x="527817" y="169384"/>
                  <a:pt x="511404" y="172457"/>
                </a:cubicBezTo>
                <a:lnTo>
                  <a:pt x="511404" y="176300"/>
                </a:lnTo>
                <a:lnTo>
                  <a:pt x="572959" y="176300"/>
                </a:lnTo>
                <a:lnTo>
                  <a:pt x="572959" y="172457"/>
                </a:lnTo>
                <a:cubicBezTo>
                  <a:pt x="555516" y="171691"/>
                  <a:pt x="551157" y="167848"/>
                  <a:pt x="551157" y="153246"/>
                </a:cubicBezTo>
                <a:lnTo>
                  <a:pt x="551157" y="95600"/>
                </a:lnTo>
                <a:cubicBezTo>
                  <a:pt x="551157" y="87401"/>
                  <a:pt x="562185" y="74594"/>
                  <a:pt x="569112" y="74594"/>
                </a:cubicBezTo>
                <a:cubicBezTo>
                  <a:pt x="570650" y="74594"/>
                  <a:pt x="572959" y="75876"/>
                  <a:pt x="575780" y="78437"/>
                </a:cubicBezTo>
                <a:cubicBezTo>
                  <a:pt x="579882" y="82022"/>
                  <a:pt x="582703" y="83558"/>
                  <a:pt x="586037" y="83558"/>
                </a:cubicBezTo>
                <a:cubicBezTo>
                  <a:pt x="592193" y="83558"/>
                  <a:pt x="596040" y="79203"/>
                  <a:pt x="596040" y="72033"/>
                </a:cubicBezTo>
                <a:cubicBezTo>
                  <a:pt x="596040" y="63577"/>
                  <a:pt x="590655" y="58451"/>
                  <a:pt x="581936" y="58451"/>
                </a:cubicBezTo>
                <a:cubicBezTo>
                  <a:pt x="571162" y="58451"/>
                  <a:pt x="563727" y="64347"/>
                  <a:pt x="551157" y="82534"/>
                </a:cubicBezTo>
                <a:lnTo>
                  <a:pt x="551157" y="58967"/>
                </a:lnTo>
                <a:lnTo>
                  <a:pt x="549877" y="58451"/>
                </a:lnTo>
                <a:cubicBezTo>
                  <a:pt x="536282" y="64089"/>
                  <a:pt x="527050" y="67420"/>
                  <a:pt x="511917" y="72287"/>
                </a:cubicBezTo>
                <a:lnTo>
                  <a:pt x="511917" y="76388"/>
                </a:lnTo>
                <a:close/>
                <a:moveTo>
                  <a:pt x="660927" y="60953"/>
                </a:moveTo>
                <a:lnTo>
                  <a:pt x="635024" y="60953"/>
                </a:lnTo>
                <a:lnTo>
                  <a:pt x="635024" y="31233"/>
                </a:lnTo>
                <a:cubicBezTo>
                  <a:pt x="635024" y="28672"/>
                  <a:pt x="634769" y="27902"/>
                  <a:pt x="633228" y="27902"/>
                </a:cubicBezTo>
                <a:cubicBezTo>
                  <a:pt x="631435" y="30209"/>
                  <a:pt x="629893" y="32516"/>
                  <a:pt x="628101" y="35076"/>
                </a:cubicBezTo>
                <a:cubicBezTo>
                  <a:pt x="618353" y="49170"/>
                  <a:pt x="607325" y="61470"/>
                  <a:pt x="603223" y="62494"/>
                </a:cubicBezTo>
                <a:cubicBezTo>
                  <a:pt x="600402" y="64284"/>
                  <a:pt x="598860" y="66079"/>
                  <a:pt x="598860" y="67361"/>
                </a:cubicBezTo>
                <a:cubicBezTo>
                  <a:pt x="598860" y="68131"/>
                  <a:pt x="599118" y="68644"/>
                  <a:pt x="599889" y="69156"/>
                </a:cubicBezTo>
                <a:lnTo>
                  <a:pt x="613480" y="69156"/>
                </a:lnTo>
                <a:lnTo>
                  <a:pt x="613480" y="146267"/>
                </a:lnTo>
                <a:cubicBezTo>
                  <a:pt x="613480" y="167785"/>
                  <a:pt x="621174" y="178802"/>
                  <a:pt x="636307" y="178802"/>
                </a:cubicBezTo>
                <a:cubicBezTo>
                  <a:pt x="648874" y="178802"/>
                  <a:pt x="658618" y="172657"/>
                  <a:pt x="667083" y="159333"/>
                </a:cubicBezTo>
                <a:lnTo>
                  <a:pt x="663749" y="156514"/>
                </a:lnTo>
                <a:cubicBezTo>
                  <a:pt x="658364" y="162918"/>
                  <a:pt x="654004" y="165483"/>
                  <a:pt x="648361" y="165483"/>
                </a:cubicBezTo>
                <a:cubicBezTo>
                  <a:pt x="638871" y="165483"/>
                  <a:pt x="635024" y="158563"/>
                  <a:pt x="635024" y="142424"/>
                </a:cubicBezTo>
                <a:lnTo>
                  <a:pt x="635024" y="69156"/>
                </a:lnTo>
                <a:lnTo>
                  <a:pt x="660927" y="69156"/>
                </a:lnTo>
                <a:lnTo>
                  <a:pt x="660927" y="60953"/>
                </a:lnTo>
                <a:close/>
                <a:moveTo>
                  <a:pt x="794552" y="58451"/>
                </a:moveTo>
                <a:cubicBezTo>
                  <a:pt x="761209" y="58451"/>
                  <a:pt x="737869" y="83038"/>
                  <a:pt x="737869" y="118373"/>
                </a:cubicBezTo>
                <a:cubicBezTo>
                  <a:pt x="737869" y="152937"/>
                  <a:pt x="761722" y="178802"/>
                  <a:pt x="794035" y="178802"/>
                </a:cubicBezTo>
                <a:cubicBezTo>
                  <a:pt x="826352" y="178802"/>
                  <a:pt x="850972" y="151658"/>
                  <a:pt x="850972" y="116324"/>
                </a:cubicBezTo>
                <a:cubicBezTo>
                  <a:pt x="850972" y="82780"/>
                  <a:pt x="827377" y="58451"/>
                  <a:pt x="794552" y="58451"/>
                </a:cubicBezTo>
                <a:moveTo>
                  <a:pt x="791217" y="65629"/>
                </a:moveTo>
                <a:cubicBezTo>
                  <a:pt x="812761" y="65629"/>
                  <a:pt x="827890" y="90208"/>
                  <a:pt x="827890" y="125285"/>
                </a:cubicBezTo>
                <a:cubicBezTo>
                  <a:pt x="827890" y="154219"/>
                  <a:pt x="816349" y="171628"/>
                  <a:pt x="797115" y="171628"/>
                </a:cubicBezTo>
                <a:cubicBezTo>
                  <a:pt x="787112" y="171628"/>
                  <a:pt x="777622" y="165486"/>
                  <a:pt x="772237" y="155243"/>
                </a:cubicBezTo>
                <a:cubicBezTo>
                  <a:pt x="765056" y="141928"/>
                  <a:pt x="760951" y="124006"/>
                  <a:pt x="760951" y="105827"/>
                </a:cubicBezTo>
                <a:cubicBezTo>
                  <a:pt x="760951" y="81502"/>
                  <a:pt x="773004" y="65629"/>
                  <a:pt x="791217" y="65629"/>
                </a:cubicBezTo>
                <a:close/>
                <a:moveTo>
                  <a:pt x="937916" y="60953"/>
                </a:moveTo>
                <a:lnTo>
                  <a:pt x="906370" y="60953"/>
                </a:lnTo>
                <a:lnTo>
                  <a:pt x="906370" y="31319"/>
                </a:lnTo>
                <a:cubicBezTo>
                  <a:pt x="906370" y="16498"/>
                  <a:pt x="911242" y="8581"/>
                  <a:pt x="920990" y="8581"/>
                </a:cubicBezTo>
                <a:cubicBezTo>
                  <a:pt x="926375" y="8581"/>
                  <a:pt x="929968" y="11134"/>
                  <a:pt x="934582" y="18543"/>
                </a:cubicBezTo>
                <a:cubicBezTo>
                  <a:pt x="938687" y="25185"/>
                  <a:pt x="941763" y="27742"/>
                  <a:pt x="946123" y="27742"/>
                </a:cubicBezTo>
                <a:cubicBezTo>
                  <a:pt x="952024" y="27742"/>
                  <a:pt x="956896" y="23141"/>
                  <a:pt x="956896" y="17264"/>
                </a:cubicBezTo>
                <a:cubicBezTo>
                  <a:pt x="956896" y="8065"/>
                  <a:pt x="945610" y="1404"/>
                  <a:pt x="930222" y="1404"/>
                </a:cubicBezTo>
                <a:cubicBezTo>
                  <a:pt x="914322" y="1404"/>
                  <a:pt x="900727" y="8323"/>
                  <a:pt x="894058" y="20075"/>
                </a:cubicBezTo>
                <a:cubicBezTo>
                  <a:pt x="887394" y="31319"/>
                  <a:pt x="885339" y="40514"/>
                  <a:pt x="885085" y="60953"/>
                </a:cubicBezTo>
                <a:lnTo>
                  <a:pt x="864054" y="60953"/>
                </a:lnTo>
                <a:lnTo>
                  <a:pt x="864054" y="69156"/>
                </a:lnTo>
                <a:lnTo>
                  <a:pt x="885085" y="69156"/>
                </a:lnTo>
                <a:lnTo>
                  <a:pt x="885085" y="149645"/>
                </a:lnTo>
                <a:cubicBezTo>
                  <a:pt x="885085" y="168356"/>
                  <a:pt x="882263" y="171433"/>
                  <a:pt x="863796" y="172457"/>
                </a:cubicBezTo>
                <a:lnTo>
                  <a:pt x="863796" y="176300"/>
                </a:lnTo>
                <a:lnTo>
                  <a:pt x="930481" y="176300"/>
                </a:lnTo>
                <a:lnTo>
                  <a:pt x="930481" y="172457"/>
                </a:lnTo>
                <a:cubicBezTo>
                  <a:pt x="909450" y="171691"/>
                  <a:pt x="906628" y="168872"/>
                  <a:pt x="906628" y="149645"/>
                </a:cubicBezTo>
                <a:lnTo>
                  <a:pt x="906628" y="69156"/>
                </a:lnTo>
                <a:lnTo>
                  <a:pt x="937916" y="69156"/>
                </a:lnTo>
                <a:lnTo>
                  <a:pt x="937916" y="60953"/>
                </a:lnTo>
                <a:close/>
                <a:moveTo>
                  <a:pt x="1073332" y="60953"/>
                </a:moveTo>
                <a:lnTo>
                  <a:pt x="1047429" y="60953"/>
                </a:lnTo>
                <a:lnTo>
                  <a:pt x="1047429" y="31233"/>
                </a:lnTo>
                <a:cubicBezTo>
                  <a:pt x="1047429" y="28672"/>
                  <a:pt x="1047175" y="27902"/>
                  <a:pt x="1045633" y="27902"/>
                </a:cubicBezTo>
                <a:cubicBezTo>
                  <a:pt x="1043841" y="30209"/>
                  <a:pt x="1042299" y="32516"/>
                  <a:pt x="1040507" y="35076"/>
                </a:cubicBezTo>
                <a:cubicBezTo>
                  <a:pt x="1030758" y="49170"/>
                  <a:pt x="1019730" y="61470"/>
                  <a:pt x="1015629" y="62494"/>
                </a:cubicBezTo>
                <a:cubicBezTo>
                  <a:pt x="1012807" y="64284"/>
                  <a:pt x="1011265" y="66079"/>
                  <a:pt x="1011265" y="67361"/>
                </a:cubicBezTo>
                <a:cubicBezTo>
                  <a:pt x="1011265" y="68131"/>
                  <a:pt x="1011524" y="68644"/>
                  <a:pt x="1012295" y="69156"/>
                </a:cubicBezTo>
                <a:lnTo>
                  <a:pt x="1025886" y="69156"/>
                </a:lnTo>
                <a:lnTo>
                  <a:pt x="1025886" y="146267"/>
                </a:lnTo>
                <a:cubicBezTo>
                  <a:pt x="1025886" y="167785"/>
                  <a:pt x="1033580" y="178802"/>
                  <a:pt x="1048713" y="178802"/>
                </a:cubicBezTo>
                <a:cubicBezTo>
                  <a:pt x="1061279" y="178802"/>
                  <a:pt x="1071024" y="172657"/>
                  <a:pt x="1079488" y="159333"/>
                </a:cubicBezTo>
                <a:lnTo>
                  <a:pt x="1076154" y="156514"/>
                </a:lnTo>
                <a:cubicBezTo>
                  <a:pt x="1070769" y="162918"/>
                  <a:pt x="1066410" y="165483"/>
                  <a:pt x="1060766" y="165483"/>
                </a:cubicBezTo>
                <a:cubicBezTo>
                  <a:pt x="1051276" y="165483"/>
                  <a:pt x="1047429" y="158563"/>
                  <a:pt x="1047429" y="142424"/>
                </a:cubicBezTo>
                <a:lnTo>
                  <a:pt x="1047429" y="69156"/>
                </a:lnTo>
                <a:lnTo>
                  <a:pt x="1073332" y="69156"/>
                </a:lnTo>
                <a:lnTo>
                  <a:pt x="1073332" y="60953"/>
                </a:lnTo>
                <a:close/>
                <a:moveTo>
                  <a:pt x="1119499" y="88430"/>
                </a:moveTo>
                <a:cubicBezTo>
                  <a:pt x="1130269" y="76646"/>
                  <a:pt x="1137963" y="72287"/>
                  <a:pt x="1147966" y="72287"/>
                </a:cubicBezTo>
                <a:cubicBezTo>
                  <a:pt x="1160790" y="72287"/>
                  <a:pt x="1167200" y="81514"/>
                  <a:pt x="1167200" y="99447"/>
                </a:cubicBezTo>
                <a:lnTo>
                  <a:pt x="1167200" y="150169"/>
                </a:lnTo>
                <a:cubicBezTo>
                  <a:pt x="1167200" y="167590"/>
                  <a:pt x="1164637" y="170921"/>
                  <a:pt x="1149762" y="172457"/>
                </a:cubicBezTo>
                <a:lnTo>
                  <a:pt x="1149762" y="176300"/>
                </a:lnTo>
                <a:lnTo>
                  <a:pt x="1204135" y="176300"/>
                </a:lnTo>
                <a:lnTo>
                  <a:pt x="1204135" y="172457"/>
                </a:lnTo>
                <a:cubicBezTo>
                  <a:pt x="1190286" y="169896"/>
                  <a:pt x="1188744" y="167848"/>
                  <a:pt x="1188744" y="150169"/>
                </a:cubicBezTo>
                <a:lnTo>
                  <a:pt x="1188744" y="99189"/>
                </a:lnTo>
                <a:cubicBezTo>
                  <a:pt x="1188744" y="72287"/>
                  <a:pt x="1177974" y="58451"/>
                  <a:pt x="1157197" y="58451"/>
                </a:cubicBezTo>
                <a:cubicBezTo>
                  <a:pt x="1142068" y="58451"/>
                  <a:pt x="1131294" y="64601"/>
                  <a:pt x="1119499" y="79973"/>
                </a:cubicBezTo>
                <a:lnTo>
                  <a:pt x="1119499" y="2088"/>
                </a:lnTo>
                <a:lnTo>
                  <a:pt x="1118216" y="1318"/>
                </a:lnTo>
                <a:cubicBezTo>
                  <a:pt x="1109497" y="4390"/>
                  <a:pt x="1103082" y="6443"/>
                  <a:pt x="1088720" y="10540"/>
                </a:cubicBezTo>
                <a:lnTo>
                  <a:pt x="1081797" y="12593"/>
                </a:lnTo>
                <a:lnTo>
                  <a:pt x="1081797" y="16690"/>
                </a:lnTo>
                <a:cubicBezTo>
                  <a:pt x="1082823" y="16436"/>
                  <a:pt x="1083593" y="16436"/>
                  <a:pt x="1084873" y="16436"/>
                </a:cubicBezTo>
                <a:cubicBezTo>
                  <a:pt x="1095901" y="16436"/>
                  <a:pt x="1097956" y="18484"/>
                  <a:pt x="1097956" y="29501"/>
                </a:cubicBezTo>
                <a:lnTo>
                  <a:pt x="1097956" y="150169"/>
                </a:lnTo>
                <a:cubicBezTo>
                  <a:pt x="1097956" y="168102"/>
                  <a:pt x="1096414" y="170409"/>
                  <a:pt x="1081539" y="172457"/>
                </a:cubicBezTo>
                <a:lnTo>
                  <a:pt x="1081539" y="176300"/>
                </a:lnTo>
                <a:lnTo>
                  <a:pt x="1136938" y="176300"/>
                </a:lnTo>
                <a:lnTo>
                  <a:pt x="1136938" y="172457"/>
                </a:lnTo>
                <a:cubicBezTo>
                  <a:pt x="1122063" y="170921"/>
                  <a:pt x="1119499" y="167848"/>
                  <a:pt x="1119499" y="150169"/>
                </a:cubicBezTo>
                <a:lnTo>
                  <a:pt x="1119499" y="88430"/>
                </a:lnTo>
                <a:close/>
                <a:moveTo>
                  <a:pt x="1312106" y="134210"/>
                </a:moveTo>
                <a:cubicBezTo>
                  <a:pt x="1299799" y="153691"/>
                  <a:pt x="1288767" y="161127"/>
                  <a:pt x="1272354" y="161127"/>
                </a:cubicBezTo>
                <a:cubicBezTo>
                  <a:pt x="1257737" y="161127"/>
                  <a:pt x="1246709" y="153691"/>
                  <a:pt x="1239269" y="139081"/>
                </a:cubicBezTo>
                <a:cubicBezTo>
                  <a:pt x="1234652" y="129339"/>
                  <a:pt x="1232859" y="120879"/>
                  <a:pt x="1232347" y="105241"/>
                </a:cubicBezTo>
                <a:lnTo>
                  <a:pt x="1311339" y="105241"/>
                </a:lnTo>
                <a:cubicBezTo>
                  <a:pt x="1309285" y="88617"/>
                  <a:pt x="1306721" y="81213"/>
                  <a:pt x="1300311" y="73042"/>
                </a:cubicBezTo>
                <a:cubicBezTo>
                  <a:pt x="1292613" y="63835"/>
                  <a:pt x="1280818" y="58451"/>
                  <a:pt x="1267481" y="58451"/>
                </a:cubicBezTo>
                <a:cubicBezTo>
                  <a:pt x="1254657" y="58451"/>
                  <a:pt x="1242604" y="63065"/>
                  <a:pt x="1232859" y="71763"/>
                </a:cubicBezTo>
                <a:cubicBezTo>
                  <a:pt x="1220802" y="82233"/>
                  <a:pt x="1213879" y="100373"/>
                  <a:pt x="1213879" y="121391"/>
                </a:cubicBezTo>
                <a:cubicBezTo>
                  <a:pt x="1213879" y="156768"/>
                  <a:pt x="1232347" y="178802"/>
                  <a:pt x="1261838" y="178802"/>
                </a:cubicBezTo>
                <a:cubicBezTo>
                  <a:pt x="1286203" y="178802"/>
                  <a:pt x="1305438" y="163688"/>
                  <a:pt x="1316212" y="136005"/>
                </a:cubicBezTo>
                <a:lnTo>
                  <a:pt x="1312106" y="134210"/>
                </a:lnTo>
                <a:moveTo>
                  <a:pt x="1232859" y="97042"/>
                </a:moveTo>
                <a:cubicBezTo>
                  <a:pt x="1235677" y="77127"/>
                  <a:pt x="1244400" y="67678"/>
                  <a:pt x="1260042" y="67678"/>
                </a:cubicBezTo>
                <a:cubicBezTo>
                  <a:pt x="1275688" y="67678"/>
                  <a:pt x="1281844" y="74828"/>
                  <a:pt x="1285178" y="97042"/>
                </a:cubicBezTo>
                <a:lnTo>
                  <a:pt x="1232859" y="97042"/>
                </a:lnTo>
                <a:close/>
                <a:moveTo>
                  <a:pt x="1437010" y="101722"/>
                </a:moveTo>
                <a:cubicBezTo>
                  <a:pt x="1443678" y="102234"/>
                  <a:pt x="1448038" y="102488"/>
                  <a:pt x="1454707" y="102488"/>
                </a:cubicBezTo>
                <a:cubicBezTo>
                  <a:pt x="1474712" y="102488"/>
                  <a:pt x="1488562" y="99928"/>
                  <a:pt x="1499590" y="93778"/>
                </a:cubicBezTo>
                <a:cubicBezTo>
                  <a:pt x="1514977" y="85580"/>
                  <a:pt x="1524209" y="69949"/>
                  <a:pt x="1524209" y="53037"/>
                </a:cubicBezTo>
                <a:cubicBezTo>
                  <a:pt x="1524209" y="42278"/>
                  <a:pt x="1520621" y="32539"/>
                  <a:pt x="1513694" y="25107"/>
                </a:cubicBezTo>
                <a:cubicBezTo>
                  <a:pt x="1503437" y="13836"/>
                  <a:pt x="1481122" y="6658"/>
                  <a:pt x="1457015" y="6658"/>
                </a:cubicBezTo>
                <a:lnTo>
                  <a:pt x="1389305" y="6658"/>
                </a:lnTo>
                <a:lnTo>
                  <a:pt x="1389305" y="11529"/>
                </a:lnTo>
                <a:cubicBezTo>
                  <a:pt x="1408285" y="13578"/>
                  <a:pt x="1410849" y="16139"/>
                  <a:pt x="1410849" y="34592"/>
                </a:cubicBezTo>
                <a:lnTo>
                  <a:pt x="1410849" y="145552"/>
                </a:lnTo>
                <a:cubicBezTo>
                  <a:pt x="1410849" y="167078"/>
                  <a:pt x="1408798" y="169638"/>
                  <a:pt x="1389305" y="171433"/>
                </a:cubicBezTo>
                <a:lnTo>
                  <a:pt x="1389305" y="176300"/>
                </a:lnTo>
                <a:lnTo>
                  <a:pt x="1461117" y="176300"/>
                </a:lnTo>
                <a:lnTo>
                  <a:pt x="1461117" y="171433"/>
                </a:lnTo>
                <a:cubicBezTo>
                  <a:pt x="1440857" y="170667"/>
                  <a:pt x="1437010" y="167078"/>
                  <a:pt x="1437010" y="148371"/>
                </a:cubicBezTo>
                <a:lnTo>
                  <a:pt x="1437010" y="101722"/>
                </a:lnTo>
                <a:moveTo>
                  <a:pt x="1437010" y="24853"/>
                </a:moveTo>
                <a:cubicBezTo>
                  <a:pt x="1437010" y="17933"/>
                  <a:pt x="1438806" y="16139"/>
                  <a:pt x="1445729" y="16139"/>
                </a:cubicBezTo>
                <a:cubicBezTo>
                  <a:pt x="1480351" y="16139"/>
                  <a:pt x="1496256" y="28184"/>
                  <a:pt x="1496256" y="54577"/>
                </a:cubicBezTo>
                <a:cubicBezTo>
                  <a:pt x="1496256" y="79430"/>
                  <a:pt x="1481122" y="92241"/>
                  <a:pt x="1451627" y="92241"/>
                </a:cubicBezTo>
                <a:cubicBezTo>
                  <a:pt x="1446500" y="92241"/>
                  <a:pt x="1442908" y="91987"/>
                  <a:pt x="1437010" y="91471"/>
                </a:cubicBezTo>
                <a:lnTo>
                  <a:pt x="1437010" y="24853"/>
                </a:lnTo>
                <a:close/>
                <a:moveTo>
                  <a:pt x="1591919" y="58451"/>
                </a:moveTo>
                <a:cubicBezTo>
                  <a:pt x="1558577" y="58451"/>
                  <a:pt x="1535237" y="83038"/>
                  <a:pt x="1535237" y="118373"/>
                </a:cubicBezTo>
                <a:cubicBezTo>
                  <a:pt x="1535237" y="152937"/>
                  <a:pt x="1559090" y="178802"/>
                  <a:pt x="1591403" y="178802"/>
                </a:cubicBezTo>
                <a:cubicBezTo>
                  <a:pt x="1623720" y="178802"/>
                  <a:pt x="1648340" y="151658"/>
                  <a:pt x="1648340" y="116324"/>
                </a:cubicBezTo>
                <a:cubicBezTo>
                  <a:pt x="1648340" y="82780"/>
                  <a:pt x="1624745" y="58451"/>
                  <a:pt x="1591919" y="58451"/>
                </a:cubicBezTo>
                <a:moveTo>
                  <a:pt x="1588585" y="65629"/>
                </a:moveTo>
                <a:cubicBezTo>
                  <a:pt x="1610129" y="65629"/>
                  <a:pt x="1625258" y="90208"/>
                  <a:pt x="1625258" y="125285"/>
                </a:cubicBezTo>
                <a:cubicBezTo>
                  <a:pt x="1625258" y="154219"/>
                  <a:pt x="1613717" y="171628"/>
                  <a:pt x="1594483" y="171628"/>
                </a:cubicBezTo>
                <a:cubicBezTo>
                  <a:pt x="1584480" y="171628"/>
                  <a:pt x="1574990" y="165486"/>
                  <a:pt x="1569605" y="155243"/>
                </a:cubicBezTo>
                <a:cubicBezTo>
                  <a:pt x="1562424" y="141928"/>
                  <a:pt x="1558319" y="124006"/>
                  <a:pt x="1558319" y="105827"/>
                </a:cubicBezTo>
                <a:cubicBezTo>
                  <a:pt x="1558319" y="81502"/>
                  <a:pt x="1570372" y="65629"/>
                  <a:pt x="1588585" y="65629"/>
                </a:cubicBezTo>
                <a:close/>
                <a:moveTo>
                  <a:pt x="1660909" y="16678"/>
                </a:moveTo>
                <a:lnTo>
                  <a:pt x="1662446" y="16678"/>
                </a:lnTo>
                <a:cubicBezTo>
                  <a:pt x="1665268" y="16424"/>
                  <a:pt x="1668344" y="16166"/>
                  <a:pt x="1670399" y="16166"/>
                </a:cubicBezTo>
                <a:cubicBezTo>
                  <a:pt x="1678605" y="16166"/>
                  <a:pt x="1681168" y="19755"/>
                  <a:pt x="1681168" y="31796"/>
                </a:cubicBezTo>
                <a:lnTo>
                  <a:pt x="1681168" y="154012"/>
                </a:lnTo>
                <a:cubicBezTo>
                  <a:pt x="1681168" y="167848"/>
                  <a:pt x="1677580" y="171179"/>
                  <a:pt x="1661421" y="172457"/>
                </a:cubicBezTo>
                <a:lnTo>
                  <a:pt x="1661421" y="176300"/>
                </a:lnTo>
                <a:lnTo>
                  <a:pt x="1721946" y="176300"/>
                </a:lnTo>
                <a:lnTo>
                  <a:pt x="1721946" y="172457"/>
                </a:lnTo>
                <a:cubicBezTo>
                  <a:pt x="1705792" y="171433"/>
                  <a:pt x="1702712" y="168872"/>
                  <a:pt x="1702712" y="154778"/>
                </a:cubicBezTo>
                <a:lnTo>
                  <a:pt x="1702712" y="1818"/>
                </a:lnTo>
                <a:lnTo>
                  <a:pt x="1701687" y="1306"/>
                </a:lnTo>
                <a:cubicBezTo>
                  <a:pt x="1688350" y="5661"/>
                  <a:pt x="1678605" y="8226"/>
                  <a:pt x="1660909" y="12581"/>
                </a:cubicBezTo>
                <a:lnTo>
                  <a:pt x="1660909" y="16678"/>
                </a:lnTo>
                <a:close/>
                <a:moveTo>
                  <a:pt x="1849157" y="60953"/>
                </a:moveTo>
                <a:lnTo>
                  <a:pt x="1814535" y="60953"/>
                </a:lnTo>
                <a:lnTo>
                  <a:pt x="1814535" y="64800"/>
                </a:lnTo>
                <a:cubicBezTo>
                  <a:pt x="1822741" y="64800"/>
                  <a:pt x="1826847" y="67103"/>
                  <a:pt x="1826847" y="71204"/>
                </a:cubicBezTo>
                <a:cubicBezTo>
                  <a:pt x="1826847" y="72229"/>
                  <a:pt x="1826588" y="73765"/>
                  <a:pt x="1825817" y="75559"/>
                </a:cubicBezTo>
                <a:lnTo>
                  <a:pt x="1800940" y="146271"/>
                </a:lnTo>
                <a:lnTo>
                  <a:pt x="1771448" y="81451"/>
                </a:lnTo>
                <a:cubicBezTo>
                  <a:pt x="1769906" y="77866"/>
                  <a:pt x="1768881" y="74535"/>
                  <a:pt x="1768881" y="71716"/>
                </a:cubicBezTo>
                <a:cubicBezTo>
                  <a:pt x="1768881" y="67103"/>
                  <a:pt x="1772728" y="65313"/>
                  <a:pt x="1783756" y="64800"/>
                </a:cubicBezTo>
                <a:lnTo>
                  <a:pt x="1783756" y="60953"/>
                </a:lnTo>
                <a:lnTo>
                  <a:pt x="1730924" y="60953"/>
                </a:lnTo>
                <a:lnTo>
                  <a:pt x="1730924" y="64542"/>
                </a:lnTo>
                <a:cubicBezTo>
                  <a:pt x="1737593" y="65567"/>
                  <a:pt x="1741952" y="68385"/>
                  <a:pt x="1744003" y="72741"/>
                </a:cubicBezTo>
                <a:lnTo>
                  <a:pt x="1773240" y="135770"/>
                </a:lnTo>
                <a:lnTo>
                  <a:pt x="1774011" y="137819"/>
                </a:lnTo>
                <a:lnTo>
                  <a:pt x="1777858" y="145505"/>
                </a:lnTo>
                <a:cubicBezTo>
                  <a:pt x="1785039" y="158316"/>
                  <a:pt x="1789145" y="167539"/>
                  <a:pt x="1789145" y="171382"/>
                </a:cubicBezTo>
                <a:cubicBezTo>
                  <a:pt x="1789145" y="175225"/>
                  <a:pt x="1783243" y="191364"/>
                  <a:pt x="1778884" y="199050"/>
                </a:cubicBezTo>
                <a:cubicBezTo>
                  <a:pt x="1775295" y="205712"/>
                  <a:pt x="1769652" y="210579"/>
                  <a:pt x="1766059" y="210579"/>
                </a:cubicBezTo>
                <a:cubicBezTo>
                  <a:pt x="1764521" y="210579"/>
                  <a:pt x="1762212" y="210067"/>
                  <a:pt x="1759649" y="208788"/>
                </a:cubicBezTo>
                <a:cubicBezTo>
                  <a:pt x="1754777" y="206994"/>
                  <a:pt x="1750417" y="205970"/>
                  <a:pt x="1746058" y="205970"/>
                </a:cubicBezTo>
                <a:cubicBezTo>
                  <a:pt x="1740156" y="205970"/>
                  <a:pt x="1735030" y="211095"/>
                  <a:pt x="1735030" y="217241"/>
                </a:cubicBezTo>
                <a:cubicBezTo>
                  <a:pt x="1735030" y="225697"/>
                  <a:pt x="1743236" y="232105"/>
                  <a:pt x="1754006" y="232105"/>
                </a:cubicBezTo>
                <a:cubicBezTo>
                  <a:pt x="1771190" y="232105"/>
                  <a:pt x="1783501" y="217757"/>
                  <a:pt x="1797351" y="180863"/>
                </a:cubicBezTo>
                <a:lnTo>
                  <a:pt x="1836846" y="76330"/>
                </a:lnTo>
                <a:cubicBezTo>
                  <a:pt x="1840180" y="68127"/>
                  <a:pt x="1843001" y="65567"/>
                  <a:pt x="1849157" y="64800"/>
                </a:cubicBezTo>
                <a:lnTo>
                  <a:pt x="1849157" y="60953"/>
                </a:lnTo>
                <a:close/>
                <a:moveTo>
                  <a:pt x="1930204" y="3155"/>
                </a:moveTo>
                <a:lnTo>
                  <a:pt x="1884037" y="26425"/>
                </a:lnTo>
                <a:lnTo>
                  <a:pt x="1884037" y="30013"/>
                </a:lnTo>
                <a:cubicBezTo>
                  <a:pt x="1887113" y="28731"/>
                  <a:pt x="1889935" y="27707"/>
                  <a:pt x="1890960" y="27195"/>
                </a:cubicBezTo>
                <a:cubicBezTo>
                  <a:pt x="1895578" y="25404"/>
                  <a:pt x="1899938" y="24384"/>
                  <a:pt x="1902505" y="24384"/>
                </a:cubicBezTo>
                <a:cubicBezTo>
                  <a:pt x="1907890" y="24384"/>
                  <a:pt x="1910199" y="28219"/>
                  <a:pt x="1910199" y="36417"/>
                </a:cubicBezTo>
                <a:lnTo>
                  <a:pt x="1910199" y="152476"/>
                </a:lnTo>
                <a:cubicBezTo>
                  <a:pt x="1910199" y="160932"/>
                  <a:pt x="1908144" y="166824"/>
                  <a:pt x="1904043" y="169130"/>
                </a:cubicBezTo>
                <a:cubicBezTo>
                  <a:pt x="1900196" y="171433"/>
                  <a:pt x="1896603" y="172203"/>
                  <a:pt x="1885834" y="172457"/>
                </a:cubicBezTo>
                <a:lnTo>
                  <a:pt x="1885834" y="176300"/>
                </a:lnTo>
                <a:lnTo>
                  <a:pt x="1956620" y="176300"/>
                </a:lnTo>
                <a:lnTo>
                  <a:pt x="1956620" y="172457"/>
                </a:lnTo>
                <a:cubicBezTo>
                  <a:pt x="1936356" y="172203"/>
                  <a:pt x="1932255" y="169642"/>
                  <a:pt x="1932255" y="157343"/>
                </a:cubicBezTo>
                <a:lnTo>
                  <a:pt x="1932255" y="3671"/>
                </a:lnTo>
                <a:lnTo>
                  <a:pt x="1930204" y="3155"/>
                </a:lnTo>
                <a:close/>
                <a:moveTo>
                  <a:pt x="2023046" y="91741"/>
                </a:moveTo>
                <a:cubicBezTo>
                  <a:pt x="2038175" y="91741"/>
                  <a:pt x="2044073" y="92253"/>
                  <a:pt x="2050229" y="94556"/>
                </a:cubicBezTo>
                <a:cubicBezTo>
                  <a:pt x="2066133" y="100186"/>
                  <a:pt x="2076136" y="114780"/>
                  <a:pt x="2076136" y="132439"/>
                </a:cubicBezTo>
                <a:cubicBezTo>
                  <a:pt x="2076136" y="153942"/>
                  <a:pt x="2061515" y="170581"/>
                  <a:pt x="2042535" y="170581"/>
                </a:cubicBezTo>
                <a:cubicBezTo>
                  <a:pt x="2035612" y="170581"/>
                  <a:pt x="2030481" y="168790"/>
                  <a:pt x="2020991" y="162644"/>
                </a:cubicBezTo>
                <a:cubicBezTo>
                  <a:pt x="2013297" y="158039"/>
                  <a:pt x="2008938" y="156248"/>
                  <a:pt x="2004578" y="156248"/>
                </a:cubicBezTo>
                <a:cubicBezTo>
                  <a:pt x="1998681" y="156248"/>
                  <a:pt x="1994834" y="159829"/>
                  <a:pt x="1994834" y="165205"/>
                </a:cubicBezTo>
                <a:cubicBezTo>
                  <a:pt x="1994834" y="174170"/>
                  <a:pt x="2005862" y="179803"/>
                  <a:pt x="2023813" y="179803"/>
                </a:cubicBezTo>
                <a:cubicBezTo>
                  <a:pt x="2043560" y="179803"/>
                  <a:pt x="2063824" y="173145"/>
                  <a:pt x="2075877" y="162644"/>
                </a:cubicBezTo>
                <a:cubicBezTo>
                  <a:pt x="2087931" y="152151"/>
                  <a:pt x="2094599" y="137303"/>
                  <a:pt x="2094599" y="120155"/>
                </a:cubicBezTo>
                <a:cubicBezTo>
                  <a:pt x="2094599" y="107098"/>
                  <a:pt x="2090498" y="95068"/>
                  <a:pt x="2083058" y="87132"/>
                </a:cubicBezTo>
                <a:cubicBezTo>
                  <a:pt x="2077928" y="81502"/>
                  <a:pt x="2073056" y="78429"/>
                  <a:pt x="2061769" y="73566"/>
                </a:cubicBezTo>
                <a:cubicBezTo>
                  <a:pt x="2079466" y="61536"/>
                  <a:pt x="2085880" y="52063"/>
                  <a:pt x="2085880" y="38239"/>
                </a:cubicBezTo>
                <a:cubicBezTo>
                  <a:pt x="2085880" y="17507"/>
                  <a:pt x="2069467" y="3155"/>
                  <a:pt x="2045869" y="3155"/>
                </a:cubicBezTo>
                <a:cubicBezTo>
                  <a:pt x="2033045" y="3155"/>
                  <a:pt x="2021762" y="7514"/>
                  <a:pt x="2012530" y="15712"/>
                </a:cubicBezTo>
                <a:cubicBezTo>
                  <a:pt x="2004833" y="22624"/>
                  <a:pt x="2000986" y="29282"/>
                  <a:pt x="1995347" y="44639"/>
                </a:cubicBezTo>
                <a:lnTo>
                  <a:pt x="1999193" y="45663"/>
                </a:lnTo>
                <a:cubicBezTo>
                  <a:pt x="2009709" y="26976"/>
                  <a:pt x="2021250" y="18531"/>
                  <a:pt x="2037408" y="18531"/>
                </a:cubicBezTo>
                <a:cubicBezTo>
                  <a:pt x="2054076" y="18531"/>
                  <a:pt x="2065620" y="29795"/>
                  <a:pt x="2065620" y="45921"/>
                </a:cubicBezTo>
                <a:cubicBezTo>
                  <a:pt x="2065620" y="55136"/>
                  <a:pt x="2061769" y="64351"/>
                  <a:pt x="2055359" y="70751"/>
                </a:cubicBezTo>
                <a:cubicBezTo>
                  <a:pt x="2047665" y="78429"/>
                  <a:pt x="2040484" y="82268"/>
                  <a:pt x="2023046" y="88414"/>
                </a:cubicBezTo>
                <a:lnTo>
                  <a:pt x="2023046" y="91741"/>
                </a:lnTo>
                <a:close/>
                <a:moveTo>
                  <a:pt x="2177184" y="3155"/>
                </a:moveTo>
                <a:cubicBezTo>
                  <a:pt x="2163076" y="3155"/>
                  <a:pt x="2152307" y="7514"/>
                  <a:pt x="2142817" y="16475"/>
                </a:cubicBezTo>
                <a:cubicBezTo>
                  <a:pt x="2127942" y="30811"/>
                  <a:pt x="2118193" y="60250"/>
                  <a:pt x="2118193" y="90201"/>
                </a:cubicBezTo>
                <a:cubicBezTo>
                  <a:pt x="2118193" y="118103"/>
                  <a:pt x="2126658" y="148058"/>
                  <a:pt x="2138711" y="162390"/>
                </a:cubicBezTo>
                <a:cubicBezTo>
                  <a:pt x="2148201" y="173657"/>
                  <a:pt x="2161280" y="179803"/>
                  <a:pt x="2176159" y="179803"/>
                </a:cubicBezTo>
                <a:cubicBezTo>
                  <a:pt x="2189238" y="179803"/>
                  <a:pt x="2200266" y="175448"/>
                  <a:pt x="2209498" y="166487"/>
                </a:cubicBezTo>
                <a:cubicBezTo>
                  <a:pt x="2224373" y="152409"/>
                  <a:pt x="2234121" y="122712"/>
                  <a:pt x="2234121" y="91737"/>
                </a:cubicBezTo>
                <a:cubicBezTo>
                  <a:pt x="2234121" y="39259"/>
                  <a:pt x="2210781" y="3155"/>
                  <a:pt x="2177184" y="3155"/>
                </a:cubicBezTo>
                <a:moveTo>
                  <a:pt x="2176413" y="9817"/>
                </a:moveTo>
                <a:cubicBezTo>
                  <a:pt x="2197957" y="9817"/>
                  <a:pt x="2209498" y="38747"/>
                  <a:pt x="2209498" y="92249"/>
                </a:cubicBezTo>
                <a:cubicBezTo>
                  <a:pt x="2209498" y="145751"/>
                  <a:pt x="2198215" y="173145"/>
                  <a:pt x="2176159" y="173145"/>
                </a:cubicBezTo>
                <a:cubicBezTo>
                  <a:pt x="2154099" y="173145"/>
                  <a:pt x="2142817" y="145751"/>
                  <a:pt x="2142817" y="92507"/>
                </a:cubicBezTo>
                <a:cubicBezTo>
                  <a:pt x="2142817" y="38235"/>
                  <a:pt x="2154357" y="9817"/>
                  <a:pt x="2176413" y="9817"/>
                </a:cubicBezTo>
                <a:close/>
                <a:moveTo>
                  <a:pt x="2286698" y="26901"/>
                </a:moveTo>
                <a:lnTo>
                  <a:pt x="2336966" y="26901"/>
                </a:lnTo>
                <a:cubicBezTo>
                  <a:pt x="2341067" y="26901"/>
                  <a:pt x="2342092" y="26389"/>
                  <a:pt x="2342863" y="24595"/>
                </a:cubicBezTo>
                <a:lnTo>
                  <a:pt x="2352608" y="1791"/>
                </a:lnTo>
                <a:lnTo>
                  <a:pt x="2350303" y="0"/>
                </a:lnTo>
                <a:cubicBezTo>
                  <a:pt x="2346452" y="5380"/>
                  <a:pt x="2343889" y="6658"/>
                  <a:pt x="2338504" y="6658"/>
                </a:cubicBezTo>
                <a:lnTo>
                  <a:pt x="2284901" y="6658"/>
                </a:lnTo>
                <a:lnTo>
                  <a:pt x="2256944" y="67365"/>
                </a:lnTo>
                <a:cubicBezTo>
                  <a:pt x="2256689" y="67877"/>
                  <a:pt x="2256689" y="68135"/>
                  <a:pt x="2256689" y="68647"/>
                </a:cubicBezTo>
                <a:cubicBezTo>
                  <a:pt x="2256689" y="69926"/>
                  <a:pt x="2257715" y="70696"/>
                  <a:pt x="2259765" y="70696"/>
                </a:cubicBezTo>
                <a:cubicBezTo>
                  <a:pt x="2267972" y="70696"/>
                  <a:pt x="2278233" y="72490"/>
                  <a:pt x="2288748" y="75817"/>
                </a:cubicBezTo>
                <a:cubicBezTo>
                  <a:pt x="2318240" y="85294"/>
                  <a:pt x="2331835" y="101175"/>
                  <a:pt x="2331835" y="126528"/>
                </a:cubicBezTo>
                <a:cubicBezTo>
                  <a:pt x="2331835" y="151115"/>
                  <a:pt x="2316189" y="170326"/>
                  <a:pt x="2296184" y="170326"/>
                </a:cubicBezTo>
                <a:cubicBezTo>
                  <a:pt x="2291057" y="170326"/>
                  <a:pt x="2286698" y="168532"/>
                  <a:pt x="2279000" y="162898"/>
                </a:cubicBezTo>
                <a:cubicBezTo>
                  <a:pt x="2270793" y="157007"/>
                  <a:pt x="2264896" y="154446"/>
                  <a:pt x="2259511" y="154446"/>
                </a:cubicBezTo>
                <a:cubicBezTo>
                  <a:pt x="2252072" y="154446"/>
                  <a:pt x="2248483" y="157519"/>
                  <a:pt x="2248483" y="163923"/>
                </a:cubicBezTo>
                <a:cubicBezTo>
                  <a:pt x="2248483" y="173657"/>
                  <a:pt x="2260536" y="179803"/>
                  <a:pt x="2279771" y="179803"/>
                </a:cubicBezTo>
                <a:cubicBezTo>
                  <a:pt x="2301314" y="179803"/>
                  <a:pt x="2319782" y="172887"/>
                  <a:pt x="2332606" y="159825"/>
                </a:cubicBezTo>
                <a:cubicBezTo>
                  <a:pt x="2344401" y="148300"/>
                  <a:pt x="2349786" y="133702"/>
                  <a:pt x="2349786" y="114236"/>
                </a:cubicBezTo>
                <a:cubicBezTo>
                  <a:pt x="2349786" y="95795"/>
                  <a:pt x="2344914" y="84016"/>
                  <a:pt x="2332090" y="71208"/>
                </a:cubicBezTo>
                <a:cubicBezTo>
                  <a:pt x="2320807" y="59941"/>
                  <a:pt x="2306187" y="54049"/>
                  <a:pt x="2275924" y="48670"/>
                </a:cubicBezTo>
                <a:lnTo>
                  <a:pt x="2286698" y="26901"/>
                </a:lnTo>
                <a:close/>
                <a:moveTo>
                  <a:pt x="2476995" y="58451"/>
                </a:moveTo>
                <a:lnTo>
                  <a:pt x="2437243" y="72463"/>
                </a:lnTo>
                <a:lnTo>
                  <a:pt x="2437243" y="76310"/>
                </a:lnTo>
                <a:lnTo>
                  <a:pt x="2439297" y="76052"/>
                </a:lnTo>
                <a:cubicBezTo>
                  <a:pt x="2442373" y="75540"/>
                  <a:pt x="2445708" y="75282"/>
                  <a:pt x="2448016" y="75282"/>
                </a:cubicBezTo>
                <a:cubicBezTo>
                  <a:pt x="2454172" y="75282"/>
                  <a:pt x="2456477" y="79383"/>
                  <a:pt x="2456477" y="90666"/>
                </a:cubicBezTo>
                <a:lnTo>
                  <a:pt x="2456477" y="150153"/>
                </a:lnTo>
                <a:cubicBezTo>
                  <a:pt x="2456477" y="168614"/>
                  <a:pt x="2453914" y="171433"/>
                  <a:pt x="2436217" y="172457"/>
                </a:cubicBezTo>
                <a:lnTo>
                  <a:pt x="2436217" y="176300"/>
                </a:lnTo>
                <a:lnTo>
                  <a:pt x="2497001" y="176300"/>
                </a:lnTo>
                <a:lnTo>
                  <a:pt x="2497001" y="172457"/>
                </a:lnTo>
                <a:cubicBezTo>
                  <a:pt x="2480075" y="171179"/>
                  <a:pt x="2478021" y="168614"/>
                  <a:pt x="2478021" y="150153"/>
                </a:cubicBezTo>
                <a:lnTo>
                  <a:pt x="2478021" y="59222"/>
                </a:lnTo>
                <a:lnTo>
                  <a:pt x="2476995" y="58451"/>
                </a:lnTo>
                <a:moveTo>
                  <a:pt x="2464942" y="1404"/>
                </a:moveTo>
                <a:cubicBezTo>
                  <a:pt x="2458019" y="1404"/>
                  <a:pt x="2452118" y="7299"/>
                  <a:pt x="2452118" y="14473"/>
                </a:cubicBezTo>
                <a:cubicBezTo>
                  <a:pt x="2452118" y="21647"/>
                  <a:pt x="2457761" y="27539"/>
                  <a:pt x="2464942" y="27539"/>
                </a:cubicBezTo>
                <a:cubicBezTo>
                  <a:pt x="2472381" y="27539"/>
                  <a:pt x="2478279" y="21901"/>
                  <a:pt x="2478279" y="14473"/>
                </a:cubicBezTo>
                <a:cubicBezTo>
                  <a:pt x="2478279" y="7299"/>
                  <a:pt x="2472381" y="1404"/>
                  <a:pt x="2464942" y="1404"/>
                </a:cubicBezTo>
                <a:close/>
                <a:moveTo>
                  <a:pt x="2507517" y="74340"/>
                </a:moveTo>
                <a:cubicBezTo>
                  <a:pt x="2509055" y="73570"/>
                  <a:pt x="2511622" y="73315"/>
                  <a:pt x="2514443" y="73315"/>
                </a:cubicBezTo>
                <a:cubicBezTo>
                  <a:pt x="2521625" y="73315"/>
                  <a:pt x="2523930" y="77158"/>
                  <a:pt x="2523930" y="89708"/>
                </a:cubicBezTo>
                <a:lnTo>
                  <a:pt x="2523930" y="153246"/>
                </a:lnTo>
                <a:cubicBezTo>
                  <a:pt x="2523930" y="167848"/>
                  <a:pt x="2521108" y="171433"/>
                  <a:pt x="2508029" y="172457"/>
                </a:cubicBezTo>
                <a:lnTo>
                  <a:pt x="2508029" y="176300"/>
                </a:lnTo>
                <a:lnTo>
                  <a:pt x="2562403" y="176300"/>
                </a:lnTo>
                <a:lnTo>
                  <a:pt x="2562403" y="172457"/>
                </a:lnTo>
                <a:cubicBezTo>
                  <a:pt x="2549320" y="171433"/>
                  <a:pt x="2545473" y="168360"/>
                  <a:pt x="2545473" y="159137"/>
                </a:cubicBezTo>
                <a:lnTo>
                  <a:pt x="2545473" y="87147"/>
                </a:lnTo>
                <a:cubicBezTo>
                  <a:pt x="2557785" y="75618"/>
                  <a:pt x="2563428" y="72545"/>
                  <a:pt x="2571893" y="72545"/>
                </a:cubicBezTo>
                <a:cubicBezTo>
                  <a:pt x="2584459" y="72545"/>
                  <a:pt x="2590615" y="80485"/>
                  <a:pt x="2590615" y="97394"/>
                </a:cubicBezTo>
                <a:lnTo>
                  <a:pt x="2590615" y="150939"/>
                </a:lnTo>
                <a:cubicBezTo>
                  <a:pt x="2590615" y="167078"/>
                  <a:pt x="2587280" y="171433"/>
                  <a:pt x="2574456" y="172457"/>
                </a:cubicBezTo>
                <a:lnTo>
                  <a:pt x="2574456" y="176300"/>
                </a:lnTo>
                <a:lnTo>
                  <a:pt x="2627804" y="176300"/>
                </a:lnTo>
                <a:lnTo>
                  <a:pt x="2627804" y="172457"/>
                </a:lnTo>
                <a:cubicBezTo>
                  <a:pt x="2615234" y="171179"/>
                  <a:pt x="2612158" y="168102"/>
                  <a:pt x="2612158" y="155552"/>
                </a:cubicBezTo>
                <a:lnTo>
                  <a:pt x="2612158" y="96882"/>
                </a:lnTo>
                <a:cubicBezTo>
                  <a:pt x="2612158" y="72803"/>
                  <a:pt x="2600872" y="58451"/>
                  <a:pt x="2581895" y="58451"/>
                </a:cubicBezTo>
                <a:cubicBezTo>
                  <a:pt x="2570096" y="58451"/>
                  <a:pt x="2562144" y="62810"/>
                  <a:pt x="2544706" y="79207"/>
                </a:cubicBezTo>
                <a:lnTo>
                  <a:pt x="2544706" y="58967"/>
                </a:lnTo>
                <a:lnTo>
                  <a:pt x="2542910" y="58451"/>
                </a:lnTo>
                <a:cubicBezTo>
                  <a:pt x="2530344" y="63065"/>
                  <a:pt x="2521625" y="65883"/>
                  <a:pt x="2507517" y="69984"/>
                </a:cubicBezTo>
                <a:lnTo>
                  <a:pt x="2507517" y="74340"/>
                </a:lnTo>
                <a:close/>
                <a:moveTo>
                  <a:pt x="2633956" y="75556"/>
                </a:moveTo>
                <a:cubicBezTo>
                  <a:pt x="2636264" y="75301"/>
                  <a:pt x="2638061" y="75301"/>
                  <a:pt x="2640370" y="75301"/>
                </a:cubicBezTo>
                <a:cubicBezTo>
                  <a:pt x="2649089" y="75301"/>
                  <a:pt x="2650885" y="77862"/>
                  <a:pt x="2650885" y="89904"/>
                </a:cubicBezTo>
                <a:lnTo>
                  <a:pt x="2650885" y="209813"/>
                </a:lnTo>
                <a:cubicBezTo>
                  <a:pt x="2650885" y="223136"/>
                  <a:pt x="2648063" y="225955"/>
                  <a:pt x="2632930" y="227492"/>
                </a:cubicBezTo>
                <a:lnTo>
                  <a:pt x="2632930" y="231847"/>
                </a:lnTo>
                <a:lnTo>
                  <a:pt x="2694997" y="231847"/>
                </a:lnTo>
                <a:lnTo>
                  <a:pt x="2694997" y="227237"/>
                </a:lnTo>
                <a:cubicBezTo>
                  <a:pt x="2675763" y="226979"/>
                  <a:pt x="2672429" y="224161"/>
                  <a:pt x="2672429" y="208018"/>
                </a:cubicBezTo>
                <a:lnTo>
                  <a:pt x="2672429" y="167789"/>
                </a:lnTo>
                <a:cubicBezTo>
                  <a:pt x="2681406" y="176242"/>
                  <a:pt x="2687558" y="178802"/>
                  <a:pt x="2698332" y="178802"/>
                </a:cubicBezTo>
                <a:cubicBezTo>
                  <a:pt x="2728594" y="178802"/>
                  <a:pt x="2752188" y="150122"/>
                  <a:pt x="2752188" y="112997"/>
                </a:cubicBezTo>
                <a:cubicBezTo>
                  <a:pt x="2752188" y="81252"/>
                  <a:pt x="2734237" y="58451"/>
                  <a:pt x="2709360" y="58451"/>
                </a:cubicBezTo>
                <a:cubicBezTo>
                  <a:pt x="2694997" y="58451"/>
                  <a:pt x="2683711" y="64859"/>
                  <a:pt x="2672429" y="78691"/>
                </a:cubicBezTo>
                <a:lnTo>
                  <a:pt x="2672429" y="58967"/>
                </a:lnTo>
                <a:lnTo>
                  <a:pt x="2670891" y="58451"/>
                </a:lnTo>
                <a:cubicBezTo>
                  <a:pt x="2657041" y="63835"/>
                  <a:pt x="2648063" y="67166"/>
                  <a:pt x="2633956" y="71521"/>
                </a:cubicBezTo>
                <a:lnTo>
                  <a:pt x="2633956" y="75556"/>
                </a:lnTo>
                <a:moveTo>
                  <a:pt x="2672429" y="90725"/>
                </a:moveTo>
                <a:cubicBezTo>
                  <a:pt x="2672429" y="83042"/>
                  <a:pt x="2686791" y="73828"/>
                  <a:pt x="2698586" y="73828"/>
                </a:cubicBezTo>
                <a:cubicBezTo>
                  <a:pt x="2717566" y="73828"/>
                  <a:pt x="2730132" y="93285"/>
                  <a:pt x="2730132" y="122986"/>
                </a:cubicBezTo>
                <a:cubicBezTo>
                  <a:pt x="2730132" y="151404"/>
                  <a:pt x="2717566" y="170604"/>
                  <a:pt x="2699103" y="170604"/>
                </a:cubicBezTo>
                <a:cubicBezTo>
                  <a:pt x="2687045" y="170604"/>
                  <a:pt x="2672429" y="161389"/>
                  <a:pt x="2672429" y="153707"/>
                </a:cubicBezTo>
                <a:lnTo>
                  <a:pt x="2672429" y="90725"/>
                </a:lnTo>
                <a:close/>
                <a:moveTo>
                  <a:pt x="2882732" y="163442"/>
                </a:moveTo>
                <a:lnTo>
                  <a:pt x="2881453" y="163442"/>
                </a:lnTo>
                <a:cubicBezTo>
                  <a:pt x="2869654" y="163442"/>
                  <a:pt x="2866832" y="160623"/>
                  <a:pt x="2866832" y="148836"/>
                </a:cubicBezTo>
                <a:lnTo>
                  <a:pt x="2866832" y="60953"/>
                </a:lnTo>
                <a:lnTo>
                  <a:pt x="2826308" y="60953"/>
                </a:lnTo>
                <a:lnTo>
                  <a:pt x="2826308" y="65313"/>
                </a:lnTo>
                <a:cubicBezTo>
                  <a:pt x="2842213" y="66079"/>
                  <a:pt x="2845289" y="68644"/>
                  <a:pt x="2845289" y="81451"/>
                </a:cubicBezTo>
                <a:lnTo>
                  <a:pt x="2845289" y="141654"/>
                </a:lnTo>
                <a:cubicBezTo>
                  <a:pt x="2845289" y="148828"/>
                  <a:pt x="2844005" y="152417"/>
                  <a:pt x="2840416" y="155232"/>
                </a:cubicBezTo>
                <a:cubicBezTo>
                  <a:pt x="2833490" y="160869"/>
                  <a:pt x="2825541" y="163942"/>
                  <a:pt x="2817848" y="163942"/>
                </a:cubicBezTo>
                <a:cubicBezTo>
                  <a:pt x="2807845" y="163942"/>
                  <a:pt x="2799638" y="155232"/>
                  <a:pt x="2799638" y="144473"/>
                </a:cubicBezTo>
                <a:lnTo>
                  <a:pt x="2799638" y="60953"/>
                </a:lnTo>
                <a:lnTo>
                  <a:pt x="2762191" y="60953"/>
                </a:lnTo>
                <a:lnTo>
                  <a:pt x="2762191" y="64542"/>
                </a:lnTo>
                <a:cubicBezTo>
                  <a:pt x="2774502" y="65313"/>
                  <a:pt x="2778095" y="69156"/>
                  <a:pt x="2778095" y="80939"/>
                </a:cubicBezTo>
                <a:lnTo>
                  <a:pt x="2778095" y="145497"/>
                </a:lnTo>
                <a:cubicBezTo>
                  <a:pt x="2778095" y="165737"/>
                  <a:pt x="2790403" y="178802"/>
                  <a:pt x="2809125" y="178802"/>
                </a:cubicBezTo>
                <a:cubicBezTo>
                  <a:pt x="2818615" y="178802"/>
                  <a:pt x="2828617" y="174705"/>
                  <a:pt x="2835544" y="167785"/>
                </a:cubicBezTo>
                <a:lnTo>
                  <a:pt x="2846572" y="156772"/>
                </a:lnTo>
                <a:lnTo>
                  <a:pt x="2846572" y="178036"/>
                </a:lnTo>
                <a:lnTo>
                  <a:pt x="2847598" y="178552"/>
                </a:lnTo>
                <a:cubicBezTo>
                  <a:pt x="2860422" y="173431"/>
                  <a:pt x="2869654" y="170612"/>
                  <a:pt x="2882732" y="167023"/>
                </a:cubicBezTo>
                <a:lnTo>
                  <a:pt x="2882732" y="163442"/>
                </a:lnTo>
                <a:close/>
                <a:moveTo>
                  <a:pt x="2953518" y="60953"/>
                </a:moveTo>
                <a:lnTo>
                  <a:pt x="2927615" y="60953"/>
                </a:lnTo>
                <a:lnTo>
                  <a:pt x="2927615" y="31233"/>
                </a:lnTo>
                <a:cubicBezTo>
                  <a:pt x="2927615" y="28672"/>
                  <a:pt x="2927361" y="27902"/>
                  <a:pt x="2925819" y="27902"/>
                </a:cubicBezTo>
                <a:cubicBezTo>
                  <a:pt x="2924027" y="30209"/>
                  <a:pt x="2922485" y="32516"/>
                  <a:pt x="2920692" y="35076"/>
                </a:cubicBezTo>
                <a:cubicBezTo>
                  <a:pt x="2910944" y="49170"/>
                  <a:pt x="2899916" y="61470"/>
                  <a:pt x="2895815" y="62494"/>
                </a:cubicBezTo>
                <a:cubicBezTo>
                  <a:pt x="2892993" y="64284"/>
                  <a:pt x="2891451" y="66079"/>
                  <a:pt x="2891451" y="67361"/>
                </a:cubicBezTo>
                <a:cubicBezTo>
                  <a:pt x="2891451" y="68131"/>
                  <a:pt x="2891709" y="68644"/>
                  <a:pt x="2892480" y="69156"/>
                </a:cubicBezTo>
                <a:lnTo>
                  <a:pt x="2906072" y="69156"/>
                </a:lnTo>
                <a:lnTo>
                  <a:pt x="2906072" y="146267"/>
                </a:lnTo>
                <a:cubicBezTo>
                  <a:pt x="2906072" y="167785"/>
                  <a:pt x="2913766" y="178802"/>
                  <a:pt x="2928899" y="178802"/>
                </a:cubicBezTo>
                <a:cubicBezTo>
                  <a:pt x="2941465" y="178802"/>
                  <a:pt x="2951209" y="172657"/>
                  <a:pt x="2959674" y="159333"/>
                </a:cubicBezTo>
                <a:lnTo>
                  <a:pt x="2956340" y="156514"/>
                </a:lnTo>
                <a:cubicBezTo>
                  <a:pt x="2950955" y="162918"/>
                  <a:pt x="2946595" y="165483"/>
                  <a:pt x="2940952" y="165483"/>
                </a:cubicBezTo>
                <a:cubicBezTo>
                  <a:pt x="2931462" y="165483"/>
                  <a:pt x="2927615" y="158563"/>
                  <a:pt x="2927615" y="142424"/>
                </a:cubicBezTo>
                <a:lnTo>
                  <a:pt x="2927615" y="69156"/>
                </a:lnTo>
                <a:lnTo>
                  <a:pt x="2953518" y="69156"/>
                </a:lnTo>
                <a:lnTo>
                  <a:pt x="2953518" y="60953"/>
                </a:lnTo>
                <a:close/>
                <a:moveTo>
                  <a:pt x="2991478" y="150615"/>
                </a:moveTo>
                <a:cubicBezTo>
                  <a:pt x="2983780" y="150615"/>
                  <a:pt x="2977370" y="157276"/>
                  <a:pt x="2977370" y="165221"/>
                </a:cubicBezTo>
                <a:cubicBezTo>
                  <a:pt x="2977370" y="172649"/>
                  <a:pt x="2983780" y="179053"/>
                  <a:pt x="2991220" y="179053"/>
                </a:cubicBezTo>
                <a:cubicBezTo>
                  <a:pt x="2999172" y="179053"/>
                  <a:pt x="3005840" y="172649"/>
                  <a:pt x="3005840" y="165221"/>
                </a:cubicBezTo>
                <a:cubicBezTo>
                  <a:pt x="3005840" y="157276"/>
                  <a:pt x="2999172" y="150615"/>
                  <a:pt x="2991478" y="150615"/>
                </a:cubicBezTo>
                <a:close/>
                <a:moveTo>
                  <a:pt x="3168186" y="17421"/>
                </a:moveTo>
                <a:lnTo>
                  <a:pt x="3168186" y="145552"/>
                </a:lnTo>
                <a:cubicBezTo>
                  <a:pt x="3168186" y="167336"/>
                  <a:pt x="3165364" y="170154"/>
                  <a:pt x="3144075" y="171433"/>
                </a:cubicBezTo>
                <a:lnTo>
                  <a:pt x="3144075" y="176300"/>
                </a:lnTo>
                <a:lnTo>
                  <a:pt x="3218967" y="176300"/>
                </a:lnTo>
                <a:lnTo>
                  <a:pt x="3218967" y="171433"/>
                </a:lnTo>
                <a:cubicBezTo>
                  <a:pt x="3197936" y="170409"/>
                  <a:pt x="3194343" y="167078"/>
                  <a:pt x="3194343" y="148371"/>
                </a:cubicBezTo>
                <a:lnTo>
                  <a:pt x="3194343" y="17421"/>
                </a:lnTo>
                <a:lnTo>
                  <a:pt x="3208193" y="17421"/>
                </a:lnTo>
                <a:cubicBezTo>
                  <a:pt x="3237430" y="17421"/>
                  <a:pt x="3243074" y="22034"/>
                  <a:pt x="3248975" y="50222"/>
                </a:cubicBezTo>
                <a:lnTo>
                  <a:pt x="3255127" y="50222"/>
                </a:lnTo>
                <a:lnTo>
                  <a:pt x="3253589" y="6658"/>
                </a:lnTo>
                <a:lnTo>
                  <a:pt x="3108940" y="6658"/>
                </a:lnTo>
                <a:lnTo>
                  <a:pt x="3107402" y="50222"/>
                </a:lnTo>
                <a:lnTo>
                  <a:pt x="3113554" y="50222"/>
                </a:lnTo>
                <a:cubicBezTo>
                  <a:pt x="3119710" y="22288"/>
                  <a:pt x="3125612" y="17421"/>
                  <a:pt x="3154336" y="17421"/>
                </a:cubicBezTo>
                <a:lnTo>
                  <a:pt x="3168186" y="17421"/>
                </a:lnTo>
                <a:close/>
                <a:moveTo>
                  <a:pt x="3300012" y="88430"/>
                </a:moveTo>
                <a:cubicBezTo>
                  <a:pt x="3310782" y="76646"/>
                  <a:pt x="3318476" y="72287"/>
                  <a:pt x="3328478" y="72287"/>
                </a:cubicBezTo>
                <a:cubicBezTo>
                  <a:pt x="3341303" y="72287"/>
                  <a:pt x="3347713" y="81514"/>
                  <a:pt x="3347713" y="99447"/>
                </a:cubicBezTo>
                <a:lnTo>
                  <a:pt x="3347713" y="150169"/>
                </a:lnTo>
                <a:cubicBezTo>
                  <a:pt x="3347713" y="167590"/>
                  <a:pt x="3345150" y="170921"/>
                  <a:pt x="3330275" y="172457"/>
                </a:cubicBezTo>
                <a:lnTo>
                  <a:pt x="3330275" y="176300"/>
                </a:lnTo>
                <a:lnTo>
                  <a:pt x="3384648" y="176300"/>
                </a:lnTo>
                <a:lnTo>
                  <a:pt x="3384648" y="172457"/>
                </a:lnTo>
                <a:cubicBezTo>
                  <a:pt x="3370798" y="169896"/>
                  <a:pt x="3369256" y="167848"/>
                  <a:pt x="3369256" y="150169"/>
                </a:cubicBezTo>
                <a:lnTo>
                  <a:pt x="3369256" y="99189"/>
                </a:lnTo>
                <a:cubicBezTo>
                  <a:pt x="3369256" y="72287"/>
                  <a:pt x="3358487" y="58451"/>
                  <a:pt x="3337710" y="58451"/>
                </a:cubicBezTo>
                <a:cubicBezTo>
                  <a:pt x="3322581" y="58451"/>
                  <a:pt x="3311807" y="64601"/>
                  <a:pt x="3300012" y="79973"/>
                </a:cubicBezTo>
                <a:lnTo>
                  <a:pt x="3300012" y="2088"/>
                </a:lnTo>
                <a:lnTo>
                  <a:pt x="3298728" y="1318"/>
                </a:lnTo>
                <a:cubicBezTo>
                  <a:pt x="3290009" y="4390"/>
                  <a:pt x="3283595" y="6443"/>
                  <a:pt x="3269233" y="10540"/>
                </a:cubicBezTo>
                <a:lnTo>
                  <a:pt x="3262310" y="12593"/>
                </a:lnTo>
                <a:lnTo>
                  <a:pt x="3262310" y="16690"/>
                </a:lnTo>
                <a:cubicBezTo>
                  <a:pt x="3263335" y="16436"/>
                  <a:pt x="3264106" y="16436"/>
                  <a:pt x="3265386" y="16436"/>
                </a:cubicBezTo>
                <a:cubicBezTo>
                  <a:pt x="3276414" y="16436"/>
                  <a:pt x="3278469" y="18484"/>
                  <a:pt x="3278469" y="29501"/>
                </a:cubicBezTo>
                <a:lnTo>
                  <a:pt x="3278469" y="150169"/>
                </a:lnTo>
                <a:cubicBezTo>
                  <a:pt x="3278469" y="168102"/>
                  <a:pt x="3276927" y="170409"/>
                  <a:pt x="3262052" y="172457"/>
                </a:cubicBezTo>
                <a:lnTo>
                  <a:pt x="3262052" y="176300"/>
                </a:lnTo>
                <a:lnTo>
                  <a:pt x="3317450" y="176300"/>
                </a:lnTo>
                <a:lnTo>
                  <a:pt x="3317450" y="172457"/>
                </a:lnTo>
                <a:cubicBezTo>
                  <a:pt x="3302575" y="170921"/>
                  <a:pt x="3300012" y="167848"/>
                  <a:pt x="3300012" y="150169"/>
                </a:cubicBezTo>
                <a:lnTo>
                  <a:pt x="3300012" y="88430"/>
                </a:lnTo>
                <a:close/>
                <a:moveTo>
                  <a:pt x="3492619" y="134210"/>
                </a:moveTo>
                <a:cubicBezTo>
                  <a:pt x="3480311" y="153691"/>
                  <a:pt x="3469279" y="161127"/>
                  <a:pt x="3452866" y="161127"/>
                </a:cubicBezTo>
                <a:cubicBezTo>
                  <a:pt x="3438249" y="161127"/>
                  <a:pt x="3427221" y="153691"/>
                  <a:pt x="3419782" y="139081"/>
                </a:cubicBezTo>
                <a:cubicBezTo>
                  <a:pt x="3415164" y="129339"/>
                  <a:pt x="3413372" y="120879"/>
                  <a:pt x="3412859" y="105241"/>
                </a:cubicBezTo>
                <a:lnTo>
                  <a:pt x="3491852" y="105241"/>
                </a:lnTo>
                <a:cubicBezTo>
                  <a:pt x="3489797" y="88617"/>
                  <a:pt x="3487234" y="81213"/>
                  <a:pt x="3480824" y="73042"/>
                </a:cubicBezTo>
                <a:cubicBezTo>
                  <a:pt x="3473126" y="63835"/>
                  <a:pt x="3461331" y="58451"/>
                  <a:pt x="3447994" y="58451"/>
                </a:cubicBezTo>
                <a:cubicBezTo>
                  <a:pt x="3435170" y="58451"/>
                  <a:pt x="3423116" y="63065"/>
                  <a:pt x="3413372" y="71763"/>
                </a:cubicBezTo>
                <a:cubicBezTo>
                  <a:pt x="3401314" y="82233"/>
                  <a:pt x="3394392" y="100373"/>
                  <a:pt x="3394392" y="121391"/>
                </a:cubicBezTo>
                <a:cubicBezTo>
                  <a:pt x="3394392" y="156768"/>
                  <a:pt x="3412859" y="178802"/>
                  <a:pt x="3442351" y="178802"/>
                </a:cubicBezTo>
                <a:cubicBezTo>
                  <a:pt x="3466716" y="178802"/>
                  <a:pt x="3485950" y="163688"/>
                  <a:pt x="3496724" y="136005"/>
                </a:cubicBezTo>
                <a:lnTo>
                  <a:pt x="3492619" y="134210"/>
                </a:lnTo>
                <a:moveTo>
                  <a:pt x="3413372" y="97042"/>
                </a:moveTo>
                <a:cubicBezTo>
                  <a:pt x="3416189" y="77127"/>
                  <a:pt x="3424912" y="67678"/>
                  <a:pt x="3440554" y="67678"/>
                </a:cubicBezTo>
                <a:cubicBezTo>
                  <a:pt x="3456200" y="67678"/>
                  <a:pt x="3462356" y="74828"/>
                  <a:pt x="3465690" y="97042"/>
                </a:cubicBezTo>
                <a:lnTo>
                  <a:pt x="3413372" y="97042"/>
                </a:lnTo>
                <a:close/>
                <a:moveTo>
                  <a:pt x="3646245" y="95799"/>
                </a:moveTo>
                <a:lnTo>
                  <a:pt x="3645220" y="60953"/>
                </a:lnTo>
                <a:lnTo>
                  <a:pt x="3642399" y="60953"/>
                </a:lnTo>
                <a:lnTo>
                  <a:pt x="3641886" y="61470"/>
                </a:lnTo>
                <a:cubicBezTo>
                  <a:pt x="3639577" y="63260"/>
                  <a:pt x="3639323" y="63518"/>
                  <a:pt x="3638297" y="63518"/>
                </a:cubicBezTo>
                <a:cubicBezTo>
                  <a:pt x="3636759" y="63518"/>
                  <a:pt x="3634192" y="63006"/>
                  <a:pt x="3631370" y="61724"/>
                </a:cubicBezTo>
                <a:cubicBezTo>
                  <a:pt x="3625727" y="59730"/>
                  <a:pt x="3620088" y="58702"/>
                  <a:pt x="3613420" y="58702"/>
                </a:cubicBezTo>
                <a:cubicBezTo>
                  <a:pt x="3593156" y="58702"/>
                  <a:pt x="3578539" y="71767"/>
                  <a:pt x="3578539" y="90205"/>
                </a:cubicBezTo>
                <a:cubicBezTo>
                  <a:pt x="3578539" y="104541"/>
                  <a:pt x="3586746" y="114784"/>
                  <a:pt x="3608547" y="127075"/>
                </a:cubicBezTo>
                <a:lnTo>
                  <a:pt x="3623422" y="135528"/>
                </a:lnTo>
                <a:cubicBezTo>
                  <a:pt x="3632396" y="140649"/>
                  <a:pt x="3636759" y="146795"/>
                  <a:pt x="3636759" y="154731"/>
                </a:cubicBezTo>
                <a:cubicBezTo>
                  <a:pt x="3636759" y="165999"/>
                  <a:pt x="3628549" y="173169"/>
                  <a:pt x="3615470" y="173169"/>
                </a:cubicBezTo>
                <a:cubicBezTo>
                  <a:pt x="3606751" y="173169"/>
                  <a:pt x="3598799" y="169838"/>
                  <a:pt x="3593927" y="164204"/>
                </a:cubicBezTo>
                <a:cubicBezTo>
                  <a:pt x="3588542" y="157804"/>
                  <a:pt x="3586233" y="151913"/>
                  <a:pt x="3582899" y="137318"/>
                </a:cubicBezTo>
                <a:lnTo>
                  <a:pt x="3578793" y="137318"/>
                </a:lnTo>
                <a:lnTo>
                  <a:pt x="3578793" y="177266"/>
                </a:lnTo>
                <a:lnTo>
                  <a:pt x="3582128" y="177266"/>
                </a:lnTo>
                <a:cubicBezTo>
                  <a:pt x="3583924" y="174705"/>
                  <a:pt x="3584949" y="174193"/>
                  <a:pt x="3588029" y="174193"/>
                </a:cubicBezTo>
                <a:cubicBezTo>
                  <a:pt x="3590338" y="174252"/>
                  <a:pt x="3593927" y="174764"/>
                  <a:pt x="3599824" y="176300"/>
                </a:cubicBezTo>
                <a:cubicBezTo>
                  <a:pt x="3607005" y="177778"/>
                  <a:pt x="3613932" y="178802"/>
                  <a:pt x="3618546" y="178802"/>
                </a:cubicBezTo>
                <a:cubicBezTo>
                  <a:pt x="3638297" y="178802"/>
                  <a:pt x="3654710" y="163950"/>
                  <a:pt x="3654710" y="146025"/>
                </a:cubicBezTo>
                <a:cubicBezTo>
                  <a:pt x="3654710" y="133221"/>
                  <a:pt x="3648554" y="124773"/>
                  <a:pt x="3633167" y="115554"/>
                </a:cubicBezTo>
                <a:lnTo>
                  <a:pt x="3605467" y="99165"/>
                </a:lnTo>
                <a:cubicBezTo>
                  <a:pt x="3598286" y="95068"/>
                  <a:pt x="3594439" y="88668"/>
                  <a:pt x="3594439" y="81752"/>
                </a:cubicBezTo>
                <a:cubicBezTo>
                  <a:pt x="3594439" y="71509"/>
                  <a:pt x="3602391" y="64339"/>
                  <a:pt x="3614187" y="64339"/>
                </a:cubicBezTo>
                <a:cubicBezTo>
                  <a:pt x="3628807" y="64339"/>
                  <a:pt x="3636501" y="73046"/>
                  <a:pt x="3642399" y="95838"/>
                </a:cubicBezTo>
                <a:lnTo>
                  <a:pt x="3646245" y="95799"/>
                </a:lnTo>
                <a:close/>
                <a:moveTo>
                  <a:pt x="3769865" y="134210"/>
                </a:moveTo>
                <a:cubicBezTo>
                  <a:pt x="3757557" y="153691"/>
                  <a:pt x="3746525" y="161127"/>
                  <a:pt x="3730112" y="161127"/>
                </a:cubicBezTo>
                <a:cubicBezTo>
                  <a:pt x="3715496" y="161127"/>
                  <a:pt x="3704467" y="153691"/>
                  <a:pt x="3697028" y="139081"/>
                </a:cubicBezTo>
                <a:cubicBezTo>
                  <a:pt x="3692410" y="129339"/>
                  <a:pt x="3690618" y="120879"/>
                  <a:pt x="3690105" y="105241"/>
                </a:cubicBezTo>
                <a:lnTo>
                  <a:pt x="3769098" y="105241"/>
                </a:lnTo>
                <a:cubicBezTo>
                  <a:pt x="3767043" y="88617"/>
                  <a:pt x="3764480" y="81213"/>
                  <a:pt x="3758070" y="73042"/>
                </a:cubicBezTo>
                <a:cubicBezTo>
                  <a:pt x="3750372" y="63835"/>
                  <a:pt x="3738577" y="58451"/>
                  <a:pt x="3725240" y="58451"/>
                </a:cubicBezTo>
                <a:cubicBezTo>
                  <a:pt x="3712416" y="58451"/>
                  <a:pt x="3700362" y="63065"/>
                  <a:pt x="3690618" y="71763"/>
                </a:cubicBezTo>
                <a:cubicBezTo>
                  <a:pt x="3678560" y="82233"/>
                  <a:pt x="3671638" y="100373"/>
                  <a:pt x="3671638" y="121391"/>
                </a:cubicBezTo>
                <a:cubicBezTo>
                  <a:pt x="3671638" y="156768"/>
                  <a:pt x="3690105" y="178802"/>
                  <a:pt x="3719597" y="178802"/>
                </a:cubicBezTo>
                <a:cubicBezTo>
                  <a:pt x="3743962" y="178802"/>
                  <a:pt x="3763196" y="163688"/>
                  <a:pt x="3773970" y="136005"/>
                </a:cubicBezTo>
                <a:lnTo>
                  <a:pt x="3769865" y="134210"/>
                </a:lnTo>
                <a:moveTo>
                  <a:pt x="3690618" y="97042"/>
                </a:moveTo>
                <a:cubicBezTo>
                  <a:pt x="3693435" y="77127"/>
                  <a:pt x="3702159" y="67678"/>
                  <a:pt x="3717801" y="67678"/>
                </a:cubicBezTo>
                <a:cubicBezTo>
                  <a:pt x="3733446" y="67678"/>
                  <a:pt x="3739602" y="74828"/>
                  <a:pt x="3742937" y="97042"/>
                </a:cubicBezTo>
                <a:lnTo>
                  <a:pt x="3690618" y="97042"/>
                </a:lnTo>
                <a:close/>
                <a:moveTo>
                  <a:pt x="3871431" y="67424"/>
                </a:moveTo>
                <a:cubicBezTo>
                  <a:pt x="3859632" y="60508"/>
                  <a:pt x="3851938" y="58201"/>
                  <a:pt x="3841936" y="58201"/>
                </a:cubicBezTo>
                <a:cubicBezTo>
                  <a:pt x="3809877" y="58201"/>
                  <a:pt x="3785253" y="86881"/>
                  <a:pt x="3785253" y="123748"/>
                </a:cubicBezTo>
                <a:cubicBezTo>
                  <a:pt x="3785253" y="156006"/>
                  <a:pt x="3802183" y="178802"/>
                  <a:pt x="3826290" y="178802"/>
                </a:cubicBezTo>
                <a:cubicBezTo>
                  <a:pt x="3841165" y="178802"/>
                  <a:pt x="3855273" y="172144"/>
                  <a:pt x="3866555" y="159845"/>
                </a:cubicBezTo>
                <a:lnTo>
                  <a:pt x="3866555" y="208018"/>
                </a:lnTo>
                <a:cubicBezTo>
                  <a:pt x="3866555" y="222366"/>
                  <a:pt x="3861941" y="226213"/>
                  <a:pt x="3843732" y="227492"/>
                </a:cubicBezTo>
                <a:lnTo>
                  <a:pt x="3843732" y="231847"/>
                </a:lnTo>
                <a:lnTo>
                  <a:pt x="3904257" y="231847"/>
                </a:lnTo>
                <a:lnTo>
                  <a:pt x="3904257" y="228262"/>
                </a:lnTo>
                <a:cubicBezTo>
                  <a:pt x="3890153" y="225185"/>
                  <a:pt x="3888098" y="223136"/>
                  <a:pt x="3888098" y="212373"/>
                </a:cubicBezTo>
                <a:lnTo>
                  <a:pt x="3888098" y="59229"/>
                </a:lnTo>
                <a:lnTo>
                  <a:pt x="3885277" y="59229"/>
                </a:lnTo>
                <a:lnTo>
                  <a:pt x="3871431" y="67424"/>
                </a:lnTo>
                <a:moveTo>
                  <a:pt x="3866555" y="143718"/>
                </a:moveTo>
                <a:cubicBezTo>
                  <a:pt x="3866555" y="149864"/>
                  <a:pt x="3865530" y="153191"/>
                  <a:pt x="3862966" y="155240"/>
                </a:cubicBezTo>
                <a:cubicBezTo>
                  <a:pt x="3857323" y="160103"/>
                  <a:pt x="3848858" y="163176"/>
                  <a:pt x="3840910" y="163176"/>
                </a:cubicBezTo>
                <a:cubicBezTo>
                  <a:pt x="3832958" y="163176"/>
                  <a:pt x="3826035" y="160615"/>
                  <a:pt x="3820905" y="155494"/>
                </a:cubicBezTo>
                <a:cubicBezTo>
                  <a:pt x="3812698" y="148069"/>
                  <a:pt x="3807309" y="131431"/>
                  <a:pt x="3807309" y="114534"/>
                </a:cubicBezTo>
                <a:cubicBezTo>
                  <a:pt x="3807309" y="84321"/>
                  <a:pt x="3820905" y="65379"/>
                  <a:pt x="3842703" y="65379"/>
                </a:cubicBezTo>
                <a:cubicBezTo>
                  <a:pt x="3858607" y="65379"/>
                  <a:pt x="3866555" y="73824"/>
                  <a:pt x="3866555" y="90979"/>
                </a:cubicBezTo>
                <a:lnTo>
                  <a:pt x="3866555" y="143718"/>
                </a:lnTo>
                <a:close/>
                <a:moveTo>
                  <a:pt x="4030183" y="163442"/>
                </a:moveTo>
                <a:lnTo>
                  <a:pt x="4028904" y="163442"/>
                </a:lnTo>
                <a:cubicBezTo>
                  <a:pt x="4017105" y="163442"/>
                  <a:pt x="4014283" y="160623"/>
                  <a:pt x="4014283" y="148836"/>
                </a:cubicBezTo>
                <a:lnTo>
                  <a:pt x="4014283" y="60953"/>
                </a:lnTo>
                <a:lnTo>
                  <a:pt x="3973759" y="60953"/>
                </a:lnTo>
                <a:lnTo>
                  <a:pt x="3973759" y="65313"/>
                </a:lnTo>
                <a:cubicBezTo>
                  <a:pt x="3989664" y="66079"/>
                  <a:pt x="3992739" y="68644"/>
                  <a:pt x="3992739" y="81451"/>
                </a:cubicBezTo>
                <a:lnTo>
                  <a:pt x="3992739" y="141654"/>
                </a:lnTo>
                <a:cubicBezTo>
                  <a:pt x="3992739" y="148828"/>
                  <a:pt x="3991456" y="152417"/>
                  <a:pt x="3987867" y="155232"/>
                </a:cubicBezTo>
                <a:cubicBezTo>
                  <a:pt x="3980940" y="160869"/>
                  <a:pt x="3972992" y="163942"/>
                  <a:pt x="3965298" y="163942"/>
                </a:cubicBezTo>
                <a:cubicBezTo>
                  <a:pt x="3955296" y="163942"/>
                  <a:pt x="3947089" y="155232"/>
                  <a:pt x="3947089" y="144473"/>
                </a:cubicBezTo>
                <a:lnTo>
                  <a:pt x="3947089" y="60953"/>
                </a:lnTo>
                <a:lnTo>
                  <a:pt x="3909642" y="60953"/>
                </a:lnTo>
                <a:lnTo>
                  <a:pt x="3909642" y="64542"/>
                </a:lnTo>
                <a:cubicBezTo>
                  <a:pt x="3921953" y="65313"/>
                  <a:pt x="3925546" y="69156"/>
                  <a:pt x="3925546" y="80939"/>
                </a:cubicBezTo>
                <a:lnTo>
                  <a:pt x="3925546" y="145497"/>
                </a:lnTo>
                <a:cubicBezTo>
                  <a:pt x="3925546" y="165737"/>
                  <a:pt x="3937854" y="178802"/>
                  <a:pt x="3956575" y="178802"/>
                </a:cubicBezTo>
                <a:cubicBezTo>
                  <a:pt x="3966065" y="178802"/>
                  <a:pt x="3976068" y="174705"/>
                  <a:pt x="3982995" y="167785"/>
                </a:cubicBezTo>
                <a:lnTo>
                  <a:pt x="3994023" y="156772"/>
                </a:lnTo>
                <a:lnTo>
                  <a:pt x="3994023" y="178036"/>
                </a:lnTo>
                <a:lnTo>
                  <a:pt x="3995048" y="178552"/>
                </a:lnTo>
                <a:cubicBezTo>
                  <a:pt x="4007873" y="173431"/>
                  <a:pt x="4017105" y="170612"/>
                  <a:pt x="4030183" y="167023"/>
                </a:cubicBezTo>
                <a:lnTo>
                  <a:pt x="4030183" y="163442"/>
                </a:lnTo>
                <a:close/>
                <a:moveTo>
                  <a:pt x="4140209" y="134210"/>
                </a:moveTo>
                <a:cubicBezTo>
                  <a:pt x="4127902" y="153691"/>
                  <a:pt x="4116870" y="161127"/>
                  <a:pt x="4100457" y="161127"/>
                </a:cubicBezTo>
                <a:cubicBezTo>
                  <a:pt x="4085840" y="161127"/>
                  <a:pt x="4074812" y="153691"/>
                  <a:pt x="4067373" y="139081"/>
                </a:cubicBezTo>
                <a:cubicBezTo>
                  <a:pt x="4062755" y="129339"/>
                  <a:pt x="4060962" y="120879"/>
                  <a:pt x="4060450" y="105241"/>
                </a:cubicBezTo>
                <a:lnTo>
                  <a:pt x="4139442" y="105241"/>
                </a:lnTo>
                <a:cubicBezTo>
                  <a:pt x="4137388" y="88617"/>
                  <a:pt x="4134825" y="81213"/>
                  <a:pt x="4128414" y="73042"/>
                </a:cubicBezTo>
                <a:cubicBezTo>
                  <a:pt x="4120717" y="63835"/>
                  <a:pt x="4108922" y="58451"/>
                  <a:pt x="4095585" y="58451"/>
                </a:cubicBezTo>
                <a:cubicBezTo>
                  <a:pt x="4082760" y="58451"/>
                  <a:pt x="4070707" y="63065"/>
                  <a:pt x="4060962" y="71763"/>
                </a:cubicBezTo>
                <a:cubicBezTo>
                  <a:pt x="4048905" y="82233"/>
                  <a:pt x="4041982" y="100373"/>
                  <a:pt x="4041982" y="121391"/>
                </a:cubicBezTo>
                <a:cubicBezTo>
                  <a:pt x="4041982" y="156768"/>
                  <a:pt x="4060450" y="178802"/>
                  <a:pt x="4089941" y="178802"/>
                </a:cubicBezTo>
                <a:cubicBezTo>
                  <a:pt x="4114306" y="178802"/>
                  <a:pt x="4133541" y="163688"/>
                  <a:pt x="4144315" y="136005"/>
                </a:cubicBezTo>
                <a:lnTo>
                  <a:pt x="4140209" y="134210"/>
                </a:lnTo>
                <a:moveTo>
                  <a:pt x="4060962" y="97042"/>
                </a:moveTo>
                <a:cubicBezTo>
                  <a:pt x="4063780" y="77127"/>
                  <a:pt x="4072503" y="67678"/>
                  <a:pt x="4088145" y="67678"/>
                </a:cubicBezTo>
                <a:cubicBezTo>
                  <a:pt x="4103791" y="67678"/>
                  <a:pt x="4109947" y="74828"/>
                  <a:pt x="4113281" y="97042"/>
                </a:cubicBezTo>
                <a:lnTo>
                  <a:pt x="4060962" y="97042"/>
                </a:lnTo>
                <a:close/>
                <a:moveTo>
                  <a:pt x="4153546" y="74340"/>
                </a:moveTo>
                <a:cubicBezTo>
                  <a:pt x="4155084" y="73570"/>
                  <a:pt x="4157652" y="73315"/>
                  <a:pt x="4160473" y="73315"/>
                </a:cubicBezTo>
                <a:cubicBezTo>
                  <a:pt x="4167654" y="73315"/>
                  <a:pt x="4169959" y="77158"/>
                  <a:pt x="4169959" y="89708"/>
                </a:cubicBezTo>
                <a:lnTo>
                  <a:pt x="4169959" y="153246"/>
                </a:lnTo>
                <a:cubicBezTo>
                  <a:pt x="4169959" y="167848"/>
                  <a:pt x="4167138" y="171433"/>
                  <a:pt x="4154059" y="172457"/>
                </a:cubicBezTo>
                <a:lnTo>
                  <a:pt x="4154059" y="176300"/>
                </a:lnTo>
                <a:lnTo>
                  <a:pt x="4208432" y="176300"/>
                </a:lnTo>
                <a:lnTo>
                  <a:pt x="4208432" y="172457"/>
                </a:lnTo>
                <a:cubicBezTo>
                  <a:pt x="4195350" y="171433"/>
                  <a:pt x="4191503" y="168360"/>
                  <a:pt x="4191503" y="159137"/>
                </a:cubicBezTo>
                <a:lnTo>
                  <a:pt x="4191503" y="87147"/>
                </a:lnTo>
                <a:cubicBezTo>
                  <a:pt x="4203814" y="75618"/>
                  <a:pt x="4209458" y="72545"/>
                  <a:pt x="4217922" y="72545"/>
                </a:cubicBezTo>
                <a:cubicBezTo>
                  <a:pt x="4230488" y="72545"/>
                  <a:pt x="4236644" y="80485"/>
                  <a:pt x="4236644" y="97394"/>
                </a:cubicBezTo>
                <a:lnTo>
                  <a:pt x="4236644" y="150939"/>
                </a:lnTo>
                <a:cubicBezTo>
                  <a:pt x="4236644" y="167078"/>
                  <a:pt x="4233310" y="171433"/>
                  <a:pt x="4220486" y="172457"/>
                </a:cubicBezTo>
                <a:lnTo>
                  <a:pt x="4220486" y="176300"/>
                </a:lnTo>
                <a:lnTo>
                  <a:pt x="4273834" y="176300"/>
                </a:lnTo>
                <a:lnTo>
                  <a:pt x="4273834" y="172457"/>
                </a:lnTo>
                <a:cubicBezTo>
                  <a:pt x="4261264" y="171179"/>
                  <a:pt x="4258188" y="168102"/>
                  <a:pt x="4258188" y="155552"/>
                </a:cubicBezTo>
                <a:lnTo>
                  <a:pt x="4258188" y="96882"/>
                </a:lnTo>
                <a:cubicBezTo>
                  <a:pt x="4258188" y="72803"/>
                  <a:pt x="4246901" y="58451"/>
                  <a:pt x="4227925" y="58451"/>
                </a:cubicBezTo>
                <a:cubicBezTo>
                  <a:pt x="4216126" y="58451"/>
                  <a:pt x="4208174" y="62810"/>
                  <a:pt x="4190736" y="79207"/>
                </a:cubicBezTo>
                <a:lnTo>
                  <a:pt x="4190736" y="58967"/>
                </a:lnTo>
                <a:lnTo>
                  <a:pt x="4188939" y="58451"/>
                </a:lnTo>
                <a:cubicBezTo>
                  <a:pt x="4176373" y="63065"/>
                  <a:pt x="4167654" y="65883"/>
                  <a:pt x="4153546" y="69984"/>
                </a:cubicBezTo>
                <a:lnTo>
                  <a:pt x="4153546" y="74340"/>
                </a:lnTo>
                <a:close/>
                <a:moveTo>
                  <a:pt x="4379755" y="136290"/>
                </a:moveTo>
                <a:cubicBezTo>
                  <a:pt x="4367443" y="154211"/>
                  <a:pt x="4358211" y="160357"/>
                  <a:pt x="4343591" y="160357"/>
                </a:cubicBezTo>
                <a:cubicBezTo>
                  <a:pt x="4320251" y="160357"/>
                  <a:pt x="4303838" y="139875"/>
                  <a:pt x="4303838" y="110432"/>
                </a:cubicBezTo>
                <a:cubicBezTo>
                  <a:pt x="4303838" y="84063"/>
                  <a:pt x="4317946" y="65883"/>
                  <a:pt x="4338718" y="65883"/>
                </a:cubicBezTo>
                <a:cubicBezTo>
                  <a:pt x="4347950" y="65883"/>
                  <a:pt x="4351284" y="68698"/>
                  <a:pt x="4353852" y="78171"/>
                </a:cubicBezTo>
                <a:lnTo>
                  <a:pt x="4355390" y="83805"/>
                </a:lnTo>
                <a:cubicBezTo>
                  <a:pt x="4357440" y="90975"/>
                  <a:pt x="4362058" y="95584"/>
                  <a:pt x="4367443" y="95584"/>
                </a:cubicBezTo>
                <a:cubicBezTo>
                  <a:pt x="4374112" y="95584"/>
                  <a:pt x="4379755" y="90717"/>
                  <a:pt x="4379755" y="84829"/>
                </a:cubicBezTo>
                <a:cubicBezTo>
                  <a:pt x="4379755" y="70493"/>
                  <a:pt x="4361800" y="58451"/>
                  <a:pt x="4340256" y="58451"/>
                </a:cubicBezTo>
                <a:cubicBezTo>
                  <a:pt x="4327690" y="58451"/>
                  <a:pt x="4314612" y="63577"/>
                  <a:pt x="4304096" y="72795"/>
                </a:cubicBezTo>
                <a:cubicBezTo>
                  <a:pt x="4291272" y="84063"/>
                  <a:pt x="4284091" y="101472"/>
                  <a:pt x="4284091" y="121696"/>
                </a:cubicBezTo>
                <a:cubicBezTo>
                  <a:pt x="4284091" y="154982"/>
                  <a:pt x="4304351" y="178802"/>
                  <a:pt x="4332821" y="178802"/>
                </a:cubicBezTo>
                <a:cubicBezTo>
                  <a:pt x="4344362" y="178802"/>
                  <a:pt x="4354619" y="174705"/>
                  <a:pt x="4363854" y="166761"/>
                </a:cubicBezTo>
                <a:cubicBezTo>
                  <a:pt x="4370777" y="160611"/>
                  <a:pt x="4375650" y="153699"/>
                  <a:pt x="4383343" y="138593"/>
                </a:cubicBezTo>
                <a:lnTo>
                  <a:pt x="4379755" y="136290"/>
                </a:lnTo>
                <a:close/>
                <a:moveTo>
                  <a:pt x="4496192" y="134210"/>
                </a:moveTo>
                <a:cubicBezTo>
                  <a:pt x="4483884" y="153691"/>
                  <a:pt x="4472852" y="161127"/>
                  <a:pt x="4456439" y="161127"/>
                </a:cubicBezTo>
                <a:cubicBezTo>
                  <a:pt x="4441822" y="161127"/>
                  <a:pt x="4430794" y="153691"/>
                  <a:pt x="4423355" y="139081"/>
                </a:cubicBezTo>
                <a:cubicBezTo>
                  <a:pt x="4418737" y="129339"/>
                  <a:pt x="4416945" y="120879"/>
                  <a:pt x="4416432" y="105241"/>
                </a:cubicBezTo>
                <a:lnTo>
                  <a:pt x="4495425" y="105241"/>
                </a:lnTo>
                <a:cubicBezTo>
                  <a:pt x="4493370" y="88617"/>
                  <a:pt x="4490807" y="81213"/>
                  <a:pt x="4484397" y="73042"/>
                </a:cubicBezTo>
                <a:cubicBezTo>
                  <a:pt x="4476699" y="63835"/>
                  <a:pt x="4464904" y="58451"/>
                  <a:pt x="4451567" y="58451"/>
                </a:cubicBezTo>
                <a:cubicBezTo>
                  <a:pt x="4438742" y="58451"/>
                  <a:pt x="4426689" y="63065"/>
                  <a:pt x="4416945" y="71763"/>
                </a:cubicBezTo>
                <a:cubicBezTo>
                  <a:pt x="4404887" y="82233"/>
                  <a:pt x="4397964" y="100373"/>
                  <a:pt x="4397964" y="121391"/>
                </a:cubicBezTo>
                <a:cubicBezTo>
                  <a:pt x="4397964" y="156768"/>
                  <a:pt x="4416432" y="178802"/>
                  <a:pt x="4445924" y="178802"/>
                </a:cubicBezTo>
                <a:cubicBezTo>
                  <a:pt x="4470289" y="178802"/>
                  <a:pt x="4489523" y="163688"/>
                  <a:pt x="4500297" y="136005"/>
                </a:cubicBezTo>
                <a:lnTo>
                  <a:pt x="4496192" y="134210"/>
                </a:lnTo>
                <a:moveTo>
                  <a:pt x="4416945" y="97042"/>
                </a:moveTo>
                <a:cubicBezTo>
                  <a:pt x="4419762" y="77127"/>
                  <a:pt x="4428485" y="67678"/>
                  <a:pt x="4444127" y="67678"/>
                </a:cubicBezTo>
                <a:cubicBezTo>
                  <a:pt x="4459773" y="67678"/>
                  <a:pt x="4465929" y="74828"/>
                  <a:pt x="4469263" y="97042"/>
                </a:cubicBezTo>
                <a:lnTo>
                  <a:pt x="4416945" y="97042"/>
                </a:lnTo>
                <a:close/>
                <a:moveTo>
                  <a:pt x="4573390" y="74340"/>
                </a:moveTo>
                <a:cubicBezTo>
                  <a:pt x="4574928" y="73570"/>
                  <a:pt x="4577495" y="73315"/>
                  <a:pt x="4580317" y="73315"/>
                </a:cubicBezTo>
                <a:cubicBezTo>
                  <a:pt x="4587498" y="73315"/>
                  <a:pt x="4589803" y="77158"/>
                  <a:pt x="4589803" y="89708"/>
                </a:cubicBezTo>
                <a:lnTo>
                  <a:pt x="4589803" y="153246"/>
                </a:lnTo>
                <a:cubicBezTo>
                  <a:pt x="4589803" y="167848"/>
                  <a:pt x="4586982" y="171433"/>
                  <a:pt x="4573903" y="172457"/>
                </a:cubicBezTo>
                <a:lnTo>
                  <a:pt x="4573903" y="176300"/>
                </a:lnTo>
                <a:lnTo>
                  <a:pt x="4628276" y="176300"/>
                </a:lnTo>
                <a:lnTo>
                  <a:pt x="4628276" y="172457"/>
                </a:lnTo>
                <a:cubicBezTo>
                  <a:pt x="4615194" y="171433"/>
                  <a:pt x="4611347" y="168360"/>
                  <a:pt x="4611347" y="159137"/>
                </a:cubicBezTo>
                <a:lnTo>
                  <a:pt x="4611347" y="87147"/>
                </a:lnTo>
                <a:cubicBezTo>
                  <a:pt x="4623658" y="75618"/>
                  <a:pt x="4629302" y="72545"/>
                  <a:pt x="4637766" y="72545"/>
                </a:cubicBezTo>
                <a:cubicBezTo>
                  <a:pt x="4650332" y="72545"/>
                  <a:pt x="4656488" y="80485"/>
                  <a:pt x="4656488" y="97394"/>
                </a:cubicBezTo>
                <a:lnTo>
                  <a:pt x="4656488" y="150939"/>
                </a:lnTo>
                <a:cubicBezTo>
                  <a:pt x="4656488" y="167078"/>
                  <a:pt x="4653154" y="171433"/>
                  <a:pt x="4640330" y="172457"/>
                </a:cubicBezTo>
                <a:lnTo>
                  <a:pt x="4640330" y="176300"/>
                </a:lnTo>
                <a:lnTo>
                  <a:pt x="4693678" y="176300"/>
                </a:lnTo>
                <a:lnTo>
                  <a:pt x="4693678" y="172457"/>
                </a:lnTo>
                <a:cubicBezTo>
                  <a:pt x="4681108" y="171179"/>
                  <a:pt x="4678032" y="168102"/>
                  <a:pt x="4678032" y="155552"/>
                </a:cubicBezTo>
                <a:lnTo>
                  <a:pt x="4678032" y="96882"/>
                </a:lnTo>
                <a:cubicBezTo>
                  <a:pt x="4678032" y="72803"/>
                  <a:pt x="4666745" y="58451"/>
                  <a:pt x="4647769" y="58451"/>
                </a:cubicBezTo>
                <a:cubicBezTo>
                  <a:pt x="4635970" y="58451"/>
                  <a:pt x="4628018" y="62810"/>
                  <a:pt x="4610580" y="79207"/>
                </a:cubicBezTo>
                <a:lnTo>
                  <a:pt x="4610580" y="58967"/>
                </a:lnTo>
                <a:lnTo>
                  <a:pt x="4608783" y="58451"/>
                </a:lnTo>
                <a:cubicBezTo>
                  <a:pt x="4596217" y="63065"/>
                  <a:pt x="4587498" y="65883"/>
                  <a:pt x="4573390" y="69984"/>
                </a:cubicBezTo>
                <a:lnTo>
                  <a:pt x="4573390" y="74340"/>
                </a:lnTo>
                <a:close/>
                <a:moveTo>
                  <a:pt x="4820371" y="163442"/>
                </a:moveTo>
                <a:lnTo>
                  <a:pt x="4819091" y="163442"/>
                </a:lnTo>
                <a:cubicBezTo>
                  <a:pt x="4807292" y="163442"/>
                  <a:pt x="4804471" y="160623"/>
                  <a:pt x="4804471" y="148836"/>
                </a:cubicBezTo>
                <a:lnTo>
                  <a:pt x="4804471" y="60953"/>
                </a:lnTo>
                <a:lnTo>
                  <a:pt x="4763947" y="60953"/>
                </a:lnTo>
                <a:lnTo>
                  <a:pt x="4763947" y="65313"/>
                </a:lnTo>
                <a:cubicBezTo>
                  <a:pt x="4779851" y="66079"/>
                  <a:pt x="4782927" y="68644"/>
                  <a:pt x="4782927" y="81451"/>
                </a:cubicBezTo>
                <a:lnTo>
                  <a:pt x="4782927" y="141654"/>
                </a:lnTo>
                <a:cubicBezTo>
                  <a:pt x="4782927" y="148828"/>
                  <a:pt x="4781643" y="152417"/>
                  <a:pt x="4778055" y="155232"/>
                </a:cubicBezTo>
                <a:cubicBezTo>
                  <a:pt x="4771128" y="160869"/>
                  <a:pt x="4763180" y="163942"/>
                  <a:pt x="4755486" y="163942"/>
                </a:cubicBezTo>
                <a:cubicBezTo>
                  <a:pt x="4745483" y="163942"/>
                  <a:pt x="4737277" y="155232"/>
                  <a:pt x="4737277" y="144473"/>
                </a:cubicBezTo>
                <a:lnTo>
                  <a:pt x="4737277" y="60953"/>
                </a:lnTo>
                <a:lnTo>
                  <a:pt x="4699829" y="60953"/>
                </a:lnTo>
                <a:lnTo>
                  <a:pt x="4699829" y="64542"/>
                </a:lnTo>
                <a:cubicBezTo>
                  <a:pt x="4712141" y="65313"/>
                  <a:pt x="4715733" y="69156"/>
                  <a:pt x="4715733" y="80939"/>
                </a:cubicBezTo>
                <a:lnTo>
                  <a:pt x="4715733" y="145497"/>
                </a:lnTo>
                <a:cubicBezTo>
                  <a:pt x="4715733" y="165737"/>
                  <a:pt x="4728041" y="178802"/>
                  <a:pt x="4746763" y="178802"/>
                </a:cubicBezTo>
                <a:cubicBezTo>
                  <a:pt x="4756253" y="178802"/>
                  <a:pt x="4766256" y="174705"/>
                  <a:pt x="4773183" y="167785"/>
                </a:cubicBezTo>
                <a:lnTo>
                  <a:pt x="4784211" y="156772"/>
                </a:lnTo>
                <a:lnTo>
                  <a:pt x="4784211" y="178036"/>
                </a:lnTo>
                <a:lnTo>
                  <a:pt x="4785236" y="178552"/>
                </a:lnTo>
                <a:cubicBezTo>
                  <a:pt x="4798060" y="173431"/>
                  <a:pt x="4807292" y="170612"/>
                  <a:pt x="4820371" y="167023"/>
                </a:cubicBezTo>
                <a:lnTo>
                  <a:pt x="4820371" y="163442"/>
                </a:lnTo>
                <a:close/>
                <a:moveTo>
                  <a:pt x="4830632" y="74340"/>
                </a:moveTo>
                <a:cubicBezTo>
                  <a:pt x="4833966" y="73570"/>
                  <a:pt x="4836016" y="73315"/>
                  <a:pt x="4838838" y="73315"/>
                </a:cubicBezTo>
                <a:cubicBezTo>
                  <a:pt x="4845507" y="73315"/>
                  <a:pt x="4847815" y="77413"/>
                  <a:pt x="4847815" y="89708"/>
                </a:cubicBezTo>
                <a:lnTo>
                  <a:pt x="4847815" y="154524"/>
                </a:lnTo>
                <a:cubicBezTo>
                  <a:pt x="4847815" y="168360"/>
                  <a:pt x="4844223" y="172203"/>
                  <a:pt x="4829861" y="172457"/>
                </a:cubicBezTo>
                <a:lnTo>
                  <a:pt x="4829861" y="176300"/>
                </a:lnTo>
                <a:lnTo>
                  <a:pt x="4886797" y="176300"/>
                </a:lnTo>
                <a:lnTo>
                  <a:pt x="4886797" y="172457"/>
                </a:lnTo>
                <a:cubicBezTo>
                  <a:pt x="4873206" y="171945"/>
                  <a:pt x="4869359" y="169130"/>
                  <a:pt x="4869359" y="159137"/>
                </a:cubicBezTo>
                <a:lnTo>
                  <a:pt x="4869359" y="86893"/>
                </a:lnTo>
                <a:cubicBezTo>
                  <a:pt x="4869359" y="86381"/>
                  <a:pt x="4871410" y="83816"/>
                  <a:pt x="4873206" y="82026"/>
                </a:cubicBezTo>
                <a:cubicBezTo>
                  <a:pt x="4879616" y="76130"/>
                  <a:pt x="4890644" y="71775"/>
                  <a:pt x="4899622" y="71775"/>
                </a:cubicBezTo>
                <a:cubicBezTo>
                  <a:pt x="4910904" y="71775"/>
                  <a:pt x="4916547" y="80743"/>
                  <a:pt x="4916547" y="98677"/>
                </a:cubicBezTo>
                <a:lnTo>
                  <a:pt x="4916547" y="154270"/>
                </a:lnTo>
                <a:cubicBezTo>
                  <a:pt x="4916547" y="168618"/>
                  <a:pt x="4913726" y="171433"/>
                  <a:pt x="4899109" y="172457"/>
                </a:cubicBezTo>
                <a:lnTo>
                  <a:pt x="4899109" y="176300"/>
                </a:lnTo>
                <a:lnTo>
                  <a:pt x="4956558" y="176300"/>
                </a:lnTo>
                <a:lnTo>
                  <a:pt x="4956558" y="172457"/>
                </a:lnTo>
                <a:cubicBezTo>
                  <a:pt x="4941938" y="172203"/>
                  <a:pt x="4938091" y="167848"/>
                  <a:pt x="4938091" y="151963"/>
                </a:cubicBezTo>
                <a:lnTo>
                  <a:pt x="4938091" y="87405"/>
                </a:lnTo>
                <a:cubicBezTo>
                  <a:pt x="4945784" y="76388"/>
                  <a:pt x="4954249" y="71775"/>
                  <a:pt x="4966048" y="71775"/>
                </a:cubicBezTo>
                <a:cubicBezTo>
                  <a:pt x="4980665" y="71775"/>
                  <a:pt x="4985283" y="78695"/>
                  <a:pt x="4985283" y="99959"/>
                </a:cubicBezTo>
                <a:lnTo>
                  <a:pt x="4985283" y="154012"/>
                </a:lnTo>
                <a:cubicBezTo>
                  <a:pt x="4985283" y="168618"/>
                  <a:pt x="4983232" y="170667"/>
                  <a:pt x="4968357" y="172457"/>
                </a:cubicBezTo>
                <a:lnTo>
                  <a:pt x="4968357" y="176300"/>
                </a:lnTo>
                <a:lnTo>
                  <a:pt x="5024523" y="176300"/>
                </a:lnTo>
                <a:lnTo>
                  <a:pt x="5024523" y="172457"/>
                </a:lnTo>
                <a:lnTo>
                  <a:pt x="5017854" y="171945"/>
                </a:lnTo>
                <a:cubicBezTo>
                  <a:pt x="5010161" y="171433"/>
                  <a:pt x="5006826" y="166824"/>
                  <a:pt x="5006826" y="156831"/>
                </a:cubicBezTo>
                <a:lnTo>
                  <a:pt x="5006826" y="104056"/>
                </a:lnTo>
                <a:cubicBezTo>
                  <a:pt x="5006826" y="73828"/>
                  <a:pt x="4996824" y="58451"/>
                  <a:pt x="4977076" y="58451"/>
                </a:cubicBezTo>
                <a:cubicBezTo>
                  <a:pt x="4962201" y="58451"/>
                  <a:pt x="4949119" y="65113"/>
                  <a:pt x="4935269" y="79973"/>
                </a:cubicBezTo>
                <a:cubicBezTo>
                  <a:pt x="4930655" y="65371"/>
                  <a:pt x="4921936" y="58451"/>
                  <a:pt x="4908086" y="58451"/>
                </a:cubicBezTo>
                <a:cubicBezTo>
                  <a:pt x="4896800" y="58451"/>
                  <a:pt x="4889619" y="62040"/>
                  <a:pt x="4868330" y="78183"/>
                </a:cubicBezTo>
                <a:lnTo>
                  <a:pt x="4868330" y="58967"/>
                </a:lnTo>
                <a:lnTo>
                  <a:pt x="4866537" y="58451"/>
                </a:lnTo>
                <a:cubicBezTo>
                  <a:pt x="4853455" y="63323"/>
                  <a:pt x="4844736" y="66141"/>
                  <a:pt x="4830632" y="69984"/>
                </a:cubicBezTo>
                <a:lnTo>
                  <a:pt x="4830632" y="74340"/>
                </a:lnTo>
                <a:close/>
                <a:moveTo>
                  <a:pt x="5064534" y="1830"/>
                </a:moveTo>
                <a:lnTo>
                  <a:pt x="5063251" y="1318"/>
                </a:lnTo>
                <a:cubicBezTo>
                  <a:pt x="5052477" y="5161"/>
                  <a:pt x="5045554" y="7209"/>
                  <a:pt x="5033501" y="10540"/>
                </a:cubicBezTo>
                <a:lnTo>
                  <a:pt x="5026061" y="12593"/>
                </a:lnTo>
                <a:lnTo>
                  <a:pt x="5026061" y="16690"/>
                </a:lnTo>
                <a:cubicBezTo>
                  <a:pt x="5027599" y="16436"/>
                  <a:pt x="5028625" y="16436"/>
                  <a:pt x="5030421" y="16436"/>
                </a:cubicBezTo>
                <a:cubicBezTo>
                  <a:pt x="5040682" y="16436"/>
                  <a:pt x="5042987" y="18738"/>
                  <a:pt x="5042987" y="29501"/>
                </a:cubicBezTo>
                <a:lnTo>
                  <a:pt x="5042987" y="162414"/>
                </a:lnTo>
                <a:cubicBezTo>
                  <a:pt x="5042987" y="170350"/>
                  <a:pt x="5064789" y="178802"/>
                  <a:pt x="5085307" y="178802"/>
                </a:cubicBezTo>
                <a:cubicBezTo>
                  <a:pt x="5119162" y="178802"/>
                  <a:pt x="5145319" y="150634"/>
                  <a:pt x="5145319" y="114021"/>
                </a:cubicBezTo>
                <a:cubicBezTo>
                  <a:pt x="5145319" y="82530"/>
                  <a:pt x="5125830" y="58451"/>
                  <a:pt x="5100182" y="58451"/>
                </a:cubicBezTo>
                <a:cubicBezTo>
                  <a:pt x="5084536" y="58451"/>
                  <a:pt x="5069661" y="67678"/>
                  <a:pt x="5064534" y="80227"/>
                </a:cubicBezTo>
                <a:lnTo>
                  <a:pt x="5064534" y="1830"/>
                </a:lnTo>
                <a:moveTo>
                  <a:pt x="5064534" y="93797"/>
                </a:moveTo>
                <a:cubicBezTo>
                  <a:pt x="5064534" y="83812"/>
                  <a:pt x="5076588" y="74594"/>
                  <a:pt x="5089925" y="74594"/>
                </a:cubicBezTo>
                <a:cubicBezTo>
                  <a:pt x="5109926" y="74594"/>
                  <a:pt x="5122751" y="94564"/>
                  <a:pt x="5122751" y="125801"/>
                </a:cubicBezTo>
                <a:cubicBezTo>
                  <a:pt x="5122751" y="154219"/>
                  <a:pt x="5110439" y="170604"/>
                  <a:pt x="5089412" y="170604"/>
                </a:cubicBezTo>
                <a:cubicBezTo>
                  <a:pt x="5076075" y="170604"/>
                  <a:pt x="5064534" y="164716"/>
                  <a:pt x="5064534" y="158316"/>
                </a:cubicBezTo>
                <a:lnTo>
                  <a:pt x="5064534" y="93797"/>
                </a:lnTo>
                <a:close/>
                <a:moveTo>
                  <a:pt x="5258167" y="134210"/>
                </a:moveTo>
                <a:cubicBezTo>
                  <a:pt x="5245859" y="153691"/>
                  <a:pt x="5234827" y="161127"/>
                  <a:pt x="5218414" y="161127"/>
                </a:cubicBezTo>
                <a:cubicBezTo>
                  <a:pt x="5203798" y="161127"/>
                  <a:pt x="5192769" y="153691"/>
                  <a:pt x="5185330" y="139081"/>
                </a:cubicBezTo>
                <a:cubicBezTo>
                  <a:pt x="5180712" y="129339"/>
                  <a:pt x="5178920" y="120879"/>
                  <a:pt x="5178407" y="105241"/>
                </a:cubicBezTo>
                <a:lnTo>
                  <a:pt x="5257400" y="105241"/>
                </a:lnTo>
                <a:cubicBezTo>
                  <a:pt x="5255345" y="88617"/>
                  <a:pt x="5252782" y="81213"/>
                  <a:pt x="5246372" y="73042"/>
                </a:cubicBezTo>
                <a:cubicBezTo>
                  <a:pt x="5238674" y="63835"/>
                  <a:pt x="5226879" y="58451"/>
                  <a:pt x="5213542" y="58451"/>
                </a:cubicBezTo>
                <a:cubicBezTo>
                  <a:pt x="5200718" y="58451"/>
                  <a:pt x="5188664" y="63065"/>
                  <a:pt x="5178920" y="71763"/>
                </a:cubicBezTo>
                <a:cubicBezTo>
                  <a:pt x="5166862" y="82233"/>
                  <a:pt x="5159940" y="100373"/>
                  <a:pt x="5159940" y="121391"/>
                </a:cubicBezTo>
                <a:cubicBezTo>
                  <a:pt x="5159940" y="156768"/>
                  <a:pt x="5178407" y="178802"/>
                  <a:pt x="5207899" y="178802"/>
                </a:cubicBezTo>
                <a:cubicBezTo>
                  <a:pt x="5232264" y="178802"/>
                  <a:pt x="5251498" y="163688"/>
                  <a:pt x="5262272" y="136005"/>
                </a:cubicBezTo>
                <a:lnTo>
                  <a:pt x="5258167" y="134210"/>
                </a:lnTo>
                <a:moveTo>
                  <a:pt x="5178920" y="97042"/>
                </a:moveTo>
                <a:cubicBezTo>
                  <a:pt x="5181737" y="77127"/>
                  <a:pt x="5190461" y="67678"/>
                  <a:pt x="5206103" y="67678"/>
                </a:cubicBezTo>
                <a:cubicBezTo>
                  <a:pt x="5221748" y="67678"/>
                  <a:pt x="5227904" y="74828"/>
                  <a:pt x="5231239" y="97042"/>
                </a:cubicBezTo>
                <a:lnTo>
                  <a:pt x="5178920" y="97042"/>
                </a:lnTo>
                <a:close/>
                <a:moveTo>
                  <a:pt x="5269195" y="76388"/>
                </a:moveTo>
                <a:cubicBezTo>
                  <a:pt x="5272788" y="75618"/>
                  <a:pt x="5275097" y="75360"/>
                  <a:pt x="5278173" y="75360"/>
                </a:cubicBezTo>
                <a:cubicBezTo>
                  <a:pt x="5284583" y="75360"/>
                  <a:pt x="5286892" y="79461"/>
                  <a:pt x="5286892" y="90732"/>
                </a:cubicBezTo>
                <a:lnTo>
                  <a:pt x="5286892" y="154782"/>
                </a:lnTo>
                <a:cubicBezTo>
                  <a:pt x="5286892" y="167590"/>
                  <a:pt x="5285096" y="169384"/>
                  <a:pt x="5268683" y="172457"/>
                </a:cubicBezTo>
                <a:lnTo>
                  <a:pt x="5268683" y="176300"/>
                </a:lnTo>
                <a:lnTo>
                  <a:pt x="5330237" y="176300"/>
                </a:lnTo>
                <a:lnTo>
                  <a:pt x="5330237" y="172457"/>
                </a:lnTo>
                <a:cubicBezTo>
                  <a:pt x="5312795" y="171691"/>
                  <a:pt x="5308435" y="167848"/>
                  <a:pt x="5308435" y="153246"/>
                </a:cubicBezTo>
                <a:lnTo>
                  <a:pt x="5308435" y="95600"/>
                </a:lnTo>
                <a:cubicBezTo>
                  <a:pt x="5308435" y="87401"/>
                  <a:pt x="5319464" y="74594"/>
                  <a:pt x="5326390" y="74594"/>
                </a:cubicBezTo>
                <a:cubicBezTo>
                  <a:pt x="5327928" y="74594"/>
                  <a:pt x="5330237" y="75876"/>
                  <a:pt x="5333059" y="78437"/>
                </a:cubicBezTo>
                <a:cubicBezTo>
                  <a:pt x="5337160" y="82022"/>
                  <a:pt x="5339982" y="83558"/>
                  <a:pt x="5343316" y="83558"/>
                </a:cubicBezTo>
                <a:cubicBezTo>
                  <a:pt x="5349472" y="83558"/>
                  <a:pt x="5353319" y="79203"/>
                  <a:pt x="5353319" y="72033"/>
                </a:cubicBezTo>
                <a:cubicBezTo>
                  <a:pt x="5353319" y="63577"/>
                  <a:pt x="5347934" y="58451"/>
                  <a:pt x="5339215" y="58451"/>
                </a:cubicBezTo>
                <a:cubicBezTo>
                  <a:pt x="5328441" y="58451"/>
                  <a:pt x="5321005" y="64347"/>
                  <a:pt x="5308435" y="82534"/>
                </a:cubicBezTo>
                <a:lnTo>
                  <a:pt x="5308435" y="58967"/>
                </a:lnTo>
                <a:lnTo>
                  <a:pt x="5307156" y="58451"/>
                </a:lnTo>
                <a:cubicBezTo>
                  <a:pt x="5293560" y="64089"/>
                  <a:pt x="5284329" y="67420"/>
                  <a:pt x="5269195" y="72287"/>
                </a:cubicBezTo>
                <a:lnTo>
                  <a:pt x="5269195" y="76388"/>
                </a:lnTo>
                <a:close/>
                <a:moveTo>
                  <a:pt x="5461548" y="58451"/>
                </a:moveTo>
                <a:lnTo>
                  <a:pt x="5421796" y="72463"/>
                </a:lnTo>
                <a:lnTo>
                  <a:pt x="5421796" y="76310"/>
                </a:lnTo>
                <a:lnTo>
                  <a:pt x="5423850" y="76052"/>
                </a:lnTo>
                <a:cubicBezTo>
                  <a:pt x="5426926" y="75540"/>
                  <a:pt x="5430261" y="75282"/>
                  <a:pt x="5432569" y="75282"/>
                </a:cubicBezTo>
                <a:cubicBezTo>
                  <a:pt x="5438725" y="75282"/>
                  <a:pt x="5441030" y="79383"/>
                  <a:pt x="5441030" y="90666"/>
                </a:cubicBezTo>
                <a:lnTo>
                  <a:pt x="5441030" y="150153"/>
                </a:lnTo>
                <a:cubicBezTo>
                  <a:pt x="5441030" y="168614"/>
                  <a:pt x="5438467" y="171433"/>
                  <a:pt x="5420770" y="172457"/>
                </a:cubicBezTo>
                <a:lnTo>
                  <a:pt x="5420770" y="176300"/>
                </a:lnTo>
                <a:lnTo>
                  <a:pt x="5481554" y="176300"/>
                </a:lnTo>
                <a:lnTo>
                  <a:pt x="5481554" y="172457"/>
                </a:lnTo>
                <a:cubicBezTo>
                  <a:pt x="5464628" y="171179"/>
                  <a:pt x="5462574" y="168614"/>
                  <a:pt x="5462574" y="150153"/>
                </a:cubicBezTo>
                <a:lnTo>
                  <a:pt x="5462574" y="59222"/>
                </a:lnTo>
                <a:lnTo>
                  <a:pt x="5461548" y="58451"/>
                </a:lnTo>
                <a:moveTo>
                  <a:pt x="5449495" y="1404"/>
                </a:moveTo>
                <a:cubicBezTo>
                  <a:pt x="5442572" y="1404"/>
                  <a:pt x="5436671" y="7299"/>
                  <a:pt x="5436671" y="14473"/>
                </a:cubicBezTo>
                <a:cubicBezTo>
                  <a:pt x="5436671" y="21647"/>
                  <a:pt x="5442314" y="27539"/>
                  <a:pt x="5449495" y="27539"/>
                </a:cubicBezTo>
                <a:cubicBezTo>
                  <a:pt x="5456935" y="27539"/>
                  <a:pt x="5462832" y="21901"/>
                  <a:pt x="5462832" y="14473"/>
                </a:cubicBezTo>
                <a:cubicBezTo>
                  <a:pt x="5462832" y="7299"/>
                  <a:pt x="5456935" y="1404"/>
                  <a:pt x="5449495" y="1404"/>
                </a:cubicBezTo>
                <a:close/>
                <a:moveTo>
                  <a:pt x="5568754" y="95799"/>
                </a:moveTo>
                <a:lnTo>
                  <a:pt x="5567729" y="60953"/>
                </a:lnTo>
                <a:lnTo>
                  <a:pt x="5564907" y="60953"/>
                </a:lnTo>
                <a:lnTo>
                  <a:pt x="5564394" y="61470"/>
                </a:lnTo>
                <a:cubicBezTo>
                  <a:pt x="5562086" y="63260"/>
                  <a:pt x="5561831" y="63518"/>
                  <a:pt x="5560806" y="63518"/>
                </a:cubicBezTo>
                <a:cubicBezTo>
                  <a:pt x="5559268" y="63518"/>
                  <a:pt x="5556701" y="63006"/>
                  <a:pt x="5553879" y="61724"/>
                </a:cubicBezTo>
                <a:cubicBezTo>
                  <a:pt x="5548236" y="59730"/>
                  <a:pt x="5542597" y="58702"/>
                  <a:pt x="5535928" y="58702"/>
                </a:cubicBezTo>
                <a:cubicBezTo>
                  <a:pt x="5515664" y="58702"/>
                  <a:pt x="5501048" y="71767"/>
                  <a:pt x="5501048" y="90205"/>
                </a:cubicBezTo>
                <a:cubicBezTo>
                  <a:pt x="5501048" y="104541"/>
                  <a:pt x="5509254" y="114784"/>
                  <a:pt x="5531056" y="127075"/>
                </a:cubicBezTo>
                <a:lnTo>
                  <a:pt x="5545931" y="135528"/>
                </a:lnTo>
                <a:cubicBezTo>
                  <a:pt x="5554904" y="140649"/>
                  <a:pt x="5559268" y="146795"/>
                  <a:pt x="5559268" y="154731"/>
                </a:cubicBezTo>
                <a:cubicBezTo>
                  <a:pt x="5559268" y="165999"/>
                  <a:pt x="5551057" y="173169"/>
                  <a:pt x="5537979" y="173169"/>
                </a:cubicBezTo>
                <a:cubicBezTo>
                  <a:pt x="5529260" y="173169"/>
                  <a:pt x="5521308" y="169838"/>
                  <a:pt x="5516435" y="164204"/>
                </a:cubicBezTo>
                <a:cubicBezTo>
                  <a:pt x="5511050" y="157804"/>
                  <a:pt x="5508741" y="151913"/>
                  <a:pt x="5505407" y="137318"/>
                </a:cubicBezTo>
                <a:lnTo>
                  <a:pt x="5501302" y="137318"/>
                </a:lnTo>
                <a:lnTo>
                  <a:pt x="5501302" y="177266"/>
                </a:lnTo>
                <a:lnTo>
                  <a:pt x="5504636" y="177266"/>
                </a:lnTo>
                <a:cubicBezTo>
                  <a:pt x="5506433" y="174705"/>
                  <a:pt x="5507458" y="174193"/>
                  <a:pt x="5510538" y="174193"/>
                </a:cubicBezTo>
                <a:cubicBezTo>
                  <a:pt x="5512847" y="174252"/>
                  <a:pt x="5516435" y="174764"/>
                  <a:pt x="5522333" y="176300"/>
                </a:cubicBezTo>
                <a:cubicBezTo>
                  <a:pt x="5529514" y="177778"/>
                  <a:pt x="5536441" y="178802"/>
                  <a:pt x="5541055" y="178802"/>
                </a:cubicBezTo>
                <a:cubicBezTo>
                  <a:pt x="5560806" y="178802"/>
                  <a:pt x="5577219" y="163950"/>
                  <a:pt x="5577219" y="146025"/>
                </a:cubicBezTo>
                <a:cubicBezTo>
                  <a:pt x="5577219" y="133221"/>
                  <a:pt x="5571063" y="124773"/>
                  <a:pt x="5555675" y="115554"/>
                </a:cubicBezTo>
                <a:lnTo>
                  <a:pt x="5527976" y="99165"/>
                </a:lnTo>
                <a:cubicBezTo>
                  <a:pt x="5520795" y="95068"/>
                  <a:pt x="5516948" y="88668"/>
                  <a:pt x="5516948" y="81752"/>
                </a:cubicBezTo>
                <a:cubicBezTo>
                  <a:pt x="5516948" y="71509"/>
                  <a:pt x="5524900" y="64339"/>
                  <a:pt x="5536695" y="64339"/>
                </a:cubicBezTo>
                <a:cubicBezTo>
                  <a:pt x="5551316" y="64339"/>
                  <a:pt x="5559010" y="73046"/>
                  <a:pt x="5564907" y="95838"/>
                </a:cubicBezTo>
                <a:lnTo>
                  <a:pt x="5568754" y="95799"/>
                </a:lnTo>
                <a:close/>
                <a:moveTo>
                  <a:pt x="5755978" y="134210"/>
                </a:moveTo>
                <a:cubicBezTo>
                  <a:pt x="5743670" y="153691"/>
                  <a:pt x="5732638" y="161127"/>
                  <a:pt x="5716225" y="161127"/>
                </a:cubicBezTo>
                <a:cubicBezTo>
                  <a:pt x="5701609" y="161127"/>
                  <a:pt x="5690581" y="153691"/>
                  <a:pt x="5683141" y="139081"/>
                </a:cubicBezTo>
                <a:cubicBezTo>
                  <a:pt x="5678523" y="129339"/>
                  <a:pt x="5676731" y="120879"/>
                  <a:pt x="5676218" y="105241"/>
                </a:cubicBezTo>
                <a:lnTo>
                  <a:pt x="5755211" y="105241"/>
                </a:lnTo>
                <a:cubicBezTo>
                  <a:pt x="5753156" y="88617"/>
                  <a:pt x="5750593" y="81213"/>
                  <a:pt x="5744183" y="73042"/>
                </a:cubicBezTo>
                <a:cubicBezTo>
                  <a:pt x="5736485" y="63835"/>
                  <a:pt x="5724690" y="58451"/>
                  <a:pt x="5711353" y="58451"/>
                </a:cubicBezTo>
                <a:cubicBezTo>
                  <a:pt x="5698529" y="58451"/>
                  <a:pt x="5686475" y="63065"/>
                  <a:pt x="5676731" y="71763"/>
                </a:cubicBezTo>
                <a:cubicBezTo>
                  <a:pt x="5664674" y="82233"/>
                  <a:pt x="5657751" y="100373"/>
                  <a:pt x="5657751" y="121391"/>
                </a:cubicBezTo>
                <a:cubicBezTo>
                  <a:pt x="5657751" y="156768"/>
                  <a:pt x="5676218" y="178802"/>
                  <a:pt x="5705710" y="178802"/>
                </a:cubicBezTo>
                <a:cubicBezTo>
                  <a:pt x="5730075" y="178802"/>
                  <a:pt x="5749310" y="163688"/>
                  <a:pt x="5760083" y="136005"/>
                </a:cubicBezTo>
                <a:lnTo>
                  <a:pt x="5755978" y="134210"/>
                </a:lnTo>
                <a:moveTo>
                  <a:pt x="5676731" y="97042"/>
                </a:moveTo>
                <a:cubicBezTo>
                  <a:pt x="5679549" y="77127"/>
                  <a:pt x="5688272" y="67678"/>
                  <a:pt x="5703914" y="67678"/>
                </a:cubicBezTo>
                <a:cubicBezTo>
                  <a:pt x="5719560" y="67678"/>
                  <a:pt x="5725715" y="74828"/>
                  <a:pt x="5729050" y="97042"/>
                </a:cubicBezTo>
                <a:lnTo>
                  <a:pt x="5676731" y="97042"/>
                </a:lnTo>
                <a:close/>
                <a:moveTo>
                  <a:pt x="5769314" y="74340"/>
                </a:moveTo>
                <a:cubicBezTo>
                  <a:pt x="5770852" y="73570"/>
                  <a:pt x="5773419" y="73315"/>
                  <a:pt x="5776241" y="73315"/>
                </a:cubicBezTo>
                <a:cubicBezTo>
                  <a:pt x="5783422" y="73315"/>
                  <a:pt x="5785727" y="77158"/>
                  <a:pt x="5785727" y="89708"/>
                </a:cubicBezTo>
                <a:lnTo>
                  <a:pt x="5785727" y="153246"/>
                </a:lnTo>
                <a:cubicBezTo>
                  <a:pt x="5785727" y="167848"/>
                  <a:pt x="5782905" y="171433"/>
                  <a:pt x="5769827" y="172457"/>
                </a:cubicBezTo>
                <a:lnTo>
                  <a:pt x="5769827" y="176300"/>
                </a:lnTo>
                <a:lnTo>
                  <a:pt x="5824200" y="176300"/>
                </a:lnTo>
                <a:lnTo>
                  <a:pt x="5824200" y="172457"/>
                </a:lnTo>
                <a:cubicBezTo>
                  <a:pt x="5811117" y="171433"/>
                  <a:pt x="5807270" y="168360"/>
                  <a:pt x="5807270" y="159137"/>
                </a:cubicBezTo>
                <a:lnTo>
                  <a:pt x="5807270" y="87147"/>
                </a:lnTo>
                <a:cubicBezTo>
                  <a:pt x="5819582" y="75618"/>
                  <a:pt x="5825225" y="72545"/>
                  <a:pt x="5833690" y="72545"/>
                </a:cubicBezTo>
                <a:cubicBezTo>
                  <a:pt x="5846256" y="72545"/>
                  <a:pt x="5852412" y="80485"/>
                  <a:pt x="5852412" y="97394"/>
                </a:cubicBezTo>
                <a:lnTo>
                  <a:pt x="5852412" y="150939"/>
                </a:lnTo>
                <a:cubicBezTo>
                  <a:pt x="5852412" y="167078"/>
                  <a:pt x="5849078" y="171433"/>
                  <a:pt x="5836253" y="172457"/>
                </a:cubicBezTo>
                <a:lnTo>
                  <a:pt x="5836253" y="176300"/>
                </a:lnTo>
                <a:lnTo>
                  <a:pt x="5889601" y="176300"/>
                </a:lnTo>
                <a:lnTo>
                  <a:pt x="5889601" y="172457"/>
                </a:lnTo>
                <a:cubicBezTo>
                  <a:pt x="5877031" y="171179"/>
                  <a:pt x="5873955" y="168102"/>
                  <a:pt x="5873955" y="155552"/>
                </a:cubicBezTo>
                <a:lnTo>
                  <a:pt x="5873955" y="96882"/>
                </a:lnTo>
                <a:cubicBezTo>
                  <a:pt x="5873955" y="72803"/>
                  <a:pt x="5862669" y="58451"/>
                  <a:pt x="5843693" y="58451"/>
                </a:cubicBezTo>
                <a:cubicBezTo>
                  <a:pt x="5831894" y="58451"/>
                  <a:pt x="5823942" y="62810"/>
                  <a:pt x="5806503" y="79207"/>
                </a:cubicBezTo>
                <a:lnTo>
                  <a:pt x="5806503" y="58967"/>
                </a:lnTo>
                <a:lnTo>
                  <a:pt x="5804707" y="58451"/>
                </a:lnTo>
                <a:cubicBezTo>
                  <a:pt x="5792141" y="63065"/>
                  <a:pt x="5783422" y="65883"/>
                  <a:pt x="5769314" y="69984"/>
                </a:cubicBezTo>
                <a:lnTo>
                  <a:pt x="5769314" y="74340"/>
                </a:lnTo>
                <a:close/>
                <a:moveTo>
                  <a:pt x="5995522" y="136290"/>
                </a:moveTo>
                <a:cubicBezTo>
                  <a:pt x="5983211" y="154211"/>
                  <a:pt x="5973979" y="160357"/>
                  <a:pt x="5959358" y="160357"/>
                </a:cubicBezTo>
                <a:cubicBezTo>
                  <a:pt x="5936019" y="160357"/>
                  <a:pt x="5919606" y="139875"/>
                  <a:pt x="5919606" y="110432"/>
                </a:cubicBezTo>
                <a:cubicBezTo>
                  <a:pt x="5919606" y="84063"/>
                  <a:pt x="5933714" y="65883"/>
                  <a:pt x="5954486" y="65883"/>
                </a:cubicBezTo>
                <a:cubicBezTo>
                  <a:pt x="5963718" y="65883"/>
                  <a:pt x="5967052" y="68698"/>
                  <a:pt x="5969619" y="78171"/>
                </a:cubicBezTo>
                <a:lnTo>
                  <a:pt x="5971157" y="83805"/>
                </a:lnTo>
                <a:cubicBezTo>
                  <a:pt x="5973208" y="90975"/>
                  <a:pt x="5977826" y="95584"/>
                  <a:pt x="5983211" y="95584"/>
                </a:cubicBezTo>
                <a:cubicBezTo>
                  <a:pt x="5989879" y="95584"/>
                  <a:pt x="5995522" y="90717"/>
                  <a:pt x="5995522" y="84829"/>
                </a:cubicBezTo>
                <a:cubicBezTo>
                  <a:pt x="5995522" y="70493"/>
                  <a:pt x="5977568" y="58451"/>
                  <a:pt x="5956024" y="58451"/>
                </a:cubicBezTo>
                <a:cubicBezTo>
                  <a:pt x="5943458" y="58451"/>
                  <a:pt x="5930379" y="63577"/>
                  <a:pt x="5919864" y="72795"/>
                </a:cubicBezTo>
                <a:cubicBezTo>
                  <a:pt x="5907040" y="84063"/>
                  <a:pt x="5899858" y="101472"/>
                  <a:pt x="5899858" y="121696"/>
                </a:cubicBezTo>
                <a:cubicBezTo>
                  <a:pt x="5899858" y="154982"/>
                  <a:pt x="5920118" y="178802"/>
                  <a:pt x="5948589" y="178802"/>
                </a:cubicBezTo>
                <a:cubicBezTo>
                  <a:pt x="5960129" y="178802"/>
                  <a:pt x="5970386" y="174705"/>
                  <a:pt x="5979622" y="166761"/>
                </a:cubicBezTo>
                <a:cubicBezTo>
                  <a:pt x="5986545" y="160611"/>
                  <a:pt x="5991417" y="153699"/>
                  <a:pt x="5999111" y="138593"/>
                </a:cubicBezTo>
                <a:lnTo>
                  <a:pt x="5995522" y="136290"/>
                </a:lnTo>
                <a:close/>
                <a:moveTo>
                  <a:pt x="6071439" y="58451"/>
                </a:moveTo>
                <a:cubicBezTo>
                  <a:pt x="6038096" y="58451"/>
                  <a:pt x="6014757" y="83038"/>
                  <a:pt x="6014757" y="118373"/>
                </a:cubicBezTo>
                <a:cubicBezTo>
                  <a:pt x="6014757" y="152937"/>
                  <a:pt x="6038609" y="178802"/>
                  <a:pt x="6070922" y="178802"/>
                </a:cubicBezTo>
                <a:cubicBezTo>
                  <a:pt x="6103239" y="178802"/>
                  <a:pt x="6127859" y="151658"/>
                  <a:pt x="6127859" y="116324"/>
                </a:cubicBezTo>
                <a:cubicBezTo>
                  <a:pt x="6127859" y="82780"/>
                  <a:pt x="6104265" y="58451"/>
                  <a:pt x="6071439" y="58451"/>
                </a:cubicBezTo>
                <a:moveTo>
                  <a:pt x="6068105" y="65629"/>
                </a:moveTo>
                <a:cubicBezTo>
                  <a:pt x="6089648" y="65629"/>
                  <a:pt x="6104777" y="90208"/>
                  <a:pt x="6104777" y="125285"/>
                </a:cubicBezTo>
                <a:cubicBezTo>
                  <a:pt x="6104777" y="154219"/>
                  <a:pt x="6093237" y="171628"/>
                  <a:pt x="6074002" y="171628"/>
                </a:cubicBezTo>
                <a:cubicBezTo>
                  <a:pt x="6063999" y="171628"/>
                  <a:pt x="6054509" y="165486"/>
                  <a:pt x="6049124" y="155243"/>
                </a:cubicBezTo>
                <a:cubicBezTo>
                  <a:pt x="6041943" y="141928"/>
                  <a:pt x="6037838" y="124006"/>
                  <a:pt x="6037838" y="105827"/>
                </a:cubicBezTo>
                <a:cubicBezTo>
                  <a:pt x="6037838" y="81502"/>
                  <a:pt x="6049891" y="65629"/>
                  <a:pt x="6068105" y="65629"/>
                </a:cubicBezTo>
                <a:close/>
                <a:moveTo>
                  <a:pt x="6223781" y="178802"/>
                </a:moveTo>
                <a:lnTo>
                  <a:pt x="6261483" y="165483"/>
                </a:lnTo>
                <a:lnTo>
                  <a:pt x="6261483" y="161385"/>
                </a:lnTo>
                <a:cubicBezTo>
                  <a:pt x="6256865" y="161639"/>
                  <a:pt x="6256352" y="161639"/>
                  <a:pt x="6255581" y="161639"/>
                </a:cubicBezTo>
                <a:cubicBezTo>
                  <a:pt x="6246350" y="161639"/>
                  <a:pt x="6244299" y="158825"/>
                  <a:pt x="6244299" y="147045"/>
                </a:cubicBezTo>
                <a:lnTo>
                  <a:pt x="6244299" y="1830"/>
                </a:lnTo>
                <a:lnTo>
                  <a:pt x="6243015" y="1318"/>
                </a:lnTo>
                <a:cubicBezTo>
                  <a:pt x="6230704" y="5673"/>
                  <a:pt x="6221730" y="8233"/>
                  <a:pt x="6205313" y="12593"/>
                </a:cubicBezTo>
                <a:lnTo>
                  <a:pt x="6205313" y="16690"/>
                </a:lnTo>
                <a:cubicBezTo>
                  <a:pt x="6207368" y="16436"/>
                  <a:pt x="6208906" y="16436"/>
                  <a:pt x="6210956" y="16436"/>
                </a:cubicBezTo>
                <a:cubicBezTo>
                  <a:pt x="6220446" y="16436"/>
                  <a:pt x="6222755" y="18996"/>
                  <a:pt x="6222755" y="29501"/>
                </a:cubicBezTo>
                <a:lnTo>
                  <a:pt x="6222755" y="69468"/>
                </a:lnTo>
                <a:cubicBezTo>
                  <a:pt x="6213007" y="61270"/>
                  <a:pt x="6206084" y="58451"/>
                  <a:pt x="6195823" y="58451"/>
                </a:cubicBezTo>
                <a:cubicBezTo>
                  <a:pt x="6166331" y="58451"/>
                  <a:pt x="6142479" y="87390"/>
                  <a:pt x="6142479" y="123748"/>
                </a:cubicBezTo>
                <a:cubicBezTo>
                  <a:pt x="6142479" y="156518"/>
                  <a:pt x="6161714" y="178802"/>
                  <a:pt x="6189926" y="178802"/>
                </a:cubicBezTo>
                <a:cubicBezTo>
                  <a:pt x="6204288" y="178802"/>
                  <a:pt x="6214036" y="173681"/>
                  <a:pt x="6222755" y="161639"/>
                </a:cubicBezTo>
                <a:lnTo>
                  <a:pt x="6222755" y="178036"/>
                </a:lnTo>
                <a:lnTo>
                  <a:pt x="6223781" y="178802"/>
                </a:lnTo>
                <a:moveTo>
                  <a:pt x="6222755" y="150118"/>
                </a:moveTo>
                <a:cubicBezTo>
                  <a:pt x="6222755" y="151913"/>
                  <a:pt x="6220959" y="154985"/>
                  <a:pt x="6218396" y="157800"/>
                </a:cubicBezTo>
                <a:cubicBezTo>
                  <a:pt x="6213778" y="162922"/>
                  <a:pt x="6207368" y="165483"/>
                  <a:pt x="6199928" y="165483"/>
                </a:cubicBezTo>
                <a:cubicBezTo>
                  <a:pt x="6178643" y="165483"/>
                  <a:pt x="6164535" y="144997"/>
                  <a:pt x="6164535" y="113505"/>
                </a:cubicBezTo>
                <a:cubicBezTo>
                  <a:pt x="6164535" y="84575"/>
                  <a:pt x="6177101" y="65629"/>
                  <a:pt x="6196594" y="65629"/>
                </a:cubicBezTo>
                <a:cubicBezTo>
                  <a:pt x="6210189" y="65629"/>
                  <a:pt x="6222755" y="77659"/>
                  <a:pt x="6222755" y="91229"/>
                </a:cubicBezTo>
                <a:lnTo>
                  <a:pt x="6222755" y="150118"/>
                </a:lnTo>
                <a:close/>
                <a:moveTo>
                  <a:pt x="6368429" y="134210"/>
                </a:moveTo>
                <a:cubicBezTo>
                  <a:pt x="6356121" y="153691"/>
                  <a:pt x="6345089" y="161127"/>
                  <a:pt x="6328676" y="161127"/>
                </a:cubicBezTo>
                <a:cubicBezTo>
                  <a:pt x="6314059" y="161127"/>
                  <a:pt x="6303031" y="153691"/>
                  <a:pt x="6295592" y="139081"/>
                </a:cubicBezTo>
                <a:cubicBezTo>
                  <a:pt x="6290974" y="129339"/>
                  <a:pt x="6289182" y="120879"/>
                  <a:pt x="6288669" y="105241"/>
                </a:cubicBezTo>
                <a:lnTo>
                  <a:pt x="6367662" y="105241"/>
                </a:lnTo>
                <a:cubicBezTo>
                  <a:pt x="6365607" y="88617"/>
                  <a:pt x="6363044" y="81213"/>
                  <a:pt x="6356634" y="73042"/>
                </a:cubicBezTo>
                <a:cubicBezTo>
                  <a:pt x="6348936" y="63835"/>
                  <a:pt x="6337141" y="58451"/>
                  <a:pt x="6323804" y="58451"/>
                </a:cubicBezTo>
                <a:cubicBezTo>
                  <a:pt x="6310980" y="58451"/>
                  <a:pt x="6298926" y="63065"/>
                  <a:pt x="6289182" y="71763"/>
                </a:cubicBezTo>
                <a:cubicBezTo>
                  <a:pt x="6277124" y="82233"/>
                  <a:pt x="6270202" y="100373"/>
                  <a:pt x="6270202" y="121391"/>
                </a:cubicBezTo>
                <a:cubicBezTo>
                  <a:pt x="6270202" y="156768"/>
                  <a:pt x="6288669" y="178802"/>
                  <a:pt x="6318161" y="178802"/>
                </a:cubicBezTo>
                <a:cubicBezTo>
                  <a:pt x="6342526" y="178802"/>
                  <a:pt x="6361760" y="163688"/>
                  <a:pt x="6372534" y="136005"/>
                </a:cubicBezTo>
                <a:lnTo>
                  <a:pt x="6368429" y="134210"/>
                </a:lnTo>
                <a:moveTo>
                  <a:pt x="6289182" y="97042"/>
                </a:moveTo>
                <a:cubicBezTo>
                  <a:pt x="6291999" y="77127"/>
                  <a:pt x="6300722" y="67678"/>
                  <a:pt x="6316364" y="67678"/>
                </a:cubicBezTo>
                <a:cubicBezTo>
                  <a:pt x="6332010" y="67678"/>
                  <a:pt x="6338166" y="74828"/>
                  <a:pt x="6341500" y="97042"/>
                </a:cubicBezTo>
                <a:lnTo>
                  <a:pt x="6289182" y="97042"/>
                </a:lnTo>
                <a:close/>
                <a:moveTo>
                  <a:pt x="6465888" y="178802"/>
                </a:moveTo>
                <a:lnTo>
                  <a:pt x="6503590" y="165483"/>
                </a:lnTo>
                <a:lnTo>
                  <a:pt x="6503590" y="161385"/>
                </a:lnTo>
                <a:cubicBezTo>
                  <a:pt x="6498972" y="161639"/>
                  <a:pt x="6498460" y="161639"/>
                  <a:pt x="6497689" y="161639"/>
                </a:cubicBezTo>
                <a:cubicBezTo>
                  <a:pt x="6488457" y="161639"/>
                  <a:pt x="6486406" y="158825"/>
                  <a:pt x="6486406" y="147045"/>
                </a:cubicBezTo>
                <a:lnTo>
                  <a:pt x="6486406" y="1830"/>
                </a:lnTo>
                <a:lnTo>
                  <a:pt x="6485123" y="1318"/>
                </a:lnTo>
                <a:cubicBezTo>
                  <a:pt x="6472811" y="5673"/>
                  <a:pt x="6463837" y="8233"/>
                  <a:pt x="6447421" y="12593"/>
                </a:cubicBezTo>
                <a:lnTo>
                  <a:pt x="6447421" y="16690"/>
                </a:lnTo>
                <a:cubicBezTo>
                  <a:pt x="6449475" y="16436"/>
                  <a:pt x="6451013" y="16436"/>
                  <a:pt x="6453064" y="16436"/>
                </a:cubicBezTo>
                <a:cubicBezTo>
                  <a:pt x="6462554" y="16436"/>
                  <a:pt x="6464863" y="18996"/>
                  <a:pt x="6464863" y="29501"/>
                </a:cubicBezTo>
                <a:lnTo>
                  <a:pt x="6464863" y="69468"/>
                </a:lnTo>
                <a:cubicBezTo>
                  <a:pt x="6455114" y="61270"/>
                  <a:pt x="6448192" y="58451"/>
                  <a:pt x="6437931" y="58451"/>
                </a:cubicBezTo>
                <a:cubicBezTo>
                  <a:pt x="6408439" y="58451"/>
                  <a:pt x="6384586" y="87390"/>
                  <a:pt x="6384586" y="123748"/>
                </a:cubicBezTo>
                <a:cubicBezTo>
                  <a:pt x="6384586" y="156518"/>
                  <a:pt x="6403821" y="178802"/>
                  <a:pt x="6432033" y="178802"/>
                </a:cubicBezTo>
                <a:cubicBezTo>
                  <a:pt x="6446395" y="178802"/>
                  <a:pt x="6456144" y="173681"/>
                  <a:pt x="6464863" y="161639"/>
                </a:cubicBezTo>
                <a:lnTo>
                  <a:pt x="6464863" y="178036"/>
                </a:lnTo>
                <a:lnTo>
                  <a:pt x="6465888" y="178802"/>
                </a:lnTo>
                <a:moveTo>
                  <a:pt x="6464863" y="150118"/>
                </a:moveTo>
                <a:cubicBezTo>
                  <a:pt x="6464863" y="151913"/>
                  <a:pt x="6463067" y="154985"/>
                  <a:pt x="6460503" y="157800"/>
                </a:cubicBezTo>
                <a:cubicBezTo>
                  <a:pt x="6455885" y="162922"/>
                  <a:pt x="6449475" y="165483"/>
                  <a:pt x="6442036" y="165483"/>
                </a:cubicBezTo>
                <a:cubicBezTo>
                  <a:pt x="6420751" y="165483"/>
                  <a:pt x="6406643" y="144997"/>
                  <a:pt x="6406643" y="113505"/>
                </a:cubicBezTo>
                <a:cubicBezTo>
                  <a:pt x="6406643" y="84575"/>
                  <a:pt x="6419209" y="65629"/>
                  <a:pt x="6438701" y="65629"/>
                </a:cubicBezTo>
                <a:cubicBezTo>
                  <a:pt x="6452297" y="65629"/>
                  <a:pt x="6464863" y="77659"/>
                  <a:pt x="6464863" y="91229"/>
                </a:cubicBezTo>
                <a:lnTo>
                  <a:pt x="6464863" y="150118"/>
                </a:lnTo>
                <a:close/>
                <a:moveTo>
                  <a:pt x="6683117" y="159337"/>
                </a:moveTo>
                <a:cubicBezTo>
                  <a:pt x="6678758" y="162918"/>
                  <a:pt x="6675682" y="164200"/>
                  <a:pt x="6671835" y="164200"/>
                </a:cubicBezTo>
                <a:cubicBezTo>
                  <a:pt x="6665937" y="164200"/>
                  <a:pt x="6664141" y="160615"/>
                  <a:pt x="6664141" y="149352"/>
                </a:cubicBezTo>
                <a:lnTo>
                  <a:pt x="6664141" y="99423"/>
                </a:lnTo>
                <a:cubicBezTo>
                  <a:pt x="6664141" y="86107"/>
                  <a:pt x="6662857" y="78683"/>
                  <a:pt x="6659010" y="72537"/>
                </a:cubicBezTo>
                <a:cubicBezTo>
                  <a:pt x="6653367" y="63323"/>
                  <a:pt x="6642339" y="58451"/>
                  <a:pt x="6627210" y="58451"/>
                </a:cubicBezTo>
                <a:cubicBezTo>
                  <a:pt x="6603099" y="58451"/>
                  <a:pt x="6584123" y="71001"/>
                  <a:pt x="6584123" y="87132"/>
                </a:cubicBezTo>
                <a:cubicBezTo>
                  <a:pt x="6584123" y="93023"/>
                  <a:pt x="6589249" y="98141"/>
                  <a:pt x="6595151" y="98141"/>
                </a:cubicBezTo>
                <a:cubicBezTo>
                  <a:pt x="6601303" y="98141"/>
                  <a:pt x="6606692" y="93023"/>
                  <a:pt x="6606692" y="87390"/>
                </a:cubicBezTo>
                <a:cubicBezTo>
                  <a:pt x="6606692" y="86365"/>
                  <a:pt x="6606433" y="85083"/>
                  <a:pt x="6606179" y="83293"/>
                </a:cubicBezTo>
                <a:cubicBezTo>
                  <a:pt x="6605666" y="80990"/>
                  <a:pt x="6605408" y="78941"/>
                  <a:pt x="6605408" y="77147"/>
                </a:cubicBezTo>
                <a:cubicBezTo>
                  <a:pt x="6605408" y="70235"/>
                  <a:pt x="6613614" y="64601"/>
                  <a:pt x="6623875" y="64601"/>
                </a:cubicBezTo>
                <a:cubicBezTo>
                  <a:pt x="6636441" y="64601"/>
                  <a:pt x="6643364" y="72025"/>
                  <a:pt x="6643364" y="85853"/>
                </a:cubicBezTo>
                <a:lnTo>
                  <a:pt x="6643364" y="101472"/>
                </a:lnTo>
                <a:cubicBezTo>
                  <a:pt x="6603870" y="117345"/>
                  <a:pt x="6599510" y="119393"/>
                  <a:pt x="6588482" y="129124"/>
                </a:cubicBezTo>
                <a:cubicBezTo>
                  <a:pt x="6582839" y="134245"/>
                  <a:pt x="6579247" y="142948"/>
                  <a:pt x="6579247" y="151397"/>
                </a:cubicBezTo>
                <a:cubicBezTo>
                  <a:pt x="6579247" y="167531"/>
                  <a:pt x="6590533" y="178802"/>
                  <a:pt x="6606179" y="178802"/>
                </a:cubicBezTo>
                <a:cubicBezTo>
                  <a:pt x="6617461" y="178802"/>
                  <a:pt x="6627977" y="173423"/>
                  <a:pt x="6643623" y="160099"/>
                </a:cubicBezTo>
                <a:cubicBezTo>
                  <a:pt x="6644906" y="173423"/>
                  <a:pt x="6649520" y="178802"/>
                  <a:pt x="6660036" y="178802"/>
                </a:cubicBezTo>
                <a:cubicBezTo>
                  <a:pt x="6668755" y="178802"/>
                  <a:pt x="6674144" y="175729"/>
                  <a:pt x="6683117" y="165995"/>
                </a:cubicBezTo>
                <a:lnTo>
                  <a:pt x="6683117" y="159337"/>
                </a:lnTo>
                <a:moveTo>
                  <a:pt x="6643364" y="144727"/>
                </a:moveTo>
                <a:cubicBezTo>
                  <a:pt x="6643364" y="152671"/>
                  <a:pt x="6642085" y="154978"/>
                  <a:pt x="6636696" y="158051"/>
                </a:cubicBezTo>
                <a:cubicBezTo>
                  <a:pt x="6630544" y="161639"/>
                  <a:pt x="6623363" y="163942"/>
                  <a:pt x="6617974" y="163942"/>
                </a:cubicBezTo>
                <a:cubicBezTo>
                  <a:pt x="6609000" y="163942"/>
                  <a:pt x="6601819" y="155232"/>
                  <a:pt x="6601819" y="144215"/>
                </a:cubicBezTo>
                <a:lnTo>
                  <a:pt x="6601819" y="143190"/>
                </a:lnTo>
                <a:cubicBezTo>
                  <a:pt x="6601819" y="128072"/>
                  <a:pt x="6612331" y="118850"/>
                  <a:pt x="6643364" y="107575"/>
                </a:cubicBezTo>
                <a:lnTo>
                  <a:pt x="6643364" y="144727"/>
                </a:lnTo>
                <a:close/>
                <a:moveTo>
                  <a:pt x="6764418" y="95799"/>
                </a:moveTo>
                <a:lnTo>
                  <a:pt x="6763393" y="60953"/>
                </a:lnTo>
                <a:lnTo>
                  <a:pt x="6760571" y="60953"/>
                </a:lnTo>
                <a:lnTo>
                  <a:pt x="6760059" y="61470"/>
                </a:lnTo>
                <a:cubicBezTo>
                  <a:pt x="6757750" y="63260"/>
                  <a:pt x="6757495" y="63518"/>
                  <a:pt x="6756470" y="63518"/>
                </a:cubicBezTo>
                <a:cubicBezTo>
                  <a:pt x="6754932" y="63518"/>
                  <a:pt x="6752365" y="63006"/>
                  <a:pt x="6749543" y="61724"/>
                </a:cubicBezTo>
                <a:cubicBezTo>
                  <a:pt x="6743900" y="59730"/>
                  <a:pt x="6738261" y="58702"/>
                  <a:pt x="6731592" y="58702"/>
                </a:cubicBezTo>
                <a:cubicBezTo>
                  <a:pt x="6711329" y="58702"/>
                  <a:pt x="6696712" y="71767"/>
                  <a:pt x="6696712" y="90205"/>
                </a:cubicBezTo>
                <a:cubicBezTo>
                  <a:pt x="6696712" y="104541"/>
                  <a:pt x="6704918" y="114784"/>
                  <a:pt x="6726720" y="127075"/>
                </a:cubicBezTo>
                <a:lnTo>
                  <a:pt x="6741595" y="135528"/>
                </a:lnTo>
                <a:cubicBezTo>
                  <a:pt x="6750569" y="140649"/>
                  <a:pt x="6754932" y="146795"/>
                  <a:pt x="6754932" y="154731"/>
                </a:cubicBezTo>
                <a:cubicBezTo>
                  <a:pt x="6754932" y="165999"/>
                  <a:pt x="6746722" y="173169"/>
                  <a:pt x="6733643" y="173169"/>
                </a:cubicBezTo>
                <a:cubicBezTo>
                  <a:pt x="6724924" y="173169"/>
                  <a:pt x="6716972" y="169838"/>
                  <a:pt x="6712100" y="164204"/>
                </a:cubicBezTo>
                <a:cubicBezTo>
                  <a:pt x="6706715" y="157804"/>
                  <a:pt x="6704406" y="151913"/>
                  <a:pt x="6701072" y="137318"/>
                </a:cubicBezTo>
                <a:lnTo>
                  <a:pt x="6696966" y="137318"/>
                </a:lnTo>
                <a:lnTo>
                  <a:pt x="6696966" y="177266"/>
                </a:lnTo>
                <a:lnTo>
                  <a:pt x="6700301" y="177266"/>
                </a:lnTo>
                <a:cubicBezTo>
                  <a:pt x="6702097" y="174705"/>
                  <a:pt x="6703122" y="174193"/>
                  <a:pt x="6706202" y="174193"/>
                </a:cubicBezTo>
                <a:cubicBezTo>
                  <a:pt x="6708511" y="174252"/>
                  <a:pt x="6712100" y="174764"/>
                  <a:pt x="6717997" y="176300"/>
                </a:cubicBezTo>
                <a:cubicBezTo>
                  <a:pt x="6725178" y="177778"/>
                  <a:pt x="6732105" y="178802"/>
                  <a:pt x="6736719" y="178802"/>
                </a:cubicBezTo>
                <a:cubicBezTo>
                  <a:pt x="6756470" y="178802"/>
                  <a:pt x="6772883" y="163950"/>
                  <a:pt x="6772883" y="146025"/>
                </a:cubicBezTo>
                <a:cubicBezTo>
                  <a:pt x="6772883" y="133221"/>
                  <a:pt x="6766727" y="124773"/>
                  <a:pt x="6751340" y="115554"/>
                </a:cubicBezTo>
                <a:lnTo>
                  <a:pt x="6723640" y="99165"/>
                </a:lnTo>
                <a:cubicBezTo>
                  <a:pt x="6716459" y="95068"/>
                  <a:pt x="6712612" y="88668"/>
                  <a:pt x="6712612" y="81752"/>
                </a:cubicBezTo>
                <a:cubicBezTo>
                  <a:pt x="6712612" y="71509"/>
                  <a:pt x="6720564" y="64339"/>
                  <a:pt x="6732359" y="64339"/>
                </a:cubicBezTo>
                <a:cubicBezTo>
                  <a:pt x="6746980" y="64339"/>
                  <a:pt x="6754674" y="73046"/>
                  <a:pt x="6760571" y="95838"/>
                </a:cubicBezTo>
                <a:lnTo>
                  <a:pt x="6764418" y="957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Text anunsigned64-bitintegertomatchthenoncelengthofChaCha20.">
            <a:extLst xmlns:a="http://schemas.openxmlformats.org/drawingml/2006/main">
              <a:ext uri="{FF2B5EF4-FFF2-40B4-BE49-F238E27FC236}">
                <a16:creationId xmlns:a16="http://schemas.microsoft.com/office/drawing/2014/main" id="{0AA9618C-6724-42E4-A1D7-4C745EAD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445" y="8044909"/>
            <a:ext cx="6763360" cy="231323"/>
          </a:xfrm>
          <a:custGeom xmlns:a="http://schemas.openxmlformats.org/drawingml/2006/main">
            <a:pathLst>
              <a:path w="6763360" h="231323">
                <a:moveTo>
                  <a:pt x="102314" y="158469"/>
                </a:moveTo>
                <a:cubicBezTo>
                  <a:pt x="98020" y="162050"/>
                  <a:pt x="94990" y="163332"/>
                  <a:pt x="91201" y="163332"/>
                </a:cubicBezTo>
                <a:cubicBezTo>
                  <a:pt x="85391" y="163332"/>
                  <a:pt x="83622" y="159747"/>
                  <a:pt x="83622" y="148484"/>
                </a:cubicBezTo>
                <a:lnTo>
                  <a:pt x="83622" y="98555"/>
                </a:lnTo>
                <a:cubicBezTo>
                  <a:pt x="83622" y="85239"/>
                  <a:pt x="82358" y="77815"/>
                  <a:pt x="78568" y="71669"/>
                </a:cubicBezTo>
                <a:cubicBezTo>
                  <a:pt x="73010" y="62455"/>
                  <a:pt x="62147" y="57583"/>
                  <a:pt x="47244" y="57583"/>
                </a:cubicBezTo>
                <a:cubicBezTo>
                  <a:pt x="23495" y="57583"/>
                  <a:pt x="4803" y="70133"/>
                  <a:pt x="4803" y="86264"/>
                </a:cubicBezTo>
                <a:cubicBezTo>
                  <a:pt x="4803" y="92155"/>
                  <a:pt x="9853" y="97273"/>
                  <a:pt x="15666" y="97273"/>
                </a:cubicBezTo>
                <a:cubicBezTo>
                  <a:pt x="21726" y="97273"/>
                  <a:pt x="27034" y="92155"/>
                  <a:pt x="27034" y="86522"/>
                </a:cubicBezTo>
                <a:cubicBezTo>
                  <a:pt x="27034" y="85497"/>
                  <a:pt x="26779" y="84215"/>
                  <a:pt x="26529" y="82425"/>
                </a:cubicBezTo>
                <a:cubicBezTo>
                  <a:pt x="26024" y="80122"/>
                  <a:pt x="25769" y="78073"/>
                  <a:pt x="25769" y="76279"/>
                </a:cubicBezTo>
                <a:cubicBezTo>
                  <a:pt x="25769" y="69367"/>
                  <a:pt x="33853" y="63733"/>
                  <a:pt x="43960" y="63733"/>
                </a:cubicBezTo>
                <a:cubicBezTo>
                  <a:pt x="56338" y="63733"/>
                  <a:pt x="63157" y="71157"/>
                  <a:pt x="63157" y="84985"/>
                </a:cubicBezTo>
                <a:lnTo>
                  <a:pt x="63157" y="100604"/>
                </a:lnTo>
                <a:cubicBezTo>
                  <a:pt x="24254" y="116477"/>
                  <a:pt x="19960" y="118525"/>
                  <a:pt x="9097" y="128256"/>
                </a:cubicBezTo>
                <a:cubicBezTo>
                  <a:pt x="3539" y="133377"/>
                  <a:pt x="0" y="142080"/>
                  <a:pt x="0" y="150529"/>
                </a:cubicBezTo>
                <a:cubicBezTo>
                  <a:pt x="0" y="166663"/>
                  <a:pt x="11117" y="177934"/>
                  <a:pt x="26529" y="177934"/>
                </a:cubicBezTo>
                <a:cubicBezTo>
                  <a:pt x="37642" y="177934"/>
                  <a:pt x="48000" y="172555"/>
                  <a:pt x="63411" y="159231"/>
                </a:cubicBezTo>
                <a:cubicBezTo>
                  <a:pt x="64676" y="172555"/>
                  <a:pt x="69221" y="177934"/>
                  <a:pt x="79578" y="177934"/>
                </a:cubicBezTo>
                <a:cubicBezTo>
                  <a:pt x="88167" y="177934"/>
                  <a:pt x="93475" y="174862"/>
                  <a:pt x="102314" y="165127"/>
                </a:cubicBezTo>
                <a:lnTo>
                  <a:pt x="102314" y="158469"/>
                </a:lnTo>
                <a:moveTo>
                  <a:pt x="63157" y="143859"/>
                </a:moveTo>
                <a:cubicBezTo>
                  <a:pt x="63157" y="151803"/>
                  <a:pt x="61896" y="154110"/>
                  <a:pt x="56588" y="157183"/>
                </a:cubicBezTo>
                <a:cubicBezTo>
                  <a:pt x="50529" y="160772"/>
                  <a:pt x="43455" y="163074"/>
                  <a:pt x="38147" y="163074"/>
                </a:cubicBezTo>
                <a:cubicBezTo>
                  <a:pt x="29308" y="163074"/>
                  <a:pt x="22234" y="154364"/>
                  <a:pt x="22234" y="143347"/>
                </a:cubicBezTo>
                <a:lnTo>
                  <a:pt x="22234" y="142322"/>
                </a:lnTo>
                <a:cubicBezTo>
                  <a:pt x="22234" y="127204"/>
                  <a:pt x="32588" y="117982"/>
                  <a:pt x="63157" y="106707"/>
                </a:cubicBezTo>
                <a:lnTo>
                  <a:pt x="63157" y="143859"/>
                </a:lnTo>
                <a:close/>
                <a:moveTo>
                  <a:pt x="106863" y="73472"/>
                </a:moveTo>
                <a:cubicBezTo>
                  <a:pt x="108378" y="72702"/>
                  <a:pt x="110907" y="72447"/>
                  <a:pt x="113686" y="72447"/>
                </a:cubicBezTo>
                <a:cubicBezTo>
                  <a:pt x="120760" y="72447"/>
                  <a:pt x="123030" y="76291"/>
                  <a:pt x="123030" y="88840"/>
                </a:cubicBezTo>
                <a:lnTo>
                  <a:pt x="123030" y="152378"/>
                </a:lnTo>
                <a:cubicBezTo>
                  <a:pt x="123030" y="166980"/>
                  <a:pt x="120251" y="170565"/>
                  <a:pt x="107368" y="171589"/>
                </a:cubicBezTo>
                <a:lnTo>
                  <a:pt x="107368" y="175432"/>
                </a:lnTo>
                <a:lnTo>
                  <a:pt x="160926" y="175432"/>
                </a:lnTo>
                <a:lnTo>
                  <a:pt x="160926" y="171589"/>
                </a:lnTo>
                <a:cubicBezTo>
                  <a:pt x="148040" y="170565"/>
                  <a:pt x="144251" y="167492"/>
                  <a:pt x="144251" y="158269"/>
                </a:cubicBezTo>
                <a:lnTo>
                  <a:pt x="144251" y="86279"/>
                </a:lnTo>
                <a:cubicBezTo>
                  <a:pt x="156378" y="74750"/>
                  <a:pt x="161936" y="71677"/>
                  <a:pt x="170274" y="71677"/>
                </a:cubicBezTo>
                <a:cubicBezTo>
                  <a:pt x="182652" y="71677"/>
                  <a:pt x="188716" y="79618"/>
                  <a:pt x="188716" y="96526"/>
                </a:cubicBezTo>
                <a:lnTo>
                  <a:pt x="188716" y="150071"/>
                </a:lnTo>
                <a:cubicBezTo>
                  <a:pt x="188716" y="166210"/>
                  <a:pt x="185431" y="170565"/>
                  <a:pt x="172799" y="171589"/>
                </a:cubicBezTo>
                <a:lnTo>
                  <a:pt x="172799" y="175432"/>
                </a:lnTo>
                <a:lnTo>
                  <a:pt x="225348" y="175432"/>
                </a:lnTo>
                <a:lnTo>
                  <a:pt x="225348" y="171589"/>
                </a:lnTo>
                <a:cubicBezTo>
                  <a:pt x="212966" y="170311"/>
                  <a:pt x="209936" y="167234"/>
                  <a:pt x="209936" y="154684"/>
                </a:cubicBezTo>
                <a:lnTo>
                  <a:pt x="209936" y="96014"/>
                </a:lnTo>
                <a:cubicBezTo>
                  <a:pt x="209936" y="71935"/>
                  <a:pt x="198819" y="57583"/>
                  <a:pt x="180127" y="57583"/>
                </a:cubicBezTo>
                <a:cubicBezTo>
                  <a:pt x="168505" y="57583"/>
                  <a:pt x="160672" y="61943"/>
                  <a:pt x="143495" y="78339"/>
                </a:cubicBezTo>
                <a:lnTo>
                  <a:pt x="143495" y="58100"/>
                </a:lnTo>
                <a:lnTo>
                  <a:pt x="141726" y="57583"/>
                </a:lnTo>
                <a:cubicBezTo>
                  <a:pt x="129348" y="62197"/>
                  <a:pt x="120760" y="65015"/>
                  <a:pt x="106863" y="69117"/>
                </a:cubicBezTo>
                <a:lnTo>
                  <a:pt x="106863" y="73472"/>
                </a:lnTo>
                <a:close/>
                <a:moveTo>
                  <a:pt x="414311" y="162574"/>
                </a:moveTo>
                <a:lnTo>
                  <a:pt x="413050" y="162574"/>
                </a:lnTo>
                <a:cubicBezTo>
                  <a:pt x="401428" y="162574"/>
                  <a:pt x="398649" y="159755"/>
                  <a:pt x="398649" y="147968"/>
                </a:cubicBezTo>
                <a:lnTo>
                  <a:pt x="398649" y="60086"/>
                </a:lnTo>
                <a:lnTo>
                  <a:pt x="358732" y="60086"/>
                </a:lnTo>
                <a:lnTo>
                  <a:pt x="358732" y="64445"/>
                </a:lnTo>
                <a:cubicBezTo>
                  <a:pt x="374398" y="65211"/>
                  <a:pt x="377428" y="67776"/>
                  <a:pt x="377428" y="80583"/>
                </a:cubicBezTo>
                <a:lnTo>
                  <a:pt x="377428" y="140786"/>
                </a:lnTo>
                <a:cubicBezTo>
                  <a:pt x="377428" y="147960"/>
                  <a:pt x="376163" y="151549"/>
                  <a:pt x="372629" y="154364"/>
                </a:cubicBezTo>
                <a:cubicBezTo>
                  <a:pt x="365806" y="160001"/>
                  <a:pt x="357977" y="163074"/>
                  <a:pt x="350398" y="163074"/>
                </a:cubicBezTo>
                <a:cubicBezTo>
                  <a:pt x="340545" y="163074"/>
                  <a:pt x="332462" y="154364"/>
                  <a:pt x="332462" y="143605"/>
                </a:cubicBezTo>
                <a:lnTo>
                  <a:pt x="332462" y="60086"/>
                </a:lnTo>
                <a:lnTo>
                  <a:pt x="295575" y="60086"/>
                </a:lnTo>
                <a:lnTo>
                  <a:pt x="295575" y="63675"/>
                </a:lnTo>
                <a:cubicBezTo>
                  <a:pt x="307702" y="64445"/>
                  <a:pt x="311241" y="68288"/>
                  <a:pt x="311241" y="80071"/>
                </a:cubicBezTo>
                <a:lnTo>
                  <a:pt x="311241" y="144629"/>
                </a:lnTo>
                <a:cubicBezTo>
                  <a:pt x="311241" y="164869"/>
                  <a:pt x="323364" y="177934"/>
                  <a:pt x="341806" y="177934"/>
                </a:cubicBezTo>
                <a:cubicBezTo>
                  <a:pt x="351154" y="177934"/>
                  <a:pt x="361006" y="173837"/>
                  <a:pt x="367829" y="166917"/>
                </a:cubicBezTo>
                <a:lnTo>
                  <a:pt x="378692" y="155904"/>
                </a:lnTo>
                <a:lnTo>
                  <a:pt x="378692" y="177168"/>
                </a:lnTo>
                <a:lnTo>
                  <a:pt x="379702" y="177684"/>
                </a:lnTo>
                <a:cubicBezTo>
                  <a:pt x="392334" y="172563"/>
                  <a:pt x="401428" y="169744"/>
                  <a:pt x="414311" y="166155"/>
                </a:cubicBezTo>
                <a:lnTo>
                  <a:pt x="414311" y="162574"/>
                </a:lnTo>
                <a:close/>
                <a:moveTo>
                  <a:pt x="423658" y="73472"/>
                </a:moveTo>
                <a:cubicBezTo>
                  <a:pt x="425173" y="72702"/>
                  <a:pt x="427702" y="72447"/>
                  <a:pt x="430481" y="72447"/>
                </a:cubicBezTo>
                <a:cubicBezTo>
                  <a:pt x="437555" y="72447"/>
                  <a:pt x="439825" y="76291"/>
                  <a:pt x="439825" y="88840"/>
                </a:cubicBezTo>
                <a:lnTo>
                  <a:pt x="439825" y="152378"/>
                </a:lnTo>
                <a:cubicBezTo>
                  <a:pt x="439825" y="166980"/>
                  <a:pt x="437046" y="170565"/>
                  <a:pt x="424163" y="171589"/>
                </a:cubicBezTo>
                <a:lnTo>
                  <a:pt x="424163" y="175432"/>
                </a:lnTo>
                <a:lnTo>
                  <a:pt x="477721" y="175432"/>
                </a:lnTo>
                <a:lnTo>
                  <a:pt x="477721" y="171589"/>
                </a:lnTo>
                <a:cubicBezTo>
                  <a:pt x="464835" y="170565"/>
                  <a:pt x="461046" y="167492"/>
                  <a:pt x="461046" y="158269"/>
                </a:cubicBezTo>
                <a:lnTo>
                  <a:pt x="461046" y="86279"/>
                </a:lnTo>
                <a:cubicBezTo>
                  <a:pt x="473173" y="74750"/>
                  <a:pt x="478731" y="71677"/>
                  <a:pt x="487069" y="71677"/>
                </a:cubicBezTo>
                <a:cubicBezTo>
                  <a:pt x="499447" y="71677"/>
                  <a:pt x="505511" y="79618"/>
                  <a:pt x="505511" y="96526"/>
                </a:cubicBezTo>
                <a:lnTo>
                  <a:pt x="505511" y="150071"/>
                </a:lnTo>
                <a:cubicBezTo>
                  <a:pt x="505511" y="166210"/>
                  <a:pt x="502226" y="170565"/>
                  <a:pt x="489594" y="171589"/>
                </a:cubicBezTo>
                <a:lnTo>
                  <a:pt x="489594" y="175432"/>
                </a:lnTo>
                <a:lnTo>
                  <a:pt x="542143" y="175432"/>
                </a:lnTo>
                <a:lnTo>
                  <a:pt x="542143" y="171589"/>
                </a:lnTo>
                <a:cubicBezTo>
                  <a:pt x="529761" y="170311"/>
                  <a:pt x="526731" y="167234"/>
                  <a:pt x="526731" y="154684"/>
                </a:cubicBezTo>
                <a:lnTo>
                  <a:pt x="526731" y="96014"/>
                </a:lnTo>
                <a:cubicBezTo>
                  <a:pt x="526731" y="71935"/>
                  <a:pt x="515614" y="57583"/>
                  <a:pt x="496922" y="57583"/>
                </a:cubicBezTo>
                <a:cubicBezTo>
                  <a:pt x="485300" y="57583"/>
                  <a:pt x="477467" y="61943"/>
                  <a:pt x="460290" y="78339"/>
                </a:cubicBezTo>
                <a:lnTo>
                  <a:pt x="460290" y="58100"/>
                </a:lnTo>
                <a:lnTo>
                  <a:pt x="458521" y="57583"/>
                </a:lnTo>
                <a:cubicBezTo>
                  <a:pt x="446143" y="62197"/>
                  <a:pt x="437555" y="65015"/>
                  <a:pt x="423658" y="69117"/>
                </a:cubicBezTo>
                <a:lnTo>
                  <a:pt x="423658" y="73472"/>
                </a:lnTo>
                <a:close/>
                <a:moveTo>
                  <a:pt x="625507" y="94931"/>
                </a:moveTo>
                <a:lnTo>
                  <a:pt x="624497" y="60086"/>
                </a:lnTo>
                <a:lnTo>
                  <a:pt x="621718" y="60086"/>
                </a:lnTo>
                <a:lnTo>
                  <a:pt x="621213" y="60602"/>
                </a:lnTo>
                <a:cubicBezTo>
                  <a:pt x="618939" y="62392"/>
                  <a:pt x="618688" y="62650"/>
                  <a:pt x="617678" y="62650"/>
                </a:cubicBezTo>
                <a:cubicBezTo>
                  <a:pt x="616163" y="62650"/>
                  <a:pt x="613635" y="62138"/>
                  <a:pt x="610855" y="60856"/>
                </a:cubicBezTo>
                <a:cubicBezTo>
                  <a:pt x="605297" y="58862"/>
                  <a:pt x="599742" y="57834"/>
                  <a:pt x="593173" y="57834"/>
                </a:cubicBezTo>
                <a:cubicBezTo>
                  <a:pt x="573213" y="57834"/>
                  <a:pt x="558816" y="70899"/>
                  <a:pt x="558816" y="89337"/>
                </a:cubicBezTo>
                <a:cubicBezTo>
                  <a:pt x="558816" y="103673"/>
                  <a:pt x="566899" y="113916"/>
                  <a:pt x="588374" y="126207"/>
                </a:cubicBezTo>
                <a:lnTo>
                  <a:pt x="603026" y="134660"/>
                </a:lnTo>
                <a:cubicBezTo>
                  <a:pt x="611865" y="139781"/>
                  <a:pt x="616163" y="145927"/>
                  <a:pt x="616163" y="153863"/>
                </a:cubicBezTo>
                <a:cubicBezTo>
                  <a:pt x="616163" y="165131"/>
                  <a:pt x="608076" y="172301"/>
                  <a:pt x="595193" y="172301"/>
                </a:cubicBezTo>
                <a:cubicBezTo>
                  <a:pt x="586605" y="172301"/>
                  <a:pt x="578772" y="168970"/>
                  <a:pt x="573973" y="163336"/>
                </a:cubicBezTo>
                <a:cubicBezTo>
                  <a:pt x="568668" y="156936"/>
                  <a:pt x="566394" y="151045"/>
                  <a:pt x="563110" y="136450"/>
                </a:cubicBezTo>
                <a:lnTo>
                  <a:pt x="559066" y="136450"/>
                </a:lnTo>
                <a:lnTo>
                  <a:pt x="559066" y="176398"/>
                </a:lnTo>
                <a:lnTo>
                  <a:pt x="562350" y="176398"/>
                </a:lnTo>
                <a:cubicBezTo>
                  <a:pt x="564120" y="173837"/>
                  <a:pt x="565130" y="173325"/>
                  <a:pt x="568163" y="173325"/>
                </a:cubicBezTo>
                <a:cubicBezTo>
                  <a:pt x="570438" y="173384"/>
                  <a:pt x="573973" y="173896"/>
                  <a:pt x="579782" y="175432"/>
                </a:cubicBezTo>
                <a:cubicBezTo>
                  <a:pt x="586855" y="176910"/>
                  <a:pt x="593678" y="177934"/>
                  <a:pt x="598223" y="177934"/>
                </a:cubicBezTo>
                <a:cubicBezTo>
                  <a:pt x="617678" y="177934"/>
                  <a:pt x="633845" y="163082"/>
                  <a:pt x="633845" y="145157"/>
                </a:cubicBezTo>
                <a:cubicBezTo>
                  <a:pt x="633845" y="132353"/>
                  <a:pt x="627782" y="123905"/>
                  <a:pt x="612625" y="114686"/>
                </a:cubicBezTo>
                <a:lnTo>
                  <a:pt x="585340" y="98297"/>
                </a:lnTo>
                <a:cubicBezTo>
                  <a:pt x="578267" y="94200"/>
                  <a:pt x="574478" y="87800"/>
                  <a:pt x="574478" y="80884"/>
                </a:cubicBezTo>
                <a:cubicBezTo>
                  <a:pt x="574478" y="70641"/>
                  <a:pt x="582311" y="63471"/>
                  <a:pt x="593929" y="63471"/>
                </a:cubicBezTo>
                <a:cubicBezTo>
                  <a:pt x="608330" y="63471"/>
                  <a:pt x="615909" y="72178"/>
                  <a:pt x="621718" y="94970"/>
                </a:cubicBezTo>
                <a:lnTo>
                  <a:pt x="625507" y="94931"/>
                </a:lnTo>
                <a:close/>
                <a:moveTo>
                  <a:pt x="688412" y="57583"/>
                </a:moveTo>
                <a:lnTo>
                  <a:pt x="649255" y="71595"/>
                </a:lnTo>
                <a:lnTo>
                  <a:pt x="649255" y="75442"/>
                </a:lnTo>
                <a:lnTo>
                  <a:pt x="651278" y="75184"/>
                </a:lnTo>
                <a:cubicBezTo>
                  <a:pt x="654308" y="74672"/>
                  <a:pt x="657593" y="74414"/>
                  <a:pt x="659867" y="74414"/>
                </a:cubicBezTo>
                <a:cubicBezTo>
                  <a:pt x="665930" y="74414"/>
                  <a:pt x="668201" y="78515"/>
                  <a:pt x="668201" y="89798"/>
                </a:cubicBezTo>
                <a:lnTo>
                  <a:pt x="668201" y="149285"/>
                </a:lnTo>
                <a:cubicBezTo>
                  <a:pt x="668201" y="167746"/>
                  <a:pt x="665676" y="170565"/>
                  <a:pt x="648245" y="171589"/>
                </a:cubicBezTo>
                <a:lnTo>
                  <a:pt x="648245" y="175432"/>
                </a:lnTo>
                <a:lnTo>
                  <a:pt x="708117" y="175432"/>
                </a:lnTo>
                <a:lnTo>
                  <a:pt x="708117" y="171589"/>
                </a:lnTo>
                <a:cubicBezTo>
                  <a:pt x="691445" y="170311"/>
                  <a:pt x="689422" y="167746"/>
                  <a:pt x="689422" y="149285"/>
                </a:cubicBezTo>
                <a:lnTo>
                  <a:pt x="689422" y="58354"/>
                </a:lnTo>
                <a:lnTo>
                  <a:pt x="688412" y="57583"/>
                </a:lnTo>
                <a:moveTo>
                  <a:pt x="676539" y="536"/>
                </a:moveTo>
                <a:cubicBezTo>
                  <a:pt x="669720" y="536"/>
                  <a:pt x="663907" y="6431"/>
                  <a:pt x="663907" y="13605"/>
                </a:cubicBezTo>
                <a:cubicBezTo>
                  <a:pt x="663907" y="20779"/>
                  <a:pt x="669465" y="26671"/>
                  <a:pt x="676539" y="26671"/>
                </a:cubicBezTo>
                <a:cubicBezTo>
                  <a:pt x="683867" y="26671"/>
                  <a:pt x="689676" y="21033"/>
                  <a:pt x="689676" y="13605"/>
                </a:cubicBezTo>
                <a:cubicBezTo>
                  <a:pt x="689676" y="6431"/>
                  <a:pt x="683867" y="536"/>
                  <a:pt x="676539" y="536"/>
                </a:cubicBezTo>
                <a:close/>
                <a:moveTo>
                  <a:pt x="833167" y="76083"/>
                </a:moveTo>
                <a:lnTo>
                  <a:pt x="833167" y="66091"/>
                </a:lnTo>
                <a:lnTo>
                  <a:pt x="813715" y="66091"/>
                </a:lnTo>
                <a:cubicBezTo>
                  <a:pt x="808662" y="66091"/>
                  <a:pt x="804872" y="65293"/>
                  <a:pt x="799823" y="63479"/>
                </a:cubicBezTo>
                <a:lnTo>
                  <a:pt x="794264" y="61430"/>
                </a:lnTo>
                <a:cubicBezTo>
                  <a:pt x="787441" y="58866"/>
                  <a:pt x="780622" y="57583"/>
                  <a:pt x="774053" y="57583"/>
                </a:cubicBezTo>
                <a:cubicBezTo>
                  <a:pt x="750558" y="57583"/>
                  <a:pt x="731863" y="76083"/>
                  <a:pt x="731863" y="99392"/>
                </a:cubicBezTo>
                <a:cubicBezTo>
                  <a:pt x="731863" y="115530"/>
                  <a:pt x="738686" y="125261"/>
                  <a:pt x="755358" y="133714"/>
                </a:cubicBezTo>
                <a:cubicBezTo>
                  <a:pt x="750558" y="138327"/>
                  <a:pt x="746013" y="142674"/>
                  <a:pt x="744495" y="143953"/>
                </a:cubicBezTo>
                <a:cubicBezTo>
                  <a:pt x="736161" y="151369"/>
                  <a:pt x="732876" y="156487"/>
                  <a:pt x="732876" y="161600"/>
                </a:cubicBezTo>
                <a:cubicBezTo>
                  <a:pt x="732876" y="166972"/>
                  <a:pt x="735906" y="170041"/>
                  <a:pt x="746264" y="175166"/>
                </a:cubicBezTo>
                <a:cubicBezTo>
                  <a:pt x="728328" y="188502"/>
                  <a:pt x="721509" y="196970"/>
                  <a:pt x="721509" y="206458"/>
                </a:cubicBezTo>
                <a:cubicBezTo>
                  <a:pt x="721509" y="220048"/>
                  <a:pt x="741210" y="231323"/>
                  <a:pt x="765210" y="231323"/>
                </a:cubicBezTo>
                <a:cubicBezTo>
                  <a:pt x="784157" y="231323"/>
                  <a:pt x="803862" y="224661"/>
                  <a:pt x="817000" y="213898"/>
                </a:cubicBezTo>
                <a:cubicBezTo>
                  <a:pt x="826602" y="205946"/>
                  <a:pt x="830896" y="197736"/>
                  <a:pt x="830896" y="187990"/>
                </a:cubicBezTo>
                <a:cubicBezTo>
                  <a:pt x="830896" y="172090"/>
                  <a:pt x="819019" y="161346"/>
                  <a:pt x="800328" y="160580"/>
                </a:cubicBezTo>
                <a:lnTo>
                  <a:pt x="767739" y="159044"/>
                </a:lnTo>
                <a:cubicBezTo>
                  <a:pt x="754348" y="158531"/>
                  <a:pt x="748033" y="156229"/>
                  <a:pt x="748033" y="152139"/>
                </a:cubicBezTo>
                <a:cubicBezTo>
                  <a:pt x="748033" y="147022"/>
                  <a:pt x="756367" y="138069"/>
                  <a:pt x="763190" y="136020"/>
                </a:cubicBezTo>
                <a:cubicBezTo>
                  <a:pt x="765465" y="136278"/>
                  <a:pt x="767234" y="136532"/>
                  <a:pt x="767990" y="136532"/>
                </a:cubicBezTo>
                <a:cubicBezTo>
                  <a:pt x="772789" y="137045"/>
                  <a:pt x="776073" y="137303"/>
                  <a:pt x="777592" y="137303"/>
                </a:cubicBezTo>
                <a:cubicBezTo>
                  <a:pt x="786936" y="137303"/>
                  <a:pt x="797043" y="133460"/>
                  <a:pt x="804872" y="126544"/>
                </a:cubicBezTo>
                <a:cubicBezTo>
                  <a:pt x="813210" y="119370"/>
                  <a:pt x="817000" y="110405"/>
                  <a:pt x="817000" y="97601"/>
                </a:cubicBezTo>
                <a:cubicBezTo>
                  <a:pt x="817000" y="90173"/>
                  <a:pt x="815735" y="84282"/>
                  <a:pt x="812200" y="76083"/>
                </a:cubicBezTo>
                <a:lnTo>
                  <a:pt x="833167" y="76083"/>
                </a:lnTo>
                <a:moveTo>
                  <a:pt x="751568" y="175933"/>
                </a:moveTo>
                <a:cubicBezTo>
                  <a:pt x="759906" y="177731"/>
                  <a:pt x="780117" y="179268"/>
                  <a:pt x="792495" y="179268"/>
                </a:cubicBezTo>
                <a:cubicBezTo>
                  <a:pt x="815485" y="179268"/>
                  <a:pt x="823823" y="182602"/>
                  <a:pt x="823823" y="191837"/>
                </a:cubicBezTo>
                <a:cubicBezTo>
                  <a:pt x="823823" y="206716"/>
                  <a:pt x="804622" y="216717"/>
                  <a:pt x="776073" y="216717"/>
                </a:cubicBezTo>
                <a:cubicBezTo>
                  <a:pt x="753843" y="216717"/>
                  <a:pt x="739191" y="209281"/>
                  <a:pt x="739191" y="197994"/>
                </a:cubicBezTo>
                <a:cubicBezTo>
                  <a:pt x="739191" y="192095"/>
                  <a:pt x="740960" y="188760"/>
                  <a:pt x="751568" y="175933"/>
                </a:cubicBezTo>
                <a:moveTo>
                  <a:pt x="752833" y="88891"/>
                </a:moveTo>
                <a:cubicBezTo>
                  <a:pt x="752833" y="73781"/>
                  <a:pt x="759906" y="64761"/>
                  <a:pt x="771528" y="64761"/>
                </a:cubicBezTo>
                <a:cubicBezTo>
                  <a:pt x="779357" y="64761"/>
                  <a:pt x="785926" y="69167"/>
                  <a:pt x="789970" y="76854"/>
                </a:cubicBezTo>
                <a:cubicBezTo>
                  <a:pt x="794515" y="85818"/>
                  <a:pt x="797548" y="97601"/>
                  <a:pt x="797548" y="107590"/>
                </a:cubicBezTo>
                <a:cubicBezTo>
                  <a:pt x="797548" y="121930"/>
                  <a:pt x="790220" y="130895"/>
                  <a:pt x="778602" y="130895"/>
                </a:cubicBezTo>
                <a:cubicBezTo>
                  <a:pt x="763445" y="130895"/>
                  <a:pt x="752833" y="114248"/>
                  <a:pt x="752833" y="89661"/>
                </a:cubicBezTo>
                <a:lnTo>
                  <a:pt x="752833" y="88891"/>
                </a:lnTo>
                <a:close/>
                <a:moveTo>
                  <a:pt x="844789" y="73472"/>
                </a:moveTo>
                <a:cubicBezTo>
                  <a:pt x="846304" y="72702"/>
                  <a:pt x="848833" y="72447"/>
                  <a:pt x="851612" y="72447"/>
                </a:cubicBezTo>
                <a:cubicBezTo>
                  <a:pt x="858686" y="72447"/>
                  <a:pt x="860956" y="76291"/>
                  <a:pt x="860956" y="88840"/>
                </a:cubicBezTo>
                <a:lnTo>
                  <a:pt x="860956" y="152378"/>
                </a:lnTo>
                <a:cubicBezTo>
                  <a:pt x="860956" y="166980"/>
                  <a:pt x="858177" y="170565"/>
                  <a:pt x="845294" y="171589"/>
                </a:cubicBezTo>
                <a:lnTo>
                  <a:pt x="845294" y="175432"/>
                </a:lnTo>
                <a:lnTo>
                  <a:pt x="898853" y="175432"/>
                </a:lnTo>
                <a:lnTo>
                  <a:pt x="898853" y="171589"/>
                </a:lnTo>
                <a:cubicBezTo>
                  <a:pt x="885966" y="170565"/>
                  <a:pt x="882177" y="167492"/>
                  <a:pt x="882177" y="158269"/>
                </a:cubicBezTo>
                <a:lnTo>
                  <a:pt x="882177" y="86279"/>
                </a:lnTo>
                <a:cubicBezTo>
                  <a:pt x="894304" y="74750"/>
                  <a:pt x="899863" y="71677"/>
                  <a:pt x="908201" y="71677"/>
                </a:cubicBezTo>
                <a:cubicBezTo>
                  <a:pt x="920578" y="71677"/>
                  <a:pt x="926642" y="79618"/>
                  <a:pt x="926642" y="96526"/>
                </a:cubicBezTo>
                <a:lnTo>
                  <a:pt x="926642" y="150071"/>
                </a:lnTo>
                <a:cubicBezTo>
                  <a:pt x="926642" y="166210"/>
                  <a:pt x="923358" y="170565"/>
                  <a:pt x="910725" y="171589"/>
                </a:cubicBezTo>
                <a:lnTo>
                  <a:pt x="910725" y="175432"/>
                </a:lnTo>
                <a:lnTo>
                  <a:pt x="963274" y="175432"/>
                </a:lnTo>
                <a:lnTo>
                  <a:pt x="963274" y="171589"/>
                </a:lnTo>
                <a:cubicBezTo>
                  <a:pt x="950892" y="170311"/>
                  <a:pt x="947863" y="167234"/>
                  <a:pt x="947863" y="154684"/>
                </a:cubicBezTo>
                <a:lnTo>
                  <a:pt x="947863" y="96014"/>
                </a:lnTo>
                <a:cubicBezTo>
                  <a:pt x="947863" y="71935"/>
                  <a:pt x="936745" y="57583"/>
                  <a:pt x="918053" y="57583"/>
                </a:cubicBezTo>
                <a:cubicBezTo>
                  <a:pt x="906431" y="57583"/>
                  <a:pt x="898598" y="61943"/>
                  <a:pt x="881421" y="78339"/>
                </a:cubicBezTo>
                <a:lnTo>
                  <a:pt x="881421" y="58100"/>
                </a:lnTo>
                <a:lnTo>
                  <a:pt x="879652" y="57583"/>
                </a:lnTo>
                <a:cubicBezTo>
                  <a:pt x="867274" y="62197"/>
                  <a:pt x="858686" y="65015"/>
                  <a:pt x="844789" y="69117"/>
                </a:cubicBezTo>
                <a:lnTo>
                  <a:pt x="844789" y="73472"/>
                </a:lnTo>
                <a:close/>
                <a:moveTo>
                  <a:pt x="1070133" y="133342"/>
                </a:moveTo>
                <a:cubicBezTo>
                  <a:pt x="1058010" y="152823"/>
                  <a:pt x="1047143" y="160259"/>
                  <a:pt x="1030976" y="160259"/>
                </a:cubicBezTo>
                <a:cubicBezTo>
                  <a:pt x="1016578" y="160259"/>
                  <a:pt x="1005715" y="152823"/>
                  <a:pt x="998388" y="138214"/>
                </a:cubicBezTo>
                <a:cubicBezTo>
                  <a:pt x="993839" y="128471"/>
                  <a:pt x="992073" y="120011"/>
                  <a:pt x="991568" y="104373"/>
                </a:cubicBezTo>
                <a:lnTo>
                  <a:pt x="1069377" y="104373"/>
                </a:lnTo>
                <a:cubicBezTo>
                  <a:pt x="1067354" y="87749"/>
                  <a:pt x="1064829" y="80345"/>
                  <a:pt x="1058515" y="72174"/>
                </a:cubicBezTo>
                <a:cubicBezTo>
                  <a:pt x="1050932" y="62967"/>
                  <a:pt x="1039314" y="57583"/>
                  <a:pt x="1026177" y="57583"/>
                </a:cubicBezTo>
                <a:cubicBezTo>
                  <a:pt x="1013545" y="57583"/>
                  <a:pt x="1001672" y="62197"/>
                  <a:pt x="992073" y="70895"/>
                </a:cubicBezTo>
                <a:cubicBezTo>
                  <a:pt x="980197" y="81365"/>
                  <a:pt x="973378" y="99505"/>
                  <a:pt x="973378" y="120523"/>
                </a:cubicBezTo>
                <a:cubicBezTo>
                  <a:pt x="973378" y="155900"/>
                  <a:pt x="991568" y="177934"/>
                  <a:pt x="1020618" y="177934"/>
                </a:cubicBezTo>
                <a:cubicBezTo>
                  <a:pt x="1044618" y="177934"/>
                  <a:pt x="1063564" y="162820"/>
                  <a:pt x="1074177" y="135137"/>
                </a:cubicBezTo>
                <a:lnTo>
                  <a:pt x="1070133" y="133342"/>
                </a:lnTo>
                <a:moveTo>
                  <a:pt x="992073" y="96174"/>
                </a:moveTo>
                <a:cubicBezTo>
                  <a:pt x="994849" y="76259"/>
                  <a:pt x="1003441" y="66810"/>
                  <a:pt x="1018849" y="66810"/>
                </a:cubicBezTo>
                <a:cubicBezTo>
                  <a:pt x="1034260" y="66810"/>
                  <a:pt x="1040324" y="73960"/>
                  <a:pt x="1043608" y="96174"/>
                </a:cubicBezTo>
                <a:lnTo>
                  <a:pt x="992073" y="96174"/>
                </a:lnTo>
                <a:close/>
                <a:moveTo>
                  <a:pt x="1165880" y="177934"/>
                </a:moveTo>
                <a:lnTo>
                  <a:pt x="1203017" y="164615"/>
                </a:lnTo>
                <a:lnTo>
                  <a:pt x="1203017" y="160517"/>
                </a:lnTo>
                <a:cubicBezTo>
                  <a:pt x="1198469" y="160772"/>
                  <a:pt x="1197964" y="160772"/>
                  <a:pt x="1197204" y="160772"/>
                </a:cubicBezTo>
                <a:cubicBezTo>
                  <a:pt x="1188111" y="160772"/>
                  <a:pt x="1186091" y="157957"/>
                  <a:pt x="1186091" y="146177"/>
                </a:cubicBezTo>
                <a:lnTo>
                  <a:pt x="1186091" y="962"/>
                </a:lnTo>
                <a:lnTo>
                  <a:pt x="1184827" y="450"/>
                </a:lnTo>
                <a:cubicBezTo>
                  <a:pt x="1172699" y="4805"/>
                  <a:pt x="1163860" y="7366"/>
                  <a:pt x="1147689" y="11725"/>
                </a:cubicBezTo>
                <a:lnTo>
                  <a:pt x="1147689" y="15822"/>
                </a:lnTo>
                <a:cubicBezTo>
                  <a:pt x="1149713" y="15568"/>
                  <a:pt x="1151228" y="15568"/>
                  <a:pt x="1153248" y="15568"/>
                </a:cubicBezTo>
                <a:cubicBezTo>
                  <a:pt x="1162596" y="15568"/>
                  <a:pt x="1164870" y="18128"/>
                  <a:pt x="1164870" y="28633"/>
                </a:cubicBezTo>
                <a:lnTo>
                  <a:pt x="1164870" y="68601"/>
                </a:lnTo>
                <a:cubicBezTo>
                  <a:pt x="1155268" y="60402"/>
                  <a:pt x="1148449" y="57583"/>
                  <a:pt x="1138342" y="57583"/>
                </a:cubicBezTo>
                <a:cubicBezTo>
                  <a:pt x="1109292" y="57583"/>
                  <a:pt x="1085797" y="86522"/>
                  <a:pt x="1085797" y="122880"/>
                </a:cubicBezTo>
                <a:cubicBezTo>
                  <a:pt x="1085797" y="155650"/>
                  <a:pt x="1104743" y="177934"/>
                  <a:pt x="1132532" y="177934"/>
                </a:cubicBezTo>
                <a:cubicBezTo>
                  <a:pt x="1146679" y="177934"/>
                  <a:pt x="1156282" y="172813"/>
                  <a:pt x="1164870" y="160772"/>
                </a:cubicBezTo>
                <a:lnTo>
                  <a:pt x="1164870" y="177168"/>
                </a:lnTo>
                <a:lnTo>
                  <a:pt x="1165880" y="177934"/>
                </a:lnTo>
                <a:moveTo>
                  <a:pt x="1164870" y="149250"/>
                </a:moveTo>
                <a:cubicBezTo>
                  <a:pt x="1164870" y="151045"/>
                  <a:pt x="1163101" y="154118"/>
                  <a:pt x="1160576" y="156932"/>
                </a:cubicBezTo>
                <a:cubicBezTo>
                  <a:pt x="1156027" y="162054"/>
                  <a:pt x="1149713" y="164615"/>
                  <a:pt x="1142385" y="164615"/>
                </a:cubicBezTo>
                <a:cubicBezTo>
                  <a:pt x="1121419" y="164615"/>
                  <a:pt x="1107522" y="144129"/>
                  <a:pt x="1107522" y="112637"/>
                </a:cubicBezTo>
                <a:cubicBezTo>
                  <a:pt x="1107522" y="83707"/>
                  <a:pt x="1119900" y="64761"/>
                  <a:pt x="1139101" y="64761"/>
                </a:cubicBezTo>
                <a:cubicBezTo>
                  <a:pt x="1152493" y="64761"/>
                  <a:pt x="1164870" y="76791"/>
                  <a:pt x="1164870" y="90361"/>
                </a:cubicBezTo>
                <a:lnTo>
                  <a:pt x="1164870" y="149250"/>
                </a:lnTo>
                <a:close/>
                <a:moveTo>
                  <a:pt x="1382130" y="0"/>
                </a:moveTo>
                <a:cubicBezTo>
                  <a:pt x="1353327" y="2565"/>
                  <a:pt x="1338675" y="7432"/>
                  <a:pt x="1320234" y="20498"/>
                </a:cubicBezTo>
                <a:cubicBezTo>
                  <a:pt x="1292950" y="40225"/>
                  <a:pt x="1278047" y="69437"/>
                  <a:pt x="1278047" y="103794"/>
                </a:cubicBezTo>
                <a:cubicBezTo>
                  <a:pt x="1278047" y="126110"/>
                  <a:pt x="1284866" y="148679"/>
                  <a:pt x="1295729" y="161503"/>
                </a:cubicBezTo>
                <a:cubicBezTo>
                  <a:pt x="1305331" y="172789"/>
                  <a:pt x="1318974" y="178935"/>
                  <a:pt x="1334636" y="178935"/>
                </a:cubicBezTo>
                <a:cubicBezTo>
                  <a:pt x="1365960" y="178935"/>
                  <a:pt x="1387685" y="154579"/>
                  <a:pt x="1387685" y="119186"/>
                </a:cubicBezTo>
                <a:cubicBezTo>
                  <a:pt x="1387685" y="86354"/>
                  <a:pt x="1369244" y="65590"/>
                  <a:pt x="1340194" y="65590"/>
                </a:cubicBezTo>
                <a:cubicBezTo>
                  <a:pt x="1329077" y="65590"/>
                  <a:pt x="1323773" y="67385"/>
                  <a:pt x="1307856" y="77123"/>
                </a:cubicBezTo>
                <a:cubicBezTo>
                  <a:pt x="1314675" y="38435"/>
                  <a:pt x="1342973" y="10763"/>
                  <a:pt x="1382635" y="4101"/>
                </a:cubicBezTo>
                <a:lnTo>
                  <a:pt x="1382130" y="0"/>
                </a:lnTo>
                <a:moveTo>
                  <a:pt x="1330592" y="77377"/>
                </a:moveTo>
                <a:cubicBezTo>
                  <a:pt x="1352317" y="77377"/>
                  <a:pt x="1364950" y="95846"/>
                  <a:pt x="1364950" y="127904"/>
                </a:cubicBezTo>
                <a:cubicBezTo>
                  <a:pt x="1364950" y="156119"/>
                  <a:pt x="1355097" y="171761"/>
                  <a:pt x="1337415" y="171761"/>
                </a:cubicBezTo>
                <a:cubicBezTo>
                  <a:pt x="1315184" y="171761"/>
                  <a:pt x="1301542" y="147655"/>
                  <a:pt x="1301542" y="107899"/>
                </a:cubicBezTo>
                <a:cubicBezTo>
                  <a:pt x="1301542" y="94818"/>
                  <a:pt x="1303562" y="87636"/>
                  <a:pt x="1308616" y="83789"/>
                </a:cubicBezTo>
                <a:cubicBezTo>
                  <a:pt x="1313920" y="79684"/>
                  <a:pt x="1321749" y="77377"/>
                  <a:pt x="1330592" y="77377"/>
                </a:cubicBezTo>
                <a:close/>
                <a:moveTo>
                  <a:pt x="1515013" y="116250"/>
                </a:moveTo>
                <a:lnTo>
                  <a:pt x="1489244" y="116250"/>
                </a:lnTo>
                <a:lnTo>
                  <a:pt x="1489244" y="2287"/>
                </a:lnTo>
                <a:lnTo>
                  <a:pt x="1478127" y="2287"/>
                </a:lnTo>
                <a:lnTo>
                  <a:pt x="1398803" y="116250"/>
                </a:lnTo>
                <a:lnTo>
                  <a:pt x="1398803" y="132646"/>
                </a:lnTo>
                <a:lnTo>
                  <a:pt x="1469793" y="132646"/>
                </a:lnTo>
                <a:lnTo>
                  <a:pt x="1469793" y="175432"/>
                </a:lnTo>
                <a:lnTo>
                  <a:pt x="1489244" y="175432"/>
                </a:lnTo>
                <a:lnTo>
                  <a:pt x="1489244" y="132646"/>
                </a:lnTo>
                <a:lnTo>
                  <a:pt x="1515013" y="132646"/>
                </a:lnTo>
                <a:lnTo>
                  <a:pt x="1515013" y="116250"/>
                </a:lnTo>
                <a:moveTo>
                  <a:pt x="1469538" y="116250"/>
                </a:moveTo>
                <a:lnTo>
                  <a:pt x="1408906" y="116250"/>
                </a:lnTo>
                <a:lnTo>
                  <a:pt x="1469538" y="28411"/>
                </a:lnTo>
                <a:lnTo>
                  <a:pt x="1469538" y="116250"/>
                </a:lnTo>
                <a:close/>
                <a:moveTo>
                  <a:pt x="1531936" y="109627"/>
                </a:moveTo>
                <a:lnTo>
                  <a:pt x="1531936" y="125770"/>
                </a:lnTo>
                <a:lnTo>
                  <a:pt x="1594083" y="125770"/>
                </a:lnTo>
                <a:lnTo>
                  <a:pt x="1594083" y="109627"/>
                </a:lnTo>
                <a:lnTo>
                  <a:pt x="1531936" y="109627"/>
                </a:lnTo>
                <a:close/>
                <a:moveTo>
                  <a:pt x="1644864" y="962"/>
                </a:moveTo>
                <a:lnTo>
                  <a:pt x="1643600" y="450"/>
                </a:lnTo>
                <a:cubicBezTo>
                  <a:pt x="1632987" y="4293"/>
                  <a:pt x="1626168" y="6341"/>
                  <a:pt x="1614295" y="9672"/>
                </a:cubicBezTo>
                <a:lnTo>
                  <a:pt x="1606967" y="11725"/>
                </a:lnTo>
                <a:lnTo>
                  <a:pt x="1606967" y="15822"/>
                </a:lnTo>
                <a:cubicBezTo>
                  <a:pt x="1608482" y="15568"/>
                  <a:pt x="1609492" y="15568"/>
                  <a:pt x="1611262" y="15568"/>
                </a:cubicBezTo>
                <a:cubicBezTo>
                  <a:pt x="1621369" y="15568"/>
                  <a:pt x="1623639" y="17870"/>
                  <a:pt x="1623639" y="28633"/>
                </a:cubicBezTo>
                <a:lnTo>
                  <a:pt x="1623639" y="161546"/>
                </a:lnTo>
                <a:cubicBezTo>
                  <a:pt x="1623639" y="169482"/>
                  <a:pt x="1645114" y="177934"/>
                  <a:pt x="1665325" y="177934"/>
                </a:cubicBezTo>
                <a:cubicBezTo>
                  <a:pt x="1698673" y="177934"/>
                  <a:pt x="1724438" y="149766"/>
                  <a:pt x="1724438" y="113153"/>
                </a:cubicBezTo>
                <a:cubicBezTo>
                  <a:pt x="1724438" y="81662"/>
                  <a:pt x="1705242" y="57583"/>
                  <a:pt x="1679977" y="57583"/>
                </a:cubicBezTo>
                <a:cubicBezTo>
                  <a:pt x="1664566" y="57583"/>
                  <a:pt x="1649914" y="66810"/>
                  <a:pt x="1644864" y="79360"/>
                </a:cubicBezTo>
                <a:lnTo>
                  <a:pt x="1644864" y="962"/>
                </a:lnTo>
                <a:moveTo>
                  <a:pt x="1644864" y="92930"/>
                </a:moveTo>
                <a:cubicBezTo>
                  <a:pt x="1644864" y="82945"/>
                  <a:pt x="1656737" y="73726"/>
                  <a:pt x="1669874" y="73726"/>
                </a:cubicBezTo>
                <a:cubicBezTo>
                  <a:pt x="1689576" y="73726"/>
                  <a:pt x="1702208" y="93696"/>
                  <a:pt x="1702208" y="124933"/>
                </a:cubicBezTo>
                <a:cubicBezTo>
                  <a:pt x="1702208" y="153351"/>
                  <a:pt x="1690081" y="169736"/>
                  <a:pt x="1669369" y="169736"/>
                </a:cubicBezTo>
                <a:cubicBezTo>
                  <a:pt x="1656232" y="169736"/>
                  <a:pt x="1644864" y="163848"/>
                  <a:pt x="1644864" y="157448"/>
                </a:cubicBezTo>
                <a:lnTo>
                  <a:pt x="1644864" y="92930"/>
                </a:lnTo>
                <a:close/>
                <a:moveTo>
                  <a:pt x="1776733" y="57583"/>
                </a:moveTo>
                <a:lnTo>
                  <a:pt x="1737576" y="71595"/>
                </a:lnTo>
                <a:lnTo>
                  <a:pt x="1737576" y="75442"/>
                </a:lnTo>
                <a:lnTo>
                  <a:pt x="1739600" y="75184"/>
                </a:lnTo>
                <a:cubicBezTo>
                  <a:pt x="1742629" y="74672"/>
                  <a:pt x="1745914" y="74414"/>
                  <a:pt x="1748188" y="74414"/>
                </a:cubicBezTo>
                <a:cubicBezTo>
                  <a:pt x="1754252" y="74414"/>
                  <a:pt x="1756522" y="78515"/>
                  <a:pt x="1756522" y="89798"/>
                </a:cubicBezTo>
                <a:lnTo>
                  <a:pt x="1756522" y="149285"/>
                </a:lnTo>
                <a:cubicBezTo>
                  <a:pt x="1756522" y="167746"/>
                  <a:pt x="1753997" y="170565"/>
                  <a:pt x="1736566" y="171589"/>
                </a:cubicBezTo>
                <a:lnTo>
                  <a:pt x="1736566" y="175432"/>
                </a:lnTo>
                <a:lnTo>
                  <a:pt x="1796438" y="175432"/>
                </a:lnTo>
                <a:lnTo>
                  <a:pt x="1796438" y="171589"/>
                </a:lnTo>
                <a:cubicBezTo>
                  <a:pt x="1779766" y="170311"/>
                  <a:pt x="1777743" y="167746"/>
                  <a:pt x="1777743" y="149285"/>
                </a:cubicBezTo>
                <a:lnTo>
                  <a:pt x="1777743" y="58354"/>
                </a:lnTo>
                <a:lnTo>
                  <a:pt x="1776733" y="57583"/>
                </a:lnTo>
                <a:moveTo>
                  <a:pt x="1764860" y="536"/>
                </a:moveTo>
                <a:cubicBezTo>
                  <a:pt x="1758041" y="536"/>
                  <a:pt x="1752228" y="6431"/>
                  <a:pt x="1752228" y="13605"/>
                </a:cubicBezTo>
                <a:cubicBezTo>
                  <a:pt x="1752228" y="20779"/>
                  <a:pt x="1757786" y="26671"/>
                  <a:pt x="1764860" y="26671"/>
                </a:cubicBezTo>
                <a:cubicBezTo>
                  <a:pt x="1772188" y="26671"/>
                  <a:pt x="1777997" y="21033"/>
                  <a:pt x="1777997" y="13605"/>
                </a:cubicBezTo>
                <a:cubicBezTo>
                  <a:pt x="1777997" y="6431"/>
                  <a:pt x="1772188" y="536"/>
                  <a:pt x="1764860" y="536"/>
                </a:cubicBezTo>
                <a:close/>
                <a:moveTo>
                  <a:pt x="1867174" y="60086"/>
                </a:moveTo>
                <a:lnTo>
                  <a:pt x="1841659" y="60086"/>
                </a:lnTo>
                <a:lnTo>
                  <a:pt x="1841659" y="30365"/>
                </a:lnTo>
                <a:cubicBezTo>
                  <a:pt x="1841659" y="27805"/>
                  <a:pt x="1841409" y="27034"/>
                  <a:pt x="1839890" y="27034"/>
                </a:cubicBezTo>
                <a:cubicBezTo>
                  <a:pt x="1838124" y="29341"/>
                  <a:pt x="1836606" y="31648"/>
                  <a:pt x="1834840" y="34208"/>
                </a:cubicBezTo>
                <a:cubicBezTo>
                  <a:pt x="1825238" y="48302"/>
                  <a:pt x="1814375" y="60602"/>
                  <a:pt x="1810335" y="61626"/>
                </a:cubicBezTo>
                <a:cubicBezTo>
                  <a:pt x="1807556" y="63416"/>
                  <a:pt x="1806037" y="65211"/>
                  <a:pt x="1806037" y="66493"/>
                </a:cubicBezTo>
                <a:cubicBezTo>
                  <a:pt x="1806037" y="67263"/>
                  <a:pt x="1806292" y="67776"/>
                  <a:pt x="1807051" y="68288"/>
                </a:cubicBezTo>
                <a:lnTo>
                  <a:pt x="1820439" y="68288"/>
                </a:lnTo>
                <a:lnTo>
                  <a:pt x="1820439" y="145399"/>
                </a:lnTo>
                <a:cubicBezTo>
                  <a:pt x="1820439" y="166917"/>
                  <a:pt x="1828017" y="177934"/>
                  <a:pt x="1842924" y="177934"/>
                </a:cubicBezTo>
                <a:cubicBezTo>
                  <a:pt x="1855301" y="177934"/>
                  <a:pt x="1864900" y="171789"/>
                  <a:pt x="1873238" y="158465"/>
                </a:cubicBezTo>
                <a:lnTo>
                  <a:pt x="1869954" y="155646"/>
                </a:lnTo>
                <a:cubicBezTo>
                  <a:pt x="1864649" y="162050"/>
                  <a:pt x="1860355" y="164615"/>
                  <a:pt x="1854796" y="164615"/>
                </a:cubicBezTo>
                <a:cubicBezTo>
                  <a:pt x="1845449" y="164615"/>
                  <a:pt x="1841659" y="157695"/>
                  <a:pt x="1841659" y="141556"/>
                </a:cubicBezTo>
                <a:lnTo>
                  <a:pt x="1841659" y="68288"/>
                </a:lnTo>
                <a:lnTo>
                  <a:pt x="1867174" y="68288"/>
                </a:lnTo>
                <a:lnTo>
                  <a:pt x="1867174" y="60086"/>
                </a:lnTo>
                <a:close/>
                <a:moveTo>
                  <a:pt x="1981361" y="57583"/>
                </a:moveTo>
                <a:lnTo>
                  <a:pt x="1942204" y="71595"/>
                </a:lnTo>
                <a:lnTo>
                  <a:pt x="1942204" y="75442"/>
                </a:lnTo>
                <a:lnTo>
                  <a:pt x="1944228" y="75184"/>
                </a:lnTo>
                <a:cubicBezTo>
                  <a:pt x="1947258" y="74672"/>
                  <a:pt x="1950542" y="74414"/>
                  <a:pt x="1952817" y="74414"/>
                </a:cubicBezTo>
                <a:cubicBezTo>
                  <a:pt x="1958880" y="74414"/>
                  <a:pt x="1961151" y="78515"/>
                  <a:pt x="1961151" y="89798"/>
                </a:cubicBezTo>
                <a:lnTo>
                  <a:pt x="1961151" y="149285"/>
                </a:lnTo>
                <a:cubicBezTo>
                  <a:pt x="1961151" y="167746"/>
                  <a:pt x="1958626" y="170565"/>
                  <a:pt x="1941195" y="171589"/>
                </a:cubicBezTo>
                <a:lnTo>
                  <a:pt x="1941195" y="175432"/>
                </a:lnTo>
                <a:lnTo>
                  <a:pt x="2001067" y="175432"/>
                </a:lnTo>
                <a:lnTo>
                  <a:pt x="2001067" y="171589"/>
                </a:lnTo>
                <a:cubicBezTo>
                  <a:pt x="1984395" y="170311"/>
                  <a:pt x="1982371" y="167746"/>
                  <a:pt x="1982371" y="149285"/>
                </a:cubicBezTo>
                <a:lnTo>
                  <a:pt x="1982371" y="58354"/>
                </a:lnTo>
                <a:lnTo>
                  <a:pt x="1981361" y="57583"/>
                </a:lnTo>
                <a:moveTo>
                  <a:pt x="1969489" y="536"/>
                </a:moveTo>
                <a:cubicBezTo>
                  <a:pt x="1962670" y="536"/>
                  <a:pt x="1956857" y="6431"/>
                  <a:pt x="1956857" y="13605"/>
                </a:cubicBezTo>
                <a:cubicBezTo>
                  <a:pt x="1956857" y="20779"/>
                  <a:pt x="1962415" y="26671"/>
                  <a:pt x="1969489" y="26671"/>
                </a:cubicBezTo>
                <a:cubicBezTo>
                  <a:pt x="1976817" y="26671"/>
                  <a:pt x="1982626" y="21033"/>
                  <a:pt x="1982626" y="13605"/>
                </a:cubicBezTo>
                <a:cubicBezTo>
                  <a:pt x="1982626" y="6431"/>
                  <a:pt x="1976817" y="536"/>
                  <a:pt x="1969489" y="536"/>
                </a:cubicBezTo>
                <a:close/>
                <a:moveTo>
                  <a:pt x="2011425" y="73472"/>
                </a:moveTo>
                <a:cubicBezTo>
                  <a:pt x="2012940" y="72702"/>
                  <a:pt x="2015469" y="72447"/>
                  <a:pt x="2018248" y="72447"/>
                </a:cubicBezTo>
                <a:cubicBezTo>
                  <a:pt x="2025322" y="72447"/>
                  <a:pt x="2027592" y="76291"/>
                  <a:pt x="2027592" y="88840"/>
                </a:cubicBezTo>
                <a:lnTo>
                  <a:pt x="2027592" y="152378"/>
                </a:lnTo>
                <a:cubicBezTo>
                  <a:pt x="2027592" y="166980"/>
                  <a:pt x="2024813" y="170565"/>
                  <a:pt x="2011930" y="171589"/>
                </a:cubicBezTo>
                <a:lnTo>
                  <a:pt x="2011930" y="175432"/>
                </a:lnTo>
                <a:lnTo>
                  <a:pt x="2065489" y="175432"/>
                </a:lnTo>
                <a:lnTo>
                  <a:pt x="2065489" y="171589"/>
                </a:lnTo>
                <a:cubicBezTo>
                  <a:pt x="2052602" y="170565"/>
                  <a:pt x="2048813" y="167492"/>
                  <a:pt x="2048813" y="158269"/>
                </a:cubicBezTo>
                <a:lnTo>
                  <a:pt x="2048813" y="86279"/>
                </a:lnTo>
                <a:cubicBezTo>
                  <a:pt x="2060940" y="74750"/>
                  <a:pt x="2066498" y="71677"/>
                  <a:pt x="2074836" y="71677"/>
                </a:cubicBezTo>
                <a:cubicBezTo>
                  <a:pt x="2087214" y="71677"/>
                  <a:pt x="2093278" y="79618"/>
                  <a:pt x="2093278" y="96526"/>
                </a:cubicBezTo>
                <a:lnTo>
                  <a:pt x="2093278" y="150071"/>
                </a:lnTo>
                <a:cubicBezTo>
                  <a:pt x="2093278" y="166210"/>
                  <a:pt x="2089993" y="170565"/>
                  <a:pt x="2077361" y="171589"/>
                </a:cubicBezTo>
                <a:lnTo>
                  <a:pt x="2077361" y="175432"/>
                </a:lnTo>
                <a:lnTo>
                  <a:pt x="2129910" y="175432"/>
                </a:lnTo>
                <a:lnTo>
                  <a:pt x="2129910" y="171589"/>
                </a:lnTo>
                <a:cubicBezTo>
                  <a:pt x="2117528" y="170311"/>
                  <a:pt x="2114498" y="167234"/>
                  <a:pt x="2114498" y="154684"/>
                </a:cubicBezTo>
                <a:lnTo>
                  <a:pt x="2114498" y="96014"/>
                </a:lnTo>
                <a:cubicBezTo>
                  <a:pt x="2114498" y="71935"/>
                  <a:pt x="2103381" y="57583"/>
                  <a:pt x="2084689" y="57583"/>
                </a:cubicBezTo>
                <a:cubicBezTo>
                  <a:pt x="2073067" y="57583"/>
                  <a:pt x="2065234" y="61943"/>
                  <a:pt x="2048057" y="78339"/>
                </a:cubicBezTo>
                <a:lnTo>
                  <a:pt x="2048057" y="58100"/>
                </a:lnTo>
                <a:lnTo>
                  <a:pt x="2046288" y="57583"/>
                </a:lnTo>
                <a:cubicBezTo>
                  <a:pt x="2033910" y="62197"/>
                  <a:pt x="2025322" y="65015"/>
                  <a:pt x="2011425" y="69117"/>
                </a:cubicBezTo>
                <a:lnTo>
                  <a:pt x="2011425" y="73472"/>
                </a:lnTo>
                <a:close/>
                <a:moveTo>
                  <a:pt x="2198117" y="60086"/>
                </a:moveTo>
                <a:lnTo>
                  <a:pt x="2172602" y="60086"/>
                </a:lnTo>
                <a:lnTo>
                  <a:pt x="2172602" y="30365"/>
                </a:lnTo>
                <a:cubicBezTo>
                  <a:pt x="2172602" y="27805"/>
                  <a:pt x="2172351" y="27034"/>
                  <a:pt x="2170832" y="27034"/>
                </a:cubicBezTo>
                <a:cubicBezTo>
                  <a:pt x="2169067" y="29341"/>
                  <a:pt x="2167548" y="31648"/>
                  <a:pt x="2165783" y="34208"/>
                </a:cubicBezTo>
                <a:cubicBezTo>
                  <a:pt x="2156180" y="48302"/>
                  <a:pt x="2145318" y="60602"/>
                  <a:pt x="2141278" y="61626"/>
                </a:cubicBezTo>
                <a:cubicBezTo>
                  <a:pt x="2138498" y="63416"/>
                  <a:pt x="2136980" y="65211"/>
                  <a:pt x="2136980" y="66493"/>
                </a:cubicBezTo>
                <a:cubicBezTo>
                  <a:pt x="2136980" y="67263"/>
                  <a:pt x="2137234" y="67776"/>
                  <a:pt x="2137993" y="68288"/>
                </a:cubicBezTo>
                <a:lnTo>
                  <a:pt x="2151381" y="68288"/>
                </a:lnTo>
                <a:lnTo>
                  <a:pt x="2151381" y="145399"/>
                </a:lnTo>
                <a:cubicBezTo>
                  <a:pt x="2151381" y="166917"/>
                  <a:pt x="2158960" y="177934"/>
                  <a:pt x="2173866" y="177934"/>
                </a:cubicBezTo>
                <a:cubicBezTo>
                  <a:pt x="2186244" y="177934"/>
                  <a:pt x="2195842" y="171789"/>
                  <a:pt x="2204180" y="158465"/>
                </a:cubicBezTo>
                <a:lnTo>
                  <a:pt x="2200896" y="155646"/>
                </a:lnTo>
                <a:cubicBezTo>
                  <a:pt x="2195592" y="162050"/>
                  <a:pt x="2191298" y="164615"/>
                  <a:pt x="2185739" y="164615"/>
                </a:cubicBezTo>
                <a:cubicBezTo>
                  <a:pt x="2176391" y="164615"/>
                  <a:pt x="2172602" y="157695"/>
                  <a:pt x="2172602" y="141556"/>
                </a:cubicBezTo>
                <a:lnTo>
                  <a:pt x="2172602" y="68288"/>
                </a:lnTo>
                <a:lnTo>
                  <a:pt x="2198117" y="68288"/>
                </a:lnTo>
                <a:lnTo>
                  <a:pt x="2198117" y="60086"/>
                </a:lnTo>
                <a:close/>
                <a:moveTo>
                  <a:pt x="2306999" y="133342"/>
                </a:moveTo>
                <a:cubicBezTo>
                  <a:pt x="2294876" y="152823"/>
                  <a:pt x="2284009" y="160259"/>
                  <a:pt x="2267842" y="160259"/>
                </a:cubicBezTo>
                <a:cubicBezTo>
                  <a:pt x="2253445" y="160259"/>
                  <a:pt x="2242582" y="152823"/>
                  <a:pt x="2235254" y="138214"/>
                </a:cubicBezTo>
                <a:cubicBezTo>
                  <a:pt x="2230705" y="128471"/>
                  <a:pt x="2228940" y="120011"/>
                  <a:pt x="2228435" y="104373"/>
                </a:cubicBezTo>
                <a:lnTo>
                  <a:pt x="2306244" y="104373"/>
                </a:lnTo>
                <a:cubicBezTo>
                  <a:pt x="2304220" y="87749"/>
                  <a:pt x="2301695" y="80345"/>
                  <a:pt x="2295381" y="72174"/>
                </a:cubicBezTo>
                <a:cubicBezTo>
                  <a:pt x="2287799" y="62967"/>
                  <a:pt x="2276180" y="57583"/>
                  <a:pt x="2263043" y="57583"/>
                </a:cubicBezTo>
                <a:cubicBezTo>
                  <a:pt x="2250411" y="57583"/>
                  <a:pt x="2238538" y="62197"/>
                  <a:pt x="2228940" y="70895"/>
                </a:cubicBezTo>
                <a:cubicBezTo>
                  <a:pt x="2217063" y="81365"/>
                  <a:pt x="2210244" y="99505"/>
                  <a:pt x="2210244" y="120523"/>
                </a:cubicBezTo>
                <a:cubicBezTo>
                  <a:pt x="2210244" y="155900"/>
                  <a:pt x="2228435" y="177934"/>
                  <a:pt x="2257484" y="177934"/>
                </a:cubicBezTo>
                <a:cubicBezTo>
                  <a:pt x="2281484" y="177934"/>
                  <a:pt x="2300431" y="162820"/>
                  <a:pt x="2311043" y="135137"/>
                </a:cubicBezTo>
                <a:lnTo>
                  <a:pt x="2306999" y="133342"/>
                </a:lnTo>
                <a:moveTo>
                  <a:pt x="2228940" y="96174"/>
                </a:moveTo>
                <a:cubicBezTo>
                  <a:pt x="2231715" y="76259"/>
                  <a:pt x="2240307" y="66810"/>
                  <a:pt x="2255715" y="66810"/>
                </a:cubicBezTo>
                <a:cubicBezTo>
                  <a:pt x="2271127" y="66810"/>
                  <a:pt x="2277190" y="73960"/>
                  <a:pt x="2280474" y="96174"/>
                </a:cubicBezTo>
                <a:lnTo>
                  <a:pt x="2228940" y="96174"/>
                </a:lnTo>
                <a:close/>
                <a:moveTo>
                  <a:pt x="2430786" y="76083"/>
                </a:moveTo>
                <a:lnTo>
                  <a:pt x="2430786" y="66091"/>
                </a:lnTo>
                <a:lnTo>
                  <a:pt x="2411335" y="66091"/>
                </a:lnTo>
                <a:cubicBezTo>
                  <a:pt x="2406281" y="66091"/>
                  <a:pt x="2402492" y="65293"/>
                  <a:pt x="2397442" y="63479"/>
                </a:cubicBezTo>
                <a:lnTo>
                  <a:pt x="2391884" y="61430"/>
                </a:lnTo>
                <a:cubicBezTo>
                  <a:pt x="2385061" y="58866"/>
                  <a:pt x="2378242" y="57583"/>
                  <a:pt x="2371673" y="57583"/>
                </a:cubicBezTo>
                <a:cubicBezTo>
                  <a:pt x="2348178" y="57583"/>
                  <a:pt x="2329482" y="76083"/>
                  <a:pt x="2329482" y="99392"/>
                </a:cubicBezTo>
                <a:cubicBezTo>
                  <a:pt x="2329482" y="115530"/>
                  <a:pt x="2336305" y="125261"/>
                  <a:pt x="2352977" y="133714"/>
                </a:cubicBezTo>
                <a:cubicBezTo>
                  <a:pt x="2348178" y="138327"/>
                  <a:pt x="2343633" y="142674"/>
                  <a:pt x="2342114" y="143953"/>
                </a:cubicBezTo>
                <a:cubicBezTo>
                  <a:pt x="2333780" y="151369"/>
                  <a:pt x="2330496" y="156487"/>
                  <a:pt x="2330496" y="161600"/>
                </a:cubicBezTo>
                <a:cubicBezTo>
                  <a:pt x="2330496" y="166972"/>
                  <a:pt x="2333526" y="170041"/>
                  <a:pt x="2343884" y="175166"/>
                </a:cubicBezTo>
                <a:cubicBezTo>
                  <a:pt x="2325947" y="188502"/>
                  <a:pt x="2319128" y="196970"/>
                  <a:pt x="2319128" y="206458"/>
                </a:cubicBezTo>
                <a:cubicBezTo>
                  <a:pt x="2319128" y="220048"/>
                  <a:pt x="2338830" y="231323"/>
                  <a:pt x="2362830" y="231323"/>
                </a:cubicBezTo>
                <a:cubicBezTo>
                  <a:pt x="2381776" y="231323"/>
                  <a:pt x="2401482" y="224661"/>
                  <a:pt x="2414619" y="213898"/>
                </a:cubicBezTo>
                <a:cubicBezTo>
                  <a:pt x="2424222" y="205946"/>
                  <a:pt x="2428516" y="197736"/>
                  <a:pt x="2428516" y="187990"/>
                </a:cubicBezTo>
                <a:cubicBezTo>
                  <a:pt x="2428516" y="172090"/>
                  <a:pt x="2416639" y="161346"/>
                  <a:pt x="2397947" y="160580"/>
                </a:cubicBezTo>
                <a:lnTo>
                  <a:pt x="2365359" y="159044"/>
                </a:lnTo>
                <a:cubicBezTo>
                  <a:pt x="2351967" y="158531"/>
                  <a:pt x="2345653" y="156229"/>
                  <a:pt x="2345653" y="152139"/>
                </a:cubicBezTo>
                <a:cubicBezTo>
                  <a:pt x="2345653" y="147022"/>
                  <a:pt x="2353987" y="138069"/>
                  <a:pt x="2360810" y="136020"/>
                </a:cubicBezTo>
                <a:cubicBezTo>
                  <a:pt x="2363084" y="136278"/>
                  <a:pt x="2364854" y="136532"/>
                  <a:pt x="2365609" y="136532"/>
                </a:cubicBezTo>
                <a:cubicBezTo>
                  <a:pt x="2370409" y="137045"/>
                  <a:pt x="2373693" y="137303"/>
                  <a:pt x="2375212" y="137303"/>
                </a:cubicBezTo>
                <a:cubicBezTo>
                  <a:pt x="2384556" y="137303"/>
                  <a:pt x="2394663" y="133460"/>
                  <a:pt x="2402492" y="126544"/>
                </a:cubicBezTo>
                <a:cubicBezTo>
                  <a:pt x="2410830" y="119370"/>
                  <a:pt x="2414619" y="110405"/>
                  <a:pt x="2414619" y="97601"/>
                </a:cubicBezTo>
                <a:cubicBezTo>
                  <a:pt x="2414619" y="90173"/>
                  <a:pt x="2413355" y="84282"/>
                  <a:pt x="2409820" y="76083"/>
                </a:cubicBezTo>
                <a:lnTo>
                  <a:pt x="2430786" y="76083"/>
                </a:lnTo>
                <a:moveTo>
                  <a:pt x="2349188" y="175933"/>
                </a:moveTo>
                <a:cubicBezTo>
                  <a:pt x="2357526" y="177731"/>
                  <a:pt x="2377737" y="179268"/>
                  <a:pt x="2390114" y="179268"/>
                </a:cubicBezTo>
                <a:cubicBezTo>
                  <a:pt x="2413104" y="179268"/>
                  <a:pt x="2421442" y="182602"/>
                  <a:pt x="2421442" y="191837"/>
                </a:cubicBezTo>
                <a:cubicBezTo>
                  <a:pt x="2421442" y="206716"/>
                  <a:pt x="2402241" y="216717"/>
                  <a:pt x="2373693" y="216717"/>
                </a:cubicBezTo>
                <a:cubicBezTo>
                  <a:pt x="2351462" y="216717"/>
                  <a:pt x="2336810" y="209281"/>
                  <a:pt x="2336810" y="197994"/>
                </a:cubicBezTo>
                <a:cubicBezTo>
                  <a:pt x="2336810" y="192095"/>
                  <a:pt x="2338580" y="188760"/>
                  <a:pt x="2349188" y="175933"/>
                </a:cubicBezTo>
                <a:moveTo>
                  <a:pt x="2350452" y="88891"/>
                </a:moveTo>
                <a:cubicBezTo>
                  <a:pt x="2350452" y="73781"/>
                  <a:pt x="2357526" y="64761"/>
                  <a:pt x="2369148" y="64761"/>
                </a:cubicBezTo>
                <a:cubicBezTo>
                  <a:pt x="2376977" y="64761"/>
                  <a:pt x="2383546" y="69167"/>
                  <a:pt x="2387589" y="76854"/>
                </a:cubicBezTo>
                <a:cubicBezTo>
                  <a:pt x="2392134" y="85818"/>
                  <a:pt x="2395168" y="97601"/>
                  <a:pt x="2395168" y="107590"/>
                </a:cubicBezTo>
                <a:cubicBezTo>
                  <a:pt x="2395168" y="121930"/>
                  <a:pt x="2387840" y="130895"/>
                  <a:pt x="2376222" y="130895"/>
                </a:cubicBezTo>
                <a:cubicBezTo>
                  <a:pt x="2361065" y="130895"/>
                  <a:pt x="2350452" y="114248"/>
                  <a:pt x="2350452" y="89661"/>
                </a:cubicBezTo>
                <a:lnTo>
                  <a:pt x="2350452" y="88891"/>
                </a:lnTo>
                <a:close/>
                <a:moveTo>
                  <a:pt x="2541439" y="133342"/>
                </a:moveTo>
                <a:cubicBezTo>
                  <a:pt x="2529315" y="152823"/>
                  <a:pt x="2518449" y="160259"/>
                  <a:pt x="2502282" y="160259"/>
                </a:cubicBezTo>
                <a:cubicBezTo>
                  <a:pt x="2487884" y="160259"/>
                  <a:pt x="2477021" y="152823"/>
                  <a:pt x="2469693" y="138214"/>
                </a:cubicBezTo>
                <a:cubicBezTo>
                  <a:pt x="2465144" y="128471"/>
                  <a:pt x="2463379" y="120011"/>
                  <a:pt x="2462874" y="104373"/>
                </a:cubicBezTo>
                <a:lnTo>
                  <a:pt x="2540683" y="104373"/>
                </a:lnTo>
                <a:cubicBezTo>
                  <a:pt x="2538659" y="87749"/>
                  <a:pt x="2536134" y="80345"/>
                  <a:pt x="2529820" y="72174"/>
                </a:cubicBezTo>
                <a:cubicBezTo>
                  <a:pt x="2522238" y="62967"/>
                  <a:pt x="2510619" y="57583"/>
                  <a:pt x="2497482" y="57583"/>
                </a:cubicBezTo>
                <a:cubicBezTo>
                  <a:pt x="2484850" y="57583"/>
                  <a:pt x="2472977" y="62197"/>
                  <a:pt x="2463379" y="70895"/>
                </a:cubicBezTo>
                <a:cubicBezTo>
                  <a:pt x="2451502" y="81365"/>
                  <a:pt x="2444683" y="99505"/>
                  <a:pt x="2444683" y="120523"/>
                </a:cubicBezTo>
                <a:cubicBezTo>
                  <a:pt x="2444683" y="155900"/>
                  <a:pt x="2462874" y="177934"/>
                  <a:pt x="2491924" y="177934"/>
                </a:cubicBezTo>
                <a:cubicBezTo>
                  <a:pt x="2515924" y="177934"/>
                  <a:pt x="2534870" y="162820"/>
                  <a:pt x="2545482" y="135137"/>
                </a:cubicBezTo>
                <a:lnTo>
                  <a:pt x="2541439" y="133342"/>
                </a:lnTo>
                <a:moveTo>
                  <a:pt x="2463379" y="96174"/>
                </a:moveTo>
                <a:cubicBezTo>
                  <a:pt x="2466154" y="76259"/>
                  <a:pt x="2474747" y="66810"/>
                  <a:pt x="2490154" y="66810"/>
                </a:cubicBezTo>
                <a:cubicBezTo>
                  <a:pt x="2505566" y="66810"/>
                  <a:pt x="2511629" y="73960"/>
                  <a:pt x="2514914" y="96174"/>
                </a:cubicBezTo>
                <a:lnTo>
                  <a:pt x="2463379" y="96174"/>
                </a:lnTo>
                <a:close/>
                <a:moveTo>
                  <a:pt x="2552301" y="75520"/>
                </a:moveTo>
                <a:cubicBezTo>
                  <a:pt x="2555840" y="74750"/>
                  <a:pt x="2558114" y="74492"/>
                  <a:pt x="2561144" y="74492"/>
                </a:cubicBezTo>
                <a:cubicBezTo>
                  <a:pt x="2567458" y="74492"/>
                  <a:pt x="2569733" y="78593"/>
                  <a:pt x="2569733" y="89864"/>
                </a:cubicBezTo>
                <a:lnTo>
                  <a:pt x="2569733" y="153914"/>
                </a:lnTo>
                <a:cubicBezTo>
                  <a:pt x="2569733" y="166722"/>
                  <a:pt x="2567963" y="168516"/>
                  <a:pt x="2551796" y="171589"/>
                </a:cubicBezTo>
                <a:lnTo>
                  <a:pt x="2551796" y="175432"/>
                </a:lnTo>
                <a:lnTo>
                  <a:pt x="2612429" y="175432"/>
                </a:lnTo>
                <a:lnTo>
                  <a:pt x="2612429" y="171589"/>
                </a:lnTo>
                <a:cubicBezTo>
                  <a:pt x="2595248" y="170823"/>
                  <a:pt x="2590953" y="166980"/>
                  <a:pt x="2590953" y="152378"/>
                </a:cubicBezTo>
                <a:lnTo>
                  <a:pt x="2590953" y="94732"/>
                </a:lnTo>
                <a:cubicBezTo>
                  <a:pt x="2590953" y="86534"/>
                  <a:pt x="2601816" y="73726"/>
                  <a:pt x="2608639" y="73726"/>
                </a:cubicBezTo>
                <a:cubicBezTo>
                  <a:pt x="2610154" y="73726"/>
                  <a:pt x="2612429" y="75008"/>
                  <a:pt x="2615208" y="77569"/>
                </a:cubicBezTo>
                <a:cubicBezTo>
                  <a:pt x="2619248" y="81154"/>
                  <a:pt x="2622027" y="82690"/>
                  <a:pt x="2625311" y="82690"/>
                </a:cubicBezTo>
                <a:cubicBezTo>
                  <a:pt x="2631375" y="82690"/>
                  <a:pt x="2635164" y="78335"/>
                  <a:pt x="2635164" y="71165"/>
                </a:cubicBezTo>
                <a:cubicBezTo>
                  <a:pt x="2635164" y="62709"/>
                  <a:pt x="2629860" y="57583"/>
                  <a:pt x="2621271" y="57583"/>
                </a:cubicBezTo>
                <a:cubicBezTo>
                  <a:pt x="2610659" y="57583"/>
                  <a:pt x="2603335" y="63479"/>
                  <a:pt x="2590953" y="81666"/>
                </a:cubicBezTo>
                <a:lnTo>
                  <a:pt x="2590953" y="58100"/>
                </a:lnTo>
                <a:lnTo>
                  <a:pt x="2589693" y="57583"/>
                </a:lnTo>
                <a:cubicBezTo>
                  <a:pt x="2576301" y="63221"/>
                  <a:pt x="2567208" y="66552"/>
                  <a:pt x="2552301" y="71419"/>
                </a:cubicBezTo>
                <a:lnTo>
                  <a:pt x="2552301" y="75520"/>
                </a:lnTo>
                <a:close/>
                <a:moveTo>
                  <a:pt x="2763246" y="60086"/>
                </a:moveTo>
                <a:lnTo>
                  <a:pt x="2737731" y="60086"/>
                </a:lnTo>
                <a:lnTo>
                  <a:pt x="2737731" y="30365"/>
                </a:lnTo>
                <a:cubicBezTo>
                  <a:pt x="2737731" y="27805"/>
                  <a:pt x="2737480" y="27034"/>
                  <a:pt x="2735961" y="27034"/>
                </a:cubicBezTo>
                <a:cubicBezTo>
                  <a:pt x="2734196" y="29341"/>
                  <a:pt x="2732677" y="31648"/>
                  <a:pt x="2730912" y="34208"/>
                </a:cubicBezTo>
                <a:cubicBezTo>
                  <a:pt x="2721309" y="48302"/>
                  <a:pt x="2710447" y="60602"/>
                  <a:pt x="2706407" y="61626"/>
                </a:cubicBezTo>
                <a:cubicBezTo>
                  <a:pt x="2703627" y="63416"/>
                  <a:pt x="2702109" y="65211"/>
                  <a:pt x="2702109" y="66493"/>
                </a:cubicBezTo>
                <a:cubicBezTo>
                  <a:pt x="2702109" y="67263"/>
                  <a:pt x="2702363" y="67776"/>
                  <a:pt x="2703122" y="68288"/>
                </a:cubicBezTo>
                <a:lnTo>
                  <a:pt x="2716510" y="68288"/>
                </a:lnTo>
                <a:lnTo>
                  <a:pt x="2716510" y="145399"/>
                </a:lnTo>
                <a:cubicBezTo>
                  <a:pt x="2716510" y="166917"/>
                  <a:pt x="2724089" y="177934"/>
                  <a:pt x="2738995" y="177934"/>
                </a:cubicBezTo>
                <a:cubicBezTo>
                  <a:pt x="2751373" y="177934"/>
                  <a:pt x="2760971" y="171789"/>
                  <a:pt x="2769309" y="158465"/>
                </a:cubicBezTo>
                <a:lnTo>
                  <a:pt x="2766025" y="155646"/>
                </a:lnTo>
                <a:cubicBezTo>
                  <a:pt x="2760721" y="162050"/>
                  <a:pt x="2756427" y="164615"/>
                  <a:pt x="2750868" y="164615"/>
                </a:cubicBezTo>
                <a:cubicBezTo>
                  <a:pt x="2741520" y="164615"/>
                  <a:pt x="2737731" y="157695"/>
                  <a:pt x="2737731" y="141556"/>
                </a:cubicBezTo>
                <a:lnTo>
                  <a:pt x="2737731" y="68288"/>
                </a:lnTo>
                <a:lnTo>
                  <a:pt x="2763246" y="68288"/>
                </a:lnTo>
                <a:lnTo>
                  <a:pt x="2763246" y="60086"/>
                </a:lnTo>
                <a:close/>
                <a:moveTo>
                  <a:pt x="2832216" y="57583"/>
                </a:moveTo>
                <a:cubicBezTo>
                  <a:pt x="2799373" y="57583"/>
                  <a:pt x="2776383" y="82170"/>
                  <a:pt x="2776383" y="117505"/>
                </a:cubicBezTo>
                <a:cubicBezTo>
                  <a:pt x="2776383" y="152069"/>
                  <a:pt x="2799878" y="177934"/>
                  <a:pt x="2831707" y="177934"/>
                </a:cubicBezTo>
                <a:cubicBezTo>
                  <a:pt x="2863540" y="177934"/>
                  <a:pt x="2887790" y="150791"/>
                  <a:pt x="2887790" y="115456"/>
                </a:cubicBezTo>
                <a:cubicBezTo>
                  <a:pt x="2887790" y="81912"/>
                  <a:pt x="2864550" y="57583"/>
                  <a:pt x="2832216" y="57583"/>
                </a:cubicBezTo>
                <a:moveTo>
                  <a:pt x="2828931" y="64761"/>
                </a:moveTo>
                <a:cubicBezTo>
                  <a:pt x="2850152" y="64761"/>
                  <a:pt x="2865055" y="89341"/>
                  <a:pt x="2865055" y="124417"/>
                </a:cubicBezTo>
                <a:cubicBezTo>
                  <a:pt x="2865055" y="153351"/>
                  <a:pt x="2853687" y="170760"/>
                  <a:pt x="2834741" y="170760"/>
                </a:cubicBezTo>
                <a:cubicBezTo>
                  <a:pt x="2824888" y="170760"/>
                  <a:pt x="2815540" y="164619"/>
                  <a:pt x="2810236" y="154376"/>
                </a:cubicBezTo>
                <a:cubicBezTo>
                  <a:pt x="2803162" y="141060"/>
                  <a:pt x="2799118" y="123138"/>
                  <a:pt x="2799118" y="104959"/>
                </a:cubicBezTo>
                <a:cubicBezTo>
                  <a:pt x="2799118" y="80634"/>
                  <a:pt x="2810991" y="64761"/>
                  <a:pt x="2828931" y="64761"/>
                </a:cubicBezTo>
                <a:close/>
                <a:moveTo>
                  <a:pt x="2964087" y="73472"/>
                </a:moveTo>
                <a:cubicBezTo>
                  <a:pt x="2967372" y="72702"/>
                  <a:pt x="2969392" y="72447"/>
                  <a:pt x="2972171" y="72447"/>
                </a:cubicBezTo>
                <a:cubicBezTo>
                  <a:pt x="2978739" y="72447"/>
                  <a:pt x="2981014" y="76545"/>
                  <a:pt x="2981014" y="88840"/>
                </a:cubicBezTo>
                <a:lnTo>
                  <a:pt x="2981014" y="153656"/>
                </a:lnTo>
                <a:cubicBezTo>
                  <a:pt x="2981014" y="167492"/>
                  <a:pt x="2977475" y="171335"/>
                  <a:pt x="2963328" y="171589"/>
                </a:cubicBezTo>
                <a:lnTo>
                  <a:pt x="2963328" y="175432"/>
                </a:lnTo>
                <a:lnTo>
                  <a:pt x="3019411" y="175432"/>
                </a:lnTo>
                <a:lnTo>
                  <a:pt x="3019411" y="171589"/>
                </a:lnTo>
                <a:cubicBezTo>
                  <a:pt x="3006024" y="171077"/>
                  <a:pt x="3002234" y="168262"/>
                  <a:pt x="3002234" y="158269"/>
                </a:cubicBezTo>
                <a:lnTo>
                  <a:pt x="3002234" y="86025"/>
                </a:lnTo>
                <a:cubicBezTo>
                  <a:pt x="3002234" y="85513"/>
                  <a:pt x="3004254" y="82948"/>
                  <a:pt x="3006024" y="81158"/>
                </a:cubicBezTo>
                <a:cubicBezTo>
                  <a:pt x="3012338" y="75262"/>
                  <a:pt x="3023201" y="70907"/>
                  <a:pt x="3032044" y="70907"/>
                </a:cubicBezTo>
                <a:cubicBezTo>
                  <a:pt x="3043157" y="70907"/>
                  <a:pt x="3048716" y="79876"/>
                  <a:pt x="3048716" y="97809"/>
                </a:cubicBezTo>
                <a:lnTo>
                  <a:pt x="3048716" y="153402"/>
                </a:lnTo>
                <a:cubicBezTo>
                  <a:pt x="3048716" y="167750"/>
                  <a:pt x="3045936" y="170565"/>
                  <a:pt x="3031539" y="171589"/>
                </a:cubicBezTo>
                <a:lnTo>
                  <a:pt x="3031539" y="175432"/>
                </a:lnTo>
                <a:lnTo>
                  <a:pt x="3088127" y="175432"/>
                </a:lnTo>
                <a:lnTo>
                  <a:pt x="3088127" y="171589"/>
                </a:lnTo>
                <a:cubicBezTo>
                  <a:pt x="3073725" y="171335"/>
                  <a:pt x="3069936" y="166980"/>
                  <a:pt x="3069936" y="151095"/>
                </a:cubicBezTo>
                <a:lnTo>
                  <a:pt x="3069936" y="86537"/>
                </a:lnTo>
                <a:cubicBezTo>
                  <a:pt x="3077515" y="75520"/>
                  <a:pt x="3085853" y="70907"/>
                  <a:pt x="3097475" y="70907"/>
                </a:cubicBezTo>
                <a:cubicBezTo>
                  <a:pt x="3111873" y="70907"/>
                  <a:pt x="3116421" y="77827"/>
                  <a:pt x="3116421" y="99091"/>
                </a:cubicBezTo>
                <a:lnTo>
                  <a:pt x="3116421" y="153144"/>
                </a:lnTo>
                <a:cubicBezTo>
                  <a:pt x="3116421" y="167750"/>
                  <a:pt x="3114401" y="169799"/>
                  <a:pt x="3099749" y="171589"/>
                </a:cubicBezTo>
                <a:lnTo>
                  <a:pt x="3099749" y="175432"/>
                </a:lnTo>
                <a:lnTo>
                  <a:pt x="3155073" y="175432"/>
                </a:lnTo>
                <a:lnTo>
                  <a:pt x="3155073" y="171589"/>
                </a:lnTo>
                <a:lnTo>
                  <a:pt x="3148505" y="171077"/>
                </a:lnTo>
                <a:cubicBezTo>
                  <a:pt x="3140926" y="170565"/>
                  <a:pt x="3137642" y="165956"/>
                  <a:pt x="3137642" y="155963"/>
                </a:cubicBezTo>
                <a:lnTo>
                  <a:pt x="3137642" y="103188"/>
                </a:lnTo>
                <a:cubicBezTo>
                  <a:pt x="3137642" y="72960"/>
                  <a:pt x="3127789" y="57583"/>
                  <a:pt x="3108338" y="57583"/>
                </a:cubicBezTo>
                <a:cubicBezTo>
                  <a:pt x="3093686" y="57583"/>
                  <a:pt x="3080799" y="64245"/>
                  <a:pt x="3067157" y="79105"/>
                </a:cubicBezTo>
                <a:cubicBezTo>
                  <a:pt x="3062612" y="64503"/>
                  <a:pt x="3054024" y="57583"/>
                  <a:pt x="3040381" y="57583"/>
                </a:cubicBezTo>
                <a:cubicBezTo>
                  <a:pt x="3029264" y="57583"/>
                  <a:pt x="3022191" y="61172"/>
                  <a:pt x="3001221" y="77315"/>
                </a:cubicBezTo>
                <a:lnTo>
                  <a:pt x="3001221" y="58100"/>
                </a:lnTo>
                <a:lnTo>
                  <a:pt x="2999455" y="57583"/>
                </a:lnTo>
                <a:cubicBezTo>
                  <a:pt x="2986569" y="62455"/>
                  <a:pt x="2977980" y="65274"/>
                  <a:pt x="2964087" y="69117"/>
                </a:cubicBezTo>
                <a:lnTo>
                  <a:pt x="2964087" y="73472"/>
                </a:lnTo>
                <a:close/>
                <a:moveTo>
                  <a:pt x="3267491" y="158469"/>
                </a:moveTo>
                <a:cubicBezTo>
                  <a:pt x="3263196" y="162050"/>
                  <a:pt x="3260167" y="163332"/>
                  <a:pt x="3256377" y="163332"/>
                </a:cubicBezTo>
                <a:cubicBezTo>
                  <a:pt x="3250568" y="163332"/>
                  <a:pt x="3248799" y="159747"/>
                  <a:pt x="3248799" y="148484"/>
                </a:cubicBezTo>
                <a:lnTo>
                  <a:pt x="3248799" y="98555"/>
                </a:lnTo>
                <a:cubicBezTo>
                  <a:pt x="3248799" y="85239"/>
                  <a:pt x="3247534" y="77815"/>
                  <a:pt x="3243745" y="71669"/>
                </a:cubicBezTo>
                <a:cubicBezTo>
                  <a:pt x="3238187" y="62455"/>
                  <a:pt x="3227324" y="57583"/>
                  <a:pt x="3212421" y="57583"/>
                </a:cubicBezTo>
                <a:cubicBezTo>
                  <a:pt x="3188672" y="57583"/>
                  <a:pt x="3169980" y="70133"/>
                  <a:pt x="3169980" y="86264"/>
                </a:cubicBezTo>
                <a:cubicBezTo>
                  <a:pt x="3169980" y="92155"/>
                  <a:pt x="3175030" y="97273"/>
                  <a:pt x="3180843" y="97273"/>
                </a:cubicBezTo>
                <a:cubicBezTo>
                  <a:pt x="3186902" y="97273"/>
                  <a:pt x="3192210" y="92155"/>
                  <a:pt x="3192210" y="86522"/>
                </a:cubicBezTo>
                <a:cubicBezTo>
                  <a:pt x="3192210" y="85497"/>
                  <a:pt x="3191956" y="84215"/>
                  <a:pt x="3191705" y="82425"/>
                </a:cubicBezTo>
                <a:cubicBezTo>
                  <a:pt x="3191200" y="80122"/>
                  <a:pt x="3190946" y="78073"/>
                  <a:pt x="3190946" y="76279"/>
                </a:cubicBezTo>
                <a:cubicBezTo>
                  <a:pt x="3190946" y="69367"/>
                  <a:pt x="3199030" y="63733"/>
                  <a:pt x="3209137" y="63733"/>
                </a:cubicBezTo>
                <a:cubicBezTo>
                  <a:pt x="3221515" y="63733"/>
                  <a:pt x="3228334" y="71157"/>
                  <a:pt x="3228334" y="84985"/>
                </a:cubicBezTo>
                <a:lnTo>
                  <a:pt x="3228334" y="100604"/>
                </a:lnTo>
                <a:cubicBezTo>
                  <a:pt x="3189431" y="116477"/>
                  <a:pt x="3185137" y="118525"/>
                  <a:pt x="3174274" y="128256"/>
                </a:cubicBezTo>
                <a:cubicBezTo>
                  <a:pt x="3168715" y="133377"/>
                  <a:pt x="3165177" y="142080"/>
                  <a:pt x="3165177" y="150529"/>
                </a:cubicBezTo>
                <a:cubicBezTo>
                  <a:pt x="3165177" y="166663"/>
                  <a:pt x="3176294" y="177934"/>
                  <a:pt x="3191705" y="177934"/>
                </a:cubicBezTo>
                <a:cubicBezTo>
                  <a:pt x="3202819" y="177934"/>
                  <a:pt x="3213177" y="172555"/>
                  <a:pt x="3228588" y="159231"/>
                </a:cubicBezTo>
                <a:cubicBezTo>
                  <a:pt x="3229853" y="172555"/>
                  <a:pt x="3234397" y="177934"/>
                  <a:pt x="3244755" y="177934"/>
                </a:cubicBezTo>
                <a:cubicBezTo>
                  <a:pt x="3253344" y="177934"/>
                  <a:pt x="3258652" y="174862"/>
                  <a:pt x="3267491" y="165127"/>
                </a:cubicBezTo>
                <a:lnTo>
                  <a:pt x="3267491" y="158469"/>
                </a:lnTo>
                <a:moveTo>
                  <a:pt x="3228334" y="143859"/>
                </a:moveTo>
                <a:cubicBezTo>
                  <a:pt x="3228334" y="151803"/>
                  <a:pt x="3227073" y="154110"/>
                  <a:pt x="3221765" y="157183"/>
                </a:cubicBezTo>
                <a:cubicBezTo>
                  <a:pt x="3215705" y="160772"/>
                  <a:pt x="3208632" y="163074"/>
                  <a:pt x="3203324" y="163074"/>
                </a:cubicBezTo>
                <a:cubicBezTo>
                  <a:pt x="3194485" y="163074"/>
                  <a:pt x="3187411" y="154364"/>
                  <a:pt x="3187411" y="143347"/>
                </a:cubicBezTo>
                <a:lnTo>
                  <a:pt x="3187411" y="142322"/>
                </a:lnTo>
                <a:cubicBezTo>
                  <a:pt x="3187411" y="127204"/>
                  <a:pt x="3197765" y="117982"/>
                  <a:pt x="3228334" y="106707"/>
                </a:cubicBezTo>
                <a:lnTo>
                  <a:pt x="3228334" y="143859"/>
                </a:lnTo>
                <a:close/>
                <a:moveTo>
                  <a:pt x="3332417" y="60086"/>
                </a:moveTo>
                <a:lnTo>
                  <a:pt x="3306902" y="60086"/>
                </a:lnTo>
                <a:lnTo>
                  <a:pt x="3306902" y="30365"/>
                </a:lnTo>
                <a:cubicBezTo>
                  <a:pt x="3306902" y="27805"/>
                  <a:pt x="3306652" y="27034"/>
                  <a:pt x="3305133" y="27034"/>
                </a:cubicBezTo>
                <a:cubicBezTo>
                  <a:pt x="3303368" y="29341"/>
                  <a:pt x="3301849" y="31648"/>
                  <a:pt x="3300083" y="34208"/>
                </a:cubicBezTo>
                <a:cubicBezTo>
                  <a:pt x="3290481" y="48302"/>
                  <a:pt x="3279618" y="60602"/>
                  <a:pt x="3275578" y="61626"/>
                </a:cubicBezTo>
                <a:cubicBezTo>
                  <a:pt x="3272799" y="63416"/>
                  <a:pt x="3271280" y="65211"/>
                  <a:pt x="3271280" y="66493"/>
                </a:cubicBezTo>
                <a:cubicBezTo>
                  <a:pt x="3271280" y="67263"/>
                  <a:pt x="3271535" y="67776"/>
                  <a:pt x="3272294" y="68288"/>
                </a:cubicBezTo>
                <a:lnTo>
                  <a:pt x="3285682" y="68288"/>
                </a:lnTo>
                <a:lnTo>
                  <a:pt x="3285682" y="145399"/>
                </a:lnTo>
                <a:cubicBezTo>
                  <a:pt x="3285682" y="166917"/>
                  <a:pt x="3293260" y="177934"/>
                  <a:pt x="3308167" y="177934"/>
                </a:cubicBezTo>
                <a:cubicBezTo>
                  <a:pt x="3320545" y="177934"/>
                  <a:pt x="3330143" y="171789"/>
                  <a:pt x="3338481" y="158465"/>
                </a:cubicBezTo>
                <a:lnTo>
                  <a:pt x="3335197" y="155646"/>
                </a:lnTo>
                <a:cubicBezTo>
                  <a:pt x="3329892" y="162050"/>
                  <a:pt x="3325598" y="164615"/>
                  <a:pt x="3320040" y="164615"/>
                </a:cubicBezTo>
                <a:cubicBezTo>
                  <a:pt x="3310692" y="164615"/>
                  <a:pt x="3306902" y="157695"/>
                  <a:pt x="3306902" y="141556"/>
                </a:cubicBezTo>
                <a:lnTo>
                  <a:pt x="3306902" y="68288"/>
                </a:lnTo>
                <a:lnTo>
                  <a:pt x="3332417" y="68288"/>
                </a:lnTo>
                <a:lnTo>
                  <a:pt x="3332417" y="60086"/>
                </a:lnTo>
                <a:close/>
                <a:moveTo>
                  <a:pt x="3438775" y="135422"/>
                </a:moveTo>
                <a:cubicBezTo>
                  <a:pt x="3426648" y="153343"/>
                  <a:pt x="3417554" y="159489"/>
                  <a:pt x="3403153" y="159489"/>
                </a:cubicBezTo>
                <a:cubicBezTo>
                  <a:pt x="3380163" y="159489"/>
                  <a:pt x="3363996" y="139007"/>
                  <a:pt x="3363996" y="109565"/>
                </a:cubicBezTo>
                <a:cubicBezTo>
                  <a:pt x="3363996" y="83195"/>
                  <a:pt x="3377892" y="65015"/>
                  <a:pt x="3398354" y="65015"/>
                </a:cubicBezTo>
                <a:cubicBezTo>
                  <a:pt x="3407447" y="65015"/>
                  <a:pt x="3410731" y="67830"/>
                  <a:pt x="3413260" y="77303"/>
                </a:cubicBezTo>
                <a:lnTo>
                  <a:pt x="3414775" y="82937"/>
                </a:lnTo>
                <a:cubicBezTo>
                  <a:pt x="3416795" y="90107"/>
                  <a:pt x="3421344" y="94716"/>
                  <a:pt x="3426648" y="94716"/>
                </a:cubicBezTo>
                <a:cubicBezTo>
                  <a:pt x="3433216" y="94716"/>
                  <a:pt x="3438775" y="89849"/>
                  <a:pt x="3438775" y="83961"/>
                </a:cubicBezTo>
                <a:cubicBezTo>
                  <a:pt x="3438775" y="69625"/>
                  <a:pt x="3421089" y="57583"/>
                  <a:pt x="3399869" y="57583"/>
                </a:cubicBezTo>
                <a:cubicBezTo>
                  <a:pt x="3387491" y="57583"/>
                  <a:pt x="3374608" y="62709"/>
                  <a:pt x="3364250" y="71928"/>
                </a:cubicBezTo>
                <a:cubicBezTo>
                  <a:pt x="3351618" y="83195"/>
                  <a:pt x="3344545" y="100604"/>
                  <a:pt x="3344545" y="120828"/>
                </a:cubicBezTo>
                <a:cubicBezTo>
                  <a:pt x="3344545" y="154114"/>
                  <a:pt x="3364501" y="177934"/>
                  <a:pt x="3392544" y="177934"/>
                </a:cubicBezTo>
                <a:cubicBezTo>
                  <a:pt x="3403912" y="177934"/>
                  <a:pt x="3414016" y="173837"/>
                  <a:pt x="3423113" y="165893"/>
                </a:cubicBezTo>
                <a:cubicBezTo>
                  <a:pt x="3429932" y="159743"/>
                  <a:pt x="3434731" y="152831"/>
                  <a:pt x="3442310" y="137725"/>
                </a:cubicBezTo>
                <a:lnTo>
                  <a:pt x="3438775" y="135422"/>
                </a:lnTo>
                <a:close/>
                <a:moveTo>
                  <a:pt x="3490059" y="87562"/>
                </a:moveTo>
                <a:cubicBezTo>
                  <a:pt x="3500667" y="75778"/>
                  <a:pt x="3508246" y="71419"/>
                  <a:pt x="3518099" y="71419"/>
                </a:cubicBezTo>
                <a:cubicBezTo>
                  <a:pt x="3530731" y="71419"/>
                  <a:pt x="3537045" y="80646"/>
                  <a:pt x="3537045" y="98579"/>
                </a:cubicBezTo>
                <a:lnTo>
                  <a:pt x="3537045" y="149301"/>
                </a:lnTo>
                <a:cubicBezTo>
                  <a:pt x="3537045" y="166722"/>
                  <a:pt x="3534520" y="170053"/>
                  <a:pt x="3519868" y="171589"/>
                </a:cubicBezTo>
                <a:lnTo>
                  <a:pt x="3519868" y="175432"/>
                </a:lnTo>
                <a:lnTo>
                  <a:pt x="3573427" y="175432"/>
                </a:lnTo>
                <a:lnTo>
                  <a:pt x="3573427" y="171589"/>
                </a:lnTo>
                <a:cubicBezTo>
                  <a:pt x="3559784" y="169028"/>
                  <a:pt x="3558266" y="166980"/>
                  <a:pt x="3558266" y="149301"/>
                </a:cubicBezTo>
                <a:lnTo>
                  <a:pt x="3558266" y="98321"/>
                </a:lnTo>
                <a:cubicBezTo>
                  <a:pt x="3558266" y="71419"/>
                  <a:pt x="3547657" y="57583"/>
                  <a:pt x="3527192" y="57583"/>
                </a:cubicBezTo>
                <a:cubicBezTo>
                  <a:pt x="3512290" y="57583"/>
                  <a:pt x="3501677" y="63733"/>
                  <a:pt x="3490059" y="79105"/>
                </a:cubicBezTo>
                <a:lnTo>
                  <a:pt x="3490059" y="1220"/>
                </a:lnTo>
                <a:lnTo>
                  <a:pt x="3488795" y="450"/>
                </a:lnTo>
                <a:cubicBezTo>
                  <a:pt x="3480206" y="3522"/>
                  <a:pt x="3473888" y="5575"/>
                  <a:pt x="3459741" y="9672"/>
                </a:cubicBezTo>
                <a:lnTo>
                  <a:pt x="3452922" y="11725"/>
                </a:lnTo>
                <a:lnTo>
                  <a:pt x="3452922" y="15822"/>
                </a:lnTo>
                <a:cubicBezTo>
                  <a:pt x="3453932" y="15568"/>
                  <a:pt x="3454691" y="15568"/>
                  <a:pt x="3455952" y="15568"/>
                </a:cubicBezTo>
                <a:cubicBezTo>
                  <a:pt x="3466815" y="15568"/>
                  <a:pt x="3468838" y="17616"/>
                  <a:pt x="3468838" y="28633"/>
                </a:cubicBezTo>
                <a:lnTo>
                  <a:pt x="3468838" y="149301"/>
                </a:lnTo>
                <a:cubicBezTo>
                  <a:pt x="3468838" y="167234"/>
                  <a:pt x="3467320" y="169541"/>
                  <a:pt x="3452667" y="171589"/>
                </a:cubicBezTo>
                <a:lnTo>
                  <a:pt x="3452667" y="175432"/>
                </a:lnTo>
                <a:lnTo>
                  <a:pt x="3507236" y="175432"/>
                </a:lnTo>
                <a:lnTo>
                  <a:pt x="3507236" y="171589"/>
                </a:lnTo>
                <a:cubicBezTo>
                  <a:pt x="3492584" y="170053"/>
                  <a:pt x="3490059" y="166980"/>
                  <a:pt x="3490059" y="149301"/>
                </a:cubicBezTo>
                <a:lnTo>
                  <a:pt x="3490059" y="87562"/>
                </a:lnTo>
                <a:close/>
                <a:moveTo>
                  <a:pt x="3705296" y="60086"/>
                </a:moveTo>
                <a:lnTo>
                  <a:pt x="3679781" y="60086"/>
                </a:lnTo>
                <a:lnTo>
                  <a:pt x="3679781" y="30365"/>
                </a:lnTo>
                <a:cubicBezTo>
                  <a:pt x="3679781" y="27805"/>
                  <a:pt x="3679531" y="27034"/>
                  <a:pt x="3678012" y="27034"/>
                </a:cubicBezTo>
                <a:cubicBezTo>
                  <a:pt x="3676247" y="29341"/>
                  <a:pt x="3674728" y="31648"/>
                  <a:pt x="3672962" y="34208"/>
                </a:cubicBezTo>
                <a:cubicBezTo>
                  <a:pt x="3663360" y="48302"/>
                  <a:pt x="3652497" y="60602"/>
                  <a:pt x="3648457" y="61626"/>
                </a:cubicBezTo>
                <a:cubicBezTo>
                  <a:pt x="3645678" y="63416"/>
                  <a:pt x="3644159" y="65211"/>
                  <a:pt x="3644159" y="66493"/>
                </a:cubicBezTo>
                <a:cubicBezTo>
                  <a:pt x="3644159" y="67263"/>
                  <a:pt x="3644414" y="67776"/>
                  <a:pt x="3645173" y="68288"/>
                </a:cubicBezTo>
                <a:lnTo>
                  <a:pt x="3658561" y="68288"/>
                </a:lnTo>
                <a:lnTo>
                  <a:pt x="3658561" y="145399"/>
                </a:lnTo>
                <a:cubicBezTo>
                  <a:pt x="3658561" y="166917"/>
                  <a:pt x="3666139" y="177934"/>
                  <a:pt x="3681046" y="177934"/>
                </a:cubicBezTo>
                <a:cubicBezTo>
                  <a:pt x="3693423" y="177934"/>
                  <a:pt x="3703022" y="171789"/>
                  <a:pt x="3711360" y="158465"/>
                </a:cubicBezTo>
                <a:lnTo>
                  <a:pt x="3708076" y="155646"/>
                </a:lnTo>
                <a:cubicBezTo>
                  <a:pt x="3702771" y="162050"/>
                  <a:pt x="3698477" y="164615"/>
                  <a:pt x="3692919" y="164615"/>
                </a:cubicBezTo>
                <a:cubicBezTo>
                  <a:pt x="3683571" y="164615"/>
                  <a:pt x="3679781" y="157695"/>
                  <a:pt x="3679781" y="141556"/>
                </a:cubicBezTo>
                <a:lnTo>
                  <a:pt x="3679781" y="68288"/>
                </a:lnTo>
                <a:lnTo>
                  <a:pt x="3705296" y="68288"/>
                </a:lnTo>
                <a:lnTo>
                  <a:pt x="3705296" y="60086"/>
                </a:lnTo>
                <a:close/>
                <a:moveTo>
                  <a:pt x="3750771" y="87562"/>
                </a:moveTo>
                <a:cubicBezTo>
                  <a:pt x="3761380" y="75778"/>
                  <a:pt x="3768958" y="71419"/>
                  <a:pt x="3778811" y="71419"/>
                </a:cubicBezTo>
                <a:cubicBezTo>
                  <a:pt x="3791443" y="71419"/>
                  <a:pt x="3797757" y="80646"/>
                  <a:pt x="3797757" y="98579"/>
                </a:cubicBezTo>
                <a:lnTo>
                  <a:pt x="3797757" y="149301"/>
                </a:lnTo>
                <a:cubicBezTo>
                  <a:pt x="3797757" y="166722"/>
                  <a:pt x="3795232" y="170053"/>
                  <a:pt x="3780580" y="171589"/>
                </a:cubicBezTo>
                <a:lnTo>
                  <a:pt x="3780580" y="175432"/>
                </a:lnTo>
                <a:lnTo>
                  <a:pt x="3834139" y="175432"/>
                </a:lnTo>
                <a:lnTo>
                  <a:pt x="3834139" y="171589"/>
                </a:lnTo>
                <a:cubicBezTo>
                  <a:pt x="3820497" y="169028"/>
                  <a:pt x="3818978" y="166980"/>
                  <a:pt x="3818978" y="149301"/>
                </a:cubicBezTo>
                <a:lnTo>
                  <a:pt x="3818978" y="98321"/>
                </a:lnTo>
                <a:cubicBezTo>
                  <a:pt x="3818978" y="71419"/>
                  <a:pt x="3808370" y="57583"/>
                  <a:pt x="3787904" y="57583"/>
                </a:cubicBezTo>
                <a:cubicBezTo>
                  <a:pt x="3773002" y="57583"/>
                  <a:pt x="3762390" y="63733"/>
                  <a:pt x="3750771" y="79105"/>
                </a:cubicBezTo>
                <a:lnTo>
                  <a:pt x="3750771" y="1220"/>
                </a:lnTo>
                <a:lnTo>
                  <a:pt x="3749507" y="450"/>
                </a:lnTo>
                <a:cubicBezTo>
                  <a:pt x="3740918" y="3522"/>
                  <a:pt x="3734600" y="5575"/>
                  <a:pt x="3720453" y="9672"/>
                </a:cubicBezTo>
                <a:lnTo>
                  <a:pt x="3713634" y="11725"/>
                </a:lnTo>
                <a:lnTo>
                  <a:pt x="3713634" y="15822"/>
                </a:lnTo>
                <a:cubicBezTo>
                  <a:pt x="3714644" y="15568"/>
                  <a:pt x="3715404" y="15568"/>
                  <a:pt x="3716664" y="15568"/>
                </a:cubicBezTo>
                <a:cubicBezTo>
                  <a:pt x="3727527" y="15568"/>
                  <a:pt x="3729551" y="17616"/>
                  <a:pt x="3729551" y="28633"/>
                </a:cubicBezTo>
                <a:lnTo>
                  <a:pt x="3729551" y="149301"/>
                </a:lnTo>
                <a:cubicBezTo>
                  <a:pt x="3729551" y="167234"/>
                  <a:pt x="3728032" y="169541"/>
                  <a:pt x="3713380" y="171589"/>
                </a:cubicBezTo>
                <a:lnTo>
                  <a:pt x="3713380" y="175432"/>
                </a:lnTo>
                <a:lnTo>
                  <a:pt x="3767948" y="175432"/>
                </a:lnTo>
                <a:lnTo>
                  <a:pt x="3767948" y="171589"/>
                </a:lnTo>
                <a:cubicBezTo>
                  <a:pt x="3753296" y="170053"/>
                  <a:pt x="3750771" y="166980"/>
                  <a:pt x="3750771" y="149301"/>
                </a:cubicBezTo>
                <a:lnTo>
                  <a:pt x="3750771" y="87562"/>
                </a:lnTo>
                <a:close/>
                <a:moveTo>
                  <a:pt x="3940493" y="133342"/>
                </a:moveTo>
                <a:cubicBezTo>
                  <a:pt x="3928370" y="152823"/>
                  <a:pt x="3917503" y="160259"/>
                  <a:pt x="3901336" y="160259"/>
                </a:cubicBezTo>
                <a:cubicBezTo>
                  <a:pt x="3886938" y="160259"/>
                  <a:pt x="3876075" y="152823"/>
                  <a:pt x="3868747" y="138214"/>
                </a:cubicBezTo>
                <a:cubicBezTo>
                  <a:pt x="3864199" y="128471"/>
                  <a:pt x="3862433" y="120011"/>
                  <a:pt x="3861928" y="104373"/>
                </a:cubicBezTo>
                <a:lnTo>
                  <a:pt x="3939737" y="104373"/>
                </a:lnTo>
                <a:cubicBezTo>
                  <a:pt x="3937714" y="87749"/>
                  <a:pt x="3935189" y="80345"/>
                  <a:pt x="3928875" y="72174"/>
                </a:cubicBezTo>
                <a:cubicBezTo>
                  <a:pt x="3921292" y="62967"/>
                  <a:pt x="3909674" y="57583"/>
                  <a:pt x="3896537" y="57583"/>
                </a:cubicBezTo>
                <a:cubicBezTo>
                  <a:pt x="3883904" y="57583"/>
                  <a:pt x="3872032" y="62197"/>
                  <a:pt x="3862433" y="70895"/>
                </a:cubicBezTo>
                <a:cubicBezTo>
                  <a:pt x="3850557" y="81365"/>
                  <a:pt x="3843737" y="99505"/>
                  <a:pt x="3843737" y="120523"/>
                </a:cubicBezTo>
                <a:cubicBezTo>
                  <a:pt x="3843737" y="155900"/>
                  <a:pt x="3861928" y="177934"/>
                  <a:pt x="3890978" y="177934"/>
                </a:cubicBezTo>
                <a:cubicBezTo>
                  <a:pt x="3914978" y="177934"/>
                  <a:pt x="3933924" y="162820"/>
                  <a:pt x="3944537" y="135137"/>
                </a:cubicBezTo>
                <a:lnTo>
                  <a:pt x="3940493" y="133342"/>
                </a:lnTo>
                <a:moveTo>
                  <a:pt x="3862433" y="96174"/>
                </a:moveTo>
                <a:cubicBezTo>
                  <a:pt x="3865209" y="76259"/>
                  <a:pt x="3873801" y="66810"/>
                  <a:pt x="3889209" y="66810"/>
                </a:cubicBezTo>
                <a:cubicBezTo>
                  <a:pt x="3904620" y="66810"/>
                  <a:pt x="3910684" y="73960"/>
                  <a:pt x="3913968" y="96174"/>
                </a:cubicBezTo>
                <a:lnTo>
                  <a:pt x="3862433" y="96174"/>
                </a:lnTo>
                <a:close/>
                <a:moveTo>
                  <a:pt x="4017545" y="73472"/>
                </a:moveTo>
                <a:cubicBezTo>
                  <a:pt x="4019060" y="72702"/>
                  <a:pt x="4021589" y="72447"/>
                  <a:pt x="4024368" y="72447"/>
                </a:cubicBezTo>
                <a:cubicBezTo>
                  <a:pt x="4031442" y="72447"/>
                  <a:pt x="4033712" y="76291"/>
                  <a:pt x="4033712" y="88840"/>
                </a:cubicBezTo>
                <a:lnTo>
                  <a:pt x="4033712" y="152378"/>
                </a:lnTo>
                <a:cubicBezTo>
                  <a:pt x="4033712" y="166980"/>
                  <a:pt x="4030933" y="170565"/>
                  <a:pt x="4018050" y="171589"/>
                </a:cubicBezTo>
                <a:lnTo>
                  <a:pt x="4018050" y="175432"/>
                </a:lnTo>
                <a:lnTo>
                  <a:pt x="4071609" y="175432"/>
                </a:lnTo>
                <a:lnTo>
                  <a:pt x="4071609" y="171589"/>
                </a:lnTo>
                <a:cubicBezTo>
                  <a:pt x="4058722" y="170565"/>
                  <a:pt x="4054933" y="167492"/>
                  <a:pt x="4054933" y="158269"/>
                </a:cubicBezTo>
                <a:lnTo>
                  <a:pt x="4054933" y="86279"/>
                </a:lnTo>
                <a:cubicBezTo>
                  <a:pt x="4067060" y="74750"/>
                  <a:pt x="4072619" y="71677"/>
                  <a:pt x="4080957" y="71677"/>
                </a:cubicBezTo>
                <a:cubicBezTo>
                  <a:pt x="4093335" y="71677"/>
                  <a:pt x="4099398" y="79618"/>
                  <a:pt x="4099398" y="96526"/>
                </a:cubicBezTo>
                <a:lnTo>
                  <a:pt x="4099398" y="150071"/>
                </a:lnTo>
                <a:cubicBezTo>
                  <a:pt x="4099398" y="166210"/>
                  <a:pt x="4096114" y="170565"/>
                  <a:pt x="4083482" y="171589"/>
                </a:cubicBezTo>
                <a:lnTo>
                  <a:pt x="4083482" y="175432"/>
                </a:lnTo>
                <a:lnTo>
                  <a:pt x="4136030" y="175432"/>
                </a:lnTo>
                <a:lnTo>
                  <a:pt x="4136030" y="171589"/>
                </a:lnTo>
                <a:cubicBezTo>
                  <a:pt x="4123649" y="170311"/>
                  <a:pt x="4120619" y="167234"/>
                  <a:pt x="4120619" y="154684"/>
                </a:cubicBezTo>
                <a:lnTo>
                  <a:pt x="4120619" y="96014"/>
                </a:lnTo>
                <a:cubicBezTo>
                  <a:pt x="4120619" y="71935"/>
                  <a:pt x="4109502" y="57583"/>
                  <a:pt x="4090810" y="57583"/>
                </a:cubicBezTo>
                <a:cubicBezTo>
                  <a:pt x="4079187" y="57583"/>
                  <a:pt x="4071355" y="61943"/>
                  <a:pt x="4054178" y="78339"/>
                </a:cubicBezTo>
                <a:lnTo>
                  <a:pt x="4054178" y="58100"/>
                </a:lnTo>
                <a:lnTo>
                  <a:pt x="4052408" y="57583"/>
                </a:lnTo>
                <a:cubicBezTo>
                  <a:pt x="4040030" y="62197"/>
                  <a:pt x="4031442" y="65015"/>
                  <a:pt x="4017545" y="69117"/>
                </a:cubicBezTo>
                <a:lnTo>
                  <a:pt x="4017545" y="73472"/>
                </a:lnTo>
                <a:close/>
                <a:moveTo>
                  <a:pt x="4202977" y="57583"/>
                </a:moveTo>
                <a:cubicBezTo>
                  <a:pt x="4170134" y="57583"/>
                  <a:pt x="4147144" y="82170"/>
                  <a:pt x="4147144" y="117505"/>
                </a:cubicBezTo>
                <a:cubicBezTo>
                  <a:pt x="4147144" y="152069"/>
                  <a:pt x="4170639" y="177934"/>
                  <a:pt x="4202468" y="177934"/>
                </a:cubicBezTo>
                <a:cubicBezTo>
                  <a:pt x="4234301" y="177934"/>
                  <a:pt x="4258551" y="150791"/>
                  <a:pt x="4258551" y="115456"/>
                </a:cubicBezTo>
                <a:cubicBezTo>
                  <a:pt x="4258551" y="81912"/>
                  <a:pt x="4235311" y="57583"/>
                  <a:pt x="4202977" y="57583"/>
                </a:cubicBezTo>
                <a:moveTo>
                  <a:pt x="4199692" y="64761"/>
                </a:moveTo>
                <a:cubicBezTo>
                  <a:pt x="4220913" y="64761"/>
                  <a:pt x="4235816" y="89341"/>
                  <a:pt x="4235816" y="124417"/>
                </a:cubicBezTo>
                <a:cubicBezTo>
                  <a:pt x="4235816" y="153351"/>
                  <a:pt x="4224448" y="170760"/>
                  <a:pt x="4205502" y="170760"/>
                </a:cubicBezTo>
                <a:cubicBezTo>
                  <a:pt x="4195649" y="170760"/>
                  <a:pt x="4186301" y="164619"/>
                  <a:pt x="4180997" y="154376"/>
                </a:cubicBezTo>
                <a:cubicBezTo>
                  <a:pt x="4173923" y="141060"/>
                  <a:pt x="4169879" y="123138"/>
                  <a:pt x="4169879" y="104959"/>
                </a:cubicBezTo>
                <a:cubicBezTo>
                  <a:pt x="4169879" y="80634"/>
                  <a:pt x="4181752" y="64761"/>
                  <a:pt x="4199692" y="64761"/>
                </a:cubicBezTo>
                <a:close/>
                <a:moveTo>
                  <a:pt x="4270173" y="73472"/>
                </a:moveTo>
                <a:cubicBezTo>
                  <a:pt x="4271688" y="72702"/>
                  <a:pt x="4274217" y="72447"/>
                  <a:pt x="4276996" y="72447"/>
                </a:cubicBezTo>
                <a:cubicBezTo>
                  <a:pt x="4284070" y="72447"/>
                  <a:pt x="4286340" y="76291"/>
                  <a:pt x="4286340" y="88840"/>
                </a:cubicBezTo>
                <a:lnTo>
                  <a:pt x="4286340" y="152378"/>
                </a:lnTo>
                <a:cubicBezTo>
                  <a:pt x="4286340" y="166980"/>
                  <a:pt x="4283561" y="170565"/>
                  <a:pt x="4270678" y="171589"/>
                </a:cubicBezTo>
                <a:lnTo>
                  <a:pt x="4270678" y="175432"/>
                </a:lnTo>
                <a:lnTo>
                  <a:pt x="4324237" y="175432"/>
                </a:lnTo>
                <a:lnTo>
                  <a:pt x="4324237" y="171589"/>
                </a:lnTo>
                <a:cubicBezTo>
                  <a:pt x="4311350" y="170565"/>
                  <a:pt x="4307561" y="167492"/>
                  <a:pt x="4307561" y="158269"/>
                </a:cubicBezTo>
                <a:lnTo>
                  <a:pt x="4307561" y="86279"/>
                </a:lnTo>
                <a:cubicBezTo>
                  <a:pt x="4319688" y="74750"/>
                  <a:pt x="4325246" y="71677"/>
                  <a:pt x="4333584" y="71677"/>
                </a:cubicBezTo>
                <a:cubicBezTo>
                  <a:pt x="4345962" y="71677"/>
                  <a:pt x="4352026" y="79618"/>
                  <a:pt x="4352026" y="96526"/>
                </a:cubicBezTo>
                <a:lnTo>
                  <a:pt x="4352026" y="150071"/>
                </a:lnTo>
                <a:cubicBezTo>
                  <a:pt x="4352026" y="166210"/>
                  <a:pt x="4348741" y="170565"/>
                  <a:pt x="4336109" y="171589"/>
                </a:cubicBezTo>
                <a:lnTo>
                  <a:pt x="4336109" y="175432"/>
                </a:lnTo>
                <a:lnTo>
                  <a:pt x="4388658" y="175432"/>
                </a:lnTo>
                <a:lnTo>
                  <a:pt x="4388658" y="171589"/>
                </a:lnTo>
                <a:cubicBezTo>
                  <a:pt x="4376276" y="170311"/>
                  <a:pt x="4373246" y="167234"/>
                  <a:pt x="4373246" y="154684"/>
                </a:cubicBezTo>
                <a:lnTo>
                  <a:pt x="4373246" y="96014"/>
                </a:lnTo>
                <a:cubicBezTo>
                  <a:pt x="4373246" y="71935"/>
                  <a:pt x="4362129" y="57583"/>
                  <a:pt x="4343437" y="57583"/>
                </a:cubicBezTo>
                <a:cubicBezTo>
                  <a:pt x="4331815" y="57583"/>
                  <a:pt x="4323982" y="61943"/>
                  <a:pt x="4306805" y="78339"/>
                </a:cubicBezTo>
                <a:lnTo>
                  <a:pt x="4306805" y="58100"/>
                </a:lnTo>
                <a:lnTo>
                  <a:pt x="4305036" y="57583"/>
                </a:lnTo>
                <a:cubicBezTo>
                  <a:pt x="4292658" y="62197"/>
                  <a:pt x="4284070" y="65015"/>
                  <a:pt x="4270173" y="69117"/>
                </a:cubicBezTo>
                <a:lnTo>
                  <a:pt x="4270173" y="73472"/>
                </a:lnTo>
                <a:close/>
                <a:moveTo>
                  <a:pt x="4492993" y="135422"/>
                </a:moveTo>
                <a:cubicBezTo>
                  <a:pt x="4480866" y="153343"/>
                  <a:pt x="4471772" y="159489"/>
                  <a:pt x="4457371" y="159489"/>
                </a:cubicBezTo>
                <a:cubicBezTo>
                  <a:pt x="4434381" y="159489"/>
                  <a:pt x="4418214" y="139007"/>
                  <a:pt x="4418214" y="109565"/>
                </a:cubicBezTo>
                <a:cubicBezTo>
                  <a:pt x="4418214" y="83195"/>
                  <a:pt x="4432110" y="65015"/>
                  <a:pt x="4452571" y="65015"/>
                </a:cubicBezTo>
                <a:cubicBezTo>
                  <a:pt x="4461665" y="65015"/>
                  <a:pt x="4464949" y="67830"/>
                  <a:pt x="4467478" y="77303"/>
                </a:cubicBezTo>
                <a:lnTo>
                  <a:pt x="4468993" y="82937"/>
                </a:lnTo>
                <a:cubicBezTo>
                  <a:pt x="4471013" y="90107"/>
                  <a:pt x="4475561" y="94716"/>
                  <a:pt x="4480866" y="94716"/>
                </a:cubicBezTo>
                <a:cubicBezTo>
                  <a:pt x="4487434" y="94716"/>
                  <a:pt x="4492993" y="89849"/>
                  <a:pt x="4492993" y="83961"/>
                </a:cubicBezTo>
                <a:cubicBezTo>
                  <a:pt x="4492993" y="69625"/>
                  <a:pt x="4475307" y="57583"/>
                  <a:pt x="4454086" y="57583"/>
                </a:cubicBezTo>
                <a:cubicBezTo>
                  <a:pt x="4441709" y="57583"/>
                  <a:pt x="4428826" y="62709"/>
                  <a:pt x="4418468" y="71928"/>
                </a:cubicBezTo>
                <a:cubicBezTo>
                  <a:pt x="4405836" y="83195"/>
                  <a:pt x="4398762" y="100604"/>
                  <a:pt x="4398762" y="120828"/>
                </a:cubicBezTo>
                <a:cubicBezTo>
                  <a:pt x="4398762" y="154114"/>
                  <a:pt x="4418719" y="177934"/>
                  <a:pt x="4446762" y="177934"/>
                </a:cubicBezTo>
                <a:cubicBezTo>
                  <a:pt x="4458130" y="177934"/>
                  <a:pt x="4468233" y="173837"/>
                  <a:pt x="4477331" y="165893"/>
                </a:cubicBezTo>
                <a:cubicBezTo>
                  <a:pt x="4484150" y="159743"/>
                  <a:pt x="4488949" y="152831"/>
                  <a:pt x="4496528" y="137725"/>
                </a:cubicBezTo>
                <a:lnTo>
                  <a:pt x="4492993" y="135422"/>
                </a:lnTo>
                <a:close/>
                <a:moveTo>
                  <a:pt x="4607684" y="133342"/>
                </a:moveTo>
                <a:cubicBezTo>
                  <a:pt x="4595561" y="152823"/>
                  <a:pt x="4584694" y="160259"/>
                  <a:pt x="4568527" y="160259"/>
                </a:cubicBezTo>
                <a:cubicBezTo>
                  <a:pt x="4554129" y="160259"/>
                  <a:pt x="4543266" y="152823"/>
                  <a:pt x="4535939" y="138214"/>
                </a:cubicBezTo>
                <a:cubicBezTo>
                  <a:pt x="4531390" y="128471"/>
                  <a:pt x="4529624" y="120011"/>
                  <a:pt x="4529119" y="104373"/>
                </a:cubicBezTo>
                <a:lnTo>
                  <a:pt x="4606928" y="104373"/>
                </a:lnTo>
                <a:cubicBezTo>
                  <a:pt x="4604905" y="87749"/>
                  <a:pt x="4602380" y="80345"/>
                  <a:pt x="4596066" y="72174"/>
                </a:cubicBezTo>
                <a:cubicBezTo>
                  <a:pt x="4588483" y="62967"/>
                  <a:pt x="4576865" y="57583"/>
                  <a:pt x="4563728" y="57583"/>
                </a:cubicBezTo>
                <a:cubicBezTo>
                  <a:pt x="4551096" y="57583"/>
                  <a:pt x="4539223" y="62197"/>
                  <a:pt x="4529624" y="70895"/>
                </a:cubicBezTo>
                <a:cubicBezTo>
                  <a:pt x="4517748" y="81365"/>
                  <a:pt x="4510929" y="99505"/>
                  <a:pt x="4510929" y="120523"/>
                </a:cubicBezTo>
                <a:cubicBezTo>
                  <a:pt x="4510929" y="155900"/>
                  <a:pt x="4529119" y="177934"/>
                  <a:pt x="4558169" y="177934"/>
                </a:cubicBezTo>
                <a:cubicBezTo>
                  <a:pt x="4582169" y="177934"/>
                  <a:pt x="4601115" y="162820"/>
                  <a:pt x="4611728" y="135137"/>
                </a:cubicBezTo>
                <a:lnTo>
                  <a:pt x="4607684" y="133342"/>
                </a:lnTo>
                <a:moveTo>
                  <a:pt x="4529624" y="96174"/>
                </a:moveTo>
                <a:cubicBezTo>
                  <a:pt x="4532400" y="76259"/>
                  <a:pt x="4540992" y="66810"/>
                  <a:pt x="4556400" y="66810"/>
                </a:cubicBezTo>
                <a:cubicBezTo>
                  <a:pt x="4571811" y="66810"/>
                  <a:pt x="4577875" y="73960"/>
                  <a:pt x="4581159" y="96174"/>
                </a:cubicBezTo>
                <a:lnTo>
                  <a:pt x="4529624" y="96174"/>
                </a:lnTo>
                <a:close/>
                <a:moveTo>
                  <a:pt x="4685749" y="15810"/>
                </a:moveTo>
                <a:lnTo>
                  <a:pt x="4687263" y="15810"/>
                </a:lnTo>
                <a:cubicBezTo>
                  <a:pt x="4690043" y="15556"/>
                  <a:pt x="4693073" y="15298"/>
                  <a:pt x="4695096" y="15298"/>
                </a:cubicBezTo>
                <a:cubicBezTo>
                  <a:pt x="4703180" y="15298"/>
                  <a:pt x="4705705" y="18887"/>
                  <a:pt x="4705705" y="30928"/>
                </a:cubicBezTo>
                <a:lnTo>
                  <a:pt x="4705705" y="153144"/>
                </a:lnTo>
                <a:cubicBezTo>
                  <a:pt x="4705705" y="166980"/>
                  <a:pt x="4702170" y="170311"/>
                  <a:pt x="4686254" y="171589"/>
                </a:cubicBezTo>
                <a:lnTo>
                  <a:pt x="4686254" y="175432"/>
                </a:lnTo>
                <a:lnTo>
                  <a:pt x="4745872" y="175432"/>
                </a:lnTo>
                <a:lnTo>
                  <a:pt x="4745872" y="171589"/>
                </a:lnTo>
                <a:cubicBezTo>
                  <a:pt x="4729959" y="170565"/>
                  <a:pt x="4726925" y="168004"/>
                  <a:pt x="4726925" y="153910"/>
                </a:cubicBezTo>
                <a:lnTo>
                  <a:pt x="4726925" y="950"/>
                </a:lnTo>
                <a:lnTo>
                  <a:pt x="4725916" y="438"/>
                </a:lnTo>
                <a:cubicBezTo>
                  <a:pt x="4712778" y="4793"/>
                  <a:pt x="4703180" y="7358"/>
                  <a:pt x="4685749" y="11713"/>
                </a:cubicBezTo>
                <a:lnTo>
                  <a:pt x="4685749" y="15810"/>
                </a:lnTo>
                <a:close/>
                <a:moveTo>
                  <a:pt x="4854249" y="133342"/>
                </a:moveTo>
                <a:cubicBezTo>
                  <a:pt x="4842126" y="152823"/>
                  <a:pt x="4831259" y="160259"/>
                  <a:pt x="4815092" y="160259"/>
                </a:cubicBezTo>
                <a:cubicBezTo>
                  <a:pt x="4800694" y="160259"/>
                  <a:pt x="4789832" y="152823"/>
                  <a:pt x="4782504" y="138214"/>
                </a:cubicBezTo>
                <a:cubicBezTo>
                  <a:pt x="4777955" y="128471"/>
                  <a:pt x="4776189" y="120011"/>
                  <a:pt x="4775684" y="104373"/>
                </a:cubicBezTo>
                <a:lnTo>
                  <a:pt x="4853494" y="104373"/>
                </a:lnTo>
                <a:cubicBezTo>
                  <a:pt x="4851470" y="87749"/>
                  <a:pt x="4848945" y="80345"/>
                  <a:pt x="4842631" y="72174"/>
                </a:cubicBezTo>
                <a:cubicBezTo>
                  <a:pt x="4835048" y="62967"/>
                  <a:pt x="4823430" y="57583"/>
                  <a:pt x="4810293" y="57583"/>
                </a:cubicBezTo>
                <a:cubicBezTo>
                  <a:pt x="4797661" y="57583"/>
                  <a:pt x="4785788" y="62197"/>
                  <a:pt x="4776189" y="70895"/>
                </a:cubicBezTo>
                <a:cubicBezTo>
                  <a:pt x="4764313" y="81365"/>
                  <a:pt x="4757494" y="99505"/>
                  <a:pt x="4757494" y="120523"/>
                </a:cubicBezTo>
                <a:cubicBezTo>
                  <a:pt x="4757494" y="155900"/>
                  <a:pt x="4775684" y="177934"/>
                  <a:pt x="4804734" y="177934"/>
                </a:cubicBezTo>
                <a:cubicBezTo>
                  <a:pt x="4828734" y="177934"/>
                  <a:pt x="4847680" y="162820"/>
                  <a:pt x="4858293" y="135137"/>
                </a:cubicBezTo>
                <a:lnTo>
                  <a:pt x="4854249" y="133342"/>
                </a:lnTo>
                <a:moveTo>
                  <a:pt x="4776189" y="96174"/>
                </a:moveTo>
                <a:cubicBezTo>
                  <a:pt x="4778965" y="76259"/>
                  <a:pt x="4787557" y="66810"/>
                  <a:pt x="4802965" y="66810"/>
                </a:cubicBezTo>
                <a:cubicBezTo>
                  <a:pt x="4818376" y="66810"/>
                  <a:pt x="4824440" y="73960"/>
                  <a:pt x="4827724" y="96174"/>
                </a:cubicBezTo>
                <a:lnTo>
                  <a:pt x="4776189" y="96174"/>
                </a:lnTo>
                <a:close/>
                <a:moveTo>
                  <a:pt x="4867387" y="73472"/>
                </a:moveTo>
                <a:cubicBezTo>
                  <a:pt x="4868902" y="72702"/>
                  <a:pt x="4871430" y="72447"/>
                  <a:pt x="4874210" y="72447"/>
                </a:cubicBezTo>
                <a:cubicBezTo>
                  <a:pt x="4881283" y="72447"/>
                  <a:pt x="4883554" y="76291"/>
                  <a:pt x="4883554" y="88840"/>
                </a:cubicBezTo>
                <a:lnTo>
                  <a:pt x="4883554" y="152378"/>
                </a:lnTo>
                <a:cubicBezTo>
                  <a:pt x="4883554" y="166980"/>
                  <a:pt x="4880775" y="170565"/>
                  <a:pt x="4867892" y="171589"/>
                </a:cubicBezTo>
                <a:lnTo>
                  <a:pt x="4867892" y="175432"/>
                </a:lnTo>
                <a:lnTo>
                  <a:pt x="4921450" y="175432"/>
                </a:lnTo>
                <a:lnTo>
                  <a:pt x="4921450" y="171589"/>
                </a:lnTo>
                <a:cubicBezTo>
                  <a:pt x="4908564" y="170565"/>
                  <a:pt x="4904774" y="167492"/>
                  <a:pt x="4904774" y="158269"/>
                </a:cubicBezTo>
                <a:lnTo>
                  <a:pt x="4904774" y="86279"/>
                </a:lnTo>
                <a:cubicBezTo>
                  <a:pt x="4916902" y="74750"/>
                  <a:pt x="4922460" y="71677"/>
                  <a:pt x="4930798" y="71677"/>
                </a:cubicBezTo>
                <a:cubicBezTo>
                  <a:pt x="4943176" y="71677"/>
                  <a:pt x="4949240" y="79618"/>
                  <a:pt x="4949240" y="96526"/>
                </a:cubicBezTo>
                <a:lnTo>
                  <a:pt x="4949240" y="150071"/>
                </a:lnTo>
                <a:cubicBezTo>
                  <a:pt x="4949240" y="166210"/>
                  <a:pt x="4945955" y="170565"/>
                  <a:pt x="4933323" y="171589"/>
                </a:cubicBezTo>
                <a:lnTo>
                  <a:pt x="4933323" y="175432"/>
                </a:lnTo>
                <a:lnTo>
                  <a:pt x="4985872" y="175432"/>
                </a:lnTo>
                <a:lnTo>
                  <a:pt x="4985872" y="171589"/>
                </a:lnTo>
                <a:cubicBezTo>
                  <a:pt x="4973490" y="170311"/>
                  <a:pt x="4970460" y="167234"/>
                  <a:pt x="4970460" y="154684"/>
                </a:cubicBezTo>
                <a:lnTo>
                  <a:pt x="4970460" y="96014"/>
                </a:lnTo>
                <a:cubicBezTo>
                  <a:pt x="4970460" y="71935"/>
                  <a:pt x="4959343" y="57583"/>
                  <a:pt x="4940651" y="57583"/>
                </a:cubicBezTo>
                <a:cubicBezTo>
                  <a:pt x="4929029" y="57583"/>
                  <a:pt x="4921196" y="61943"/>
                  <a:pt x="4904019" y="78339"/>
                </a:cubicBezTo>
                <a:lnTo>
                  <a:pt x="4904019" y="58100"/>
                </a:lnTo>
                <a:lnTo>
                  <a:pt x="4902250" y="57583"/>
                </a:lnTo>
                <a:cubicBezTo>
                  <a:pt x="4889872" y="62197"/>
                  <a:pt x="4881283" y="65015"/>
                  <a:pt x="4867387" y="69117"/>
                </a:cubicBezTo>
                <a:lnTo>
                  <a:pt x="4867387" y="73472"/>
                </a:lnTo>
                <a:close/>
                <a:moveTo>
                  <a:pt x="5108392" y="76083"/>
                </a:moveTo>
                <a:lnTo>
                  <a:pt x="5108392" y="66091"/>
                </a:lnTo>
                <a:lnTo>
                  <a:pt x="5088941" y="66091"/>
                </a:lnTo>
                <a:cubicBezTo>
                  <a:pt x="5083887" y="66091"/>
                  <a:pt x="5080098" y="65293"/>
                  <a:pt x="5075048" y="63479"/>
                </a:cubicBezTo>
                <a:lnTo>
                  <a:pt x="5069490" y="61430"/>
                </a:lnTo>
                <a:cubicBezTo>
                  <a:pt x="5062667" y="58866"/>
                  <a:pt x="5055848" y="57583"/>
                  <a:pt x="5049279" y="57583"/>
                </a:cubicBezTo>
                <a:cubicBezTo>
                  <a:pt x="5025784" y="57583"/>
                  <a:pt x="5007088" y="76083"/>
                  <a:pt x="5007088" y="99392"/>
                </a:cubicBezTo>
                <a:cubicBezTo>
                  <a:pt x="5007088" y="115530"/>
                  <a:pt x="5013911" y="125261"/>
                  <a:pt x="5030583" y="133714"/>
                </a:cubicBezTo>
                <a:cubicBezTo>
                  <a:pt x="5025784" y="138327"/>
                  <a:pt x="5021239" y="142674"/>
                  <a:pt x="5019720" y="143953"/>
                </a:cubicBezTo>
                <a:cubicBezTo>
                  <a:pt x="5011386" y="151369"/>
                  <a:pt x="5008102" y="156487"/>
                  <a:pt x="5008102" y="161600"/>
                </a:cubicBezTo>
                <a:cubicBezTo>
                  <a:pt x="5008102" y="166972"/>
                  <a:pt x="5011132" y="170041"/>
                  <a:pt x="5021490" y="175166"/>
                </a:cubicBezTo>
                <a:cubicBezTo>
                  <a:pt x="5003553" y="188502"/>
                  <a:pt x="4996734" y="196970"/>
                  <a:pt x="4996734" y="206458"/>
                </a:cubicBezTo>
                <a:cubicBezTo>
                  <a:pt x="4996734" y="220048"/>
                  <a:pt x="5016436" y="231323"/>
                  <a:pt x="5040436" y="231323"/>
                </a:cubicBezTo>
                <a:cubicBezTo>
                  <a:pt x="5059382" y="231323"/>
                  <a:pt x="5079088" y="224661"/>
                  <a:pt x="5092225" y="213898"/>
                </a:cubicBezTo>
                <a:cubicBezTo>
                  <a:pt x="5101828" y="205946"/>
                  <a:pt x="5106122" y="197736"/>
                  <a:pt x="5106122" y="187990"/>
                </a:cubicBezTo>
                <a:cubicBezTo>
                  <a:pt x="5106122" y="172090"/>
                  <a:pt x="5094245" y="161346"/>
                  <a:pt x="5075553" y="160580"/>
                </a:cubicBezTo>
                <a:lnTo>
                  <a:pt x="5042965" y="159044"/>
                </a:lnTo>
                <a:cubicBezTo>
                  <a:pt x="5029573" y="158531"/>
                  <a:pt x="5023259" y="156229"/>
                  <a:pt x="5023259" y="152139"/>
                </a:cubicBezTo>
                <a:cubicBezTo>
                  <a:pt x="5023259" y="147022"/>
                  <a:pt x="5031593" y="138069"/>
                  <a:pt x="5038416" y="136020"/>
                </a:cubicBezTo>
                <a:cubicBezTo>
                  <a:pt x="5040691" y="136278"/>
                  <a:pt x="5042460" y="136532"/>
                  <a:pt x="5043215" y="136532"/>
                </a:cubicBezTo>
                <a:cubicBezTo>
                  <a:pt x="5048015" y="137045"/>
                  <a:pt x="5051299" y="137303"/>
                  <a:pt x="5052818" y="137303"/>
                </a:cubicBezTo>
                <a:cubicBezTo>
                  <a:pt x="5062162" y="137303"/>
                  <a:pt x="5072269" y="133460"/>
                  <a:pt x="5080098" y="126544"/>
                </a:cubicBezTo>
                <a:cubicBezTo>
                  <a:pt x="5088436" y="119370"/>
                  <a:pt x="5092225" y="110405"/>
                  <a:pt x="5092225" y="97601"/>
                </a:cubicBezTo>
                <a:cubicBezTo>
                  <a:pt x="5092225" y="90173"/>
                  <a:pt x="5090961" y="84282"/>
                  <a:pt x="5087426" y="76083"/>
                </a:cubicBezTo>
                <a:lnTo>
                  <a:pt x="5108392" y="76083"/>
                </a:lnTo>
                <a:moveTo>
                  <a:pt x="5026794" y="175933"/>
                </a:moveTo>
                <a:cubicBezTo>
                  <a:pt x="5035132" y="177731"/>
                  <a:pt x="5055343" y="179268"/>
                  <a:pt x="5067720" y="179268"/>
                </a:cubicBezTo>
                <a:cubicBezTo>
                  <a:pt x="5090710" y="179268"/>
                  <a:pt x="5099048" y="182602"/>
                  <a:pt x="5099048" y="191837"/>
                </a:cubicBezTo>
                <a:cubicBezTo>
                  <a:pt x="5099048" y="206716"/>
                  <a:pt x="5079848" y="216717"/>
                  <a:pt x="5051299" y="216717"/>
                </a:cubicBezTo>
                <a:cubicBezTo>
                  <a:pt x="5029068" y="216717"/>
                  <a:pt x="5014416" y="209281"/>
                  <a:pt x="5014416" y="197994"/>
                </a:cubicBezTo>
                <a:cubicBezTo>
                  <a:pt x="5014416" y="192095"/>
                  <a:pt x="5016186" y="188760"/>
                  <a:pt x="5026794" y="175933"/>
                </a:cubicBezTo>
                <a:moveTo>
                  <a:pt x="5028058" y="88891"/>
                </a:moveTo>
                <a:cubicBezTo>
                  <a:pt x="5028058" y="73781"/>
                  <a:pt x="5035132" y="64761"/>
                  <a:pt x="5046754" y="64761"/>
                </a:cubicBezTo>
                <a:cubicBezTo>
                  <a:pt x="5054583" y="64761"/>
                  <a:pt x="5061152" y="69167"/>
                  <a:pt x="5065195" y="76854"/>
                </a:cubicBezTo>
                <a:cubicBezTo>
                  <a:pt x="5069740" y="85818"/>
                  <a:pt x="5072774" y="97601"/>
                  <a:pt x="5072774" y="107590"/>
                </a:cubicBezTo>
                <a:cubicBezTo>
                  <a:pt x="5072774" y="121930"/>
                  <a:pt x="5065446" y="130895"/>
                  <a:pt x="5053828" y="130895"/>
                </a:cubicBezTo>
                <a:cubicBezTo>
                  <a:pt x="5038671" y="130895"/>
                  <a:pt x="5028058" y="114248"/>
                  <a:pt x="5028058" y="89661"/>
                </a:cubicBezTo>
                <a:lnTo>
                  <a:pt x="5028058" y="88891"/>
                </a:lnTo>
                <a:close/>
                <a:moveTo>
                  <a:pt x="5180393" y="60086"/>
                </a:moveTo>
                <a:lnTo>
                  <a:pt x="5154878" y="60086"/>
                </a:lnTo>
                <a:lnTo>
                  <a:pt x="5154878" y="30365"/>
                </a:lnTo>
                <a:cubicBezTo>
                  <a:pt x="5154878" y="27805"/>
                  <a:pt x="5154627" y="27034"/>
                  <a:pt x="5153108" y="27034"/>
                </a:cubicBezTo>
                <a:cubicBezTo>
                  <a:pt x="5151343" y="29341"/>
                  <a:pt x="5149824" y="31648"/>
                  <a:pt x="5148059" y="34208"/>
                </a:cubicBezTo>
                <a:cubicBezTo>
                  <a:pt x="5138456" y="48302"/>
                  <a:pt x="5127593" y="60602"/>
                  <a:pt x="5123554" y="61626"/>
                </a:cubicBezTo>
                <a:cubicBezTo>
                  <a:pt x="5120774" y="63416"/>
                  <a:pt x="5119256" y="65211"/>
                  <a:pt x="5119256" y="66493"/>
                </a:cubicBezTo>
                <a:cubicBezTo>
                  <a:pt x="5119256" y="67263"/>
                  <a:pt x="5119510" y="67776"/>
                  <a:pt x="5120269" y="68288"/>
                </a:cubicBezTo>
                <a:lnTo>
                  <a:pt x="5133657" y="68288"/>
                </a:lnTo>
                <a:lnTo>
                  <a:pt x="5133657" y="145399"/>
                </a:lnTo>
                <a:cubicBezTo>
                  <a:pt x="5133657" y="166917"/>
                  <a:pt x="5141236" y="177934"/>
                  <a:pt x="5156142" y="177934"/>
                </a:cubicBezTo>
                <a:cubicBezTo>
                  <a:pt x="5168520" y="177934"/>
                  <a:pt x="5178118" y="171789"/>
                  <a:pt x="5186456" y="158465"/>
                </a:cubicBezTo>
                <a:lnTo>
                  <a:pt x="5183172" y="155646"/>
                </a:lnTo>
                <a:cubicBezTo>
                  <a:pt x="5177868" y="162050"/>
                  <a:pt x="5173573" y="164615"/>
                  <a:pt x="5168015" y="164615"/>
                </a:cubicBezTo>
                <a:cubicBezTo>
                  <a:pt x="5158667" y="164615"/>
                  <a:pt x="5154878" y="157695"/>
                  <a:pt x="5154878" y="141556"/>
                </a:cubicBezTo>
                <a:lnTo>
                  <a:pt x="5154878" y="68288"/>
                </a:lnTo>
                <a:lnTo>
                  <a:pt x="5180393" y="68288"/>
                </a:lnTo>
                <a:lnTo>
                  <a:pt x="5180393" y="60086"/>
                </a:lnTo>
                <a:close/>
                <a:moveTo>
                  <a:pt x="5225867" y="87562"/>
                </a:moveTo>
                <a:cubicBezTo>
                  <a:pt x="5236476" y="75778"/>
                  <a:pt x="5244054" y="71419"/>
                  <a:pt x="5253907" y="71419"/>
                </a:cubicBezTo>
                <a:cubicBezTo>
                  <a:pt x="5266539" y="71419"/>
                  <a:pt x="5272853" y="80646"/>
                  <a:pt x="5272853" y="98579"/>
                </a:cubicBezTo>
                <a:lnTo>
                  <a:pt x="5272853" y="149301"/>
                </a:lnTo>
                <a:cubicBezTo>
                  <a:pt x="5272853" y="166722"/>
                  <a:pt x="5270329" y="170053"/>
                  <a:pt x="5255676" y="171589"/>
                </a:cubicBezTo>
                <a:lnTo>
                  <a:pt x="5255676" y="175432"/>
                </a:lnTo>
                <a:lnTo>
                  <a:pt x="5309235" y="175432"/>
                </a:lnTo>
                <a:lnTo>
                  <a:pt x="5309235" y="171589"/>
                </a:lnTo>
                <a:cubicBezTo>
                  <a:pt x="5295593" y="169028"/>
                  <a:pt x="5294074" y="166980"/>
                  <a:pt x="5294074" y="149301"/>
                </a:cubicBezTo>
                <a:lnTo>
                  <a:pt x="5294074" y="98321"/>
                </a:lnTo>
                <a:cubicBezTo>
                  <a:pt x="5294074" y="71419"/>
                  <a:pt x="5283466" y="57583"/>
                  <a:pt x="5263001" y="57583"/>
                </a:cubicBezTo>
                <a:cubicBezTo>
                  <a:pt x="5248098" y="57583"/>
                  <a:pt x="5237486" y="63733"/>
                  <a:pt x="5225867" y="79105"/>
                </a:cubicBezTo>
                <a:lnTo>
                  <a:pt x="5225867" y="1220"/>
                </a:lnTo>
                <a:lnTo>
                  <a:pt x="5224603" y="450"/>
                </a:lnTo>
                <a:cubicBezTo>
                  <a:pt x="5216014" y="3522"/>
                  <a:pt x="5209696" y="5575"/>
                  <a:pt x="5195549" y="9672"/>
                </a:cubicBezTo>
                <a:lnTo>
                  <a:pt x="5188730" y="11725"/>
                </a:lnTo>
                <a:lnTo>
                  <a:pt x="5188730" y="15822"/>
                </a:lnTo>
                <a:cubicBezTo>
                  <a:pt x="5189740" y="15568"/>
                  <a:pt x="5190500" y="15568"/>
                  <a:pt x="5191760" y="15568"/>
                </a:cubicBezTo>
                <a:cubicBezTo>
                  <a:pt x="5202623" y="15568"/>
                  <a:pt x="5204647" y="17616"/>
                  <a:pt x="5204647" y="28633"/>
                </a:cubicBezTo>
                <a:lnTo>
                  <a:pt x="5204647" y="149301"/>
                </a:lnTo>
                <a:cubicBezTo>
                  <a:pt x="5204647" y="167234"/>
                  <a:pt x="5203128" y="169541"/>
                  <a:pt x="5188476" y="171589"/>
                </a:cubicBezTo>
                <a:lnTo>
                  <a:pt x="5188476" y="175432"/>
                </a:lnTo>
                <a:lnTo>
                  <a:pt x="5243044" y="175432"/>
                </a:lnTo>
                <a:lnTo>
                  <a:pt x="5243044" y="171589"/>
                </a:lnTo>
                <a:cubicBezTo>
                  <a:pt x="5228392" y="170053"/>
                  <a:pt x="5225867" y="166980"/>
                  <a:pt x="5225867" y="149301"/>
                </a:cubicBezTo>
                <a:lnTo>
                  <a:pt x="5225867" y="87562"/>
                </a:lnTo>
                <a:close/>
                <a:moveTo>
                  <a:pt x="5439592" y="57583"/>
                </a:moveTo>
                <a:cubicBezTo>
                  <a:pt x="5406749" y="57583"/>
                  <a:pt x="5383759" y="82170"/>
                  <a:pt x="5383759" y="117505"/>
                </a:cubicBezTo>
                <a:cubicBezTo>
                  <a:pt x="5383759" y="152069"/>
                  <a:pt x="5407254" y="177934"/>
                  <a:pt x="5439083" y="177934"/>
                </a:cubicBezTo>
                <a:cubicBezTo>
                  <a:pt x="5470916" y="177934"/>
                  <a:pt x="5495166" y="150791"/>
                  <a:pt x="5495166" y="115456"/>
                </a:cubicBezTo>
                <a:cubicBezTo>
                  <a:pt x="5495166" y="81912"/>
                  <a:pt x="5471926" y="57583"/>
                  <a:pt x="5439592" y="57583"/>
                </a:cubicBezTo>
                <a:moveTo>
                  <a:pt x="5436308" y="64761"/>
                </a:moveTo>
                <a:cubicBezTo>
                  <a:pt x="5457528" y="64761"/>
                  <a:pt x="5472431" y="89341"/>
                  <a:pt x="5472431" y="124417"/>
                </a:cubicBezTo>
                <a:cubicBezTo>
                  <a:pt x="5472431" y="153351"/>
                  <a:pt x="5461063" y="170760"/>
                  <a:pt x="5442117" y="170760"/>
                </a:cubicBezTo>
                <a:cubicBezTo>
                  <a:pt x="5432264" y="170760"/>
                  <a:pt x="5422916" y="164619"/>
                  <a:pt x="5417612" y="154376"/>
                </a:cubicBezTo>
                <a:cubicBezTo>
                  <a:pt x="5410538" y="141060"/>
                  <a:pt x="5406495" y="123138"/>
                  <a:pt x="5406495" y="104959"/>
                </a:cubicBezTo>
                <a:cubicBezTo>
                  <a:pt x="5406495" y="80634"/>
                  <a:pt x="5418367" y="64761"/>
                  <a:pt x="5436308" y="64761"/>
                </a:cubicBezTo>
                <a:close/>
                <a:moveTo>
                  <a:pt x="5580809" y="60086"/>
                </a:moveTo>
                <a:lnTo>
                  <a:pt x="5549735" y="60086"/>
                </a:lnTo>
                <a:lnTo>
                  <a:pt x="5549735" y="30451"/>
                </a:lnTo>
                <a:cubicBezTo>
                  <a:pt x="5549735" y="15630"/>
                  <a:pt x="5554535" y="7714"/>
                  <a:pt x="5564137" y="7714"/>
                </a:cubicBezTo>
                <a:cubicBezTo>
                  <a:pt x="5569441" y="7714"/>
                  <a:pt x="5572980" y="10266"/>
                  <a:pt x="5577525" y="17675"/>
                </a:cubicBezTo>
                <a:cubicBezTo>
                  <a:pt x="5581568" y="24317"/>
                  <a:pt x="5584598" y="26874"/>
                  <a:pt x="5588892" y="26874"/>
                </a:cubicBezTo>
                <a:cubicBezTo>
                  <a:pt x="5594705" y="26874"/>
                  <a:pt x="5599505" y="22273"/>
                  <a:pt x="5599505" y="16397"/>
                </a:cubicBezTo>
                <a:cubicBezTo>
                  <a:pt x="5599505" y="7197"/>
                  <a:pt x="5588387" y="536"/>
                  <a:pt x="5573230" y="536"/>
                </a:cubicBezTo>
                <a:cubicBezTo>
                  <a:pt x="5557568" y="536"/>
                  <a:pt x="5544177" y="7455"/>
                  <a:pt x="5537608" y="19208"/>
                </a:cubicBezTo>
                <a:cubicBezTo>
                  <a:pt x="5531043" y="30451"/>
                  <a:pt x="5529020" y="39647"/>
                  <a:pt x="5528769" y="60086"/>
                </a:cubicBezTo>
                <a:lnTo>
                  <a:pt x="5508053" y="60086"/>
                </a:lnTo>
                <a:lnTo>
                  <a:pt x="5508053" y="68288"/>
                </a:lnTo>
                <a:lnTo>
                  <a:pt x="5528769" y="68288"/>
                </a:lnTo>
                <a:lnTo>
                  <a:pt x="5528769" y="148777"/>
                </a:lnTo>
                <a:cubicBezTo>
                  <a:pt x="5528769" y="167488"/>
                  <a:pt x="5525990" y="170565"/>
                  <a:pt x="5507799" y="171589"/>
                </a:cubicBezTo>
                <a:lnTo>
                  <a:pt x="5507799" y="175432"/>
                </a:lnTo>
                <a:lnTo>
                  <a:pt x="5573485" y="175432"/>
                </a:lnTo>
                <a:lnTo>
                  <a:pt x="5573485" y="171589"/>
                </a:lnTo>
                <a:cubicBezTo>
                  <a:pt x="5552769" y="170823"/>
                  <a:pt x="5549990" y="168004"/>
                  <a:pt x="5549990" y="148777"/>
                </a:cubicBezTo>
                <a:lnTo>
                  <a:pt x="5549990" y="68288"/>
                </a:lnTo>
                <a:lnTo>
                  <a:pt x="5580809" y="68288"/>
                </a:lnTo>
                <a:lnTo>
                  <a:pt x="5580809" y="60086"/>
                </a:lnTo>
                <a:close/>
                <a:moveTo>
                  <a:pt x="5807671" y="60152"/>
                </a:moveTo>
                <a:lnTo>
                  <a:pt x="5805397" y="2287"/>
                </a:lnTo>
                <a:lnTo>
                  <a:pt x="5800092" y="2287"/>
                </a:lnTo>
                <a:cubicBezTo>
                  <a:pt x="5798577" y="7671"/>
                  <a:pt x="5794534" y="10743"/>
                  <a:pt x="5789480" y="10743"/>
                </a:cubicBezTo>
                <a:cubicBezTo>
                  <a:pt x="5787206" y="10743"/>
                  <a:pt x="5783417" y="9977"/>
                  <a:pt x="5779627" y="8437"/>
                </a:cubicBezTo>
                <a:cubicBezTo>
                  <a:pt x="5767250" y="4340"/>
                  <a:pt x="5754617" y="2287"/>
                  <a:pt x="5742745" y="2287"/>
                </a:cubicBezTo>
                <a:cubicBezTo>
                  <a:pt x="5722029" y="2287"/>
                  <a:pt x="5701063" y="10231"/>
                  <a:pt x="5685397" y="24313"/>
                </a:cubicBezTo>
                <a:cubicBezTo>
                  <a:pt x="5667715" y="40186"/>
                  <a:pt x="5658116" y="63991"/>
                  <a:pt x="5658116" y="92148"/>
                </a:cubicBezTo>
                <a:cubicBezTo>
                  <a:pt x="5658116" y="115957"/>
                  <a:pt x="5665695" y="137971"/>
                  <a:pt x="5678578" y="152562"/>
                </a:cubicBezTo>
                <a:cubicBezTo>
                  <a:pt x="5693735" y="169201"/>
                  <a:pt x="5716975" y="178935"/>
                  <a:pt x="5741989" y="178935"/>
                </a:cubicBezTo>
                <a:cubicBezTo>
                  <a:pt x="5770534" y="178935"/>
                  <a:pt x="5795544" y="167152"/>
                  <a:pt x="5810955" y="146416"/>
                </a:cubicBezTo>
                <a:lnTo>
                  <a:pt x="5806407" y="141810"/>
                </a:lnTo>
                <a:cubicBezTo>
                  <a:pt x="5787715" y="159986"/>
                  <a:pt x="5771039" y="167664"/>
                  <a:pt x="5750073" y="167664"/>
                </a:cubicBezTo>
                <a:cubicBezTo>
                  <a:pt x="5734156" y="167664"/>
                  <a:pt x="5720009" y="162543"/>
                  <a:pt x="5709146" y="152816"/>
                </a:cubicBezTo>
                <a:cubicBezTo>
                  <a:pt x="5695250" y="140274"/>
                  <a:pt x="5687421" y="117235"/>
                  <a:pt x="5687421" y="88821"/>
                </a:cubicBezTo>
                <a:cubicBezTo>
                  <a:pt x="5687421" y="42489"/>
                  <a:pt x="5710916" y="12538"/>
                  <a:pt x="5747544" y="12538"/>
                </a:cubicBezTo>
                <a:cubicBezTo>
                  <a:pt x="5761945" y="12538"/>
                  <a:pt x="5775082" y="17913"/>
                  <a:pt x="5785186" y="28153"/>
                </a:cubicBezTo>
                <a:cubicBezTo>
                  <a:pt x="5793269" y="36343"/>
                  <a:pt x="5797059" y="43513"/>
                  <a:pt x="5801862" y="60152"/>
                </a:cubicBezTo>
                <a:lnTo>
                  <a:pt x="5807671" y="60152"/>
                </a:lnTo>
                <a:close/>
                <a:moveTo>
                  <a:pt x="5859208" y="87562"/>
                </a:moveTo>
                <a:cubicBezTo>
                  <a:pt x="5869816" y="75778"/>
                  <a:pt x="5877395" y="71419"/>
                  <a:pt x="5887247" y="71419"/>
                </a:cubicBezTo>
                <a:cubicBezTo>
                  <a:pt x="5899880" y="71419"/>
                  <a:pt x="5906194" y="80646"/>
                  <a:pt x="5906194" y="98579"/>
                </a:cubicBezTo>
                <a:lnTo>
                  <a:pt x="5906194" y="149301"/>
                </a:lnTo>
                <a:cubicBezTo>
                  <a:pt x="5906194" y="166722"/>
                  <a:pt x="5903669" y="170053"/>
                  <a:pt x="5889017" y="171589"/>
                </a:cubicBezTo>
                <a:lnTo>
                  <a:pt x="5889017" y="175432"/>
                </a:lnTo>
                <a:lnTo>
                  <a:pt x="5942575" y="175432"/>
                </a:lnTo>
                <a:lnTo>
                  <a:pt x="5942575" y="171589"/>
                </a:lnTo>
                <a:cubicBezTo>
                  <a:pt x="5928933" y="169028"/>
                  <a:pt x="5927414" y="166980"/>
                  <a:pt x="5927414" y="149301"/>
                </a:cubicBezTo>
                <a:lnTo>
                  <a:pt x="5927414" y="98321"/>
                </a:lnTo>
                <a:cubicBezTo>
                  <a:pt x="5927414" y="71419"/>
                  <a:pt x="5916806" y="57583"/>
                  <a:pt x="5896341" y="57583"/>
                </a:cubicBezTo>
                <a:cubicBezTo>
                  <a:pt x="5881438" y="57583"/>
                  <a:pt x="5870826" y="63733"/>
                  <a:pt x="5859208" y="79105"/>
                </a:cubicBezTo>
                <a:lnTo>
                  <a:pt x="5859208" y="1220"/>
                </a:lnTo>
                <a:lnTo>
                  <a:pt x="5857943" y="450"/>
                </a:lnTo>
                <a:cubicBezTo>
                  <a:pt x="5849355" y="3522"/>
                  <a:pt x="5843037" y="5575"/>
                  <a:pt x="5828890" y="9672"/>
                </a:cubicBezTo>
                <a:lnTo>
                  <a:pt x="5822071" y="11725"/>
                </a:lnTo>
                <a:lnTo>
                  <a:pt x="5822071" y="15822"/>
                </a:lnTo>
                <a:cubicBezTo>
                  <a:pt x="5823080" y="15568"/>
                  <a:pt x="5823840" y="15568"/>
                  <a:pt x="5825100" y="15568"/>
                </a:cubicBezTo>
                <a:cubicBezTo>
                  <a:pt x="5835963" y="15568"/>
                  <a:pt x="5837987" y="17616"/>
                  <a:pt x="5837987" y="28633"/>
                </a:cubicBezTo>
                <a:lnTo>
                  <a:pt x="5837987" y="149301"/>
                </a:lnTo>
                <a:cubicBezTo>
                  <a:pt x="5837987" y="167234"/>
                  <a:pt x="5836468" y="169541"/>
                  <a:pt x="5821816" y="171589"/>
                </a:cubicBezTo>
                <a:lnTo>
                  <a:pt x="5821816" y="175432"/>
                </a:lnTo>
                <a:lnTo>
                  <a:pt x="5876385" y="175432"/>
                </a:lnTo>
                <a:lnTo>
                  <a:pt x="5876385" y="171589"/>
                </a:lnTo>
                <a:cubicBezTo>
                  <a:pt x="5861733" y="170053"/>
                  <a:pt x="5859208" y="166980"/>
                  <a:pt x="5859208" y="149301"/>
                </a:cubicBezTo>
                <a:lnTo>
                  <a:pt x="5859208" y="87562"/>
                </a:lnTo>
                <a:close/>
                <a:moveTo>
                  <a:pt x="6057517" y="158469"/>
                </a:moveTo>
                <a:cubicBezTo>
                  <a:pt x="6053223" y="162050"/>
                  <a:pt x="6050193" y="163332"/>
                  <a:pt x="6046403" y="163332"/>
                </a:cubicBezTo>
                <a:cubicBezTo>
                  <a:pt x="6040594" y="163332"/>
                  <a:pt x="6038825" y="159747"/>
                  <a:pt x="6038825" y="148484"/>
                </a:cubicBezTo>
                <a:lnTo>
                  <a:pt x="6038825" y="98555"/>
                </a:lnTo>
                <a:cubicBezTo>
                  <a:pt x="6038825" y="85239"/>
                  <a:pt x="6037561" y="77815"/>
                  <a:pt x="6033771" y="71669"/>
                </a:cubicBezTo>
                <a:cubicBezTo>
                  <a:pt x="6028213" y="62455"/>
                  <a:pt x="6017350" y="57583"/>
                  <a:pt x="6002447" y="57583"/>
                </a:cubicBezTo>
                <a:cubicBezTo>
                  <a:pt x="5978698" y="57583"/>
                  <a:pt x="5960006" y="70133"/>
                  <a:pt x="5960006" y="86264"/>
                </a:cubicBezTo>
                <a:cubicBezTo>
                  <a:pt x="5960006" y="92155"/>
                  <a:pt x="5965056" y="97273"/>
                  <a:pt x="5970869" y="97273"/>
                </a:cubicBezTo>
                <a:cubicBezTo>
                  <a:pt x="5976929" y="97273"/>
                  <a:pt x="5982237" y="92155"/>
                  <a:pt x="5982237" y="86522"/>
                </a:cubicBezTo>
                <a:cubicBezTo>
                  <a:pt x="5982237" y="85497"/>
                  <a:pt x="5981982" y="84215"/>
                  <a:pt x="5981732" y="82425"/>
                </a:cubicBezTo>
                <a:cubicBezTo>
                  <a:pt x="5981227" y="80122"/>
                  <a:pt x="5980972" y="78073"/>
                  <a:pt x="5980972" y="76279"/>
                </a:cubicBezTo>
                <a:cubicBezTo>
                  <a:pt x="5980972" y="69367"/>
                  <a:pt x="5989056" y="63733"/>
                  <a:pt x="5999163" y="63733"/>
                </a:cubicBezTo>
                <a:cubicBezTo>
                  <a:pt x="6011541" y="63733"/>
                  <a:pt x="6018360" y="71157"/>
                  <a:pt x="6018360" y="84985"/>
                </a:cubicBezTo>
                <a:lnTo>
                  <a:pt x="6018360" y="100604"/>
                </a:lnTo>
                <a:cubicBezTo>
                  <a:pt x="5979457" y="116477"/>
                  <a:pt x="5975163" y="118525"/>
                  <a:pt x="5964300" y="128256"/>
                </a:cubicBezTo>
                <a:cubicBezTo>
                  <a:pt x="5958742" y="133377"/>
                  <a:pt x="5955203" y="142080"/>
                  <a:pt x="5955203" y="150529"/>
                </a:cubicBezTo>
                <a:cubicBezTo>
                  <a:pt x="5955203" y="166663"/>
                  <a:pt x="5966320" y="177934"/>
                  <a:pt x="5981732" y="177934"/>
                </a:cubicBezTo>
                <a:cubicBezTo>
                  <a:pt x="5992845" y="177934"/>
                  <a:pt x="6003203" y="172555"/>
                  <a:pt x="6018614" y="159231"/>
                </a:cubicBezTo>
                <a:cubicBezTo>
                  <a:pt x="6019879" y="172555"/>
                  <a:pt x="6024423" y="177934"/>
                  <a:pt x="6034781" y="177934"/>
                </a:cubicBezTo>
                <a:cubicBezTo>
                  <a:pt x="6043370" y="177934"/>
                  <a:pt x="6048678" y="174862"/>
                  <a:pt x="6057517" y="165127"/>
                </a:cubicBezTo>
                <a:lnTo>
                  <a:pt x="6057517" y="158469"/>
                </a:lnTo>
                <a:moveTo>
                  <a:pt x="6018360" y="143859"/>
                </a:moveTo>
                <a:cubicBezTo>
                  <a:pt x="6018360" y="151803"/>
                  <a:pt x="6017099" y="154110"/>
                  <a:pt x="6011791" y="157183"/>
                </a:cubicBezTo>
                <a:cubicBezTo>
                  <a:pt x="6005732" y="160772"/>
                  <a:pt x="5998658" y="163074"/>
                  <a:pt x="5993350" y="163074"/>
                </a:cubicBezTo>
                <a:cubicBezTo>
                  <a:pt x="5984511" y="163074"/>
                  <a:pt x="5977437" y="154364"/>
                  <a:pt x="5977437" y="143347"/>
                </a:cubicBezTo>
                <a:lnTo>
                  <a:pt x="5977437" y="142322"/>
                </a:lnTo>
                <a:cubicBezTo>
                  <a:pt x="5977437" y="127204"/>
                  <a:pt x="5987791" y="117982"/>
                  <a:pt x="6018360" y="106707"/>
                </a:cubicBezTo>
                <a:lnTo>
                  <a:pt x="6018360" y="143859"/>
                </a:lnTo>
                <a:close/>
                <a:moveTo>
                  <a:pt x="6214654" y="60152"/>
                </a:moveTo>
                <a:lnTo>
                  <a:pt x="6212379" y="2287"/>
                </a:lnTo>
                <a:lnTo>
                  <a:pt x="6207075" y="2287"/>
                </a:lnTo>
                <a:cubicBezTo>
                  <a:pt x="6205560" y="7671"/>
                  <a:pt x="6201517" y="10743"/>
                  <a:pt x="6196463" y="10743"/>
                </a:cubicBezTo>
                <a:cubicBezTo>
                  <a:pt x="6194189" y="10743"/>
                  <a:pt x="6190399" y="9977"/>
                  <a:pt x="6186610" y="8437"/>
                </a:cubicBezTo>
                <a:cubicBezTo>
                  <a:pt x="6174232" y="4340"/>
                  <a:pt x="6161600" y="2287"/>
                  <a:pt x="6149727" y="2287"/>
                </a:cubicBezTo>
                <a:cubicBezTo>
                  <a:pt x="6129012" y="2287"/>
                  <a:pt x="6108046" y="10231"/>
                  <a:pt x="6092380" y="24313"/>
                </a:cubicBezTo>
                <a:cubicBezTo>
                  <a:pt x="6074698" y="40186"/>
                  <a:pt x="6065099" y="63991"/>
                  <a:pt x="6065099" y="92148"/>
                </a:cubicBezTo>
                <a:cubicBezTo>
                  <a:pt x="6065099" y="115957"/>
                  <a:pt x="6072678" y="137971"/>
                  <a:pt x="6085561" y="152562"/>
                </a:cubicBezTo>
                <a:cubicBezTo>
                  <a:pt x="6100718" y="169201"/>
                  <a:pt x="6123958" y="178935"/>
                  <a:pt x="6148972" y="178935"/>
                </a:cubicBezTo>
                <a:cubicBezTo>
                  <a:pt x="6177517" y="178935"/>
                  <a:pt x="6202527" y="167152"/>
                  <a:pt x="6217938" y="146416"/>
                </a:cubicBezTo>
                <a:lnTo>
                  <a:pt x="6213389" y="141810"/>
                </a:lnTo>
                <a:cubicBezTo>
                  <a:pt x="6194698" y="159986"/>
                  <a:pt x="6178022" y="167664"/>
                  <a:pt x="6157055" y="167664"/>
                </a:cubicBezTo>
                <a:cubicBezTo>
                  <a:pt x="6141139" y="167664"/>
                  <a:pt x="6126992" y="162543"/>
                  <a:pt x="6116129" y="152816"/>
                </a:cubicBezTo>
                <a:cubicBezTo>
                  <a:pt x="6102233" y="140274"/>
                  <a:pt x="6094403" y="117235"/>
                  <a:pt x="6094403" y="88821"/>
                </a:cubicBezTo>
                <a:cubicBezTo>
                  <a:pt x="6094403" y="42489"/>
                  <a:pt x="6117898" y="12538"/>
                  <a:pt x="6154527" y="12538"/>
                </a:cubicBezTo>
                <a:cubicBezTo>
                  <a:pt x="6168928" y="12538"/>
                  <a:pt x="6182065" y="17913"/>
                  <a:pt x="6192169" y="28153"/>
                </a:cubicBezTo>
                <a:cubicBezTo>
                  <a:pt x="6200252" y="36343"/>
                  <a:pt x="6204042" y="43513"/>
                  <a:pt x="6208845" y="60152"/>
                </a:cubicBezTo>
                <a:lnTo>
                  <a:pt x="6214654" y="60152"/>
                </a:lnTo>
                <a:close/>
                <a:moveTo>
                  <a:pt x="6266190" y="87562"/>
                </a:moveTo>
                <a:cubicBezTo>
                  <a:pt x="6276799" y="75778"/>
                  <a:pt x="6284377" y="71419"/>
                  <a:pt x="6294230" y="71419"/>
                </a:cubicBezTo>
                <a:cubicBezTo>
                  <a:pt x="6306862" y="71419"/>
                  <a:pt x="6313176" y="80646"/>
                  <a:pt x="6313176" y="98579"/>
                </a:cubicBezTo>
                <a:lnTo>
                  <a:pt x="6313176" y="149301"/>
                </a:lnTo>
                <a:cubicBezTo>
                  <a:pt x="6313176" y="166722"/>
                  <a:pt x="6310651" y="170053"/>
                  <a:pt x="6295999" y="171589"/>
                </a:cubicBezTo>
                <a:lnTo>
                  <a:pt x="6295999" y="175432"/>
                </a:lnTo>
                <a:lnTo>
                  <a:pt x="6349558" y="175432"/>
                </a:lnTo>
                <a:lnTo>
                  <a:pt x="6349558" y="171589"/>
                </a:lnTo>
                <a:cubicBezTo>
                  <a:pt x="6335916" y="169028"/>
                  <a:pt x="6334397" y="166980"/>
                  <a:pt x="6334397" y="149301"/>
                </a:cubicBezTo>
                <a:lnTo>
                  <a:pt x="6334397" y="98321"/>
                </a:lnTo>
                <a:cubicBezTo>
                  <a:pt x="6334397" y="71419"/>
                  <a:pt x="6323789" y="57583"/>
                  <a:pt x="6303323" y="57583"/>
                </a:cubicBezTo>
                <a:cubicBezTo>
                  <a:pt x="6288421" y="57583"/>
                  <a:pt x="6277809" y="63733"/>
                  <a:pt x="6266190" y="79105"/>
                </a:cubicBezTo>
                <a:lnTo>
                  <a:pt x="6266190" y="1220"/>
                </a:lnTo>
                <a:lnTo>
                  <a:pt x="6264926" y="450"/>
                </a:lnTo>
                <a:cubicBezTo>
                  <a:pt x="6256337" y="3522"/>
                  <a:pt x="6250019" y="5575"/>
                  <a:pt x="6235872" y="9672"/>
                </a:cubicBezTo>
                <a:lnTo>
                  <a:pt x="6229053" y="11725"/>
                </a:lnTo>
                <a:lnTo>
                  <a:pt x="6229053" y="15822"/>
                </a:lnTo>
                <a:cubicBezTo>
                  <a:pt x="6230063" y="15568"/>
                  <a:pt x="6230822" y="15568"/>
                  <a:pt x="6232083" y="15568"/>
                </a:cubicBezTo>
                <a:cubicBezTo>
                  <a:pt x="6242946" y="15568"/>
                  <a:pt x="6244970" y="17616"/>
                  <a:pt x="6244970" y="28633"/>
                </a:cubicBezTo>
                <a:lnTo>
                  <a:pt x="6244970" y="149301"/>
                </a:lnTo>
                <a:cubicBezTo>
                  <a:pt x="6244970" y="167234"/>
                  <a:pt x="6243451" y="169541"/>
                  <a:pt x="6228799" y="171589"/>
                </a:cubicBezTo>
                <a:lnTo>
                  <a:pt x="6228799" y="175432"/>
                </a:lnTo>
                <a:lnTo>
                  <a:pt x="6283367" y="175432"/>
                </a:lnTo>
                <a:lnTo>
                  <a:pt x="6283367" y="171589"/>
                </a:lnTo>
                <a:cubicBezTo>
                  <a:pt x="6268715" y="170053"/>
                  <a:pt x="6266190" y="166980"/>
                  <a:pt x="6266190" y="149301"/>
                </a:cubicBezTo>
                <a:lnTo>
                  <a:pt x="6266190" y="87562"/>
                </a:lnTo>
                <a:close/>
                <a:moveTo>
                  <a:pt x="6464499" y="158469"/>
                </a:moveTo>
                <a:cubicBezTo>
                  <a:pt x="6460205" y="162050"/>
                  <a:pt x="6457175" y="163332"/>
                  <a:pt x="6453386" y="163332"/>
                </a:cubicBezTo>
                <a:cubicBezTo>
                  <a:pt x="6447577" y="163332"/>
                  <a:pt x="6445808" y="159747"/>
                  <a:pt x="6445808" y="148484"/>
                </a:cubicBezTo>
                <a:lnTo>
                  <a:pt x="6445808" y="98555"/>
                </a:lnTo>
                <a:cubicBezTo>
                  <a:pt x="6445808" y="85239"/>
                  <a:pt x="6444543" y="77815"/>
                  <a:pt x="6440754" y="71669"/>
                </a:cubicBezTo>
                <a:cubicBezTo>
                  <a:pt x="6435195" y="62455"/>
                  <a:pt x="6424332" y="57583"/>
                  <a:pt x="6409430" y="57583"/>
                </a:cubicBezTo>
                <a:cubicBezTo>
                  <a:pt x="6385680" y="57583"/>
                  <a:pt x="6366989" y="70133"/>
                  <a:pt x="6366989" y="86264"/>
                </a:cubicBezTo>
                <a:cubicBezTo>
                  <a:pt x="6366989" y="92155"/>
                  <a:pt x="6372038" y="97273"/>
                  <a:pt x="6377851" y="97273"/>
                </a:cubicBezTo>
                <a:cubicBezTo>
                  <a:pt x="6383911" y="97273"/>
                  <a:pt x="6389219" y="92155"/>
                  <a:pt x="6389219" y="86522"/>
                </a:cubicBezTo>
                <a:cubicBezTo>
                  <a:pt x="6389219" y="85497"/>
                  <a:pt x="6388965" y="84215"/>
                  <a:pt x="6388714" y="82425"/>
                </a:cubicBezTo>
                <a:cubicBezTo>
                  <a:pt x="6388209" y="80122"/>
                  <a:pt x="6387955" y="78073"/>
                  <a:pt x="6387955" y="76279"/>
                </a:cubicBezTo>
                <a:cubicBezTo>
                  <a:pt x="6387955" y="69367"/>
                  <a:pt x="6396038" y="63733"/>
                  <a:pt x="6406146" y="63733"/>
                </a:cubicBezTo>
                <a:cubicBezTo>
                  <a:pt x="6418523" y="63733"/>
                  <a:pt x="6425342" y="71157"/>
                  <a:pt x="6425342" y="84985"/>
                </a:cubicBezTo>
                <a:lnTo>
                  <a:pt x="6425342" y="100604"/>
                </a:lnTo>
                <a:cubicBezTo>
                  <a:pt x="6386440" y="116477"/>
                  <a:pt x="6382146" y="118525"/>
                  <a:pt x="6371283" y="128256"/>
                </a:cubicBezTo>
                <a:cubicBezTo>
                  <a:pt x="6365724" y="133377"/>
                  <a:pt x="6362185" y="142080"/>
                  <a:pt x="6362185" y="150529"/>
                </a:cubicBezTo>
                <a:cubicBezTo>
                  <a:pt x="6362185" y="166663"/>
                  <a:pt x="6373303" y="177934"/>
                  <a:pt x="6388714" y="177934"/>
                </a:cubicBezTo>
                <a:cubicBezTo>
                  <a:pt x="6399828" y="177934"/>
                  <a:pt x="6410185" y="172555"/>
                  <a:pt x="6425597" y="159231"/>
                </a:cubicBezTo>
                <a:cubicBezTo>
                  <a:pt x="6426861" y="172555"/>
                  <a:pt x="6431406" y="177934"/>
                  <a:pt x="6441764" y="177934"/>
                </a:cubicBezTo>
                <a:cubicBezTo>
                  <a:pt x="6450352" y="177934"/>
                  <a:pt x="6455660" y="174862"/>
                  <a:pt x="6464499" y="165127"/>
                </a:cubicBezTo>
                <a:lnTo>
                  <a:pt x="6464499" y="158469"/>
                </a:lnTo>
                <a:moveTo>
                  <a:pt x="6425342" y="143859"/>
                </a:moveTo>
                <a:cubicBezTo>
                  <a:pt x="6425342" y="151803"/>
                  <a:pt x="6424082" y="154110"/>
                  <a:pt x="6418774" y="157183"/>
                </a:cubicBezTo>
                <a:cubicBezTo>
                  <a:pt x="6412714" y="160772"/>
                  <a:pt x="6405641" y="163074"/>
                  <a:pt x="6400333" y="163074"/>
                </a:cubicBezTo>
                <a:cubicBezTo>
                  <a:pt x="6391493" y="163074"/>
                  <a:pt x="6384420" y="154364"/>
                  <a:pt x="6384420" y="143347"/>
                </a:cubicBezTo>
                <a:lnTo>
                  <a:pt x="6384420" y="142322"/>
                </a:lnTo>
                <a:cubicBezTo>
                  <a:pt x="6384420" y="127204"/>
                  <a:pt x="6394774" y="117982"/>
                  <a:pt x="6425342" y="106707"/>
                </a:cubicBezTo>
                <a:lnTo>
                  <a:pt x="6425342" y="143859"/>
                </a:lnTo>
                <a:close/>
                <a:moveTo>
                  <a:pt x="6585004" y="140340"/>
                </a:moveTo>
                <a:lnTo>
                  <a:pt x="6581720" y="139058"/>
                </a:lnTo>
                <a:cubicBezTo>
                  <a:pt x="6572372" y="153656"/>
                  <a:pt x="6569088" y="155963"/>
                  <a:pt x="6557720" y="155963"/>
                </a:cubicBezTo>
                <a:lnTo>
                  <a:pt x="6497342" y="155963"/>
                </a:lnTo>
                <a:lnTo>
                  <a:pt x="6539783" y="110886"/>
                </a:lnTo>
                <a:cubicBezTo>
                  <a:pt x="6562268" y="87069"/>
                  <a:pt x="6572121" y="67604"/>
                  <a:pt x="6572121" y="47630"/>
                </a:cubicBezTo>
                <a:cubicBezTo>
                  <a:pt x="6572121" y="22018"/>
                  <a:pt x="6551656" y="2287"/>
                  <a:pt x="6525386" y="2287"/>
                </a:cubicBezTo>
                <a:cubicBezTo>
                  <a:pt x="6511489" y="2287"/>
                  <a:pt x="6498352" y="7925"/>
                  <a:pt x="6489004" y="18175"/>
                </a:cubicBezTo>
                <a:cubicBezTo>
                  <a:pt x="6480921" y="26882"/>
                  <a:pt x="6477131" y="35080"/>
                  <a:pt x="6472837" y="53263"/>
                </a:cubicBezTo>
                <a:lnTo>
                  <a:pt x="6478141" y="54542"/>
                </a:lnTo>
                <a:cubicBezTo>
                  <a:pt x="6488249" y="29443"/>
                  <a:pt x="6497342" y="21248"/>
                  <a:pt x="6514773" y="21248"/>
                </a:cubicBezTo>
                <a:cubicBezTo>
                  <a:pt x="6535994" y="21248"/>
                  <a:pt x="6550396" y="35846"/>
                  <a:pt x="6550396" y="57361"/>
                </a:cubicBezTo>
                <a:cubicBezTo>
                  <a:pt x="6550396" y="77338"/>
                  <a:pt x="6538773" y="101155"/>
                  <a:pt x="6517553" y="123948"/>
                </a:cubicBezTo>
                <a:lnTo>
                  <a:pt x="6472587" y="172359"/>
                </a:lnTo>
                <a:lnTo>
                  <a:pt x="6472587" y="175432"/>
                </a:lnTo>
                <a:lnTo>
                  <a:pt x="6571111" y="175432"/>
                </a:lnTo>
                <a:lnTo>
                  <a:pt x="6585004" y="140340"/>
                </a:lnTo>
                <a:close/>
                <a:moveTo>
                  <a:pt x="6655488" y="2287"/>
                </a:moveTo>
                <a:cubicBezTo>
                  <a:pt x="6641591" y="2287"/>
                  <a:pt x="6630983" y="6646"/>
                  <a:pt x="6621635" y="15607"/>
                </a:cubicBezTo>
                <a:cubicBezTo>
                  <a:pt x="6606983" y="29943"/>
                  <a:pt x="6597381" y="59382"/>
                  <a:pt x="6597381" y="89333"/>
                </a:cubicBezTo>
                <a:cubicBezTo>
                  <a:pt x="6597381" y="117235"/>
                  <a:pt x="6605719" y="147190"/>
                  <a:pt x="6617591" y="161522"/>
                </a:cubicBezTo>
                <a:cubicBezTo>
                  <a:pt x="6626939" y="172789"/>
                  <a:pt x="6639822" y="178935"/>
                  <a:pt x="6654478" y="178935"/>
                </a:cubicBezTo>
                <a:cubicBezTo>
                  <a:pt x="6667361" y="178935"/>
                  <a:pt x="6678223" y="174580"/>
                  <a:pt x="6687317" y="165619"/>
                </a:cubicBezTo>
                <a:cubicBezTo>
                  <a:pt x="6701969" y="151541"/>
                  <a:pt x="6711571" y="121844"/>
                  <a:pt x="6711571" y="90869"/>
                </a:cubicBezTo>
                <a:cubicBezTo>
                  <a:pt x="6711571" y="38392"/>
                  <a:pt x="6688581" y="2287"/>
                  <a:pt x="6655488" y="2287"/>
                </a:cubicBezTo>
                <a:moveTo>
                  <a:pt x="6654728" y="8949"/>
                </a:moveTo>
                <a:cubicBezTo>
                  <a:pt x="6675949" y="8949"/>
                  <a:pt x="6687317" y="37879"/>
                  <a:pt x="6687317" y="91381"/>
                </a:cubicBezTo>
                <a:cubicBezTo>
                  <a:pt x="6687317" y="144883"/>
                  <a:pt x="6676204" y="172277"/>
                  <a:pt x="6654478" y="172277"/>
                </a:cubicBezTo>
                <a:cubicBezTo>
                  <a:pt x="6632748" y="172277"/>
                  <a:pt x="6621635" y="144883"/>
                  <a:pt x="6621635" y="91639"/>
                </a:cubicBezTo>
                <a:cubicBezTo>
                  <a:pt x="6621635" y="37367"/>
                  <a:pt x="6633003" y="8949"/>
                  <a:pt x="6654728" y="8949"/>
                </a:cubicBezTo>
                <a:close/>
                <a:moveTo>
                  <a:pt x="6749213" y="149747"/>
                </a:moveTo>
                <a:cubicBezTo>
                  <a:pt x="6741631" y="149747"/>
                  <a:pt x="6735317" y="156409"/>
                  <a:pt x="6735317" y="164353"/>
                </a:cubicBezTo>
                <a:cubicBezTo>
                  <a:pt x="6735317" y="171781"/>
                  <a:pt x="6741631" y="178185"/>
                  <a:pt x="6748959" y="178185"/>
                </a:cubicBezTo>
                <a:cubicBezTo>
                  <a:pt x="6756792" y="178185"/>
                  <a:pt x="6763360" y="171781"/>
                  <a:pt x="6763360" y="164353"/>
                </a:cubicBezTo>
                <a:cubicBezTo>
                  <a:pt x="6763360" y="156409"/>
                  <a:pt x="6756792" y="149747"/>
                  <a:pt x="6749213" y="1497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425020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2026-09-05T18:29:24.3460000Z</dcterms:created>
  <dcterms:modified xsi:type="dcterms:W3CDTF">2026-09-05T18:29:24.3460000Z</dcterms:modified>
</coreProperties>
</file>